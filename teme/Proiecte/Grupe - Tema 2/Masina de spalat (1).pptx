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4"/>
  </p:sldMasterIdLst>
  <p:notesMasterIdLst>
    <p:notesMasterId r:id="rId28"/>
  </p:notesMasterIdLst>
  <p:sldIdLst>
    <p:sldId id="256" r:id="rId5"/>
    <p:sldId id="307" r:id="rId6"/>
    <p:sldId id="261" r:id="rId7"/>
    <p:sldId id="320" r:id="rId8"/>
    <p:sldId id="317" r:id="rId9"/>
    <p:sldId id="309" r:id="rId10"/>
    <p:sldId id="310" r:id="rId11"/>
    <p:sldId id="311" r:id="rId12"/>
    <p:sldId id="312" r:id="rId13"/>
    <p:sldId id="314" r:id="rId14"/>
    <p:sldId id="315" r:id="rId15"/>
    <p:sldId id="313" r:id="rId16"/>
    <p:sldId id="318" r:id="rId17"/>
    <p:sldId id="319" r:id="rId18"/>
    <p:sldId id="308" r:id="rId19"/>
    <p:sldId id="323" r:id="rId20"/>
    <p:sldId id="321" r:id="rId21"/>
    <p:sldId id="324" r:id="rId22"/>
    <p:sldId id="322" r:id="rId23"/>
    <p:sldId id="316" r:id="rId24"/>
    <p:sldId id="326" r:id="rId25"/>
    <p:sldId id="260" r:id="rId26"/>
    <p:sldId id="325" r:id="rId27"/>
  </p:sldIdLst>
  <p:sldSz cx="9144000" cy="5143500" type="screen16x9"/>
  <p:notesSz cx="6858000" cy="9144000"/>
  <p:embeddedFontLst>
    <p:embeddedFont>
      <p:font typeface="Barlow Semi Condensed SemiBold" panose="00000706000000000000" pitchFamily="2" charset="0"/>
      <p:regular r:id="rId29"/>
      <p:bold r:id="rId30"/>
      <p:italic r:id="rId31"/>
      <p:boldItalic r:id="rId32"/>
    </p:embeddedFont>
    <p:embeddedFont>
      <p:font typeface="Cairo" panose="020B0604020202020204" charset="-78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1137A8-CFFA-482F-ACD9-6B0B8C6EE7D7}" v="1" dt="2024-01-14T12:31:16.200"/>
  </p1510:revLst>
</p1510:revInfo>
</file>

<file path=ppt/tableStyles.xml><?xml version="1.0" encoding="utf-8"?>
<a:tblStyleLst xmlns:a="http://schemas.openxmlformats.org/drawingml/2006/main" def="{38421F7D-D51D-4C8E-990D-552752992A50}">
  <a:tblStyle styleId="{38421F7D-D51D-4C8E-990D-552752992A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4:50.112"/>
    </inkml:context>
    <inkml:brush xml:id="br0">
      <inkml:brushProperty name="width" value="0.035" units="cm"/>
      <inkml:brushProperty name="height" value="0.035" units="cm"/>
      <inkml:brushProperty name="color" value="#D5F5E6"/>
    </inkml:brush>
  </inkml:definitions>
  <inkml:trace contextRef="#ctx0" brushRef="#br0">316 13 4616 0 0,'-11'11'461'0'0,"-5"3"12"0"0,-18 19 707 0 0,17-14-275 0 0,16-17-480 0 0,2-2-57 0 0,10-9-76 0 0,3-5-184 0 0,-12 11-79 0 0,0 0 1 0 0,1 1-1 0 0,-1-1 1 0 0,1 1-1 0 0,0-1 1 0 0,0 1-1 0 0,5-3 1 0 0,1-2-18 0 0,-8 5-3 0 0,-6 6 0 0 0,-15 16 50 0 0,0 0 0 0 0,-18 25-1 0 0,30-34 129 0 0,9-14 199 0 0,15-16-87 0 0,80-76 352 0 0,-153 161 70 0 0,49-56-671 0 0,-16 25 59 0 0,23-33-86 0 0,0 0-1 0 0,-1 1 1 0 0,1-1 0 0 0,0 0-1 0 0,1 1 1 0 0,-1-1 0 0 0,0 1-1 0 0,1-1 1 0 0,-1 1 0 0 0,1-1-1 0 0,0 1 1 0 0,0-1 0 0 0,0 4-1 0 0,0-6-17 0 0,0 1 0 0 0,0-1 0 0 0,0 0 0 0 0,0 1 0 0 0,0-1 0 0 0,0 0 0 0 0,0 1 0 0 0,0-1 0 0 0,1 0 0 0 0,-1 1 0 0 0,0-1 0 0 0,0 0 0 0 0,0 1 0 0 0,0-1 0 0 0,1 0 0 0 0,-1 0 0 0 0,0 1 0 0 0,0-1 0 0 0,1 0 0 0 0,-1 0 0 0 0,0 0 0 0 0,1 1 0 0 0,-1-1 0 0 0,0 0 0 0 0,0 0 0 0 0,1 0 0 0 0,-1 0 0 0 0,0 1 0 0 0,1-1 0 0 0,-1 0 0 0 0,12-3 91 0 0,7-12-7 0 0,4-8 0 0 0,-2 0 8 0 0,1 1 0 0 0,1 1 0 0 0,30-20 1 0 0,-62 53 199 0 0,-10 9-233 0 0,-21 18 139 0 0,-32 34 211 0 0,70-71-384 0 0,0 1-1 0 0,0-1 1 0 0,-1 1-1 0 0,1-1 0 0 0,-1 0 1 0 0,1 0-1 0 0,-1 0 1 0 0,0 0-1 0 0,0-1 1 0 0,0 1-1 0 0,0-1 0 0 0,0 0 1 0 0,-6 2-1 0 0,9-3 70 0 0,7-15-2 0 0,2 0-57 0 0,1 0-1 0 0,0 1 1 0 0,0 0 0 0 0,2 1-1 0 0,0 0 1 0 0,18-16 0 0 0,-28 28 21 0 0,-8 7-25 0 0,-13 13-9 0 0,7-8-15 0 0,-70 57 86 0 0,45-39-34 0 0,34-27-22 0 0,2-3-12 0 0,5-7 7 0 0,9-12 5 0 0,3-2-1 0 0,1 2 0 0 0,1 0 0 0 0,1 1 0 0 0,28-22 0 0 0,-43 37-39 0 0,-23 10-2 0 0,9 0 0 0 0,-1 0 0 0 0,2 2 0 0 0,-1-1 0 0 0,-12 13 0 0 0,1 0 0 0 0,16-15-2 0 0,4-4 2 0 0,0-1-1 0 0,1 1 1 0 0,-1 0-1 0 0,0 0 1 0 0,0 0-1 0 0,0-1 1 0 0,0 1-1 0 0,0 0 1 0 0,0-1-1 0 0,0 1 1 0 0,0-1-1 0 0,0 1 1 0 0,0-1-1 0 0,0 1 1 0 0,-1-1-1 0 0,1 0-4 0 0,20-24-17 0 0,1 0-1 0 0,26-24 1 0 0,4 4-31 0 0,-99 72-4 0 0,-73 62 16 0 0,80-59 34 0 0,37-26-1 0 0,13-12-8 0 0,16-12-8 0 0,-7 1 4 0 0,2 2 1 0 0,0 0 0 0 0,0 1 0 0 0,32-18 0 0 0,-36 23-43 0 0,-25 17-20 0 0,-218 166-133 0 0,221-165 205 0 0,17-12-10 0 0,20-12-7 0 0,1-2 27 0 0,101-59 0 0 0,-132 77 0 0 0,0 0 0 0 0,0 0 0 0 0,0 0 0 0 0,0 0 0 0 0,0 0 0 0 0,0-1 0 0 0,0 1 0 0 0,0 0 1 0 0,1 0-1 0 0,-1 0 0 0 0,0 0 0 0 0,0 0 0 0 0,0 0 0 0 0,0 0 0 0 0,0 0 0 0 0,0-1 0 0 0,0 1 0 0 0,1 0 1 0 0,-1 0-1 0 0,0 0 0 0 0,0 0 0 0 0,0 0 0 0 0,0 0 0 0 0,0 0 0 0 0,1 0 0 0 0,-1 0 0 0 0,0 0 1 0 0,0 0-1 0 0,0 0 0 0 0,0 0 0 0 0,1 0 0 0 0,-1 0 0 0 0,0 0 0 0 0,0 0 0 0 0,0 0 0 0 0,0 0 0 0 0,0 0 1 0 0,1 1-1 0 0,-1-1 0 0 0,0 0 0 0 0,0 0 0 0 0,0 0 0 0 0,0 0 0 0 0,0 0 0 0 0,0 0 0 0 0,1 0 1 0 0,-6 8 10 0 0,-11 9 5 0 0,7-8-13 0 0,-64 56 82 0 0,71-65-10 0 0,3-5-53 0 0,5-6-14 0 0,8-7 8 0 0,1 2 0 0 0,1 0 0 0 0,0 1 0 0 0,1 0 0 0 0,20-13 0 0 0,-86 53 15 0 0,9-1-5 0 0,-26 14 36 0 0,66-38-60 0 0,0 0 1 0 0,0 0 0 0 0,0 0 0 0 0,0 0 0 0 0,0 0 0 0 0,0 0 0 0 0,0 0-1 0 0,0 1 1 0 0,-1-1 0 0 0,1 0 0 0 0,0 0 0 0 0,0 0 0 0 0,0 0-1 0 0,0 0 1 0 0,0 0 0 0 0,0 0 0 0 0,0 0 0 0 0,0 0 0 0 0,-1 0 0 0 0,1 0-1 0 0,0 0 1 0 0,0 0 0 0 0,0 0 0 0 0,0 0 0 0 0,0 0 0 0 0,0 0 0 0 0,0 0-1 0 0,-1 0 1 0 0,1 0 0 0 0,0 0 0 0 0,0 0 0 0 0,0 0 0 0 0,0 0 0 0 0,0 0-1 0 0,0 0 1 0 0,0 0 0 0 0,0 0 0 0 0,-1 0 0 0 0,1 0 0 0 0,0 0 0 0 0,0-1-1 0 0,0 1 1 0 0,0 0 0 0 0,0 0 0 0 0,0 0 0 0 0,0 0 0 0 0,0 0 0 0 0,0 0-1 0 0,0 0 1 0 0,0 0 0 0 0,2-8 70 0 0,9-9-12 0 0,-10 16-52 0 0,39-49 183 0 0,-57 71-160 0 0,-1-1 0 0 0,0-1 0 0 0,-2 0 0 0 0,-36 26 0 0 0,46-39 75 0 0,18-12 28 0 0,11-9-64 0 0,15-14 15 0 0,18-16 60 0 0,-51 44-133 0 0,0 1-3 0 0,0 0-2 0 0,-3 1-6 0 0,0 0 0 0 0,0 0 0 0 0,0 0 1 0 0,1 0-1 0 0,-1 0 0 0 0,0 0 0 0 0,1 1 1 0 0,-3 1-1 0 0,-1 2 2 0 0,-81 62 4 0 0,85-66-8 0 0,0-1 0 0 0,1 0 0 0 0,0 0 0 0 0,0 0 0 0 0,0 0 0 0 0,0-1 0 0 0,0 1 0 0 0,0 0 0 0 0,-1 0 0 0 0,1 0 0 0 0,0 0 0 0 0,0-1 0 0 0,0 1 0 0 0,0 0 0 0 0,0 0 0 0 0,0 0 0 0 0,0 0 0 0 0,0-1 0 0 0,0 1 0 0 0,0 0 0 0 0,0 0 0 0 0,0 0 0 0 0,0 0 0 0 0,0-1 0 0 0,0 1 0 0 0,0 0 0 0 0,0 0 0 0 0,0 0 0 0 0,0 0 0 0 0,0-1 0 0 0,1 1 0 0 0,-1 0 0 0 0,0 0 0 0 0,0 0 0 0 0,0 0 0 0 0,0 0 0 0 0,0-1 0 0 0,0 1 0 0 0,0 0 0 0 0,1 0 0 0 0,-1 0 0 0 0,0 0 0 0 0,0 0 0 0 0,0 0 0 0 0,0 0 0 0 0,0 0 0 0 0,1-1 0 0 0,5-6 0 0 0,4-1 0 0 0,0 0 0 0 0,21-12 0 0 0,-21 14 0 0 0,0-1 0 0 0,0 0 0 0 0,17-15 0 0 0,-20 13-8 0 0,-17 18-6 0 0,-5 4 4 0 0,8-7 5 0 0,-1 0 0 0 0,0-1 0 0 0,0 0 0 0 0,-1-1 0 0 0,1 0 0 0 0,-1 0 0 0 0,-14 4 0 0 0,23-8 4 0 0,0 0 1 0 0,0 0 0 0 0,0 0 0 0 0,0 0 0 0 0,0 0 0 0 0,-1 0 0 0 0,1 0 0 0 0,0 0 0 0 0,0 0 0 0 0,0 0 0 0 0,0 0 0 0 0,0 0 0 0 0,0 0 0 0 0,0 0 0 0 0,0 0 0 0 0,0 0 0 0 0,0 0 0 0 0,-1 0 0 0 0,1 0 0 0 0,0 0 0 0 0,0 0 0 0 0,0 0 0 0 0,0 0 0 0 0,0 0 0 0 0,0 0 0 0 0,0 0 0 0 0,0 0-1 0 0,0 0 1 0 0,0 0 0 0 0,0 0 0 0 0,0 0 0 0 0,-1 0 0 0 0,1 0 0 0 0,0 0 0 0 0,0 0 0 0 0,0 0 0 0 0,0-1 0 0 0,0 1 0 0 0,0 0 0 0 0,0 0 0 0 0,0 0 0 0 0,0 0 0 0 0,0 0 0 0 0,0 0 0 0 0,0 0 0 0 0,0 0 0 0 0,0 0 0 0 0,0 0 0 0 0,0 0 0 0 0,0-1 0 0 0,0 1 0 0 0,0 0 0 0 0,0 0 0 0 0,0 0 0 0 0,0 0-1 0 0,0 0 1 0 0,0 0 0 0 0,0 0 0 0 0,0 0 0 0 0,0 0 0 0 0,0 0 0 0 0,0 0 0 0 0,0-1 0 0 0,0 1 0 0 0,0 0 0 0 0,0 0 0 0 0,1 0 0 0 0,-1 0 0 0 0,0 0 0 0 0,7-9-5 0 0,10-9-3 0 0,-12 13 8 0 0,1 1 0 0 0,0-1 0 0 0,0 1 0 0 0,0 0 0 0 0,8-3 0 0 0,-12 6 0 0 0,0 0 0 0 0,0 0 0 0 0,0 0 0 0 0,0 1 0 0 0,0-1 0 0 0,0 0 0 0 0,1 1 0 0 0,-1 0 0 0 0,0 0 0 0 0,0 0 0 0 0,1 0 0 0 0,-1 0 0 0 0,0 0 0 0 0,1 0 0 0 0,-1 1 0 0 0,0-1 0 0 0,0 1 0 0 0,0-1 0 0 0,0 1 0 0 0,4 2 0 0 0,-5-3-1 0 0,-1 1 1 0 0,1 0 0 0 0,-1-1-1 0 0,1 1 1 0 0,-1 0 0 0 0,1 0-1 0 0,-1 0 1 0 0,1-1 0 0 0,-1 1 0 0 0,1 0-1 0 0,-1 0 1 0 0,0 0 0 0 0,0 0-1 0 0,1 0 1 0 0,-1 0 0 0 0,0 0 0 0 0,0 0-1 0 0,0 0 1 0 0,0-1 0 0 0,0 1-1 0 0,0 0 1 0 0,-1 2 0 0 0,2 11-7 0 0,-1-14 7 0 0,1 1 0 0 0,-1-1 0 0 0,0 1 0 0 0,0-1 0 0 0,1 0 0 0 0,-1 1 0 0 0,0-1 0 0 0,1 0 0 0 0,-1 1-1 0 0,0-1 1 0 0,1 0 0 0 0,-1 1 0 0 0,1-1 0 0 0,-1 0 0 0 0,0 0 0 0 0,1 0 0 0 0,-1 1 0 0 0,1-1-1 0 0,-1 0 1 0 0,1 0 0 0 0,-1 0 0 0 0,0 0 0 0 0,1 0 0 0 0,-1 0 0 0 0,1 0 0 0 0,-1 0 0 0 0,2 0 0 0 0,4 0 0 0 0,-1-1 0 0 0,1 1 0 0 0,0-1 0 0 0,0-1 0 0 0,0 1 0 0 0,-1-1 0 0 0,1 0 0 0 0,-1 0 0 0 0,6-3 0 0 0,5-5 0 0 0,24-16 0 0 0,-30 17 0 0 0,1 1 0 0 0,1 1 0 0 0,-1 0 0 0 0,20-7 0 0 0,-30 13 0 0 0,-1 1 0 0 0,0 0 0 0 0,0 0 0 0 0,0 0 0 0 0,0 0 0 0 0,0 0 0 0 0,0 0 0 0 0,0 0 0 0 0,0 0 0 0 0,0 0 0 0 0,0 0 0 0 0,0 0 0 0 0,1 0 0 0 0,-1 0 0 0 0,0 0 0 0 0,0 0 0 0 0,0 0 0 0 0,0 0 0 0 0,0 0 0 0 0,0 0 0 0 0,0 0 0 0 0,0 1 0 0 0,0-1 0 0 0,0 0 0 0 0,0 0 0 0 0,0 0 0 0 0,1 0 0 0 0,-1 0 0 0 0,0 0 0 0 0,0 0 0 0 0,0 0 0 0 0,0 0 1 0 0,0 0-1 0 0,0 0 0 0 0,0 0 0 0 0,0 0 0 0 0,0 0 0 0 0,0 0 0 0 0,0 0 0 0 0,0 1 0 0 0,0-1 0 0 0,0 0 0 0 0,0 0 0 0 0,0 0 0 0 0,0 0 0 0 0,0 0 0 0 0,0 0 0 0 0,0 0 0 0 0,0 0 0 0 0,0 0 0 0 0,0 0 0 0 0,0 0 0 0 0,0 1 0 0 0,0-1 0 0 0,0 0 0 0 0,0 0 0 0 0,0 0 0 0 0,0 0 0 0 0,0 0 0 0 0,0 0 0 0 0,0 0 0 0 0,0 0 0 0 0,0 0 0 0 0,-4 10 5 0 0,-8 8 3 0 0,-118 127 85 0 0,105-118-63 0 0,-21 13 154 0 0,76-80 32 0 0,-2 8-128 0 0,1 2-1 0 0,2 1 1 0 0,1 1 0 0 0,42-27-1 0 0,-161 116 6 0 0,-91 62-16 0 0,164-115-56 0 0,9-6-9 0 0,1 1 1 0 0,0-1 0 0 0,0 1 0 0 0,-6 4 0 0 0,47-30 59 0 0,65-54 11 0 0,-63 44-55 0 0,45-46 1 0 0,-77 72-22 0 0,-56 53-4 0 0,-21 21 5 0 0,60-56-8 0 0,0 1 1 0 0,1 1 0 0 0,0-1 0 0 0,-8 16-1 0 0,16-26 1 0 0,-1 0 0 0 0,1 1 0 0 0,-1 0 0 0 0,1 0 0 0 0,0 0 1 0 0,0 0-1 0 0,0 0 0 0 0,0 0 0 0 0,0 0 1 0 0,1 0-1 0 0,-1 0 0 0 0,1 0 0 0 0,0 4 0 0 0,0-7 0 0 0,0 0-1 0 0,1 0 0 0 0,-1 1 0 0 0,1-1 1 0 0,-1 0-1 0 0,0 0 0 0 0,1 0 0 0 0,-1 0 0 0 0,1 1 1 0 0,-1-1-1 0 0,1 0 0 0 0,-1 0 0 0 0,1 0 1 0 0,-1 0-1 0 0,1 0 0 0 0,-1 0 0 0 0,0 0 0 0 0,1 0 1 0 0,-1 0-1 0 0,1-1 0 0 0,-1 1 0 0 0,1 0 1 0 0,-1 0-1 0 0,1 0 0 0 0,-1 0 0 0 0,1-1 0 0 0,12-5 10 0 0,16-12 27 0 0,-1-1-1 0 0,29-26 0 0 0,4-4 47 0 0,97-60 101 0 0,-158 109-183 0 0,0 0 0 0 0,1 0 0 0 0,-1 0 0 0 0,0-1 0 0 0,0 1 0 0 0,0 0 0 0 0,0 0-1 0 0,0 0 1 0 0,0 0 0 0 0,0 0 0 0 0,0 0 0 0 0,0 0 0 0 0,1-1 0 0 0,-1 1 0 0 0,0 0 0 0 0,0 0-1 0 0,0 0 1 0 0,0 0 0 0 0,0 0 0 0 0,1 0 0 0 0,-1 0 0 0 0,0 0 0 0 0,0 0 0 0 0,0 0-1 0 0,0 0 1 0 0,0 0 0 0 0,1 0 0 0 0,-1 0 0 0 0,0 0 0 0 0,0 0 0 0 0,0 0 0 0 0,0 0-1 0 0,1 0 1 0 0,-1 0 0 0 0,0 0 0 0 0,0 0 0 0 0,0 0 0 0 0,0 0 0 0 0,0 0 0 0 0,1 0-1 0 0,-1 0 1 0 0,0 0 0 0 0,0 0 0 0 0,0 0 0 0 0,0 1 0 0 0,0-1 0 0 0,0 0 0 0 0,0 0 0 0 0,1 0-1 0 0,-6 9 15 0 0,-9 12-2 0 0,-11 7 12 0 0,-44 39-1 0 0,-2 2-19 0 0,60-56-6 0 0,0-1 0 0 0,1 1 0 0 0,-16 28 0 0 0,26-40 0 0 0,-1-1 1 0 0,1 0-1 0 0,0 1 1 0 0,-1-1-1 0 0,1 1 1 0 0,0-1-1 0 0,0 1 1 0 0,-1-1-1 0 0,1 1 1 0 0,0-1-1 0 0,0 1 0 0 0,0-1 1 0 0,0 1-1 0 0,-1-1 1 0 0,1 1-1 0 0,0-1 1 0 0,0 1-1 0 0,0 0 1 0 0,0-1-1 0 0,0 1 1 0 0,0-1-1 0 0,1 1 1 0 0,-1-1-1 0 0,0 1 1 0 0,0 0-1 0 0,1-1 0 0 0,0 0 0 0 0,-1 1-1 0 0,1-1 1 0 0,0 0 0 0 0,-1 0 0 0 0,1 0 0 0 0,-1-1-1 0 0,1 1 1 0 0,0 0 0 0 0,-1 0 0 0 0,1 0 0 0 0,0 0-1 0 0,-1-1 1 0 0,1 1 0 0 0,-1 0 0 0 0,1 0 0 0 0,0-1-1 0 0,28-18-42 0 0,65-60-86 0 0,-20 16-11 0 0,-44 37 69 0 0,-17 14 0 0 0,1 0-1 0 0,0 2 1 0 0,27-16 0 0 0,-42 26 70 0 0,1 0-1 0 0,0 0 1 0 0,0 0 0 0 0,0 0 0 0 0,0 0-1 0 0,0 0 1 0 0,0 0 0 0 0,0 0 0 0 0,0 0-1 0 0,0 0 1 0 0,0 0 0 0 0,0 0 0 0 0,0 0-1 0 0,0 0 1 0 0,0 0 0 0 0,0 0-1 0 0,0 0 1 0 0,0 0 0 0 0,0 1 0 0 0,0-1-1 0 0,0 0 1 0 0,0 0 0 0 0,0 0 0 0 0,0 0-1 0 0,0 0 1 0 0,0 0 0 0 0,0 0 0 0 0,0 0-1 0 0,0 0 1 0 0,0 0 0 0 0,0 0 0 0 0,0 0-1 0 0,0 0 1 0 0,0 0 0 0 0,0 1 0 0 0,0-1-1 0 0,0 0 1 0 0,0 0 0 0 0,0 0 0 0 0,0 0-1 0 0,0 0 1 0 0,0 0 0 0 0,0 0 0 0 0,0 0-1 0 0,0 0 1 0 0,0 0 0 0 0,0 0 0 0 0,1 0-1 0 0,-1 0 1 0 0,0 0 0 0 0,0 0 0 0 0,0 0-1 0 0,0 0 1 0 0,0 0 0 0 0,0 0 0 0 0,0 0-1 0 0,0 0 1 0 0,0 0 0 0 0,0 0 0 0 0,0 0-1 0 0,0 0 1 0 0,0 0 0 0 0,0 0 0 0 0,1 0-1 0 0,-7 10-59 0 0,-6 10 5 0 0,-57 66-18 0 0,33-43-15 0 0,-57 91-1 0 0,88-123 91 0 0,14-22 0 0 0,1-1 0 0 0,40-40 11 0 0,3 2 0 0 0,111-82-1 0 0,-156 127-8 0 0,-5 2-1 0 0,-1 1 0 0 0,1 0 0 0 0,0 0 1 0 0,-1 1-1 0 0,1-1 0 0 0,0 0 0 0 0,0 1 0 0 0,0 0 0 0 0,0 0 0 0 0,0 0 0 0 0,1 0 0 0 0,3-1 0 0 0,-7 3 0 0 0,1-1-1 0 0,-1 0 0 0 0,0 1 0 0 0,1-1 0 0 0,-1 0 1 0 0,0 1-1 0 0,0-1 0 0 0,1 1 0 0 0,-1-1 0 0 0,0 1 1 0 0,0-1-1 0 0,0 0 0 0 0,0 1 0 0 0,0-1 0 0 0,1 1 0 0 0,-1-1 1 0 0,0 1-1 0 0,0-1 0 0 0,0 1 0 0 0,0-1 0 0 0,0 1 1 0 0,0-1-1 0 0,0 1 0 0 0,-1-1 0 0 0,1 1 0 0 0,0-1 0 0 0,0 0 1 0 0,0 1-1 0 0,0-1 0 0 0,-1 1 0 0 0,1-1 0 0 0,0 1 1 0 0,-1-1-1 0 0,-6 19 8 0 0,-7 5-5 0 0,-2-1 0 0 0,-31 38-1 0 0,20-27-1 0 0,-17 22 35 0 0,9-14 43 0 0,2 2-1 0 0,-33 60 0 0 0,94-131 165 0 0,34-39-71 0 0,32-31 53 0 0,23-18 98 0 0,-111 111-258 0 0,-4 4-16 0 0,-4 12 11 0 0,-10 14 3 0 0,-79 138 170 0 0,28-55-79 0 0,-31 56 228 0 0,115-222-108 0 0,6-9-197 0 0,-14 30-31 0 0,3 1 0 0 0,22-38 1 0 0,-35 69-44 0 0,-2 6 3 0 0,-3 13 13 0 0,-8 22 7 0 0,-4 10-26 0 0,-90 266 0 0 0,88-266 0 0 0,10-28 0 0 0,-13 28 0 0 0,19-47 0 0 0,0 0 0 0 0,0 0 0 0 0,0 0 0 0 0,0 0 0 0 0,-1 0 0 0 0,1 0 0 0 0,0 0 0 0 0,0 0 0 0 0,0 0 0 0 0,0 0 0 0 0,0 0 0 0 0,-1-1 0 0 0,1 1 0 0 0,0 0 0 0 0,0 0 0 0 0,0 0 0 0 0,0 0 0 0 0,0 0 0 0 0,0 0 0 0 0,0-1 0 0 0,0 1 0 0 0,-1 0 0 0 0,1 0 0 0 0,0 0 0 0 0,0 0 0 0 0,0 0 0 0 0,0-1 0 0 0,0 1 0 0 0,0 0 0 0 0,0 0 0 0 0,0 0 0 0 0,0 0 0 0 0,0-1 0 0 0,0 1 0 0 0,0 0 0 0 0,0 0 0 0 0,0 0 0 0 0,0 0 0 0 0,0-1 0 0 0,0 1 0 0 0,0 0 0 0 0,-1-9 0 0 0,1-52 5 0 0,4 0 0 0 0,16-94 0 0 0,7 48 12 0 0,-10 44 6 0 0,-12 120-6 0 0,-9 14-11 0 0,-2 1-1 0 0,-27 118 0 0 0,31-182-5 0 0,-5 23 3 0 0,-1 0 0 0 0,-22 55-1 0 0,29-88-2 0 0,0 1 0 0 0,0-1 0 0 0,1 1 0 0 0,-1-1 0 0 0,1 0 0 0 0,-1 1 0 0 0,1-1 0 0 0,-1-2 0 0 0,-1-40 0 0 0,1 0 0 0 0,8-70 0 0 0,-3 67 0 0 0,-2 22 0 0 0,1 0 0 0 0,0 1 0 0 0,2 0 0 0 0,1 0 0 0 0,1 0 0 0 0,10-23 0 0 0,-17 47 0 0 0,0-1 0 0 0,0 0 0 0 0,0 1 0 0 0,0-1 0 0 0,1 0 0 0 0,-1 1 0 0 0,0-1 0 0 0,1 0 0 0 0,-1 1 0 0 0,0-1 0 0 0,1 1 0 0 0,-1-1-1 0 0,1 1 1 0 0,-1-1 0 0 0,1 1 0 0 0,-1-1 0 0 0,1 1 0 0 0,-1 0 0 0 0,1-1 0 0 0,0 1 0 0 0,-1 0 0 0 0,1-1 0 0 0,-1 1 0 0 0,1 0 0 0 0,1-1-1 0 0,-2 2 1 0 0,1-1 0 0 0,-1 1 0 0 0,1-1 0 0 0,0 0-1 0 0,-1 1 1 0 0,1-1 0 0 0,-1 1 0 0 0,1 0-1 0 0,-1-1 1 0 0,0 1 0 0 0,1-1 0 0 0,-1 1 0 0 0,1 0-1 0 0,-1-1 1 0 0,0 1 0 0 0,0-1 0 0 0,1 1 0 0 0,-1 0-1 0 0,0 0 1 0 0,2 6-2 0 0,0 1 0 0 0,-1-1 0 0 0,1 10 0 0 0,-4 38 1 0 0,-1-1 1 0 0,-19 92-1 0 0,9-66 1 0 0,7-48 0 0 0,3-22 0 0 0,1 1 0 0 0,1-1 0 0 0,0 1 0 0 0,0 16 0 0 0,8-64 0 0 0,15-336 0 0 0,27 80-6 0 0,-48 292 6 0 0,3-14-4 0 0,-3 14 0 0 0,0 11 0 0 0,-4 28-32 0 0,-1 0 0 0 0,-1 1 0 0 0,-17 54 1 0 0,-6 42-161 0 0,28-135 193 0 0,0 1-1 0 0,0 0 1 0 0,0-1-1 0 0,0 1 1 0 0,-1 0-1 0 0,1-1 1 0 0,0 1-1 0 0,0-1 1 0 0,0 1 0 0 0,1 0-1 0 0,-1-1 1 0 0,0 1-1 0 0,0 0 1 0 0,0-1-1 0 0,0 1 1 0 0,1 0-1 0 0,-1-1 1 0 0,0 1-1 0 0,1 0 1 0 0,-1-1-1 0 0,0 0 1 0 0,1 0-1 0 0,-1 0 0 0 0,0 0 1 0 0,1 0-1 0 0,-1 0 0 0 0,0 0 1 0 0,1 0-1 0 0,-1 0 0 0 0,0 0 1 0 0,1 0-1 0 0,-1 0 0 0 0,0-1 1 0 0,1 1-1 0 0,-1 0 0 0 0,0 0 1 0 0,0 0-1 0 0,1 0 0 0 0,-1-1 1 0 0,0 1-1 0 0,0 0 0 0 0,1 0 1 0 0,-1 0-1 0 0,0-1 0 0 0,0 1 0 0 0,17-21-74 0 0,-7 0 53 0 0,0 1-1 0 0,-1-2 0 0 0,6-24 0 0 0,12-68-27 0 0,8-25 8 0 0,-36 199 38 0 0,1-50 8 0 0,-1 3 1 0 0,-4 25 0 0 0,4-33-2 0 0,0 0 1 0 0,-1-1-1 0 0,0 1 0 0 0,0 0 1 0 0,0-1-1 0 0,-1 1 1 0 0,1-1-1 0 0,-5 5 0 0 0,-5 7 6 0 0,9-10-2 0 0,-1 0 0 0 0,-1 0 0 0 0,1-1 0 0 0,-1 1 0 0 0,0-1 0 0 0,0 0 0 0 0,0-1 0 0 0,-7 5 0 0 0,12-9-4 0 0,0 0 1 0 0,0 0 0 0 0,-1 0 0 0 0,1 0-1 0 0,0 0 1 0 0,0 0 0 0 0,0 0-1 0 0,0 0 1 0 0,0 0 0 0 0,-1 0-1 0 0,1 0 1 0 0,0 0 0 0 0,0 0-1 0 0,0 0 1 0 0,0 0 0 0 0,0 0 0 0 0,0 0-1 0 0,-1 0 1 0 0,1 0 0 0 0,0 0-1 0 0,0 0 1 0 0,0-1 0 0 0,0 1-1 0 0,0 0 1 0 0,0 0 0 0 0,0 0-1 0 0,0 0 1 0 0,0 0 0 0 0,-1 0-1 0 0,1 0 1 0 0,0-1 0 0 0,0 1 0 0 0,0 0-1 0 0,0 0 1 0 0,0 0 0 0 0,0 0-1 0 0,0 0 1 0 0,0 0 0 0 0,0-1-1 0 0,0 1 1 0 0,0 0 0 0 0,0 0-1 0 0,0 0 1 0 0,-1-12 13 0 0,2-10 4 0 0,1 12-12 0 0,0 0-1 0 0,1 0 1 0 0,0 1-1 0 0,0-1 1 0 0,7-11-1 0 0,2-6 2 0 0,-10 21-7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2:04:54.633"/>
    </inkml:context>
    <inkml:brush xml:id="br0">
      <inkml:brushProperty name="width" value="0.2" units="cm"/>
      <inkml:brushProperty name="height" value="0.2" units="cm"/>
      <inkml:brushProperty name="color" value="#D5F5E6"/>
    </inkml:brush>
  </inkml:definitions>
  <inkml:trace contextRef="#ctx0" brushRef="#br0">0 0 24575,'0'0'0,"1"0"0,-1 0 0,1 0 0,-1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5:16.811"/>
    </inkml:context>
    <inkml:brush xml:id="br0">
      <inkml:brushProperty name="width" value="0.2" units="cm"/>
      <inkml:brushProperty name="height" value="0.2" units="cm"/>
      <inkml:brushProperty name="color" value="#D5F5E6"/>
    </inkml:brush>
  </inkml:definitions>
  <inkml:trace contextRef="#ctx0" brushRef="#br0">361 238 7936 0 0,'2'-17'229'0'0,"1"-28"0"0"0,-4 15 254 0 0,-5-34 1 0 0,5 64-454 0 0,-1-12 418 0 0,2 12-414 0 0,0-1 0 0 0,0 1 0 0 0,0 0 1 0 0,0-1-1 0 0,0 1 0 0 0,-1-1 0 0 0,1 1 0 0 0,0 0 0 0 0,0-1 0 0 0,0 1 0 0 0,-1 0 0 0 0,1-1 0 0 0,0 1 0 0 0,0 0 0 0 0,-1-1 0 0 0,1 1 0 0 0,0 0 0 0 0,-1-1 0 0 0,1 1 0 0 0,0 0 0 0 0,-1 0 0 0 0,1-1 0 0 0,-1 1 0 0 0,0 16 646 0 0,3 78-128 0 0,-1 63-2 0 0,-2-128-359 0 0,1 0 0 0 0,2-1-1 0 0,1 1 1 0 0,11 47 0 0 0,-13-72-206 0 0,3 10 366 0 0,-1-14-120 0 0,1-8-118 0 0,0-7-64 0 0,-1 0 0 0 0,-1 0 1 0 0,0 0-1 0 0,-1 0 0 0 0,-2-28 1 0 0,0 34-33 0 0,-2-46 81 0 0,-16-77 1 0 0,8 68-51 0 0,11 63-47 0 0,0 0 1 0 0,0 0-1 0 0,0 0 0 0 0,0 0 0 0 0,0 0 1 0 0,-1 1-1 0 0,1-1 0 0 0,0 0 1 0 0,-1 0-1 0 0,1 0 0 0 0,0 0 0 0 0,-1 1 1 0 0,0-2-1 0 0,1 2 0 0 0,-1 0-1 0 0,1 0 1 0 0,0 0 0 0 0,0 0 0 0 0,-1 0-1 0 0,1 0 1 0 0,0 0 0 0 0,0 0 0 0 0,0 0-1 0 0,-1 1 1 0 0,1-1 0 0 0,0 0 0 0 0,0 0-1 0 0,0 0 1 0 0,0 0 0 0 0,-1 1 0 0 0,1-1-1 0 0,0 0 1 0 0,0 0 0 0 0,0 0 0 0 0,0 0 0 0 0,0 1-1 0 0,-1-1 1 0 0,1 0 0 0 0,0 0 0 0 0,0 1-1 0 0,0-1 1 0 0,0 0 0 0 0,0 0 0 0 0,0 1-1 0 0,-8 28 38 0 0,7-25-35 0 0,-18 88 118 0 0,17-78-55 0 0,1 0-1 0 0,0 0 1 0 0,1 0-1 0 0,3 24 1 0 0,-3-37-56 0 0,0 0 0 0 0,0 0 0 0 0,0 0 0 0 0,0 0 0 0 0,1 1 0 0 0,-1-1 0 0 0,0 0 0 0 0,1 0 0 0 0,-1 0 0 0 0,1 0 0 0 0,-1 0 1 0 0,1 0-1 0 0,-1 0 0 0 0,1 0 0 0 0,0 0 0 0 0,-1 0 0 0 0,1 0 0 0 0,0 0 0 0 0,0 0 0 0 0,0 0 0 0 0,0-1 0 0 0,0 1 0 0 0,0 0 0 0 0,0-1 0 0 0,0 1 0 0 0,0-1 0 0 0,0 1 0 0 0,0-1 0 0 0,0 1 0 0 0,0-1 1 0 0,2 0-1 0 0,-1 0 6 0 0,0 0 1 0 0,0 0 0 0 0,1-1-1 0 0,-1 1 1 0 0,0-1 0 0 0,0 0 0 0 0,0 0-1 0 0,0 1 1 0 0,0-1 0 0 0,0-1 0 0 0,0 1-1 0 0,0 0 1 0 0,0 0 0 0 0,-1-1-1 0 0,4-2 1 0 0,5-7 30 0 0,0-1 0 0 0,0 0 0 0 0,-2 0 0 0 0,1-1 1 0 0,-2 0-1 0 0,0 0 0 0 0,10-25 0 0 0,26-104 139 0 0,-43 142-186 0 0,1-2 3 0 0,-1 1-1 0 0,1 0 0 0 0,-1 0 0 0 0,0 0 1 0 0,0-1-1 0 0,1 1 0 0 0,-1 0 0 0 0,0 0 1 0 0,0 0-1 0 0,0-1 0 0 0,0 1 0 0 0,-1 0 1 0 0,1 0-1 0 0,0-1 0 0 0,0 1 0 0 0,-1-2 0 0 0,-17 16 46 0 0,13-9-42 0 0,1 0 0 0 0,0 1 0 0 0,0-1 0 0 0,1 1 0 0 0,0 0 0 0 0,-1 0 0 0 0,2 1 0 0 0,-1-1 0 0 0,1 0 0 0 0,-4 12 0 0 0,4-10-3 0 0,0 0 0 0 0,1 0 1 0 0,-1 0-1 0 0,2 0 0 0 0,-1 0 0 0 0,1 0 1 0 0,0 0-1 0 0,2 14 0 0 0,-2-20-3 0 0,0 0 1 0 0,1 0-1 0 0,-1 0 0 0 0,0 1 1 0 0,1-1-1 0 0,-1 0 0 0 0,1 0 0 0 0,-1 0 1 0 0,1 0-1 0 0,0 0 0 0 0,-1 0 0 0 0,1 0 1 0 0,0 0-1 0 0,0 0 0 0 0,-1 0 1 0 0,1 0-1 0 0,0-1 0 0 0,0 1 0 0 0,0 0 1 0 0,0 0-1 0 0,0-1 0 0 0,1 1 0 0 0,-1-1 1 0 0,0 1-1 0 0,0-1 0 0 0,0 1 0 0 0,3-1 1 0 0,-2 0-1 0 0,-1 0 0 0 0,1 0 0 0 0,0 0 0 0 0,0 0 0 0 0,0 0 0 0 0,-1-1 0 0 0,1 1 1 0 0,0-1-1 0 0,0 1 0 0 0,-1-1 0 0 0,1 0 0 0 0,0 1 0 0 0,-1-1 0 0 0,1 0 0 0 0,-1 0 0 0 0,1 0 0 0 0,-1 0 0 0 0,3-3 1 0 0,3-3-2 0 0,0 0 0 0 0,0-1 0 0 0,-1 0 0 0 0,0 0 0 0 0,-1-1 0 0 0,0 1 1 0 0,6-16-1 0 0,-9 19 0 0 0,0 0 0 0 0,-1 0-1 0 0,1-1 1 0 0,-1 1 0 0 0,-1-1 0 0 0,1 1 0 0 0,-1-1 0 0 0,0 1 0 0 0,0-1 0 0 0,0 1 0 0 0,-1-1 0 0 0,0 1 0 0 0,0 0 0 0 0,0-1 0 0 0,-4-6-1 0 0,1 1-4 0 0,2 5-1 0 0,0-1 1 0 0,-1 1 0 0 0,1 0-1 0 0,-8-10 1 0 0,9 14 4 0 0,0 1 1 0 0,0 0-1 0 0,0 0 0 0 0,0 0 0 0 0,0 0 1 0 0,0 0-1 0 0,0 0 0 0 0,-1 0 1 0 0,1 1-1 0 0,0-1 0 0 0,0 0 0 0 0,-1 1 1 0 0,1-1-1 0 0,0 1 0 0 0,-1-1 1 0 0,1 1-1 0 0,0-1 0 0 0,-1 1 1 0 0,1 0-1 0 0,-1 0 0 0 0,1 0 0 0 0,-1 0 1 0 0,1 0-1 0 0,-1 0 0 0 0,1 0 1 0 0,0 0-1 0 0,-1 1 0 0 0,-1 0 1 0 0,-125 40-134 0 0,120-39 127 0 0,-1 0-1 0 0,1 0 1 0 0,-1-1 0 0 0,1 0 0 0 0,-17 0 0 0 0,24-1 18 0 0,1 0 0 0 0,-1 0 0 0 0,0 0 0 0 0,0-1 0 0 0,0 1 0 0 0,1 0 0 0 0,-1 0 0 0 0,0-1 0 0 0,0 1 0 0 0,1-1 0 0 0,-1 1 0 0 0,-1-2 0 0 0,1 2-3 0 0,1 0 0 0 0,-1-1 1 0 0,1 1-1 0 0,-1-1 0 0 0,0 1 0 0 0,1 0 0 0 0,-1-1 0 0 0,1 1 0 0 0,-1 0 1 0 0,0 0-1 0 0,1-1 0 0 0,-1 1 0 0 0,0 0 0 0 0,0 0 0 0 0,1 0 1 0 0,-1 0-1 0 0,0 0 0 0 0,1 0 0 0 0,-1 0 0 0 0,0 0 0 0 0,0 0 0 0 0,-28 6 9 0 0,25-5-17 0 0,-1-1 1 0 0,1 1-1 0 0,0 0 1 0 0,0 0-1 0 0,0 0 1 0 0,0 1-1 0 0,0-1 0 0 0,0 1 1 0 0,0 0-1 0 0,0 0 1 0 0,1 0-1 0 0,-6 5 0 0 0,0 3-8 0 0,7-7 7 0 0,0-1-1 0 0,0 0 0 0 0,0 0 1 0 0,0 0-1 0 0,0 0 0 0 0,0 0 1 0 0,-1 0-1 0 0,-4 2 0 0 0,6-4 0 0 0,-1 0 1 0 0,1 0-1 0 0,-1 0 0 0 0,1 0 1 0 0,0 0-1 0 0,-1 0 0 0 0,1-1 0 0 0,0 1 1 0 0,-1-1-1 0 0,1 1 0 0 0,0-1 1 0 0,-1 1-1 0 0,1-1 0 0 0,0 0 0 0 0,0 1 1 0 0,-1-1-1 0 0,1 0 0 0 0,0 0 1 0 0,-1-1-1 0 0,0 0 1 0 0,1 1 1 0 0,-1 0-1 0 0,0 0 0 0 0,1 0 1 0 0,-1 0-1 0 0,0 0 0 0 0,0 0 1 0 0,1 0-1 0 0,-5 0 1 0 0,4 0-8 0 0,0 1 0 0 0,0 0 0 0 0,0-1 0 0 0,-1 1 1 0 0,1 0-1 0 0,0 1 0 0 0,0-1 0 0 0,0 0 0 0 0,0 1 1 0 0,-1-1-1 0 0,1 1 0 0 0,0-1 0 0 0,0 1 0 0 0,0 0 1 0 0,0 0-1 0 0,0 0 0 0 0,0 0 0 0 0,1 0 1 0 0,-1 1-1 0 0,0-1 0 0 0,-2 3 0 0 0,1-3-36 0 0,3 0 42 0 0,0-1 1 0 0,0 0-1 0 0,-1 0 0 0 0,1 0 0 0 0,0 0 1 0 0,0 0-1 0 0,0 0 0 0 0,0 0 0 0 0,-1 1 1 0 0,1-1-1 0 0,0 0 0 0 0,0 0 0 0 0,0 0 1 0 0,0 0-1 0 0,0 1 0 0 0,0-1 0 0 0,0 0 1 0 0,-1 0-1 0 0,1 0 0 0 0,0 0 0 0 0,0 1 1 0 0,0-1-1 0 0,0 0 0 0 0,0 0 0 0 0,0 0 1 0 0,0 1-1 0 0,0-1 0 0 0,0 0 0 0 0,0 0 1 0 0,0 0-1 0 0,0 1 0 0 0,0-1 0 0 0,0 0 1 0 0,0 0-1 0 0,1 1 0 0 0,-2-1-2 0 0,0 1 2 0 0,0 0-1 0 0,0 0 1 0 0,0 1 0 0 0,0-1 0 0 0,0 0-1 0 0,1 1 1 0 0,-1-1 0 0 0,0 1 0 0 0,1-1-1 0 0,-1 1 1 0 0,1-1 0 0 0,-1 1 0 0 0,1-1-1 0 0,-1 4 1 0 0,1 20-61 0 0,0-24 63 0 0,1 1 0 0 0,-1-1 0 0 0,0 0 0 0 0,0 1 0 0 0,1-1 0 0 0,-1 0 0 0 0,1 1 0 0 0,0-1 0 0 0,-1 0 0 0 0,1 0 0 0 0,0 1 0 0 0,-1-1 0 0 0,1 0 0 0 0,0 0 0 0 0,0 0 0 0 0,0 0 0 0 0,0 0 0 0 0,0 0 0 0 0,0 0 0 0 0,0-1 0 0 0,1 1 0 0 0,-1 0 0 0 0,0-1 0 0 0,0 1 0 0 0,1-1 0 0 0,-1 1 0 0 0,0-1 0 0 0,1 1 0 0 0,-1-1 0 0 0,0 0 0 0 0,1 0 1 0 0,1 1-1 0 0,3-1 1 0 0,1-1 0 0 0,-1 1 0 0 0,1-1 0 0 0,-1 0 0 0 0,9-3 0 0 0,35-16 0 0 0,-50 20 0 0 0,1 1 0 0 0,-1-1 0 0 0,1 0 0 0 0,-1 0 0 0 0,1 0 0 0 0,-1 0 0 0 0,0 1 0 0 0,1-1 0 0 0,-1 0 0 0 0,1 0 0 0 0,-1 1 0 0 0,0-1 0 0 0,1 0 0 0 0,-1 1 0 0 0,0-1 0 0 0,1 1 0 0 0,-1-1 0 0 0,0 0 0 0 0,0 1 0 0 0,1-1 0 0 0,-1 1 0 0 0,0-1 0 0 0,0 0 0 0 0,0 1 0 0 0,1-1 0 0 0,-1 1 0 0 0,0-1 0 0 0,0 2 0 0 0,4 12 0 0 0,-4-14 0 0 0,2 18 18 0 0,0 0 0 0 0,-1 29 0 0 0,-1-32 396 0 0,0-16-384 0 0,1 1 0 0 0,-1-1 0 0 0,1 1 0 0 0,-1-1 0 0 0,1 1 0 0 0,-1-1 0 0 0,1 1 0 0 0,0-1 0 0 0,-1 1 0 0 0,1-1 0 0 0,0 1 0 0 0,-1 0 0 0 0,1-1 0 0 0,1 1 0 0 0,-1 0-22 0 0,1 0 0 0 0,-1 1 0 0 0,0-1 0 0 0,0 0 1 0 0,0 1-1 0 0,1-1 0 0 0,-1 1 0 0 0,0 0 0 0 0,0-1 0 0 0,0 1 0 0 0,0 0 0 0 0,0 0 0 0 0,0 0 0 0 0,1 1 0 0 0,16 19 74 0 0,-11-13-29 0 0,-6-6-49 0 0,0 0-1 0 0,0 0 1 0 0,-1 0 0 0 0,1 0-1 0 0,0 0 1 0 0,-1 1-1 0 0,1-1 1 0 0,-1 0-1 0 0,1 0 1 0 0,-1 0 0 0 0,0 1-1 0 0,0-1 1 0 0,0 0-1 0 0,-1 5 1 0 0,1-5 0 0 0,-1 1-1 0 0,1 0 1 0 0,0-1 0 0 0,0 1-1 0 0,1 0 1 0 0,-1-1-1 0 0,0 1 1 0 0,1-1 0 0 0,0 1-1 0 0,-1 0 1 0 0,3 3-1 0 0,10 14 22 0 0,-9-16-32 0 0,-1 0 0 0 0,0 1 0 0 0,0-1 0 0 0,-1 1 0 0 0,1 0 0 0 0,-1 0 0 0 0,2 7-1 0 0,-4-9 8 0 0,4 8 0 0 0,-3-10 2 0 0,1 0 3 0 0,-1 0-2 0 0,0 1 2 0 0,0-1-2 0 0,0 0 2 0 0,0 0-2 0 0,0 0 2 0 0,0 0-4 0 0,0 0-1 0 0,0 1-3 0 0,-1 0 0 0 0,0 0 0 0 0,0 0 0 0 0,0 0 0 0 0,1 0 0 0 0,-2 0 0 0 0,1 0 0 0 0,0 0-1 0 0,0 0 1 0 0,-1 0 0 0 0,1 0 0 0 0,-2 3 0 0 0,0 5 291 0 0,3-9-275 0 0,1-1 9 0 0,2 7 79 0 0,-4-5-93 0 0,3 18 168 0 0,-1-13-135 0 0,-1-5-36 0 0,0 0 1 0 0,-1 0-1 0 0,1 0 0 0 0,-1 0 1 0 0,1 1-1 0 0,-1-1 1 0 0,0 0-1 0 0,0 0 0 0 0,1 0 1 0 0,-2 0-1 0 0,1 0 0 0 0,0 0 1 0 0,0 0-1 0 0,-1 0 1 0 0,1 0-1 0 0,-1 1 0 0 0,0-1 1 0 0,-1 3-1 0 0,1-4-2 0 0,1 0 3 0 0,0 0 4 0 0,0 0 3 0 0,0 1-4 0 0,0 10 167 0 0,0-11-176 0 0,1 0 0 0 0,-1 0 0 0 0,1 0 0 0 0,-1 0 0 0 0,0 0 0 0 0,1 0 0 0 0,0 0 0 0 0,-1 0 0 0 0,1-1 0 0 0,-1 1 0 0 0,0-1 0 0 0,1 1 0 0 0,-1-1 0 0 0,0 1 0 0 0,0-1 0 0 0,0 1 0 0 0,0-1 0 0 0,1 1 0 0 0,-1-1 0 0 0,0 1 0 0 0,0-1 0 0 0,0 1 0 0 0,0-1 0 0 0,0 1 0 0 0,0-1 0 0 0,0 1 0 0 0,0-1 0 0 0,-1 2 0 0 0,1 14 0 0 0,0-14-1 0 0,0 3 16 0 0,0 0-1 0 0,0 0 1 0 0,0 0-1 0 0,0 0 1 0 0,-1 1-1 0 0,0-1 1 0 0,0 0-1 0 0,0-1 1 0 0,-3 7-1 0 0,3-8 0 0 0,0 1-1 0 0,0-1 0 0 0,1 0 0 0 0,-1 1 0 0 0,1-1 0 0 0,0 1 0 0 0,0-1 0 0 0,0 1 0 0 0,1-1 0 0 0,0 5 1 0 0,2 30-183 0 0,-3-37 169 0 0,0 0 0 0 0,0 0 0 0 0,0 1 0 0 0,0-1 0 0 0,0 3-5 0 0,0 1-1 0 0,0-1 1 0 0,0 1-1 0 0,0-1 0 0 0,-1 0 1 0 0,0 1-1 0 0,0-1 1 0 0,0 0-1 0 0,0 1 0 0 0,-1-1 1 0 0,0 0-1 0 0,0 0 1 0 0,0 0-1 0 0,0 0 0 0 0,-1-1 1 0 0,1 1-1 0 0,-1-1 1 0 0,0 1-1 0 0,-5 4 0 0 0,-1 1 6 0 0,7-7 4 0 0,1 0-1 0 0,-1 1 1 0 0,0-1-1 0 0,1 1 1 0 0,-1-1-1 0 0,1 1 0 0 0,-2 4 1 0 0,1-3 13 0 0,0 1 0 0 0,0-1 0 0 0,-1 0 0 0 0,-4 7-1 0 0,6-10-8 0 0,0 0 0 0 0,0 0 10 0 0,0 0-1 0 0,1 0 1 0 0,-1 0-1 0 0,0 0 1 0 0,1 0-1 0 0,-1 0 1 0 0,1 0-1 0 0,-1 1 1 0 0,1-1-1 0 0,-1 0 1 0 0,1 0-1 0 0,0 2 1 0 0,-4 7 226 0 0,0-2-86 0 0,2-4-133 0 0,0-1 0 0 0,1 0 1 0 0,-1-1-1 0 0,0 1 0 0 0,0 0 1 0 0,-5 4-1 0 0,6-5-22 0 0,-10 6 23 0 0,8-6-18 0 0,0 0-1 0 0,0 0 1 0 0,0 0-1 0 0,1 0 1 0 0,-1 0-1 0 0,1 1 1 0 0,-3 3-1 0 0,4-5-7 0 0,0 0 0 0 0,0-1 0 0 0,0 0 0 0 0,-1 1-9 0 0,1-1-1 0 0,0 1 0 0 0,0-1 1 0 0,-1 1-1 0 0,1 0 0 0 0,0-1 1 0 0,0 1-1 0 0,0 0 0 0 0,0 0 1 0 0,0 0-1 0 0,0 0 0 0 0,0 0 1 0 0,0 0-1 0 0,-1 2 0 0 0,-2 1-29 0 0,0-1-19 0 0,1 0 0 0 0,-1-1-1 0 0,0 0 1 0 0,1 0-1 0 0,-1 0 1 0 0,0 0-1 0 0,-6 2 1 0 0,-4 1 36 0 0,2-1-59 0 0,9-4 57 0 0,1 1 0 0 0,0-1-1 0 0,0 1 1 0 0,0 0 0 0 0,0-1-1 0 0,0 1 1 0 0,0 0 0 0 0,1 0 0 0 0,-1 0-1 0 0,0 0 1 0 0,0 1 0 0 0,1-1-1 0 0,-1 0 1 0 0,-2 4 0 0 0,4-5 24 0 0,-1 0-1 0 0,1 1 1 0 0,0-1 0 0 0,0 0-1 0 0,0 0 1 0 0,0 0 0 0 0,0 1 0 0 0,0-1-1 0 0,0 0 1 0 0,0 0 0 0 0,0 1 0 0 0,0-1-1 0 0,0 0 1 0 0,0 0 0 0 0,0 1 0 0 0,0-1-1 0 0,0 0 1 0 0,0 0 0 0 0,0 1-1 0 0,0-1 1 0 0,0 0 0 0 0,0 0 0 0 0,0 1-1 0 0,0-1 1 0 0,0 0 0 0 0,0 0 0 0 0,0 0-1 0 0,0 1 1 0 0,1-1 0 0 0,-1 0-1 0 0,0 0 1 0 0,0 0 0 0 0,0 1 0 0 0,0-1-1 0 0,1 0 1 0 0,-1 0 0 0 0,0 0 0 0 0,3 1 0 0 0,5 0 0 0 0,1 0 0 0 0,-1 0 0 0 0,1-1 0 0 0,-1 0 0 0 0,0 0 0 0 0,1-1 0 0 0,12-2 0 0 0,11-2-10 0 0,90-10-28 0 0,-110 15 34 0 0,0 0-1 0 0,15 1 0 0 0,-18 0 5 0 0,0-1 0 0 0,0 1-1 0 0,0-2 1 0 0,17-2-1 0 0,-25 3 2 0 0,0 0-1 0 0,0 0 1 0 0,-1 0-1 0 0,1-1 1 0 0,0 1-1 0 0,0 0 1 0 0,0-1-1 0 0,-1 1 1 0 0,1 0-1 0 0,0-1 1 0 0,0 1-1 0 0,-1-1 1 0 0,1 1-1 0 0,0-1 1 0 0,-1 0-1 0 0,1 1 0 0 0,-1-1 1 0 0,1 0-1 0 0,-1 1 1 0 0,1-1-1 0 0,-1 0 1 0 0,1 0-1 0 0,-1 0 1 0 0,1 0-1 0 0,-1-2 2 0 0,1 0 0 0 0,-1 1 0 0 0,0-1-1 0 0,0 0 1 0 0,0 1 0 0 0,-1-5 0 0 0,1 6-3 0 0,-6-80-29 0 0,26 174-53 0 0,-20-93 82 0 0,0 0 0 0 0,0 0 0 0 0,0 0 0 0 0,0 0 0 0 0,0 0 0 0 0,0 0 0 0 0,0 0-1 0 0,0 0 1 0 0,0 0 0 0 0,0 0 0 0 0,0 0 0 0 0,0 0 0 0 0,0 0 0 0 0,0 0 0 0 0,0 0 0 0 0,0 0 0 0 0,0 0 0 0 0,0 0 0 0 0,0 0-1 0 0,0 0 1 0 0,0 0 0 0 0,0 0 0 0 0,0 0 0 0 0,0 0 0 0 0,0-1 0 0 0,0 1 0 0 0,0 0 0 0 0,1 0 0 0 0,-1 0 0 0 0,0 0 0 0 0,0 0-1 0 0,0 0 1 0 0,0 0 0 0 0,0 0 0 0 0,0 0 0 0 0,0 1 0 0 0,0-1 0 0 0,0 0 0 0 0,2-11-6 0 0,-1-14 3 0 0,-18-116-7 0 0,9 90 16 0 0,-1-80 1 0 0,21 145 8 0 0,-3 1-8 0 0,-2 1 0 0 0,0-1 0 0 0,8 27 0 0 0,7 50 11 0 0,-8-28-18 0 0,-12-60-22 0 0,-1-12 15 0 0,-2-11 1 0 0,-29-133-52 0 0,5 30 12 0 0,24 106 47 0 0,-9 42 23 0 0,9-21-24 0 0,-5 15 19 0 0,4-14-3 0 0,1-8 2 0 0,6-138-466 0 0,-3 116 393 0 0,1 0 1 0 0,0 0-1 0 0,2 1 0 0 0,9-29 0 0 0,19-47 56 0 0,-27 83 0 0 0,1 1 0 0 0,1-1 0 0 0,0 2 0 0 0,12-17 0 0 0,-12 22 1 0 0,-1 1-1 0 0,1 0 1 0 0,10-8-1 0 0,18-17-20 0 0,-29 25-39 0 0,8-11-8 0 0,-14 18 67 0 0,1 0 0 0 0,-1-1 0 0 0,0 1 0 0 0,3-5 1 0 0,-3 5-1 0 0,-1 0 0 0 0,1 0 0 0 0,-1 0 0 0 0,1 0 0 0 0,0 0 0 0 0,-1 1-1 0 0,1-1 1 0 0,0 0 0 0 0,0 0 0 0 0,-1 1 0 0 0,1-1 0 0 0,1 0 0 0 0,1 0 1 0 0,0 1 1 0 0,0-1-1 0 0,0 1 0 0 0,0-1 1 0 0,0 1-1 0 0,4 0 1 0 0,-7 0 20 0 0,10-6 116 0 0,-8 1-109 0 0,1 2-12 0 0,-1-1 1 0 0,1 1-1 0 0,-1 0 0 0 0,1 0 0 0 0,5-4 0 0 0,1-2 43 0 0,-9 9-55 0 0,0-1-2 0 0,0 0 3 0 0,0-1 2 0 0,0 2-6 0 0,-1 0 0 0 0,1 0 0 0 0,0-1 0 0 0,-1 1 0 0 0,1 0 0 0 0,0 0 0 0 0,-1 0 0 0 0,1-1 0 0 0,-1 1 0 0 0,1 0 0 0 0,0 0 0 0 0,-1 0 0 0 0,1 0 0 0 0,-1 0 0 0 0,1 0 0 0 0,-1 0 0 0 0,1 0 0 0 0,-1 0 0 0 0,1 0 0 0 0,0 0 0 0 0,-1 0 0 0 0,1 0 0 0 0,-1 0 0 0 0,0 0 0 0 0,-13 5 18 0 0,11-4-8 0 0,-35 13 81 0 0,32-12-80 0 0,0 1 0 0 0,0-1 1 0 0,0 0-1 0 0,0 0 0 0 0,0 0 0 0 0,-1-1 0 0 0,-10 1 0 0 0,6-2-13 0 0,3 0 0 0 0,0 0 0 0 0,-1 0 0 0 0,1-1 0 0 0,-12-3 0 0 0,15 3 0 0 0,0-1 0 0 0,0 0 0 0 0,-1 0 0 0 0,-4-3 0 0 0,-10-3 2 0 0,-7 5 25 0 0,10 2 10 0 0,15 1-29 0 0,-1 0-1 0 0,1 0 1 0 0,-1 0 0 0 0,1-1-1 0 0,0 1 1 0 0,-1-1 0 0 0,1 0 0 0 0,0 1-1 0 0,-1-1 1 0 0,1 0 0 0 0,0 0 0 0 0,0-1-1 0 0,0 1 1 0 0,0 0 0 0 0,0-1 0 0 0,0 1-1 0 0,0-1 1 0 0,1 0 0 0 0,-1 1-1 0 0,1-1 1 0 0,-1 0 0 0 0,1 0 0 0 0,-1 0-1 0 0,1 0 1 0 0,0-1 0 0 0,0 1 0 0 0,0 0-1 0 0,0 0 1 0 0,0-3 0 0 0,-7-10 5 0 0,8 15-15 0 0,0 0 0 0 0,0-1 1 0 0,0 1-1 0 0,0 0 0 0 0,-1-1 0 0 0,1 1 0 0 0,0 0 0 0 0,0 0 0 0 0,0-1 1 0 0,-1 1-1 0 0,1 0 0 0 0,0 0 0 0 0,0-1 0 0 0,-1 1 0 0 0,1 0 1 0 0,0 0-1 0 0,-1 0 0 0 0,1 0 0 0 0,0-1 0 0 0,0 1 0 0 0,-1 0 1 0 0,1 0-1 0 0,0 0 0 0 0,-1 0 0 0 0,1 0 0 0 0,0 0 0 0 0,-1 0 0 0 0,1 0 1 0 0,-1 0-1 0 0,1 0 0 0 0,0 0 0 0 0,-1 0 0 0 0,1 0 0 0 0,0 0 1 0 0,-1 0-1 0 0,1 0 0 0 0,0 0 0 0 0,-1 1 0 0 0,1-1 0 0 0,0 0 1 0 0,0 0-1 0 0,-1 0 0 0 0,1 0 0 0 0,0 1 0 0 0,-1-1 0 0 0,1 0 0 0 0,-7 5-143 0 0,7-5 127 0 0,-1 0 0 0 0,1 0 0 0 0,0 0 0 0 0,-1 0 0 0 0,1 0 0 0 0,0 1 0 0 0,-1-1 0 0 0,1 0 1 0 0,-1 0-1 0 0,1 0 0 0 0,0 1 0 0 0,0-1 0 0 0,-1 0 0 0 0,1 1 0 0 0,0-1 0 0 0,-1 0 0 0 0,1 1 0 0 0,0-1 0 0 0,0 0 0 0 0,0 1 0 0 0,-1-1 0 0 0,1 0 0 0 0,0 1 0 0 0,0-1 2 0 0,8 8-358 0 0,-7-8 365 0 0,-1 1 1 0 0,0-1-1 0 0,1 0 0 0 0,-1 1 1 0 0,1-1-1 0 0,-1 1 0 0 0,0-1 1 0 0,1 1-1 0 0,-1-1 0 0 0,0 1 1 0 0,0-1-1 0 0,1 1 0 0 0,-1-1 1 0 0,0 1-1 0 0,0-1 0 0 0,0 1 1 0 0,0 0-1 0 0,0-1 0 0 0,0 1 1 0 0,0-1-1 0 0,0 1 0 0 0,0 0 1 0 0,0-1-1 0 0,0 2 0 0 0,-9 12-47 0 0,8-12 55 0 0,-8 7-25 0 0,-1 1-1 0 0,0-2 0 0 0,0 1 0 0 0,-19 12 0 0 0,19-15 15 0 0,3-1-1 0 0,0-1 0 0 0,0 1 1 0 0,-13 4-1 0 0,6-5-11 0 0,10-3 2 0 0,0 0 0 0 0,0 1 1 0 0,0-1-1 0 0,0 1 0 0 0,-4 1 1 0 0,-37 16-573 0 0,22 1 361 0 0,-3 2 101 0 0,25-22 126 0 0,0 0 1 0 0,0 1-1 0 0,1-1 0 0 0,-1 1 1 0 0,1-1-1 0 0,-1 1 0 0 0,0 0 1 0 0,1-1-1 0 0,-1 1 0 0 0,1 0 1 0 0,-1-1-1 0 0,1 1 1 0 0,0 0-1 0 0,-1-1 0 0 0,1 1 1 0 0,0 0-1 0 0,-1 0 0 0 0,1 0 1 0 0,0-1-1 0 0,0 1 0 0 0,0 0 1 0 0,0 0-1 0 0,0 0 0 0 0,0-1 1 0 0,0 3-1 0 0,0-3 1 0 0,-1 1 3 0 0,1 0 0 0 0,-1 0 0 0 0,0 0 0 0 0,1 0 0 0 0,-1 0 1 0 0,0 0-1 0 0,0 0 0 0 0,1 0 0 0 0,-1-1 0 0 0,0 1 0 0 0,0 0 0 0 0,0 0 0 0 0,0-1 1 0 0,0 1-1 0 0,0-1 0 0 0,0 1 0 0 0,0-1 0 0 0,-1 1 0 0 0,1-1 0 0 0,0 0 0 0 0,-1 1 1 0 0,1-1 1 0 0,0 0 1 0 0,0 0 4 0 0,-1 0-2 0 0,2 0 4 0 0,-1-1 1 0 0,0 1-1 0 0,0 0 1 0 0,0 0-1 0 0,0 0 1 0 0,0 0-1 0 0,1 0 0 0 0,-1 0 1 0 0,0 0-1 0 0,0 1 1 0 0,0-1-1 0 0,0 0 1 0 0,0 0-1 0 0,1 1 0 0 0,-1-1 1 0 0,0 0-1 0 0,0 1 1 0 0,1-1-1 0 0,-1 1 1 0 0,0-1-1 0 0,0 1 1 0 0,1-1-1 0 0,-1 1 0 0 0,1 0 1 0 0,-1-1-1 0 0,0 2 1 0 0,-5 4 30 0 0,6-6-38 0 0,0 1 0 0 0,0 0 0 0 0,0-1 0 0 0,0 1 0 0 0,0 1-3 0 0,0-3-2 0 0,-1 1 4 0 0,1 1 1 0 0,-1-1-1 0 0,1 0 1 0 0,-1 0 0 0 0,1 1-1 0 0,-1-1 1 0 0,1 0 0 0 0,-1 1-1 0 0,1-1 1 0 0,-1 1 0 0 0,1-1-1 0 0,0 1 1 0 0,-1-1-1 0 0,1 1 1 0 0,0-1 0 0 0,0 1-1 0 0,-1-1 1 0 0,1 1 0 0 0,0-1-1 0 0,0 1 1 0 0,-1 0 0 0 0,1 0 0 0 0,-1 0 0 0 0,1 1 0 0 0,0-1 0 0 0,-1 0 0 0 0,0 0 0 0 0,1 0 0 0 0,0 0 0 0 0,0 0 0 0 0,0 0 0 0 0,0 1 0 0 0,0-1 0 0 0,0 0 0 0 0,0 15 16 0 0,0-13 22 0 0,0-3-26 0 0,-1 1 1 0 0,1-1-1 0 0,0 0 1 0 0,0 1 0 0 0,0-1-1 0 0,0 1 1 0 0,0-1-1 0 0,0 0 1 0 0,0 1 0 0 0,0-1-1 0 0,0 1 1 0 0,0-1-1 0 0,0 1 1 0 0,0-1 0 0 0,1 0-1 0 0,-1 1 1 0 0,0-1-1 0 0,0 1 1 0 0,0-1 0 0 0,1 1-1 0 0,0 0-9 0 0,0 0 2 0 0,0 0 0 0 0,1 1-1 0 0,-1-1 1 0 0,0 0 0 0 0,1 0-1 0 0,0 0 1 0 0,-1 0-1 0 0,1 0 1 0 0,3 1 0 0 0,3-2-6 0 0,-7 0 2 0 0,0 0 0 0 0,0 0 1 0 0,0 0-1 0 0,0 0 1 0 0,0 0-1 0 0,0 0 0 0 0,0 0 1 0 0,1 0-1 0 0,-1 0 1 0 0,0 1-1 0 0,0-1 0 0 0,0 0 1 0 0,0 1-1 0 0,0-1 0 0 0,0 1 1 0 0,1 0-1 0 0,4 3 13 0 0,9 3 36 0 0,-14-7-47 0 0,0 0 2 0 0,0 0-2 0 0,9 5 82 0 0,-6-2 5 0 0,0-1 1 0 0,0 0 0 0 0,0 0-1 0 0,0-1 1 0 0,1 1 0 0 0,-1-1 0 0 0,0 0-1 0 0,1 0 1 0 0,-1 0 0 0 0,8-1-1 0 0,-10 2 9 0 0,0 0-1 0 0,0-1 0 0 0,0 1 1 0 0,0 0-1 0 0,-1 0 0 0 0,1 0 1 0 0,0 0-1 0 0,-1 0 0 0 0,0 0 0 0 0,2 3 1 0 0,3 3-34 0 0,-6-7-61 0 0,0 0 7 0 0,0 0-9 0 0,0 0-2 0 0,0 0 0 0 0,0 1 0 0 0,0-1 0 0 0,0 0 0 0 0,0 0 0 0 0,0 0 0 0 0,0 0 0 0 0,0 0 0 0 0,0 0 0 0 0,0 1 0 0 0,1-1 0 0 0,-1 0 0 0 0,1 0 0 0 0,0 0 2 0 0,1 0 4 0 0,-1 0 1 0 0,0 1 17 0 0,2 1 22 0 0,11-2 92 0 0,-14-1-137 0 0,1 1-1 0 0,0 0 0 0 0,0 0 0 0 0,0 0 0 0 0,0 0 0 0 0,0 0 0 0 0,1 0 0 0 0,-1 0 0 0 0,0 0 0 0 0,0 0 0 0 0,0 1 0 0 0,0-1 0 0 0,0 0 0 0 0,0 0 0 0 0,0 0 0 0 0,-1 0 0 0 0,1 0 0 0 0,16 30-176 0 0,-17-30 176 0 0,0 0 0 0 0,1 0 0 0 0,0-1 0 0 0,0 1 0 0 0,0 0 0 0 0,0-1 0 0 0,0 1 0 0 0,0-1 0 0 0,0 0 2 0 0,0 1 3 0 0,0-1-1 0 0,0 0 8 0 0,0 0-3 0 0,0 0-1 0 0,1 1 0 0 0,-1-1 0 0 0,-1 0 0 0 0,1 1 0 0 0,0 0 2 0 0,0 0 3 0 0,0 0-4 0 0,1 0-1 0 0,-1 0 0 0 0,0-1-1 0 0,0 1-4 0 0,0-1 2 0 0,0 1-2 0 0,5 1 3 0 0,-5-2-6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5:29.639"/>
    </inkml:context>
    <inkml:brush xml:id="br0">
      <inkml:brushProperty name="width" value="0.2" units="cm"/>
      <inkml:brushProperty name="height" value="0.2" units="cm"/>
      <inkml:brushProperty name="color" value="#D5F5E6"/>
    </inkml:brush>
  </inkml:definitions>
  <inkml:trace contextRef="#ctx0" brushRef="#br0">590 163 5224 0 0,'6'1'1042'0'0,"-5"0"-836"0"0,0-1 1 0 0,0 0 0 0 0,0 1-1 0 0,0-1 1 0 0,0 0 0 0 0,0 0 0 0 0,0 0-1 0 0,0 0 1 0 0,0 0 0 0 0,0 0 0 0 0,0 0-1 0 0,2-1 1 0 0,-1 0-194 0 0,0-1-3 0 0,-1-1-4 0 0,0 0-4 0 0,0 0-2 0 0,0 2 0 0 0,0 0 0 0 0,1 0 0 0 0,-1 1 0 0 0,-1 0 0 0 0,0 0 0 0 0,-1 0 0 0 0,-1-1 0 0 0,1 0 0 0 0,-2-1 0 0 0,-1 1 0 0 0,0 0 0 0 0,0 0 0 0 0,-1-1 0 0 0,-32-14 137 0 0,36 16-84 0 0,-1-1 1 0 0,0 1-1 0 0,1-1 1 0 0,-1 0-1 0 0,1 0 1 0 0,-1 0-1 0 0,1 0 0 0 0,-1 0 1 0 0,1 0-1 0 0,-1 0 1 0 0,1 0-1 0 0,0-1 1 0 0,0 1-1 0 0,0 0 0 0 0,0-1 1 0 0,0 1-1 0 0,0-1 1 0 0,0 0-1 0 0,0 1 1 0 0,0-1-1 0 0,1 1 0 0 0,-1-1 1 0 0,1 0-1 0 0,-1 0 1 0 0,1 1-1 0 0,0-1 1 0 0,0 0-1 0 0,0-3 0 0 0,-1-3 88 0 0,-1-1-1 0 0,0 1 0 0 0,0 0 0 0 0,0 0 0 0 0,-1 0 0 0 0,0 0 0 0 0,-8-13 1 0 0,11 20-125 0 0,0 1 1 0 0,0 0 0 0 0,0 0 0 0 0,-1-1 0 0 0,1 1 0 0 0,0 0 0 0 0,0-1-1 0 0,0 1 1 0 0,-1 0 0 0 0,1 0 0 0 0,0-1 0 0 0,0 1 0 0 0,-1 0 0 0 0,1 0-1 0 0,0 0 1 0 0,0-1 0 0 0,-1 1 0 0 0,1 0 0 0 0,0 0 0 0 0,-1 0-1 0 0,1 0 1 0 0,0 0 0 0 0,-1-1 0 0 0,1 1 0 0 0,0 0 0 0 0,-1 0 0 0 0,1 0-1 0 0,0 0 1 0 0,-1 0 0 0 0,1 0 0 0 0,-1 0 0 0 0,1 0 0 0 0,-1 1 0 0 0,1-1 7 0 0,-1 1 0 0 0,1-1 0 0 0,-1 1 0 0 0,1 0 0 0 0,-1-1 1 0 0,1 1-1 0 0,0 0 0 0 0,-1-1 0 0 0,1 1 0 0 0,0 0 0 0 0,0-1 1 0 0,-1 1-1 0 0,1 0 0 0 0,0 1 0 0 0,0 0 10 0 0,-1 1 0 0 0,1 0 0 0 0,0-1 0 0 0,0 1 0 0 0,0 0 0 0 0,0-1 0 0 0,0 1-1 0 0,1 0 1 0 0,0 2 0 0 0,20 34 524 0 0,-21-38-546 0 0,0 0 1 0 0,0-1 0 0 0,0 1 0 0 0,0 0 0 0 0,0-1 0 0 0,0 1-1 0 0,0 0 1 0 0,0-1 0 0 0,-1 1 0 0 0,1 0 0 0 0,0-1 0 0 0,0 1-1 0 0,0 0 1 0 0,-1-1 0 0 0,1 1 0 0 0,0-1 0 0 0,-1 1-1 0 0,1 0 1 0 0,-1-1 0 0 0,1 1 0 0 0,0-1 0 0 0,-1 1 0 0 0,1-1-1 0 0,-2 1 1 0 0,-12 11 60 0 0,-110 70 406 0 0,89-63-409 0 0,21-12-44 0 0,1 0 0 0 0,1 1 0 0 0,-16 12 0 0 0,25-17-17 0 0,2-2-7 0 0,1 0 0 0 0,-1-1 0 0 0,1 1 0 0 0,-1 0 0 0 0,0-1 0 0 0,1 1 0 0 0,-1-1 0 0 0,0 1 0 0 0,1-1 0 0 0,-1 1 0 0 0,0-1 0 0 0,0 1 0 0 0,1-1 0 0 0,-1 0 0 0 0,0 0 0 0 0,-1 1 0 0 0,2-1 5 0 0,4-9 9 0 0,-2 8-16 0 0,-1 0 0 0 0,0 0 0 0 0,0 0 0 0 0,-9 5 0 0 0,0-1 0 0 0,0 1 0 0 0,-10 2 0 0 0,10-4 0 0 0,-5 3 0 0 0,-1-1 0 0 0,0-1 0 0 0,0 0 0 0 0,-15 0 0 0 0,23-2-1 0 0,4-2 5 0 0,0 1 1 0 0,0 1-1 0 0,-1-1 1 0 0,1 0-1 0 0,0 0 1 0 0,0 1-1 0 0,-1 0 1 0 0,1-1-1 0 0,0 1 1 0 0,0 0-1 0 0,0 0 1 0 0,0 0-1 0 0,0 0 1 0 0,0 0-1 0 0,0 1 1 0 0,1-1-1 0 0,-4 3 1 0 0,4-3 14 0 0,0-1 1 0 0,0 1-1 0 0,0-1 1 0 0,0 0 0 0 0,0 1-1 0 0,0-1 1 0 0,-1 0-1 0 0,1 0 1 0 0,0 0 0 0 0,0 0-1 0 0,0 0 1 0 0,0 0-1 0 0,0 0 1 0 0,0 0 0 0 0,0 0-1 0 0,-1-1 1 0 0,1 1-1 0 0,0 0 1 0 0,0-1 0 0 0,0 1-1 0 0,0-1 1 0 0,0 1-1 0 0,0-1 1 0 0,0 1 0 0 0,0-1-1 0 0,-1-1 1 0 0,-1-3 12 0 0,3 5-22 0 0,-1-1 1 0 0,1 0-1 0 0,-1 0 1 0 0,1 0-1 0 0,-1 0 0 0 0,0 0 1 0 0,1 1-1 0 0,-1-1 1 0 0,0 0-1 0 0,0 1 1 0 0,-1-2-1 0 0,2 2 0 0 0,-1 1-2 0 0,0 0-5 0 0,-2 1 3 0 0,1 0 0 0 0,-1 0 1 0 0,0 0-1 0 0,1 0 0 0 0,0 1 0 0 0,-1-1 1 0 0,1 1-1 0 0,0 0 0 0 0,0 0 1 0 0,0 0-1 0 0,1 0 0 0 0,-1 0 0 0 0,1 0 1 0 0,0 0-1 0 0,0 0 0 0 0,0 1 1 0 0,0-1-1 0 0,0 5 0 0 0,3-7 12 0 0,0-1 0 0 0,0 1 0 0 0,1-1 0 0 0,-1 0 0 0 0,0 0 0 0 0,1 0 0 0 0,3 0 0 0 0,-4 0 12 0 0,18 1 149 0 0,-16 0-157 0 0,1 0 1 0 0,-1-1 0 0 0,1 0-1 0 0,0 0 1 0 0,-1 0-1 0 0,1-1 1 0 0,6-1 0 0 0,0-3-22 0 0,1 1 0 0 0,0 0 1 0 0,1 1-1 0 0,-1 0 0 0 0,24-2 1 0 0,-35 5-4 0 0,0 0 1 0 0,-1 0 0 0 0,1 0 0 0 0,0 0 0 0 0,-1 0 0 0 0,1 0 0 0 0,-1 1 0 0 0,1-1 0 0 0,0 0 0 0 0,-1 0 0 0 0,1 1-1 0 0,-1-1 1 0 0,1 0 0 0 0,-1 1 0 0 0,2 0 0 0 0,13 6-21 0 0,-13-7 13 0 0,1 1 1 0 0,0 0 0 0 0,-1-1 0 0 0,1 0 0 0 0,0 0 0 0 0,4 0 0 0 0,9 1-70 0 0,-4 2 50 0 0,-1-1 1 0 0,1 0-1 0 0,0-1 1 0 0,20 0 0 0 0,-17-4 27 0 0,-14 2 0 0 0,0 1 0 0 0,0-1 0 0 0,-1 0-3 0 0,1 1-9 0 0,-8 16-293 0 0,-6-10-339 0 0,11-5 638 0 0,1 0-1 0 0,-1-1 0 0 0,0 1 0 0 0,0 0 0 0 0,1 0 0 0 0,-1 0 0 0 0,0 0 0 0 0,-1 2 0 0 0,-19-3-167 0 0,11 0 100 0 0,5-4 48 0 0,6 4 23 0 0,0-1 1 0 0,0 1-1 0 0,-1 0 1 0 0,1-1 0 0 0,0 1-1 0 0,-1 0 1 0 0,1-1-1 0 0,0 1 1 0 0,-1 0-1 0 0,1-1 1 0 0,-1 1 0 0 0,1 0-1 0 0,-1 0 1 0 0,1 0-1 0 0,0-1 1 0 0,-1 1 0 0 0,1 0-1 0 0,-1 0 1 0 0,1 0-1 0 0,-1 0 1 0 0,-8 1-12 0 0,2 0 2 0 0,-28 0 66 0 0,34-1-50 0 0,0 0 3 0 0,0 0 1 0 0,0 0-2 0 0,0 0-3 0 0,0 0 2 0 0,0 0-2 0 0,0 0 2 0 0,0 0-2 0 0,-1 0 2 0 0,1 0-2 0 0,-30 0 196 0 0,23 0-102 0 0,3-1-31 0 0,5-1 59 0 0,1 1-125 0 0,0 1 0 0 0,0 0 0 0 0,0 0 0 0 0,1 0 0 0 0,-1 0 0 0 0,0 0 0 0 0,0 0 0 0 0,0 0 0 0 0,0 0 0 0 0,0 0 0 0 0,0 0 0 0 0,-1 0 0 0 0,1 0 0 0 0,0 0 0 0 0,0 0 0 0 0,0 0 0 0 0,0 0 0 0 0,1 0 0 0 0,-1 0 0 0 0,24 0-10 0 0,-24 0 4 0 0,17 0-266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5:52.492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95 62 5720 0 0,'2'-1'0'0'0,"1"-1"2"0"0,-1 1 9 0 0,-3 1 220 0 0,0-1-1 0 0,0 1 0 0 0,-1 0 1 0 0,1-1-1 0 0,0 1 1 0 0,-1 0-1 0 0,1 0 1 0 0,-1 0-1 0 0,1 0 1 0 0,0 0-1 0 0,-3 0 0 0 0,-7 2-16 0 0,-10 4 527 0 0,21-6-715 0 0,-1 1-1 0 0,1-1 1 0 0,-1 0-1 0 0,1 1 1 0 0,-1-1 0 0 0,1 0-1 0 0,0 1 1 0 0,-1-1 0 0 0,1 1-1 0 0,-1-1 1 0 0,1 1 0 0 0,0-1-1 0 0,-1 1 1 0 0,1-1-1 0 0,0 1 1 0 0,0-1 0 0 0,-1 1-1 0 0,1 0 1 0 0,0-1 0 0 0,0 1-1 0 0,0-1 1 0 0,0 1 0 0 0,0-1-1 0 0,0 1 1 0 0,0 0-1 0 0,0-1 1 0 0,0 1 0 0 0,0-1-1 0 0,0 1 1 0 0,0 1 0 0 0,1-2-6 0 0,0 0 1 0 0,-1 0-1 0 0,1 0 0 0 0,0 0 1 0 0,-1 0-1 0 0,1 0 1 0 0,0 0-1 0 0,-1 0 1 0 0,1 0-1 0 0,0 0 1 0 0,-1-1-1 0 0,1 1 0 0 0,0 0 1 0 0,-1 0-1 0 0,1-1 1 0 0,-1 1-1 0 0,2-1 1 0 0,15-11 214 0 0,17-17 0 0 0,-19 15-59 0 0,-14 14-165 0 0,-1 0-1 0 0,1-1 0 0 0,-1 1 0 0 0,0 0 1 0 0,1-1-1 0 0,-1 1 0 0 0,1-1 0 0 0,-1 1 1 0 0,1-1-1 0 0,-1 1 0 0 0,0-1 0 0 0,1 1 1 0 0,-1-1-1 0 0,0 1 0 0 0,0-1 1 0 0,1 1-1 0 0,-1-1 0 0 0,0 1 0 0 0,0-1 1 0 0,0-1-1 0 0,0 2 0 0 0,0 0-1 0 0,0 0 1 0 0,-1-1 0 0 0,1 1-1 0 0,0 0 1 0 0,0 0 0 0 0,-1 0-1 0 0,1-1 1 0 0,0 1 0 0 0,-1 0-1 0 0,1 0 1 0 0,0 0 0 0 0,-1 0 0 0 0,1-1-1 0 0,0 1 1 0 0,-1 0 0 0 0,1 0-1 0 0,0 0 1 0 0,-1 0 0 0 0,1 0-1 0 0,0 0 1 0 0,-1 0 0 0 0,1 0-1 0 0,-1 0 1 0 0,-2 1 18 0 0,0-1 0 0 0,0 0-1 0 0,0 1 1 0 0,0-1 0 0 0,0 1 0 0 0,0 0 0 0 0,-3 2-1 0 0,-3 3 59 0 0,-1 0-1 0 0,2 1 0 0 0,-13 11 0 0 0,-1 1 106 0 0,16-14-103 0 0,4-4-51 0 0,1 0-1 0 0,-1 0 1 0 0,0 1-1 0 0,1-1 1 0 0,-1 1-1 0 0,1-1 1 0 0,0 1-1 0 0,-1-1 1 0 0,1 1-1 0 0,0 0 1 0 0,0 0-1 0 0,-1 2 1 0 0,2-4-31 0 0,0 0 1 0 0,0 0-1 0 0,0 0 0 0 0,0 1 0 0 0,0-1 1 0 0,0 0-1 0 0,0 0 0 0 0,0 0 1 0 0,-1 0-1 0 0,1 0 0 0 0,0 0 0 0 0,0 0 1 0 0,0 1-1 0 0,0-1 0 0 0,1 0 1 0 0,-1 0-1 0 0,0 0 0 0 0,0 0 0 0 0,0 0 1 0 0,0 0-1 0 0,0 1 0 0 0,0-1 1 0 0,0 0-1 0 0,0 0 0 0 0,0 0 0 0 0,0 0 1 0 0,0 0-1 0 0,0 0 0 0 0,0 0 1 0 0,0 0-1 0 0,0 0 0 0 0,0 1 1 0 0,1-1-1 0 0,-1 0 0 0 0,0 0 0 0 0,0 0 1 0 0,0 0-1 0 0,0 0 0 0 0,0 0 1 0 0,0 0-1 0 0,0 0 0 0 0,1 0 0 0 0,-1 0 1 0 0,0 0-1 0 0,0 0 0 0 0,0 0 1 0 0,0 0-1 0 0,0 0 0 0 0,1 0 0 0 0,8-2 94 0 0,10-5-46 0 0,-10 1-21 0 0,-1 1 1 0 0,1-1-1 0 0,-2 0 1 0 0,1-1-1 0 0,-1 0 1 0 0,0 0-1 0 0,0-1 1 0 0,0 1-1 0 0,5-10 1 0 0,-12 16-21 0 0,1 0 0 0 0,0 0 0 0 0,-1-1 1 0 0,1 1-1 0 0,-1 0 0 0 0,1 0 0 0 0,-1 0 0 0 0,0 0 1 0 0,0-1-1 0 0,1 1 0 0 0,-1 0 0 0 0,0 0 1 0 0,0-2-1 0 0,-3 5-3 0 0,1 0-1 0 0,-1 0 1 0 0,1 1 0 0 0,0-1-1 0 0,0 0 1 0 0,0 1 0 0 0,0-1-1 0 0,0 1 1 0 0,0 0 0 0 0,1-1-1 0 0,-3 7 1 0 0,0-2 11 0 0,-18 39 201 0 0,45-59 26 0 0,-12 6-196 0 0,0 0 0 0 0,10-10 0 0 0,-11 9 25 0 0,21-15 0 0 0,-31 23-72 0 0,1 0 0 0 0,-1 0-1 0 0,0-1 1 0 0,0 1 0 0 0,1 0-1 0 0,-1 0 1 0 0,0 0 0 0 0,1 0-1 0 0,-1 0 1 0 0,0 0 0 0 0,0 0 0 0 0,1-1-1 0 0,-1 1 1 0 0,0 0 0 0 0,1 0-1 0 0,-1 0 1 0 0,0 0 0 0 0,1 0-1 0 0,-1 0 1 0 0,0 0 0 0 0,1 0-1 0 0,-1 1 1 0 0,0-1 0 0 0,0 0-1 0 0,1 0 1 0 0,-1 0 0 0 0,0 0 0 0 0,1 0-1 0 0,-1 0 1 0 0,0 1 0 0 0,0-1-1 0 0,1 0 1 0 0,-1 0 0 0 0,0 0-1 0 0,1 1 1 0 0,2 13 157 0 0,-3-10-122 0 0,0 0-1 0 0,-1 0 1 0 0,1 0-1 0 0,-1 0 1 0 0,-1 5-1 0 0,2-9-38 0 0,-6 16 232 0 0,9-16-97 0 0,6-7-88 0 0,-1-2 9 0 0,-6 6-44 0 0,1 0 0 0 0,-1 0 0 0 0,1 1 0 0 0,-1-1 0 0 0,1 1 0 0 0,0 0 0 0 0,0 0 0 0 0,0 0 0 0 0,0 0 0 0 0,7-3 0 0 0,-9 6-10 0 0,-1-1 0 0 0,1 0 0 0 0,-1 0 0 0 0,1 0 0 0 0,-1 1 0 0 0,1-1 0 0 0,-1 0 0 0 0,1 1 0 0 0,-1-1 1 0 0,0 0-1 0 0,1 1 0 0 0,-1-1 0 0 0,1 0 0 0 0,-1 1 0 0 0,0-1 0 0 0,1 1 0 0 0,-1-1 0 0 0,0 1 0 0 0,0-1 1 0 0,1 1-1 0 0,-1-1 0 0 0,0 1 0 0 0,0-1 0 0 0,1 2 0 0 0,4 19 120 0 0,-4-21-123 0 0,-1 0 1 0 0,0 0 0 0 0,1 0-1 0 0,-1 0 1 0 0,0 0 0 0 0,1 0-1 0 0,-1 0 1 0 0,0 0 0 0 0,1 0-1 0 0,-1 0 1 0 0,0 0 0 0 0,1 0 0 0 0,-1 0-1 0 0,1 0 1 0 0,-1 0 0 0 0,0 0-1 0 0,1 0 1 0 0,-1 0 0 0 0,0 0-1 0 0,1-1 1 0 0,-1 1 0 0 0,0 0-1 0 0,1 0 1 0 0,-1 0 0 0 0,0-1 0 0 0,0 1-1 0 0,1 0 1 0 0,-1 0 0 0 0,0-1-1 0 0,13-7 3 0 0,-13 8-2 0 0,12-12 5 0 0,-10 10-2 0 0,-1 0 0 0 0,0 1 0 0 0,1-1-1 0 0,-1 0 1 0 0,1 1 0 0 0,-1 0 0 0 0,1-1 0 0 0,0 1 0 0 0,0 0 0 0 0,-1 0-1 0 0,1 0 1 0 0,0 0 0 0 0,0 0 0 0 0,0 0 0 0 0,0 1 0 0 0,4-2-1 0 0,-6 3 0 0 0,1-1-1 0 0,0 0 0 0 0,-1 1 0 0 0,1-1 0 0 0,0 0 0 0 0,-1 1 0 0 0,1-1 1 0 0,0 1-1 0 0,-1-1 0 0 0,1 1 0 0 0,-1-1 0 0 0,1 1 0 0 0,-1-1 0 0 0,1 1 1 0 0,-1-1-1 0 0,1 1 0 0 0,-1 0 0 0 0,0-1 0 0 0,1 1 0 0 0,-1 0 0 0 0,0 0 0 0 0,7 20 54 0 0,-4-11 11 0 0,-1 11 17 0 0,-2-21-84 0 0,0 0 0 0 0,0 0 0 0 0,0 0 0 0 0,0 1 0 0 0,0-1 0 0 0,0 0 0 0 0,1 0 0 0 0,-1 0 0 0 0,0 0 1 0 0,0 0-1 0 0,0 1 0 0 0,0-1 0 0 0,0 0 0 0 0,1 0 0 0 0,-1 0 0 0 0,0 0 0 0 0,0 0 0 0 0,0 0 0 0 0,0 0 0 0 0,0 0 0 0 0,1 0 0 0 0,-1 0 0 0 0,0 0 1 0 0,0 0-1 0 0,0 1 0 0 0,1-1 0 0 0,-1 0 0 0 0,0 0 0 0 0,0 0 0 0 0,0 0 0 0 0,0-1 0 0 0,1 1 0 0 0,-1 0 0 0 0,0 0 0 0 0,0 0 0 0 0,0 0 0 0 0,0 0 1 0 0,1 0-1 0 0,9-4-1 0 0,-4 2 1 0 0,18 2 0 0 0,-25 0-1 0 0,0 0 1 0 0,1 0-1 0 0,-1-1 0 0 0,0 1 0 0 0,0 0 0 0 0,0 0 0 0 0,0-1 0 0 0,1 1 0 0 0,-1-1 0 0 0,0 1 0 0 0,0-1 0 0 0,1 1 0 0 0,-1-1 0 0 0,-1-1 0 0 0,2 2-3 0 0,-1-1 0 0 0,1 1 0 0 0,-1-1 0 0 0,0 0 0 0 0,1 1 0 0 0,-1 0 0 0 0,0-1 0 0 0,1 1 1 0 0,-1-1-1 0 0,0 1 0 0 0,0 0 0 0 0,1 0 0 0 0,-1-1 0 0 0,-1 1 0 0 0,2-2-6 0 0,0 1 0 0 0,0-1 0 0 0,0 1 0 0 0,0-1 0 0 0,0 1 0 0 0,0-1 0 0 0,1 1 0 0 0,-1-1 1 0 0,0 1-1 0 0,1-1 0 0 0,1-2 0 0 0,-2 4 1 0 0,0 1-56 0 0,1 0 59 0 0,0 1-1 0 0,0-1 1 0 0,0 0-1 0 0,0 1 1 0 0,0 0 0 0 0,-1-1-1 0 0,1 1 1 0 0,0-1 0 0 0,-1 1-1 0 0,0 0 1 0 0,1-1-1 0 0,-1 1 1 0 0,0 0 0 0 0,0 0-1 0 0,0-1 1 0 0,0 1 0 0 0,0 0-1 0 0,0 0 1 0 0,0-1 0 0 0,-1 1-1 0 0,0 2 1 0 0,1-4 5 0 0,-1 1 1 0 0,-1-1 0 0 0,1 1 0 0 0,1-2 0 0 0,0 1 0 0 0,-1 0 0 0 0,1-1 0 0 0,0 1 0 0 0,0 0 0 0 0,-1 0 0 0 0,1-1 0 0 0,0 1 0 0 0,0 0 0 0 0,-1-1 0 0 0,1 1 0 0 0,0-1 0 0 0,0 1 0 0 0,0 0 0 0 0,0-1 0 0 0,-1 1 0 0 0,1-1 0 0 0,0 1 0 0 0,0 0 0 0 0,0-1 0 0 0,0 1 0 0 0,0-2 0 0 0,-1-13 0 0 0,1 11 0 0 0,0 3 0 0 0,-1-1 0 0 0,1-1 0 0 0,-1 0 0 0 0,1 1 0 0 0,0-1 0 0 0,0 0 0 0 0,1 1 0 0 0,0-4 0 0 0,-1 6 0 0 0,0-1 0 0 0,0 1 0 0 0,0 0 0 0 0,0 0 0 0 0,1 0 0 0 0,-1 0 0 0 0,0 0 0 0 0,0 0 0 0 0,0 0 0 0 0,0 0 0 0 0,1 0 0 0 0,-1-1 1 0 0,0 1-1 0 0,0 0 0 0 0,0 0 0 0 0,1 0 0 0 0,-1 0 0 0 0,0 0 0 0 0,0 0 0 0 0,0 0 0 0 0,1 0 0 0 0,-1 1 0 0 0,0-1 0 0 0,0 0 1 0 0,0 0-1 0 0,1 0 0 0 0,-1 0 0 0 0,0 0 0 0 0,0 0 0 0 0,0 0 0 0 0,0 0 0 0 0,1 0 0 0 0,-1 0 0 0 0,0 1 0 0 0,0-1 0 0 0,0 0 1 0 0,0 0-1 0 0,0 0 0 0 0,1 0 0 0 0,-1 1 0 0 0,0-1 0 0 0,0 0 0 0 0,0 0 0 0 0,0 1 0 0 0,10 8 12 0 0,-9-7-2 0 0,2 2 31 0 0,-3-4-36 0 0,1 1 1 0 0,-1-1-1 0 0,1 1 0 0 0,-1 0 1 0 0,0-1-1 0 0,1 1 1 0 0,-1-1-1 0 0,1 0 0 0 0,0 1 1 0 0,-1-1-1 0 0,1 1 0 0 0,-1-1 1 0 0,1 0-1 0 0,0 1 1 0 0,-1-1-1 0 0,1 0 0 0 0,-1 0 1 0 0,1 0-1 0 0,0 1 1 0 0,-1-1-1 0 0,1 0 0 0 0,0 0 1 0 0,0 0-1 0 0,-1 0 1 0 0,1 0-1 0 0,0 0 0 0 0,-1 0 1 0 0,2-1-1 0 0,-2 1-12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5:57.252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309 81 6424 0 0,'4'-5'1044'0'0,"-3"-3"1637"0"0,-1 4-2385 0 0,-8 52 260 0 0,9 45-159 0 0,-1-93-388 0 0,0 0-1 0 0,0 0 1 0 0,0 0-1 0 0,1 0 1 0 0,-1-1-1 0 0,0 1 0 0 0,0 0 1 0 0,0 0-1 0 0,0 0 1 0 0,0 0-1 0 0,0 0 1 0 0,0 0-1 0 0,0 0 1 0 0,0 0-1 0 0,0 0 1 0 0,0 0-1 0 0,0 0 0 0 0,1 0 1 0 0,-1 0-1 0 0,0 0 1 0 0,0 0-1 0 0,0 0 1 0 0,0 0-1 0 0,0 0 1 0 0,0 0-1 0 0,0 1 0 0 0,0-1 1 0 0,0 0-1 0 0,0 0 1 0 0,0 0-1 0 0,0 0 1 0 0,0 0-1 0 0,1 0 1 0 0,-1 0-1 0 0,0 0 1 0 0,0 0-1 0 0,0 0 0 0 0,0 0 1 0 0,0 0-1 0 0,0 0 1 0 0,0 0-1 0 0,6-15 114 0 0,5-23 3 0 0,-6 11-40 0 0,15-91 326 0 0,-20 113-334 0 0,0 3 122 0 0,1 7-79 0 0,1 6-65 0 0,0 0 0 0 0,-1 0 1 0 0,-1 0-1 0 0,0 0 1 0 0,0 0-1 0 0,-1 0 0 0 0,-4 17 1 0 0,2-8 53 0 0,2-15-29 0 0,1 1 0 0 0,-1-1 0 0 0,-1 0 1 0 0,-2 8-1 0 0,4-49 187 0 0,3 9-231 0 0,-2 18-21 0 0,-1 1 1 0 0,1 0-1 0 0,1-1 1 0 0,-1 1-1 0 0,1 0 1 0 0,1 0-1 0 0,0 0 1 0 0,4-8 0 0 0,-7 44 72 0 0,-1-19-79 0 0,-12 69 130 0 0,11-68-110 0 0,-1 0-1 0 0,0 0 0 0 0,0 0 1 0 0,-1-1-1 0 0,-9 16 0 0 0,11-23-19 0 0,2-1-6 0 0,0 0-1 0 0,-1 0 1 0 0,1-1-1 0 0,0 1 1 0 0,-1 0-1 0 0,1-1 1 0 0,-1 1 0 0 0,1 0-1 0 0,-1-1 1 0 0,0 1-1 0 0,1-1 1 0 0,-1 1-1 0 0,0-1 1 0 0,1 1-1 0 0,-1-1 1 0 0,0 1-1 0 0,0-1 1 0 0,1 0-1 0 0,-1 1 1 0 0,0-1-1 0 0,0 0 1 0 0,0 0-1 0 0,1 1 1 0 0,-2-1-1 0 0,2 0-1 0 0,-1-1-1 0 0,1 1 1 0 0,0 0-1 0 0,0 0 0 0 0,-1 0 1 0 0,1-1-1 0 0,0 1 1 0 0,0 0-1 0 0,0-1 1 0 0,0 1-1 0 0,0 0 1 0 0,-1 0-1 0 0,1-1 0 0 0,0 1 1 0 0,0 0-1 0 0,0-1 1 0 0,0 1-1 0 0,0 0 1 0 0,0-1-1 0 0,0 1 1 0 0,0 0-1 0 0,0-1 1 0 0,0 1-1 0 0,0 0 0 0 0,0-1 1 0 0,0 1-1 0 0,1 0 1 0 0,-1 0-1 0 0,0-1 1 0 0,0 1-1 0 0,0 0 1 0 0,0-1-1 0 0,0 1 0 0 0,1 0 1 0 0,3-12 9 0 0,7-6-8 0 0,-8 15-2 0 0,-1 0 1 0 0,0 0-1 0 0,0-1 1 0 0,0 1-1 0 0,-1 0 0 0 0,1-1 1 0 0,-1 1-1 0 0,0-1 1 0 0,2-6-1 0 0,-3 10-5 0 0,-1 0 4 0 0,-1 1 0 0 0,1-1 1 0 0,0 1-1 0 0,0-1 0 0 0,0 1 1 0 0,0 0-1 0 0,0-1 0 0 0,0 1 0 0 0,1 0 1 0 0,-1 0-1 0 0,-1 1 0 0 0,1-2 1 0 0,-92 97 0 0 0,-61 54 1 0 0,141-142 13 0 0,12-11 1 0 0,7-6-4 0 0,86-89 51 0 0,4-6-29 0 0,-39 47-33 0 0,-63 61 1 0 0,-1 1 0 0 0,0-1 1 0 0,-13 8-1 0 0,-5 3 2 0 0,-3 7 4 0 0,1 1 1 0 0,1 1 0 0 0,-32 40-1 0 0,53-59-4 0 0,1-1-1 0 0,-1 1 1 0 0,1 1-1 0 0,1-1 1 0 0,-1 0-1 0 0,-4 13 1 0 0,8-18-1 0 0,1 0 9 0 0,0-1-10 0 0,1 0 0 0 0,0 0 1 0 0,-1 0-1 0 0,1 0 0 0 0,0-1 0 0 0,-1 1 1 0 0,1-1-1 0 0,0 1 0 0 0,-1-1 1 0 0,1 1-1 0 0,-1-1 0 0 0,1 0 0 0 0,-1 0 1 0 0,3-1-1 0 0,0-1-1 0 0,8-4 3 0 0,0 0 1 0 0,0-1-1 0 0,-1-1 1 0 0,0 0-1 0 0,-1-1 1 0 0,15-17 0 0 0,4-3 13 0 0,-23 25-10 0 0,0 0-1 0 0,0 1 1 0 0,0 0-1 0 0,0 0 1 0 0,1 0-1 0 0,10-4 1 0 0,-16 8-7 0 0,-12 16 0 0 0,7-11 0 0 0,-1 0 0 0 0,0-1-1 0 0,0 1 1 0 0,-6 3 0 0 0,-8 6 2 0 0,14-9 1 0 0,0 0-1 0 0,0 1 1 0 0,-8 11-1 0 0,9-12 1 0 0,0 1-1 0 0,0 0 1 0 0,-1-1-1 0 0,-9 9 1 0 0,5-6 3 0 0,8-7 1 0 0,-1 1 1 0 0,1-1-1 0 0,-1 1 1 0 0,0-1-1 0 0,1 1 1 0 0,-1-1-1 0 0,0 0 1 0 0,0 0-1 0 0,0 0 1 0 0,0 0-1 0 0,0 0 1 0 0,0-1-1 0 0,0 1 1 0 0,-3 0-1 0 0,6-3-1 0 0,0 0 0 0 0,0 0 0 0 0,-1 0 0 0 0,1 0 0 0 0,0 1 0 0 0,1-1 0 0 0,0-2 0 0 0,41-45 66 0 0,-10 17 18 0 0,-32 31-84 0 0,-1 1-3 0 0,-14 16 12 0 0,5-5 3 0 0,-8 8 90 0 0,-26 40 0 0 0,13-16 704 0 0,30-42-755 0 0,0 0-1 0 0,0 0 1 0 0,0 0 0 0 0,0-1-1 0 0,0 1 1 0 0,0 0 0 0 0,0 0-1 0 0,0 0 1 0 0,0-1-1 0 0,0 1 1 0 0,1 0 0 0 0,-1 0-1 0 0,1 0 1 0 0,0 6 103 0 0,-1-7-105 0 0,0 1-46 0 0,1 0 0 0 0,-1-1 0 0 0,0 1 0 0 0,0 0 0 0 0,0 0 0 0 0,0 0 1 0 0,0 0-1 0 0,0 0 0 0 0,0 0 0 0 0,0 0 0 0 0,0 0 0 0 0,0 0 0 0 0,0 0 0 0 0,0 0 0 0 0,-1 0 0 0 0,1 0 0 0 0,-1 1 0 0 0,-10 18 65 0 0,3-5-46 0 0,-4 12-2 0 0,10-21-24 0 0,-1-1 1 0 0,1 1 0 0 0,0-1-1 0 0,0 1 1 0 0,0 0 0 0 0,1 0-1 0 0,0 0 1 0 0,0 8 0 0 0,1-14 10 0 0,2-6 3 0 0,0-1-1 0 0,0 0 1 0 0,0 1-1 0 0,0-9 1 0 0,2-2 3 0 0,23-109 61 0 0,-37 168-89 0 0,-28 98 2 0 0,12-67-14 0 0,48-132-70 0 0,47-77-169 0 0,-64 124 203 0 0,-2 6-5 0 0,0-1 1 0 0,1 1-1 0 0,-1 0 1 0 0,10-12-1 0 0,-21 28-65 0 0,1-1 0 0 0,0 1 1 0 0,1 0-1 0 0,0 1 0 0 0,1 0 0 0 0,-7 17 0 0 0,7-21 52 0 0,3-4-74 0 0,7-5 56 0 0,-5 3 91 0 0,0 1 1 0 0,0-1-1 0 0,0 0 1 0 0,0 1-1 0 0,0-1 0 0 0,0 0 1 0 0,0 1-1 0 0,-1-1 1 0 0,1 0-1 0 0,-1 2 1 0 0,-9 33 15 0 0,10-35-11 0 0,0-1 1 0 0,0 1-1 0 0,-1 0 0 0 0,1-1 1 0 0,0 1-1 0 0,0-1 0 0 0,0 1 0 0 0,0-1 1 0 0,0 1-1 0 0,0 0 0 0 0,0-1 1 0 0,0 1-1 0 0,0-1 0 0 0,1 1 0 0 0,-1-1 1 0 0,0 1-1 0 0,0 0 0 0 0,1 1 5 0 0,-9 124 501 0 0,8-123-490 0 0,0 1 0 0 0,0-1 0 0 0,1 0 1 0 0,-1 0-1 0 0,0 0 0 0 0,2 5 0 0 0,2 20 16 0 0,-1-72-36 0 0,-8-61-78 0 0,-3 127 79 0 0,2-9 0 0 0,-40 100 50 0 0,34-86-44 0 0,9-18-6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01.049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25 1 7432 0 0,'2'1'40'0'0,"1"1"620"0"0,-2 0-207 0 0,0 1-338 0 0,-1-1-1 0 0,1 1 1 0 0,-1 0 0 0 0,0 0-1 0 0,0 0 1 0 0,0 0 0 0 0,0-1 0 0 0,0 1-1 0 0,-1 0 1 0 0,0 4 0 0 0,0-3-56 0 0,1-1 0 0 0,-1 1 0 0 0,1 0 0 0 0,0 0 0 0 0,0 5 0 0 0,1-2 43 0 0,0-5-91 0 0,-1 1 0 0 0,0-1 0 0 0,1 1-1 0 0,0-1 1 0 0,-1 1 0 0 0,1-1 0 0 0,0 1 0 0 0,1-1 0 0 0,-1 0 0 0 0,2 4-1 0 0,4-23-8 0 0,-5 11-1 0 0,1-20 28 0 0,-3 25-28 0 0,0 0 1 0 0,0-1-1 0 0,0 1 0 0 0,0 0 1 0 0,0 0-1 0 0,-1 0 0 0 0,1-1 1 0 0,0 1-1 0 0,-1 0 0 0 0,1 0 1 0 0,-1 0-1 0 0,0 0 1 0 0,1 0-1 0 0,-1 0 0 0 0,0 0 1 0 0,1 0-1 0 0,-1 0 0 0 0,-2-2 1 0 0,3 3-1 0 0,-1 0 1 0 0,1 0-1 0 0,-1 0 1 0 0,1 0-1 0 0,-1 1 1 0 0,1-1 0 0 0,-1 0-1 0 0,1 0 1 0 0,0 0-1 0 0,-1 1 1 0 0,1-1-1 0 0,-1 0 1 0 0,1 0 0 0 0,0 1-1 0 0,-1-1 1 0 0,1 0-1 0 0,0 1 1 0 0,-1-1-1 0 0,1 0 1 0 0,0 1-1 0 0,-1-1 1 0 0,1 0 0 0 0,0 1-1 0 0,0-1 1 0 0,0 1-1 0 0,-1 0 1 0 0,-6 12 10 0 0,4-7-5 0 0,1 1 0 0 0,0 0-1 0 0,0-1 1 0 0,0 1 0 0 0,1 0-1 0 0,0 0 1 0 0,0 0 0 0 0,1 0-1 0 0,0 8 1 0 0,0-15 5 0 0,0 1 0 0 0,0-1 0 0 0,0 1-1 0 0,0-1 1 0 0,0 1 0 0 0,0 0 0 0 0,0-1 0 0 0,1 1 0 0 0,-1-1-1 0 0,0 1 1 0 0,0-1 0 0 0,0 1 0 0 0,1-1 0 0 0,-1 1 0 0 0,0-1 0 0 0,1 1-1 0 0,-1-1 1 0 0,0 0 0 0 0,1 1 0 0 0,-1-1 0 0 0,1 1 0 0 0,-1-1-1 0 0,1 0 1 0 0,0 1 0 0 0,0-1-2 0 0,-1 0 0 0 0,1 0 0 0 0,-1-1 0 0 0,1 1 0 0 0,-1 0-1 0 0,1 0 1 0 0,-1-1 0 0 0,1 1 0 0 0,-1 0 0 0 0,1-1 0 0 0,-1 1 0 0 0,0-1 0 0 0,1 1-1 0 0,-1 0 1 0 0,1-1 0 0 0,-1 1 0 0 0,0-1 0 0 0,0 1 0 0 0,1-2 0 0 0,14-29 194 0 0,-14 28-185 0 0,0-1 14 0 0,0 1 0 0 0,-1-1 0 0 0,1 0 0 0 0,-1 1 0 0 0,1-7 0 0 0,-1 9-15 0 0,0 0 0 0 0,0-1-1 0 0,0 1 1 0 0,0 0 0 0 0,0 0 0 0 0,0 0-1 0 0,0 0 1 0 0,0 0 0 0 0,-1 0 0 0 0,1 0-1 0 0,0 0 1 0 0,-1 0 0 0 0,1 0 0 0 0,-1 0-1 0 0,1 0 1 0 0,-1 0 0 0 0,1 1 0 0 0,-1-1-1 0 0,0 0 1 0 0,1 0 0 0 0,-1 0-1 0 0,0 1 1 0 0,0-1 0 0 0,-1-1 0 0 0,2 3-8 0 0,0-1 0 0 0,-1 0 0 0 0,1 0 0 0 0,-1 0-1 0 0,1 1 1 0 0,0-1 0 0 0,-1 0 0 0 0,1 0 0 0 0,-1 1 0 0 0,1-1 0 0 0,0 0 0 0 0,0 1 0 0 0,-1-1 0 0 0,1 1 0 0 0,0-1 0 0 0,-1 0 0 0 0,1 1 0 0 0,0-1 0 0 0,0 1 0 0 0,0-1 0 0 0,0 0 0 0 0,-1 1 0 0 0,1-1 0 0 0,0 1 0 0 0,0-1 0 0 0,0 2 0 0 0,-4 17 22 0 0,3-15 3 0 0,-1 3-24 0 0,1-1 30 0 0,-1-1-1 0 0,1 1 0 0 0,1 0 1 0 0,-1 8-1 0 0,1-12-27 0 0,0-1-1 0 0,0 1 1 0 0,0-1 0 0 0,0 1 0 0 0,1-1 0 0 0,-1 0-1 0 0,1 1 1 0 0,-1-1 0 0 0,1 0 0 0 0,-1 1-1 0 0,1-1 1 0 0,0 0 0 0 0,-1 0 0 0 0,1 0 0 0 0,0 0-1 0 0,0 1 1 0 0,0-1 0 0 0,0 0 0 0 0,0-1-1 0 0,0 1 1 0 0,0 0 0 0 0,1 0 0 0 0,1 1 0 0 0,-1-2-2 0 0,-1 1 1 0 0,1-1-1 0 0,-1 0 1 0 0,1 0-1 0 0,-1 0 1 0 0,1 0-1 0 0,-1 0 1 0 0,1 0-1 0 0,-1-1 1 0 0,0 1-1 0 0,1 0 1 0 0,-1-1-1 0 0,1 1 1 0 0,-1-1-1 0 0,1 1 1 0 0,-1-1-1 0 0,0 0 1 0 0,0 0-1 0 0,1 1 1 0 0,-1-1-1 0 0,0 0 1 0 0,0 0-1 0 0,2-2 1 0 0,12-7 256 0 0,-37 34-84 0 0,10-15-159 0 0,7-5-6 0 0,1-1 0 0 0,-1 0 0 0 0,0 0 0 0 0,0 0 0 0 0,0-1 0 0 0,0 1 0 0 0,-7 1 0 0 0,12-4-11 0 0,0 0-1 0 0,0 0 1 0 0,0 0 0 0 0,0 0-1 0 0,0 0 1 0 0,0 0 0 0 0,0 0-1 0 0,0 0 1 0 0,0 0 0 0 0,0 0-1 0 0,0 0 1 0 0,0 0 0 0 0,0 0-1 0 0,0 0 1 0 0,0 0 0 0 0,0 0-1 0 0,0 0 1 0 0,0 0 0 0 0,0 0 0 0 0,0 0-1 0 0,0 0 1 0 0,0 0 0 0 0,0 0-1 0 0,0 0 1 0 0,0-1 0 0 0,0 1-1 0 0,0 0 1 0 0,0 0 0 0 0,0 0-1 0 0,0 0 1 0 0,0 0 0 0 0,0 0-1 0 0,0 0 1 0 0,0 0 0 0 0,8-6 130 0 0,-2 2-85 0 0,0 0 1 0 0,0-1 0 0 0,6-6-1 0 0,-11 10-50 0 0,0 0 19 0 0,0 0 0 0 0,0-1 1 0 0,0 1-1 0 0,0 0 0 0 0,0-1 0 0 0,0 1 1 0 0,0-1-1 0 0,1-2 0 0 0,-2 4-16 0 0,0-1 0 0 0,-1 1 1 0 0,1-1-1 0 0,0 0 0 0 0,0 1 0 0 0,0-1 0 0 0,0 1 0 0 0,0-1 0 0 0,0 1 0 0 0,-1-1 0 0 0,1 1 0 0 0,0-1 0 0 0,-1 1 0 0 0,1-1 0 0 0,0 1 0 0 0,-1-1 1 0 0,1 1-1 0 0,0-1 0 0 0,-1 1 0 0 0,1 0 0 0 0,-1-1 0 0 0,1 1 0 0 0,-1 0 0 0 0,1-1 0 0 0,0 1 0 0 0,-1 0 0 0 0,0 0 0 0 0,1-1 0 0 0,-2 1 1 0 0,2 0-5 0 0,0 0 0 0 0,0-1 0 0 0,0 1 0 0 0,-1 0 1 0 0,1 0-1 0 0,0 0 0 0 0,0 0 0 0 0,-1 0 1 0 0,1 0-1 0 0,0 0 0 0 0,0-1 0 0 0,-1 1 1 0 0,1 0-1 0 0,0 0 0 0 0,0 0 0 0 0,-1 0 0 0 0,1 0 1 0 0,0 0-1 0 0,0 0 0 0 0,-1 0 0 0 0,1 0 1 0 0,0 0-1 0 0,0 1 0 0 0,-1-1 0 0 0,1 0 1 0 0,0 0-1 0 0,0 0 0 0 0,-1 0 0 0 0,1 0 0 0 0,0 0 1 0 0,0 0-1 0 0,0 1 0 0 0,-1-1 0 0 0,1 0 1 0 0,0 0-1 0 0,0 0 0 0 0,0 1 0 0 0,-1-1 1 0 0,1 0-1 0 0,0 0 0 0 0,0 0 0 0 0,0 1 1 0 0,0-1-1 0 0,-6 6 36 0 0,6-6-30 0 0,0 0 30 0 0,-8-12 1 0 0,8 11-38 0 0,0 1 0 0 0,0 0 0 0 0,-1-1 0 0 0,1 1 0 0 0,0 0 0 0 0,0-1 0 0 0,-1 1 0 0 0,1 0 0 0 0,0-1 0 0 0,-1 1 0 0 0,1 0 0 0 0,0-1 0 0 0,-1 1 0 0 0,1 0 0 0 0,-1 0 0 0 0,1-1 0 0 0,-1 1 0 0 0,1 0 0 0 0,0 0 0 0 0,-1 0 0 0 0,1 0 0 0 0,-1 0 0 0 0,1 0 0 0 0,-1 0 0 0 0,1 0 0 0 0,-1 0 0 0 0,0 0 0 0 0,0 1 11 0 0,0 0-8 0 0,0 0-1 0 0,1 0 0 0 0,-1 0 0 0 0,0 0 0 0 0,0 0 0 0 0,1 0 0 0 0,-1 0 0 0 0,1 0 0 0 0,-1 0 1 0 0,1 1-1 0 0,0-1 0 0 0,-1 0 0 0 0,1 0 0 0 0,0 1 0 0 0,0-1 0 0 0,0 0 0 0 0,0 0 0 0 0,0 1 0 0 0,0-1 0 0 0,0 0 0 0 0,0 0 0 0 0,0 1 0 0 0,1 1 1 0 0,0-3-3 0 0,1 2 5 0 0,-1-2-5 0 0,-1 1 0 0 0,1-1 0 0 0,-1 0 0 0 0,1 0 0 0 0,-1 1 0 0 0,1-1 0 0 0,-1 0 0 0 0,1 0 0 0 0,-1 0 0 0 0,1 0 0 0 0,-1 0 0 0 0,1 0 0 0 0,0 0 0 0 0,-1 0 0 0 0,1 0 0 0 0,-1 0 0 0 0,2 0 0 0 0,3 0 6 0 0,-4 0-7 0 0,-3 18 0 0 0,2-16 0 0 0,2-3 0 0 0,0 0 0 0 0,1 0 0 0 0,-1 1 0 0 0,0-1 0 0 0,0 0 0 0 0,0-1 0 0 0,4-1 0 0 0,47-27 0 0 0,-40 24 0 0 0,-12 6 1 0 0,-14 17 24 0 0,-6 2 19 0 0,-4 4 44 0 0,23-23-85 0 0,1 2-7 0 0,-7 2 37 0 0,6-4-23 0 0,-1-2-7 0 0,1 1-2 0 0,0 0-1 0 0,0 1 1 0 0,0-1 0 0 0,0 0-1 0 0,1 1 1 0 0,-1-1 0 0 0,0 1-1 0 0,0-1 1 0 0,0 0 0 0 0,0 1-1 0 0,1-1 1 0 0,-1 1 0 0 0,0-1-1 0 0,0 1 1 0 0,1-1 0 0 0,-1 1-1 0 0,1-1 1 0 0,0 0 0 0 0,-1-1 0 0 0,0 1 4 0 0,0 1-2 0 0,0 0 2 0 0,-1 0-2 0 0,0 1 2 0 0,0 0-2 0 0,0 0 2 0 0,0 0-1 0 0,0 0 7 0 0,0 1-7 0 0,0-1 1 0 0,0 0-2 0 0,0 0 2 0 0,0 0-2 0 0,-7 7 246 0 0,8-8-219 0 0,-1 1 0 0 0,1-1 0 0 0,0 0-1 0 0,-1 1 1 0 0,1-1 0 0 0,0 0 0 0 0,-1 0 0 0 0,1 1 0 0 0,0-1-1 0 0,0 1 1 0 0,-1-1 0 0 0,1 0 0 0 0,0 1 0 0 0,0-1 0 0 0,0 0-1 0 0,0 1 1 0 0,-1-1 0 0 0,1 1 0 0 0,0-1 0 0 0,0 1 0 0 0,0-1-1 0 0,0 0 1 0 0,0 1 0 0 0,9-9 94 0 0,-4 4-40 0 0,-6 6 76 0 0,1-2-153 0 0,1 0 0 0 0,-1-1 1 0 0,0 1-1 0 0,0 0 0 0 0,1 0 0 0 0,-1 0 0 0 0,0 0 0 0 0,1 0 0 0 0,-1 0 0 0 0,0 0 1 0 0,0 0-1 0 0,1 0 0 0 0,-1 0 0 0 0,0 0 0 0 0,1 0 0 0 0,-1 0 0 0 0,0 0 1 0 0,0 0-1 0 0,1 0 0 0 0,-1 0 0 0 0,0 0 0 0 0,0 1 0 0 0,1-1 0 0 0,-1 0 0 0 0,0 0 1 0 0,0 0-1 0 0,1 0 0 0 0,-1 1 0 0 0,0-1 0 0 0,0 0 0 0 0,0 0 0 0 0,1 0 1 0 0,-1 1-1 0 0,0-1 0 0 0,0 0 0 0 0,0 0 0 0 0,0 1 0 0 0,1-1 0 0 0,-1 0 0 0 0,0 0 1 0 0,0 1-1 0 0,0-1 0 0 0,0 0 0 0 0,0 1 0 0 0,0-1 0 0 0,0 0 0 0 0,0 0 1 0 0,0 1-1 0 0,0-1 0 0 0,0 0 0 0 0,0 1 0 0 0,0-1 0 0 0,0 0 0 0 0,0 0 0 0 0,0 1 1 0 0,0-1-1 0 0,-1 0 0 0 0,1 0 0 0 0,0 1 0 0 0,0-1 0 0 0,0 0 0 0 0,0 1 0 0 0,0-2 14 0 0,1 0-12 0 0,-1 1 1 0 0,1-1-1 0 0,-1 1 0 0 0,1 0 1 0 0,-1-1-1 0 0,1 1 0 0 0,-1-1 1 0 0,1 1-1 0 0,-1 0 0 0 0,1-1 1 0 0,0 1-1 0 0,-1 0 1 0 0,1 0-1 0 0,-1 0 0 0 0,1-1 1 0 0,0 1-1 0 0,-1 0 0 0 0,1 0 1 0 0,0 0-1 0 0,-1 0 0 0 0,1 0 1 0 0,0 0-1 0 0,-1 0 1 0 0,1 0-1 0 0,-1 0 0 0 0,1 1 1 0 0,0-1-1 0 0,-1 0 0 0 0,1 0 1 0 0,0 1-1 0 0,0 0-5 0 0,-1 5 24 0 0,-2 6-83 0 0,19-30-62 0 0,-16 18 107 0 0,-1-1 7 0 0,0 1 1 0 0,0 0-1 0 0,0-1 1 0 0,1 1-1 0 0,-1 0 0 0 0,0-1 1 0 0,0 1-1 0 0,0 0 1 0 0,1 0-1 0 0,-1-1 0 0 0,0 1 1 0 0,1 0-1 0 0,-1 0 1 0 0,0-1-1 0 0,1 1 0 0 0,-1 0 1 0 0,0 0-1 0 0,1 0 1 0 0,-1 0-1 0 0,0 0 0 0 0,1-1 1 0 0,-1 1-1 0 0,1 0 1 0 0,-1 0-1 0 0,0 0 0 0 0,1 0 1 0 0,-1 0-1 0 0,0 0 1 0 0,1 0-1 0 0,-1 0 0 0 0,1 0 1 0 0,-1 1-1 0 0,1-1 0 0 0,-1 1 3 0 0,0 0 0 0 0,0 0 0 0 0,1-1 0 0 0,-1 1 0 0 0,0-1 0 0 0,0 0 0 0 0,0 1 0 0 0,0-1 0 0 0,0 0 0 0 0,0 1 0 0 0,0-1 0 0 0,0 0 0 0 0,1 1 0 0 0,-1-1 0 0 0,0 0 0 0 0,0 0 0 0 0,0 1 0 0 0,1-1 0 0 0,-1 0 0 0 0,0 0 0 0 0,0 1 0 0 0,1-1 0 0 0,-1 0 0 0 0,0 0 0 0 0,0 0 0 0 0,1 1 0 0 0,-1-1 0 0 0,0 0 0 0 0,1 0 0 0 0,-1 0 0 0 0,0 0 0 0 0,1 0 0 0 0,-1 0 0 0 0,0 0 0 0 0,1 0 0 0 0,-1 0 0 0 0,0 1 0 0 0,1-2 0 0 0,-1 1 0 0 0,1 0 0 0 0,11-1 0 0 0,-12 1 0 0 0,3-1 0 0 0,0-1 0 0 0,0 1 0 0 0,0 0 0 0 0,0-1 0 0 0,0 0 0 0 0,0 0 0 0 0,0 0 0 0 0,-1 0 0 0 0,5-4 0 0 0,-5 3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05.042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136 160 9240 0 0,'1'0'269'0'0,"-3"-2"761"0"0,-6 0 312 0 0,3 4-1287 0 0,0 0-1 0 0,0 0 1 0 0,0 1-1 0 0,0 0 1 0 0,0 0-1 0 0,0 0 1 0 0,1 0 0 0 0,-5 5-1 0 0,-31 33-193 0 0,38-39 120 0 0,-11 15-56 0 0,10-13-128 0 0,0 0 0 0 0,0 0 0 0 0,0 0 0 0 0,-8 6 0 0 0,11-10 175 0 0,2-1-84 0 0,0 0 104 0 0,-1 0 1 0 0,1 0-1 0 0,0 0 1 0 0,0 0-1 0 0,-1 0 0 0 0,3-3 1 0 0,0 1 2 0 0,5-5 7 0 0,0 0-1 0 0,0-1 1 0 0,12-16-1 0 0,7-6 316 0 0,-44 50 156 0 0,-27 41 0 0 0,32-44-346 0 0,-12 17 261 0 0,47-54-96 0 0,-15 13-253 0 0,0 0 0 0 0,14-18 1 0 0,-13 14 34 0 0,1-1 0 0 0,0 2 1 0 0,22-20-1 0 0,-31 30 372 0 0,-5 5-226 0 0,-10 12-131 0 0,0-1 83 0 0,18-20-120 0 0,0 1 1 0 0,1 0 0 0 0,-1 1 0 0 0,10-5-1 0 0,2-2-11 0 0,-5 3-23 0 0,13-7 9 0 0,-23 13-25 0 0,-1 0 0 0 0,0 0 1 0 0,0 0-1 0 0,0 0 0 0 0,0 0 0 0 0,0 0 0 0 0,0 0 0 0 0,0 0 0 0 0,0 0 0 0 0,-1 0 0 0 0,1 0 0 0 0,0 0 0 0 0,-1-1 0 0 0,1 1 0 0 0,0-2 0 0 0,-1 2 0 0 0,0 1 1 0 0,-1-1-1 0 0,1 0 0 0 0,0 0 0 0 0,-1 1 0 0 0,1-1 0 0 0,-1 0 1 0 0,1 1-1 0 0,-1-1 0 0 0,1 0 0 0 0,-1 1 0 0 0,1-1 0 0 0,-1 1 1 0 0,1-1-1 0 0,-1 1 0 0 0,0-1 0 0 0,1 1 0 0 0,-1-1 1 0 0,0 1-1 0 0,0 0 0 0 0,1-1 0 0 0,-1 1 0 0 0,0 0 0 0 0,0 0 1 0 0,1-1-1 0 0,-1 1 0 0 0,0 0 0 0 0,-1 0 0 0 0,-26-4 33 0 0,25 3-26 0 0,0 1 1 0 0,0 0-1 0 0,0 1 0 0 0,0-1 1 0 0,0 1-1 0 0,1-1 1 0 0,-1 1-1 0 0,0 0 1 0 0,0 0-1 0 0,0 0 1 0 0,-2 2-1 0 0,4-3 0 0 0,-1 1-1 0 0,1-1 0 0 0,0 1 0 0 0,0 0 1 0 0,0 0-1 0 0,0 0 0 0 0,0 0 0 0 0,0 0 0 0 0,0 0 1 0 0,0 0-1 0 0,1 0 0 0 0,-1 0 0 0 0,0 0 1 0 0,1 0-1 0 0,-1 0 0 0 0,0 1 0 0 0,1-1 0 0 0,0 0 1 0 0,-1 1-1 0 0,1-1 0 0 0,0 0 0 0 0,-1 1 1 0 0,1-1-1 0 0,0 0 0 0 0,0 1 0 0 0,0 1 1 0 0,1-2-3 0 0,-1 0 1 0 0,1 1 0 0 0,0-1-1 0 0,-1 0 1 0 0,1 0 0 0 0,0 0-1 0 0,0 0 1 0 0,0 0 0 0 0,-1 0-1 0 0,1-1 1 0 0,0 1 0 0 0,0 0 0 0 0,0 0-1 0 0,1-1 1 0 0,-1 1 0 0 0,0 0-1 0 0,0-1 1 0 0,0 1 0 0 0,0-1-1 0 0,1 1 1 0 0,-1-1 0 0 0,0 0-1 0 0,0 0 1 0 0,1 0 0 0 0,0 1-1 0 0,2-1 0 0 0,0 1-1 0 0,0-1 0 0 0,0 0 0 0 0,0 1 0 0 0,0-2 0 0 0,0 1 0 0 0,5-1 0 0 0,-8 0-3 0 0,1 1-1 0 0,-1-1 1 0 0,1 0 0 0 0,-1 1-1 0 0,0-1 1 0 0,1 0 0 0 0,-1 0-1 0 0,0 0 1 0 0,0 0 0 0 0,0 0-1 0 0,0 0 1 0 0,0-1-1 0 0,0 1 1 0 0,0 0 0 0 0,0 0-1 0 0,0-1 1 0 0,0 1 0 0 0,-1-1-1 0 0,1 1 1 0 0,-1 0-1 0 0,1-1 1 0 0,-1 1 0 0 0,1-1-1 0 0,-1 1 1 0 0,0-1 0 0 0,0 0-1 0 0,1-1 1 0 0,-1 1-1 0 0,0 1 0 0 0,-1 0 1 0 0,1-1-1 0 0,0 1 0 0 0,0 0 1 0 0,0-1-1 0 0,-1 1 0 0 0,1 0 0 0 0,-1 0 1 0 0,1 0-1 0 0,-1-1 0 0 0,1 1 1 0 0,-1 0-1 0 0,0 0 0 0 0,0 0 0 0 0,1 0 1 0 0,-1 0-1 0 0,0 0 0 0 0,0 0 1 0 0,0 0-1 0 0,0 0 0 0 0,0 1 0 0 0,0-1 1 0 0,0 0-1 0 0,-1 1 0 0 0,1-1 1 0 0,0 1-1 0 0,0-1 0 0 0,0 1 0 0 0,-1-1 1 0 0,1 1-1 0 0,0 0 0 0 0,-2-1 1 0 0,0 1-2 0 0,1 0 1 0 0,-1-1 0 0 0,1 1 0 0 0,-1 0 0 0 0,1 1 0 0 0,-1-1 0 0 0,1 0 0 0 0,-1 1 0 0 0,1-1 0 0 0,-3 2 0 0 0,5-2-1 0 0,-1 0 1 0 0,1 0-1 0 0,-1 1 0 0 0,1-1 1 0 0,-1 0-1 0 0,1 1 1 0 0,0-1-1 0 0,-1 1 0 0 0,1-1 1 0 0,0 0-1 0 0,-1 1 0 0 0,1-1 1 0 0,0 1-1 0 0,-1-1 1 0 0,1 1-1 0 0,0-1 0 0 0,0 1 1 0 0,0-1-1 0 0,-1 2 1 0 0,1-1-1 0 0,0 0 0 0 0,0 0 1 0 0,0 1-1 0 0,0-1 0 0 0,0 0 1 0 0,1 0-1 0 0,-1 1 1 0 0,0-1-1 0 0,1 0 0 0 0,-1 0 1 0 0,1 2-1 0 0,1 0 2 0 0,0 0 0 0 0,0 0 0 0 0,0 0 0 0 0,0 0 0 0 0,0 0 1 0 0,1-1-1 0 0,-1 1 0 0 0,1-1 0 0 0,-1 0 0 0 0,1 0 0 0 0,0 0 0 0 0,0 0 0 0 0,5 2 0 0 0,-6-3 2 0 0,0 0-1 0 0,0 0 1 0 0,0 0 0 0 0,1 0-1 0 0,-1-1 1 0 0,0 1 0 0 0,1-1-1 0 0,-1 1 1 0 0,0-1-1 0 0,1 0 1 0 0,-1 0 0 0 0,0 0-1 0 0,1 0 1 0 0,-1 0 0 0 0,0-1-1 0 0,1 1 1 0 0,-1-1 0 0 0,0 1-1 0 0,0-1 1 0 0,5-2 0 0 0,-7 2 0 0 0,1 1 0 0 0,-1-1 1 0 0,1 1-1 0 0,-1-1 0 0 0,0 0 1 0 0,1 0-1 0 0,-1 1 0 0 0,0-1 1 0 0,1 0-1 0 0,-1 0 1 0 0,0 1-1 0 0,0-1 0 0 0,0 0 1 0 0,0 0-1 0 0,0 1 0 0 0,0-1 1 0 0,0 0-1 0 0,0 0 1 0 0,0 0-1 0 0,0 1 0 0 0,0-1 1 0 0,0 0-1 0 0,0 0 0 0 0,-1 0 1 0 0,1 1-1 0 0,0-1 1 0 0,-1 0-1 0 0,1 1 0 0 0,-1-1 1 0 0,1 0-1 0 0,0 1 0 0 0,-2-2 1 0 0,-14-21 139 0 0,14 22-133 0 0,1 0 1 0 0,0 0-1 0 0,0 1 1 0 0,-1-1 0 0 0,1 0-1 0 0,0 1 1 0 0,-1-1 0 0 0,1 0-1 0 0,-1 1 1 0 0,1 0-1 0 0,-1-1 1 0 0,1 1 0 0 0,-1 0-1 0 0,1 0 1 0 0,-1 0 0 0 0,1 0-1 0 0,-1 0 1 0 0,1 0-1 0 0,-1 0 1 0 0,1 1 0 0 0,-1-1-1 0 0,1 0 1 0 0,-1 1 0 0 0,1-1-1 0 0,0 1 1 0 0,-1 0-1 0 0,1-1 1 0 0,0 1 0 0 0,-3 2-1 0 0,-3 1 44 0 0,0 1 1 0 0,0 1-1 0 0,-11 11 0 0 0,17-17-49 0 0,0 1 0 0 0,1-1 1 0 0,-1 1-1 0 0,0 0 0 0 0,1-1 0 0 0,-1 1 1 0 0,1 0-1 0 0,-1 0 0 0 0,1-1 1 0 0,-1 1-1 0 0,1 0 0 0 0,0 0 0 0 0,-1 0 1 0 0,1-1-1 0 0,0 1 0 0 0,0 0 0 0 0,-1 0 1 0 0,1 0-1 0 0,0 0 0 0 0,0 0 0 0 0,0-1 1 0 0,0 1-1 0 0,0 0 0 0 0,0 0 1 0 0,0 0-1 0 0,1 0 0 0 0,-1 0 0 0 0,0 0 1 0 0,0-1-1 0 0,1 1 0 0 0,-1 0 0 0 0,0 0 1 0 0,1 0-1 0 0,-1-1 0 0 0,1 1 0 0 0,-1 0 1 0 0,1-1-1 0 0,1 2 0 0 0,-1-1-4 0 0,0 0 1 0 0,1 0-1 0 0,-1 0 0 0 0,1 0 0 0 0,-1 0 0 0 0,1 0 0 0 0,-1 0 0 0 0,1-1 1 0 0,0 1-1 0 0,-1 0 0 0 0,1-1 0 0 0,0 0 0 0 0,0 1 0 0 0,0-1 1 0 0,-1 0-1 0 0,1 0 0 0 0,0 0 0 0 0,2 0 0 0 0,0-1 0 0 0,1 0 0 0 0,-1 0 0 0 0,1-1 0 0 0,-1 1 0 0 0,1-1 0 0 0,-1 0 0 0 0,0 0 0 0 0,0-1 0 0 0,0 1 0 0 0,0-1 0 0 0,-1 0 0 0 0,7-6 0 0 0,-8 7-1 0 0,0 0 0 0 0,0-1-1 0 0,0 1 1 0 0,-1 0 0 0 0,1-1-1 0 0,-1 0 1 0 0,1 1-1 0 0,-1-1 1 0 0,0 1 0 0 0,0-1-1 0 0,0 0 1 0 0,-1 0 0 0 0,1 0-1 0 0,-1 0 1 0 0,1 0-1 0 0,-1 1 1 0 0,0-1 0 0 0,0 0-1 0 0,0 0 1 0 0,-1 0 0 0 0,0-4-1 0 0,1 7 1 0 0,0-1-1 0 0,0 1 1 0 0,0 0 0 0 0,0-1-1 0 0,0 1 1 0 0,0 0-1 0 0,0-1 1 0 0,0 1 0 0 0,0 0-1 0 0,-1-1 1 0 0,1 1-1 0 0,0 0 1 0 0,0-1-1 0 0,0 1 1 0 0,0 0 0 0 0,-1 0-1 0 0,1-1 1 0 0,0 1-1 0 0,0 0 1 0 0,-1-1 0 0 0,1 1-1 0 0,0 0 1 0 0,0 0-1 0 0,-1 0 1 0 0,1-1 0 0 0,-1 1-1 0 0,-4 6 20 0 0,0 14 11 0 0,5-19-29 0 0,0-1 0 0 0,-1 1 1 0 0,1 0-1 0 0,0 0 0 0 0,0 0 1 0 0,0 0-1 0 0,0 0 0 0 0,0 0 0 0 0,1 0 1 0 0,-1 0-1 0 0,0 0 0 0 0,0-1 1 0 0,1 1-1 0 0,-1 0 0 0 0,0 0 1 0 0,1 0-1 0 0,-1 0 0 0 0,1-1 0 0 0,-1 1 1 0 0,1 0-1 0 0,-1 0 0 0 0,1-1 1 0 0,0 1-1 0 0,-1 0 0 0 0,1-1 0 0 0,0 1 1 0 0,-1-1-1 0 0,1 1 0 0 0,0-1 1 0 0,0 1-1 0 0,0-1 0 0 0,-1 1 0 0 0,1-1 1 0 0,0 0-1 0 0,0 0 0 0 0,0 1 1 0 0,2-1-1 0 0,-1 0 6 0 0,0 0 0 0 0,1 0 0 0 0,-1 0-1 0 0,0 0 1 0 0,0 0 0 0 0,1-1 0 0 0,-1 1 0 0 0,0-1 0 0 0,0 0 0 0 0,1 1 0 0 0,-1-1 0 0 0,0 0-1 0 0,0 0 1 0 0,3-3 0 0 0,6-10 79 0 0,-10 13-86 0 0,-1 1 1 0 0,1-1 0 0 0,-1 0 0 0 0,0 1 0 0 0,0-1 0 0 0,1 0 0 0 0,-1 0-1 0 0,0 1 1 0 0,0-1 0 0 0,0 0 0 0 0,0 0 0 0 0,0 0 0 0 0,0 1 0 0 0,0-1 0 0 0,0 0-1 0 0,0 0 1 0 0,0 1 0 0 0,0-1 0 0 0,0 0 0 0 0,-1 0 0 0 0,1 1 0 0 0,-1-2-1 0 0,0 1-1 0 0,0 0 0 0 0,0-1 0 0 0,1 1 0 0 0,0 0 0 0 0,0 2 0 0 0,-1 0-1 0 0,1 0 0 0 0,-1 0-1 0 0,1 0 1 0 0,-1 0 0 0 0,1 0-1 0 0,-1 1 1 0 0,1-1 0 0 0,0 0-1 0 0,-1 0 1 0 0,1 0 0 0 0,0 1-1 0 0,0-1 1 0 0,0 0 0 0 0,0 0-1 0 0,0 1 1 0 0,1-1 0 0 0,-1 0-1 0 0,0 0 1 0 0,0 0-1 0 0,1 1 1 0 0,-1-1 0 0 0,1 1-1 0 0,3 17-8 0 0,12-37-51 0 0,-10 3 4 0 0,-3 4-1 0 0,0 6 30 0 0,0-5-84 0 0,1-4 76 0 0,-6 24-12 0 0,1-8 45 0 0,-1 9-13 0 0,-1-1 1 0 0,1 1 0 0 0,1 0-1 0 0,-1 10 1 0 0,3-23 14 0 0,0-1 0 0 0,0 0 0 0 0,0 1 0 0 0,0-1 0 0 0,1 0 1 0 0,1-2-1 0 0,2-4 1 0 0,-5 9-1 0 0,0-1 1 0 0,1 1 0 0 0,-1 0 0 0 0,0 0 0 0 0,0 0 0 0 0,0-1 0 0 0,0 1 0 0 0,1 0 0 0 0,-1 0 0 0 0,0 0 0 0 0,0-1 0 0 0,0 1 0 0 0,0 0 0 0 0,0 0 0 0 0,0-1 0 0 0,0 1 0 0 0,0 0 0 0 0,0 0 0 0 0,0-1 0 0 0,0 1 0 0 0,0 0 0 0 0,0 0 0 0 0,0-1 0 0 0,0 1 0 0 0,0 0 0 0 0,0-1 0 0 0,0 1 0 0 0,0 0 0 0 0,0 0 0 0 0,0 0 0 0 0,0-1 0 0 0,0 1 0 0 0,-1 0 0 0 0,1 0 0 0 0,0-1 0 0 0,0 1 0 0 0,0 0 0 0 0,0 0 0 0 0,-1-1 0 0 0,0 0 0 0 0,0 0 0 0 0,0 1 0 0 0,0 0 0 0 0,0 1 0 0 0,0-1 2 0 0,0 1 3 0 0,0 1 3 0 0,0-2-5 0 0,1 0-1 0 0,-1 1 1 0 0,1-1-1 0 0,0 1 1 0 0,-1-1-1 0 0,1 0 1 0 0,-1 1-1 0 0,1-1 1 0 0,-1 0-1 0 0,1 1 1 0 0,-1-1-1 0 0,1 0 1 0 0,-1 0-1 0 0,0 1 1 0 0,1-1-1 0 0,-1 0 1 0 0,1 0-1 0 0,-1 0 1 0 0,1 0-1 0 0,-1 0 1 0 0,0 0-1 0 0,1 0 1 0 0,-1 0-1 0 0,1 0 1 0 0,-2 0-1 0 0,2 0 8 0 0,1-14 19 0 0,-1 12-13 0 0,0-1 0 0 0,0 0 0 0 0,0 0 1 0 0,0 1-1 0 0,0-1 0 0 0,-1-4 0 0 0,0 6-10 0 0,0 1-1 0 0,0 0 0 0 0,1-1 0 0 0,-1 1 0 0 0,0 0 0 0 0,0-1 0 0 0,0 1 0 0 0,0 0 0 0 0,0 0 0 0 0,0 0 0 0 0,1 0 0 0 0,-1-1 0 0 0,0 1 0 0 0,0 1 0 0 0,0-1 1 0 0,0 0-1 0 0,-2 0 0 0 0,3 0 1 0 0,-48 7 0 0 0,46-8-3 0 0,0 0 0 0 0,0 0 0 0 0,0 0 0 0 0,0-1-1 0 0,0 1 1 0 0,0-1 0 0 0,-2-1 0 0 0,-1-1 44 0 0,1 1-17 0 0,0 0-1 0 0,-1 0 1 0 0,1 1 0 0 0,-1 0 0 0 0,1 0-1 0 0,-1 0 1 0 0,0 0 0 0 0,0 1 0 0 0,0 0 0 0 0,0 0-1 0 0,0 0 1 0 0,0 1 0 0 0,0-1 0 0 0,0 1-1 0 0,0 0 1 0 0,0 1 0 0 0,-1-1 0 0 0,1 1 0 0 0,0 0-1 0 0,-9 3 1 0 0,13-3-20 0 0,0 0-1 0 0,-1-1 1 0 0,1 1 0 0 0,-1-1-1 0 0,1 0 1 0 0,0 1-1 0 0,-1-1 1 0 0,1 0 0 0 0,-1 0-1 0 0,1 0 1 0 0,0 0-1 0 0,-1 0 1 0 0,1 0 0 0 0,-1 0-1 0 0,1-1 1 0 0,-1 1-1 0 0,1 0 1 0 0,0-1 0 0 0,-1 1-1 0 0,1-1 1 0 0,0 0-1 0 0,0 1 1 0 0,-1-1 0 0 0,1 0-1 0 0,0 0 1 0 0,0 0-1 0 0,0 0 1 0 0,0 0 0 0 0,0 0-1 0 0,0 0 1 0 0,0 0-1 0 0,0 0 1 0 0,0 0 0 0 0,1 0-1 0 0,-1-1 1 0 0,0 1-1 0 0,1 0 1 0 0,-1-1-1 0 0,1 1 1 0 0,-1 0 0 0 0,1-1-1 0 0,0 1 1 0 0,-1-1-1 0 0,1-1 1 0 0,-3-17 151 0 0,2 16-137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21.774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26 108 9848 0 0,'-11'33'979'0'0,"8"-21"-367"0"0,0 0 0 0 0,-1 16 1 0 0,2-8-319 0 0,2-18-136 0 0,1-13-105 0 0,11-95 7 0 0,-10 97-59 0 0,-1 4 0 0 0,0 1 0 0 0,-1-1 1 0 0,1 0-1 0 0,-1 0 0 0 0,0 0 0 0 0,0 0 0 0 0,-2-5 1 0 0,1 12-2 0 0,-1-1 0 0 0,1 1 0 0 0,-1 0 0 0 0,1 0 1 0 0,0 0-1 0 0,-2 4 0 0 0,1 0 5 0 0,1 1-1 0 0,-1-1 1 0 0,1 1-1 0 0,1-1 1 0 0,-1 1-1 0 0,1 0 1 0 0,0 6 0 0 0,9 48 98 0 0,-5-38-30 0 0,-4-22-61 0 0,0 1 1 0 0,0-1-1 0 0,0 0 0 0 0,0 1 0 0 0,1-1 0 0 0,-1 0 1 0 0,1 1-1 0 0,-1-1 0 0 0,1 0 0 0 0,-1 0 0 0 0,1 1 0 0 0,0-1 1 0 0,0 0-1 0 0,1 2 0 0 0,-2-3-6 0 0,0 0 0 0 0,1 0 0 0 0,-1 0 0 0 0,0 0 1 0 0,0 0-1 0 0,0 0 0 0 0,1 0 0 0 0,-1 0 0 0 0,0 0 0 0 0,0 0 0 0 0,1 0 0 0 0,-1 0 0 0 0,0 0 1 0 0,0 0-1 0 0,0 0 0 0 0,1 0 0 0 0,-1 0 0 0 0,0 0 0 0 0,0 0 0 0 0,0 0 0 0 0,0 0 0 0 0,1 0 1 0 0,-1 0-1 0 0,0 0 0 0 0,0-1 0 0 0,0 1 0 0 0,0 0 0 0 0,1 0 0 0 0,-1 0 0 0 0,0 0 1 0 0,0-1-1 0 0,7-11 83 0 0,-4 0-34 0 0,0 0 0 0 0,-1-1 0 0 0,0 1 0 0 0,1-17 0 0 0,-4-51 90 0 0,1 73-143 0 0,-7 20 19 0 0,1-1 0 0 0,-6 17 1 0 0,12-27-22 0 0,-3 6 5 0 0,0 1 1 0 0,1-1 0 0 0,-1 11 0 0 0,2-17-5 0 0,1 1 1 0 0,0-1-1 0 0,0 1 1 0 0,0-1-1 0 0,1 1 1 0 0,-1 0-1 0 0,1-1 0 0 0,-1 0 1 0 0,1 1-1 0 0,0-1 1 0 0,0 1-1 0 0,0-1 1 0 0,0 0-1 0 0,0 0 1 0 0,3 4-1 0 0,-2-6 34 0 0,0-5-26 0 0,0-6-6 0 0,-1 11-2 0 0,2-32 13 0 0,-1 14 22 0 0,0-1-1 0 0,7-23 0 0 0,-13 45 126 0 0,2-1-102 0 0,3-2 33 0 0,10-6-5 0 0,-8 4-75 0 0,0 0 0 0 0,0 0-1 0 0,0 0 1 0 0,0 0 0 0 0,0 0 0 0 0,-1-1 0 0 0,1 1 0 0 0,0-1 0 0 0,-1 0 0 0 0,3-4 0 0 0,-3 4-3 0 0,-2 2-8 0 0,1 0 1 0 0,0-1-1 0 0,-1 1 1 0 0,1 0-1 0 0,0 0 1 0 0,0 0-1 0 0,0 0 1 0 0,0 0 0 0 0,0 0-1 0 0,0 0 1 0 0,0 0-1 0 0,0 0 1 0 0,2-1-1 0 0,-2 2 2 0 0,-1 0 13 0 0,0-1-14 0 0,-1 1 0 0 0,0-1 0 0 0,0 1 0 0 0,0 0 0 0 0,1-1 0 0 0,-1 1 0 0 0,0 0 0 0 0,0-1 0 0 0,0 1 0 0 0,0 0 0 0 0,0 0 0 0 0,0 0 0 0 0,0 0 0 0 0,0 0 0 0 0,0 0 0 0 0,1 0 0 0 0,-1 0 0 0 0,0 0 1 0 0,0 1-1 0 0,0-1 0 0 0,0 0 0 0 0,0 0 0 0 0,0 1 0 0 0,0 0 0 0 0,-24 12 10 0 0,19-10-3 0 0,2-1 4 0 0,-1 1 0 0 0,1 0 0 0 0,0 0 0 0 0,0 0 0 0 0,0 0-1 0 0,0 0 1 0 0,1 1 0 0 0,0 0 0 0 0,-5 5 0 0 0,8-8-7 0 0,0-1-1 0 0,0 0 0 0 0,-1 0 0 0 0,1 0 1 0 0,0 0-1 0 0,0 1 0 0 0,0-1 1 0 0,0 0-1 0 0,0 0 0 0 0,0 0 1 0 0,0 1-1 0 0,0-1 0 0 0,0 0 1 0 0,0 0-1 0 0,0 0 0 0 0,0 1 1 0 0,0-1-1 0 0,0 0 0 0 0,0 0 1 0 0,0 0-1 0 0,0 0 0 0 0,0 1 1 0 0,0-1-1 0 0,0 0 0 0 0,0 0 1 0 0,1 0-1 0 0,-1 1 0 0 0,0-1 0 0 0,0 0 1 0 0,0 0-1 0 0,0 0 0 0 0,0 0 1 0 0,0 0-1 0 0,0 1 0 0 0,1-1 1 0 0,-1 0-1 0 0,0 0 0 0 0,0 0 1 0 0,1 0-1 0 0,9 1 93 0 0,11-6 3 0 0,-17 3-79 0 0,0 0-1 0 0,0 0 0 0 0,0-1 1 0 0,0 0-1 0 0,0 1 1 0 0,-1-1-1 0 0,1-1 0 0 0,-1 1 1 0 0,0-1-1 0 0,0 1 1 0 0,0-1-1 0 0,0 0 0 0 0,-1 0 1 0 0,1 0-1 0 0,-1 0 1 0 0,0 0-1 0 0,1-5 1 0 0,-3 9-21 0 0,0 0 0 0 0,0-1 0 0 0,0 1 0 0 0,0 0 0 0 0,0 0 1 0 0,-1 0-1 0 0,1 0 0 0 0,0 0 0 0 0,0-1 0 0 0,0 1 1 0 0,0 0-1 0 0,0 0 0 0 0,0 0 0 0 0,-1 0 0 0 0,1 0 0 0 0,0 0 1 0 0,0 0-1 0 0,0 0 0 0 0,0 0 0 0 0,0 0 0 0 0,-1-1 1 0 0,1 1-1 0 0,0 0 0 0 0,0 0 0 0 0,0 0 0 0 0,0 0 0 0 0,-1 0 1 0 0,1 0-1 0 0,0 0 0 0 0,0 0 0 0 0,0 0 0 0 0,0 0 0 0 0,-1 0 1 0 0,1 1-1 0 0,0-1 0 0 0,0 0 0 0 0,0 0 0 0 0,0 0 1 0 0,0 0-1 0 0,-1 0 0 0 0,1 0 0 0 0,0 0 0 0 0,0 0 0 0 0,0 0 1 0 0,0 0-1 0 0,0 1 0 0 0,0-1 0 0 0,-1 0 0 0 0,1 0 1 0 0,0 0-1 0 0,0 0 0 0 0,-8 5 9 0 0,8-5-9 0 0,-5 3 4 0 0,2-2 3 0 0,0 1-1 0 0,0 0 0 0 0,0 0 0 0 0,0 1 1 0 0,0-1-1 0 0,0 0 0 0 0,-3 6 1 0 0,4-7-1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7:11.119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0 1 10752 0 0,'6'21'55'0'0,"4"9"194"0"0,1 8 327 0 0,7 40 1 0 0,-13-46-294 0 0,0 3 365 0 0,17 59 0 0 0,-19-83-442 0 0,1 0 0 0 0,1-1 0 0 0,-1 1 0 0 0,11 15 0 0 0,-13-22-160 0 0,1-1 0 0 0,0 1 0 0 0,1 0 0 0 0,-1-1 0 0 0,0 0 0 0 0,1 0 0 0 0,0 0 0 0 0,0 0 0 0 0,0 0 0 0 0,0-1 0 0 0,0 0 0 0 0,0 0 0 0 0,9 3 0 0 0,2-1 56 0 0,-1-1-1 0 0,1-1 1 0 0,0 0-1 0 0,0-1 1 0 0,24 0-1 0 0,75-12 613 0 0,-80 4-393 0 0,-32 6-290 0 0,0 1 0 0 0,0-1-1 0 0,0 0 1 0 0,0 0 0 0 0,0 0-1 0 0,0 0 1 0 0,0 0 0 0 0,-1 0-1 0 0,1 0 1 0 0,0 0-1 0 0,-1-1 1 0 0,1 1 0 0 0,-1-1-1 0 0,2-1 1 0 0,-1 0-6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7:13.548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 1 11256 0 0,'9'6'302'0'0,"3"8"753"0"0,0-1-294 0 0,8 2-260 0 0,1-1-1 0 0,30 16 1 0 0,23 16 591 0 0,-66-40-973 0 0,1 1 1 0 0,-1 0-1 0 0,-1 0 0 0 0,0 1 0 0 0,0 0 0 0 0,8 13 0 0 0,-6-9-17 0 0,0 0 1 0 0,1-1-1 0 0,0 0 0 0 0,1-1 0 0 0,14 12 0 0 0,-12-12 9 0 0,0 0-1 0 0,0-1 1 0 0,22 10-1 0 0,-31-17-82 0 0,1 0-1 0 0,-1-1 1 0 0,0 1-1 0 0,1-1 1 0 0,-1 0-1 0 0,1 0 1 0 0,-1-1 0 0 0,1 1-1 0 0,-1-1 1 0 0,1 0-1 0 0,0 0 1 0 0,-1-1-1 0 0,1 1 1 0 0,-1-1-1 0 0,1 0 1 0 0,-1 0-1 0 0,5-2 1 0 0,2-3 51 0 0,1 1 0 0 0,13-11 0 0 0,-18 12-54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5:20.595"/>
    </inkml:context>
    <inkml:brush xml:id="br0">
      <inkml:brushProperty name="width" value="0.2" units="cm"/>
      <inkml:brushProperty name="height" value="0.2" units="cm"/>
      <inkml:brushProperty name="color" value="#D5F5E6"/>
    </inkml:brush>
  </inkml:definitions>
  <inkml:trace contextRef="#ctx0" brushRef="#br0">51 20 7024 0 0,'0'0'3030'0'0,"3"-1"-2746"0"0,-5 1-497 0 0,2 0 200 0 0,-1 1 1 0 0,1 0-1 0 0,-1 0 1 0 0,1 0-1 0 0,-1 0 0 0 0,0-1 1 0 0,1 1-1 0 0,-1 0 0 0 0,0-1 1 0 0,0 1-1 0 0,1 0 1 0 0,-1-1-1 0 0,0 1 0 0 0,-2 0 1 0 0,1 0 12 0 0,0 0 0 0 0,1 0 1 0 0,-1 0 6 0 0,1 1 1 0 0,-4 3 537 0 0,6-10-159 0 0,-3-7 1554 0 0,2 12-1931 0 0,0 0 1 0 0,0 0-1 0 0,0 0 1 0 0,0 0 0 0 0,1 0-1 0 0,-1 0 1 0 0,0 0-1 0 0,0 0 1 0 0,0 0-1 0 0,0 0 1 0 0,0 1 0 0 0,0-1-1 0 0,1 0 1 0 0,-1 0-1 0 0,0 0 1 0 0,0 0-1 0 0,0 0 1 0 0,0 0 0 0 0,0 0-1 0 0,0 1 1 0 0,0-1-1 0 0,0 0 1 0 0,0 0-1 0 0,0 0 1 0 0,1 0 0 0 0,-1 0-1 0 0,0 1 1 0 0,0-1-1 0 0,0 0 1 0 0,0 0-1 0 0,0 0 1 0 0,0 0 0 0 0,0 1-1 0 0,0-1 1 0 0,0 0-1 0 0,0 0 1 0 0,-1 1 38 0 0,1-1 1 0 0,-1 0-1 0 0,1 0 0 0 0,-1 1 1 0 0,1-1-1 0 0,-1 0 0 0 0,1 0 1 0 0,-1 1-1 0 0,1-1 1 0 0,-1 0-1 0 0,0 0 0 0 0,1 0 1 0 0,-1 0-1 0 0,1 0 0 0 0,-1 0 1 0 0,1 0-1 0 0,-1 0 0 0 0,1 0 1 0 0,-1 0-1 0 0,1 0 1 0 0,-1-1-1 0 0,0 1 0 0 0,0 0 1 0 0,-12-6 6 0 0,11 6-3 0 0,17-7 15 0 0,-13 6-59 0 0,-1 0 0 0 0,0 0 1 0 0,0 1 4 0 0,0 0-3 0 0,0 0-2 0 0,0 0-2 0 0,0 0-3 0 0,0 0 2 0 0,0 0-2 0 0,-2 0 2 0 0,0 0-2 0 0,0 1 2 0 0,0 0-2 0 0,0 0 2 0 0,0 0-1 0 0,0 0 7 0 0,0-1-7 0 0,0 0 3 0 0,0 0 65 0 0,5-7 9 0 0,0 2 214 0 0,-7-2 17 0 0,2 11-184 0 0,1-4-120 0 0,2 0 0 0 0,0 1 0 0 0,0-1 0 0 0,7-1 29 0 0,-9 1 72 0 0,0 1-97 0 0,0 0 0 0 0,0-1 0 0 0,0 1 0 0 0,0-1 0 0 0,-1 1 0 0 0,1 0 0 0 0,0-1 1 0 0,0 1-1 0 0,0-1 0 0 0,0 1 0 0 0,0-1 0 0 0,1 1 0 0 0,-1 0 0 0 0,0-1 0 0 0,0 1 0 0 0,1 0 1 0 0,0 3-7 0 0,0 0-3 0 0,1 1 2 0 0,0 5 3 0 0,-1-9-7 0 0,-1 0 0 0 0,0 0 0 0 0,1 0 0 0 0,-1 0 0 0 0,0 1-1 0 0,0-1 1 0 0,0 0 0 0 0,0 0 0 0 0,0 0 0 0 0,0 0 0 0 0,0 0 0 0 0,0 0 0 0 0,0 0 0 0 0,0 0 0 0 0,-1 0 0 0 0,1 0 0 0 0,0 1 0 0 0,-2 0 0 0 0,2-1-1 0 0,0 0 0 0 0,0 0 0 0 0,0 0 0 0 0,-1 0 0 0 0,1 0 0 0 0,0 0 0 0 0,-1-1 0 0 0,1 1 0 0 0,-1 0 0 0 0,1 0 0 0 0,-1 0 0 0 0,1-1 0 0 0,-1 1 0 0 0,1 0 0 0 0,-1-1 0 0 0,0 1 0 0 0,0-1 0 0 0,1 1 0 0 0,-2 0 0 0 0,1-1 0 0 0,1 1 1 0 0,0-1 4 0 0,-1 1-2 0 0,0 0 2 0 0,0 0-2 0 0,0 1 2 0 0,0-1-2 0 0,0 0 8 0 0,0 0-7 0 0,1-1-1 0 0,-1 1 0 0 0,1-1 0 0 0,0 1 0 0 0,-1-1 0 0 0,1 1 0 0 0,0 0 0 0 0,-1-1 1 0 0,1 1-1 0 0,0-1 0 0 0,0 1 0 0 0,0 0 0 0 0,-1-1 0 0 0,1 1 0 0 0,0 0 0 0 0,0-1 1 0 0,0 1-1 0 0,0 0 0 0 0,0-1 0 0 0,0 1 0 0 0,0 0 0 0 0,1-1 0 0 0,-1 2 73 0 0,9-15-50 0 0,-8 12-15 0 0,-1 0-7 0 0,0 1 3 0 0,0 0 1 0 0,0 1-2 0 0,0 0-3 0 0,-1 0 4 0 0,0 0 1 0 0,-1 0 4 0 0,1 1-10 0 0,0 9 16 0 0,9-5-30 0 0,-1-4 1 0 0,-4-1 9 0 0,0-1 1 0 0,-1 1 0 0 0,1-1-1 0 0,0 0 1 0 0,0 0 0 0 0,0 0-1 0 0,0 0 1 0 0,0 0-1 0 0,4-2 1 0 0,-1 1-2 0 0,0 0 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5:23.467"/>
    </inkml:context>
    <inkml:brush xml:id="br0">
      <inkml:brushProperty name="width" value="0.2" units="cm"/>
      <inkml:brushProperty name="height" value="0.2" units="cm"/>
      <inkml:brushProperty name="color" value="#D5F5E6"/>
    </inkml:brush>
  </inkml:definitions>
  <inkml:trace contextRef="#ctx0" brushRef="#br0">1 82 5720 0 0,'0'0'13'0'0,"1"-1"0"0"0,-1 1 1 0 0,0 0-1 0 0,1 0 0 0 0,-1 0 0 0 0,1-1 1 0 0,-1 1-1 0 0,1 0 0 0 0,-1-1 0 0 0,1 1 1 0 0,-1 0-1 0 0,0-1 0 0 0,1 1 0 0 0,-1-1 1 0 0,0 1-1 0 0,1-1 0 0 0,-1 1 0 0 0,0 0 1 0 0,0-1-1 0 0,0 1 0 0 0,1-1 1 0 0,-1 1-1 0 0,0-1 0 0 0,0 1 0 0 0,0-1 1 0 0,0 1-1 0 0,0-1 0 0 0,0 0 0 0 0,0 1 1 0 0,0-1-1 0 0,0 1 0 0 0,0-1 0 0 0,0 0 1 0 0,0 0 8 0 0,0 0 0 0 0,0 0 0 0 0,0 0 0 0 0,0 0 0 0 0,0 0 0 0 0,1 0 0 0 0,-1 0 0 0 0,0 0 0 0 0,1 0 0 0 0,-1 0 0 0 0,1 0 0 0 0,-1 0 0 0 0,1 0 0 0 0,-1 0-1 0 0,1 1 1 0 0,-1-1 0 0 0,2-1 0 0 0,-2 2-13 0 0,1 0-1 0 0,-1 1 0 0 0,0-1 1 0 0,0 0-1 0 0,1 0 0 0 0,-1 1 1 0 0,0-1-1 0 0,0 0 0 0 0,0 1 1 0 0,0-1-1 0 0,1 0 0 0 0,-1 0 1 0 0,0 1-1 0 0,0-1 0 0 0,0 0 1 0 0,0 1-1 0 0,0-1 0 0 0,0 0 1 0 0,0 1-1 0 0,0-1 0 0 0,0 1 1 0 0,0-1-1 0 0,0 0 0 0 0,0 1 1 0 0,0-1-1 0 0,0 0 0 0 0,0 1 1 0 0,0-1-1 0 0,-1 14 92 0 0,0 7 16 0 0,1-15-36 0 0,0 0 1 0 0,-1 0 0 0 0,1 0 0 0 0,-1 0 0 0 0,-1 0 0 0 0,1-1 0 0 0,-5 12-1 0 0,14-49 2632 0 0,1 6-1293 0 0,-12 51-1034 0 0,2 29 0 0 0,1-49-270 0 0,0-5-106 0 0,0 0 0 0 0,0 1 0 0 0,0-1-1 0 0,0 0 1 0 0,0 0 0 0 0,0 0 0 0 0,0 0-1 0 0,0 0 1 0 0,0 0 0 0 0,0 0 0 0 0,0 0-1 0 0,0 1 1 0 0,0-1 0 0 0,0 0 0 0 0,0 0-1 0 0,0 0 1 0 0,0 0 0 0 0,0 0 0 0 0,0 0-1 0 0,0 0 1 0 0,1 0 0 0 0,-1 0 0 0 0,0 1-1 0 0,0-1 1 0 0,0 0 0 0 0,0 0 0 0 0,0 0-1 0 0,0 0 1 0 0,0 0 0 0 0,0 0 0 0 0,0 0-1 0 0,0 0 1 0 0,1 0 0 0 0,-1 0 0 0 0,0 0 0 0 0,0 0-1 0 0,0 0 1 0 0,0 0 0 0 0,0 0 0 0 0,0 0-1 0 0,0 0 1 0 0,0 0 0 0 0,1 0 0 0 0,-1 0-1 0 0,0 0 1 0 0,0 0 0 0 0,6-3 256 0 0,6-7 148 0 0,-12 8-20 0 0,-5 3-200 0 0,4-1-186 0 0,1 0 0 0 0,-1 0-1 0 0,1 0 1 0 0,0 0-1 0 0,-1 1 1 0 0,1-1 0 0 0,-1 0-1 0 0,1 1 1 0 0,-1-1-1 0 0,1 0 1 0 0,0 1 0 0 0,-1-1-1 0 0,1 0 1 0 0,0 1-1 0 0,-1-1 1 0 0,1 1 0 0 0,0-1-1 0 0,-1 0 1 0 0,1 1-1 0 0,0-1 1 0 0,0 1 0 0 0,0-1-1 0 0,-1 1 1 0 0,1 0 0 0 0,0 0-1 0 0,-1-1-2 0 0,1 0 7 0 0,0 1-7 0 0,0 0 1 0 0,0-1-3 0 0,0 0-2 0 0,-1 1 0 0 0,15-29 0 0 0,-8 9 8 0 0,5-21 0 0 0,-7 20 0 0 0,8-20 0 0 0,-10 33-2 0 0,9-16 21 0 0,-11 22-22 0 0,0 1-2 0 0,0 0 4 0 0,-7 10 21 0 0,7-10-26 0 0,-1 1 0 0 0,0-1 0 0 0,1 1 0 0 0,-1 0 0 0 0,1-1 0 0 0,0 1 0 0 0,-1 0 0 0 0,1-1 0 0 0,-1 1 0 0 0,1 0 0 0 0,0 0 0 0 0,0-1 0 0 0,-1 1 0 0 0,1 0 0 0 0,0 0 0 0 0,0 0 0 0 0,0 0 0 0 0,0-1 0 0 0,0 1 0 0 0,0 0 0 0 0,0 0 0 0 0,0 0 0 0 0,0-1 0 0 0,1 3 0 0 0,-1-1-1 0 0,1 0-1 0 0,-1 0 1 0 0,1-1 0 0 0,0 1-1 0 0,0 0 1 0 0,0 0 0 0 0,0 0-1 0 0,0-1 1 0 0,0 1-1 0 0,1 0 1 0 0,-1-1 0 0 0,0 1-1 0 0,1-1 1 0 0,2 3 0 0 0,-3-4-1 0 0,0 1 0 0 0,0-1 0 0 0,0 0 0 0 0,0 1 0 0 0,1-1 0 0 0,-1 0 0 0 0,0 1 0 0 0,0-1 0 0 0,0 0 0 0 0,0 0 0 0 0,1 0 0 0 0,-1 0 0 0 0,0 0 0 0 0,0 0 0 0 0,0 0 0 0 0,0-1 0 0 0,0 1 0 0 0,1 0 0 0 0,-1-1 0 0 0,0 1 0 0 0,0-1 0 0 0,0 1 0 0 0,0-1 0 0 0,0 1 0 0 0,0-1 0 0 0,0 0 0 0 0,1 0 0 0 0,-1 0 0 0 0,-1 0 0 0 0,1 0 0 0 0,0 0 0 0 0,0 0 0 0 0,-1 0 0 0 0,1 0 0 0 0,-1 0 0 0 0,1-1 0 0 0,-1 1 0 0 0,0 0 0 0 0,1 0 0 0 0,-1 0 0 0 0,0 0 0 0 0,0-1 0 0 0,0 1 0 0 0,0 0 0 0 0,0 0 0 0 0,0 0 0 0 0,0-1 0 0 0,0 1 0 0 0,0 0 0 0 0,-1 0 0 0 0,1 0 0 0 0,0 0 0 0 0,-1 0 0 0 0,0-2 0 0 0,0 2 1 0 0,0 1 4 0 0,0 0-3 0 0,-3 5-2 0 0,0-1 0 0 0,0 1 0 0 0,1-1 0 0 0,0 1 0 0 0,-1 0 0 0 0,2 1 0 0 0,-1-1 0 0 0,1 0 0 0 0,0 1 0 0 0,0 0 0 0 0,-2 8 0 0 0,-8 20 0 0 0,12-32 0 0 0,0-2 0 0 0,0 1 0 0 0,0 0 0 0 0,0-1 0 0 0,0 1 0 0 0,-1 0 0 0 0,1-1 0 0 0,0 1 0 0 0,0-1 0 0 0,0 1 0 0 0,-1 0 0 0 0,1-1 0 0 0,0 1 0 0 0,-1-1 0 0 0,1 1 0 0 0,0-1 0 0 0,-1 1 0 0 0,1-1 0 0 0,-1 1 0 0 0,1-1 0 0 0,-1 1 0 0 0,0-6 0 0 0,1 3-10 0 0,0 5-19 0 0,1-3 28 0 0,-1 0 0 0 0,0 0 0 0 0,0 0 1 0 0,0 0-1 0 0,0 0 0 0 0,1 0 0 0 0,-1 0 0 0 0,0 1 1 0 0,0-1-1 0 0,0 0 0 0 0,1 0 0 0 0,-1 0 0 0 0,0 0 0 0 0,0 0 1 0 0,0 0-1 0 0,1 0 0 0 0,-1 0 0 0 0,0 0 0 0 0,0 0 1 0 0,0-1-1 0 0,1 1 0 0 0,-1 0 0 0 0,0 0 0 0 0,0 0 1 0 0,0 0-1 0 0,0 0 0 0 0,1 0 0 0 0,-1 0 0 0 0,0 0 0 0 0,0 0 1 0 0,0-1-1 0 0,0 1 0 0 0,1 0 0 0 0,-1 0 0 0 0,0 0 1 0 0,0 0-1 0 0,0-1 0 0 0,0 1 0 0 0,0 0 0 0 0,2-1 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5:39.515"/>
    </inkml:context>
    <inkml:brush xml:id="br0">
      <inkml:brushProperty name="width" value="0.2" units="cm"/>
      <inkml:brushProperty name="height" value="0.2" units="cm"/>
      <inkml:brushProperty name="color" value="#D5F5E6"/>
    </inkml:brush>
  </inkml:definitions>
  <inkml:trace contextRef="#ctx0" brushRef="#br0">264 112 5920 0 0,'-1'0'5'0'0,"1"0"0"0"0,0 0 1 0 0,0 0-1 0 0,-1 0 0 0 0,1 0 0 0 0,0 1 0 0 0,0-1 1 0 0,0 0-1 0 0,-1-1 0 0 0,1 1 0 0 0,0 0 1 0 0,0 0-1 0 0,-1 0 0 0 0,1 0 0 0 0,0 0 1 0 0,0 0-1 0 0,-1 0 0 0 0,1 0 0 0 0,0 0 0 0 0,0 0 1 0 0,0 0-1 0 0,-1-1 0 0 0,1 1 0 0 0,0 0 1 0 0,0 0-1 0 0,0 0 0 0 0,0 0 0 0 0,-1-1 1 0 0,1 1-1 0 0,0 0 0 0 0,0 0 0 0 0,0 0 0 0 0,0-1 1 0 0,0 1-1 0 0,0 0 0 0 0,0-1 0 0 0,5-7 448 0 0,17-13 462 0 0,-17 17-815 0 0,17-16 2461 0 0,-19 16-2447 0 0,-1 2-17 0 0,0 0-1 0 0,0 0 0 0 0,0 0 1 0 0,-1 0-1 0 0,1-1 0 0 0,-1 1 0 0 0,1-1 1 0 0,-1 1-1 0 0,0-1 0 0 0,0 1 1 0 0,0-1-1 0 0,0 0 0 0 0,0 1 1 0 0,0-5 402 0 0,-15 22-211 0 0,13-13-272 0 0,0-1-6 0 0,1 0-1 0 0,-1 0 1 0 0,1-1-1 0 0,-1 1 1 0 0,1 0-1 0 0,-1-1 1 0 0,0 1 0 0 0,1 0-1 0 0,-1-1 1 0 0,0 1-1 0 0,0-1 1 0 0,0 1 0 0 0,1-1-1 0 0,-1 1 1 0 0,0-1-1 0 0,0 1 1 0 0,0-1-1 0 0,0 0 1 0 0,-1 1 0 0 0,1-1-4 0 0,0 0-4 0 0,0 0-2 0 0,0 0 0 0 0,0 0 0 0 0,0 0 0 0 0,0 0 0 0 0,-1 0-2 0 0,2 0-4 0 0,-19-10-192 0 0,9 9 57 0 0,8 1 86 0 0,1 0 0 0 0,-1 0-1 0 0,1 0 1 0 0,0 0 0 0 0,-1 0-1 0 0,1 0 1 0 0,-1 0-1 0 0,1 0 1 0 0,0 1 0 0 0,-1-1-1 0 0,1 0 1 0 0,0 1-1 0 0,-1-1 1 0 0,1 1 0 0 0,0 0-1 0 0,0-1 1 0 0,-1 1-1 0 0,0 1 1 0 0,2-2 39 0 0,0 0 0 0 0,0 0 0 0 0,0 0 0 0 0,-1 0 0 0 0,1 0-1 0 0,0 0 1 0 0,0 0 0 0 0,0 0 0 0 0,0 0 0 0 0,0 0 0 0 0,0 0 0 0 0,0 0 0 0 0,-1 0 0 0 0,1 0 0 0 0,0 0-1 0 0,0 0 1 0 0,0 0 0 0 0,0 0 0 0 0,0 0 0 0 0,0 0 0 0 0,0 0 0 0 0,0 0 0 0 0,-1 0 0 0 0,1 0 0 0 0,0 0-1 0 0,0 0 1 0 0,0 0 0 0 0,0 0 0 0 0,0 0 0 0 0,0 0 0 0 0,0 0 0 0 0,0 0 0 0 0,0 0 0 0 0,-1 0 0 0 0,1-1 0 0 0,0 1-1 0 0,0 0 1 0 0,0 0 0 0 0,0 0 0 0 0,0 0 0 0 0,0 0 0 0 0,0 0 0 0 0,0 0 0 0 0,0 0 0 0 0,0 0 0 0 0,0-1-1 0 0,0 1 1 0 0,0 0 0 0 0,0 0 0 0 0,0 0 0 0 0,0 0 0 0 0,0 0 0 0 0,0 0 0 0 0,0 0 0 0 0,0-1 0 0 0,-1-12 124 0 0,26 8 1234 0 0,-15 0-961 0 0,2-1-26 0 0,-5 6-243 0 0,-1 0 95 0 0,-14 5-108 0 0,-19 5 66 0 0,26-10-164 0 0,0 1-1 0 0,-1-1 1 0 0,1 0 0 0 0,0 1-1 0 0,-1-1 1 0 0,1 0 0 0 0,0 0 0 0 0,-1 0-1 0 0,1 0 1 0 0,0 0 0 0 0,-1-1-1 0 0,1 1 1 0 0,0 0 0 0 0,-2-1 0 0 0,3 1-1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0,-1 0 0 0 0,1 0 0 0 0,0 0 0 0 0,0 0 0 0 0,0 0 0 0 0,-9-11 0 0 0,8 10 0 0 0,0 1 0 0 0,0 0 0 0 0,0 0 0 0 0,-6-1 1 0 0,5 1 6 0 0,1 0 0 0 0,-1 0 0 0 0,0 0 0 0 0,1 0 1 0 0,-1 0-1 0 0,0 0 0 0 0,1 0 0 0 0,-1 1 0 0 0,0-1 0 0 0,-1 2 1 0 0,-1-1 96 0 0,-1 0 0 0 0,1 0 0 0 0,-1-1 0 0 0,-6 1 0 0 0,11-1-72 0 0,-23 0 448 0 0,21 0-459 0 0,5 0-54 0 0,-3 0 31 0 0,-11 0 113 0 0,-8 0 70 0 0,18 0-171 0 0,0 0-2 0 0,0 0 0 0 0,-1 0 0 0 0,1 0 0 0 0,0 0 0 0 0,0 0 1 0 0,0 0 4 0 0,0 0-3 0 0,0 0-2 0 0,0 1-2 0 0,0 0-3 0 0,0 0 2 0 0,0 0-2 0 0,0 0 2 0 0,0-1-2 0 0,-1 1 2 0 0,1-1-2 0 0,0 0 2 0 0,0 0-1 0 0,0 0 7 0 0,0 0-7 0 0,0 0 1 0 0,0 0-3 0 0,0 0-2 0 0,0 0 0 0 0,0 0 0 0 0,1 0 0 0 0,-1 0 0 0 0,1 0 0 0 0,-1 0 1 0 0,0 0 4 0 0,0 0-2 0 0,0 0 4 0 0,0 0 1 0 0,0 0 2 0 0,-1 0 0 0 0,0 0 0 0 0,1 0 0 0 0,-1 0 0 0 0,1 0 1 0 0,-1 1-1 0 0,0-1 0 0 0,1 0 0 0 0,-1 1 0 0 0,1-1 1 0 0,-1 1-1 0 0,0 0 0 0 0,1-1 0 0 0,0 1 0 0 0,-1 0 0 0 0,1 0 1 0 0,-1 0-1 0 0,1 0 0 0 0,0 0 0 0 0,0 0 0 0 0,-2 2 1 0 0,3-3 2 0 0,-1 1-1 0 0,1-1 1 0 0,-1 0 0 0 0,1 0 0 0 0,0 0 0 0 0,-1 0 0 0 0,1 0 0 0 0,0 0 0 0 0,-1 0 0 0 0,1 0 0 0 0,-1 0 0 0 0,1 0 0 0 0,-1 0 0 0 0,1 0 0 0 0,0 0 0 0 0,-1 0 0 0 0,1 0 0 0 0,0 0 0 0 0,-1 0 0 0 0,1-1 0 0 0,-1 1 0 0 0,1 0 0 0 0,0 0 0 0 0,-1 0 0 0 0,1-1 0 0 0,0 1 0 0 0,-1 0 0 0 0,1 0 0 0 0,0-1 0 0 0,0 1 0 0 0,-1 0-1 0 0,1-1 1 0 0,0 1 0 0 0,0 0 0 0 0,-1-1 0 0 0,1 1 0 0 0,0 0 0 0 0,0-1 0 0 0,0 0 0 0 0,0 1 6 0 0,-8-4 87 0 0,3 3-91 0 0,-15 2 39 0 0,20-2-48 0 0,0 0-4 0 0,0 0-2 0 0,0 0 0 0 0,1 0 0 0 0,0 1 0 0 0,-1 0 0 0 0,1 0 0 0 0,-1 0 0 0 0,1 0 0 0 0,18-1-328 0 0,-18 1 330 0 0,0-1 9 0 0,0 0-7 0 0,0 1 1 0 0,0-1-2 0 0,0 1 2 0 0,0 0-2 0 0,0 0 2 0 0,0-1-2 0 0,1 0 2 0 0,-2 0-2 0 0,2 0 2 0 0,-1 1-3 0 0,0-2-2 0 0,0 1 0 0 0,0 1 0 0 0,0-1 0 0 0,0 1 0 0 0,0 0 0 0 0,0-2 0 0 0,0 1-1 0 0,1-1-4 0 0,11 1 3 0 0,26 1-118 0 0,-38 0 120 0 0,0 0 0 0 0,0 0 0 0 0,0 0 0 0 0,0 0 0 0 0,0 0 0 0 0,0 0 0 0 0,0 0 0 0 0,0 0 0 0 0,0 0 0 0 0,0 0 0 0 0,1 0 0 0 0,-1 0 0 0 0,0 0 0 0 0,0 0 0 0 0,0 0 0 0 0,0 0 0 0 0,0 0 0 0 0,0 0 2 0 0,0 0 9 0 0,0 0-7 0 0,0 0 3 0 0,0 0 1 0 0,0 0 0 0 0,53 0 1134 0 0,-53 0-1132 0 0,0 0-3 0 0,0 0 2 0 0,0 0-1 0 0,0-1 3 0 0,4 2 65 0 0,-4 0-68 0 0,0 0 2 0 0,0 0 3 0 0,0 0-4 0 0,0-1-1 0 0,0 0 0 0 0,-1 0 0 0 0,0 0 0 0 0,1 0 0 0 0,-1 0 2 0 0,1 1 2 0 0,0 0-8 0 0,0 0 1 0 0,1-1-2 0 0,-1 0 2 0 0,0 1-2 0 0,0-1 2 0 0,0 0-2 0 0,0 0 2 0 0,2 1-1 0 0,-4-1-2 0 0,1 0-2 0 0,0 0 0 0 0,0 0 0 0 0,0 0 0 0 0,0 0 0 0 0,0 0 0 0 0,0 0 0 0 0,0 0 1 0 0,0 0-1 0 0,0 0 0 0 0,0 0 0 0 0,0 0 0 0 0,0 0 0 0 0,0 1 0 0 0,0-1 0 0 0,0 0 0 0 0,0 0 0 0 0,0 0 0 0 0,0 0 0 0 0,0 0 0 0 0,0 0 0 0 0,0 0 1 0 0,0 0-1 0 0,0 0 0 0 0,0 0 0 0 0,0 0 0 0 0,0 0 0 0 0,0 0 0 0 0,-1 0 0 0 0,1 0 0 0 0,0 0 0 0 0,0 0 0 0 0,0 0 0 0 0,0 0 0 0 0,0 0 0 0 0,0 0 1 0 0,0 0-1 0 0,22 1 0 0 0,-1-1-67 0 0,-14 0-74 0 0,-9 0-404 0 0,1 0 539 0 0,-9 0-66 0 0,10 0 78 0 0,0-1-4 0 0,-1 1-2 0 0,1 0 0 0 0,-1 0 1 0 0,0 0 4 0 0,0 0-2 0 0,0 0 2 0 0,0 0-2 0 0,0 0 2 0 0,0 0-2 0 0,-6 0 20 0 0,5 1-23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5:41.672"/>
    </inkml:context>
    <inkml:brush xml:id="br0">
      <inkml:brushProperty name="width" value="0.2" units="cm"/>
      <inkml:brushProperty name="height" value="0.2" units="cm"/>
      <inkml:brushProperty name="color" value="#D5F5E6"/>
    </inkml:brush>
  </inkml:definitions>
  <inkml:trace contextRef="#ctx0" brushRef="#br0">19 97 3616 0 0,'2'0'0'0'0,"1"0"601"0"0,-2-20 1708 0 0,0 20-2246 0 0,-1-1 0 0 0,0 1 0 0 0,1-1 0 0 0,-1 1 0 0 0,1-1 0 0 0,-1 1-1 0 0,0-1 1 0 0,1 0 0 0 0,-1 1 0 0 0,0-1 0 0 0,0 0 0 0 0,0 1-1 0 0,1-1 1 0 0,-1 0 0 0 0,0 1 0 0 0,0-1 0 0 0,0 0 0 0 0,0-1 0 0 0,-1-17 756 0 0,1 12-61 0 0,-17-10 370 0 0,16 16-1059 0 0,0 0 1 0 0,0 0-1 0 0,0 0 0 0 0,1 0 0 0 0,-1 0 0 0 0,0 0 0 0 0,1 0 0 0 0,-1 0 0 0 0,1-1 0 0 0,-1 0 0 0 0,-3-5 279 0 0,4 7-322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09.596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16 7 5016 0 0,'0'0'0'0'0,"-1"0"24"0"0,-1 0 32 0 0,0 0-8 0 0,-1-2-16 0 0,-1 0-8 0 0,1-1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10.045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7 26 3208 0 0,'0'0'0'0'0,"-2"-6"0"0"0,1 0 0 0 0,-1-1 0 0 0,1 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10.545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 0 3712 0 0,'34'54'220'0'0,"13"20"161"0"0,29 20 330 0 0,-74-94-229 0 0,-2-4-181 0 0,-3-12-74 0 0,-7-18-81 0 0,4 25-95 0 0,0-1 1 0 0,-1 1 0 0 0,0 0-1 0 0,-1 1 1 0 0,0 0 0 0 0,0 0-1 0 0,-1 1 1 0 0,-13-10-1 0 0,10 8 17 0 0,12 9-58 0 0,0 0 1 0 0,0 0 0 0 0,0 0-1 0 0,0 0 1 0 0,0 0-1 0 0,0 0 1 0 0,0 0-1 0 0,0 0 1 0 0,0 0 0 0 0,0 0-1 0 0,0 0 1 0 0,0 1-1 0 0,0-1 1 0 0,0 0-1 0 0,0 0 1 0 0,-1 0 0 0 0,1 0-1 0 0,0 0 1 0 0,0 0-1 0 0,0 0 1 0 0,0 0-1 0 0,0 0 1 0 0,0 0 0 0 0,0 0-1 0 0,0 0 1 0 0,0 0-1 0 0,0 0 1 0 0,0 0 0 0 0,0 0-1 0 0,0 0 1 0 0,7 9 85 0 0,12 13-26 0 0,-10-15-5 0 0,0-1 0 0 0,15 8 0 0 0,-7-3 84 0 0,-12-7-96 0 0,-5-3-14 0 0,1 0 1 0 0,-1-1-1 0 0,1 1 0 0 0,-1-1 0 0 0,1 1 0 0 0,-1-1 1 0 0,1 0-1 0 0,-1 1 0 0 0,1-1 0 0 0,0 1 0 0 0,-1-1 1 0 0,1 0-1 0 0,-1 0 0 0 0,1 1 0 0 0,1-1 18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25.910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221 14 10040 0 0,'-10'2'192'0'0,"-7"7"570"0"0,-8 9 435 0 0,24-17-1171 0 0,-13 10 452 0 0,2 1 0 0 0,-15 18 0 0 0,-3 3 173 0 0,20-26-530 0 0,9-7-99 0 0,0 1 1 0 0,-1 0 0 0 0,1-1 0 0 0,0 1-1 0 0,0 0 1 0 0,0 0 0 0 0,0 0 0 0 0,0 0-1 0 0,0 0 1 0 0,0 0 0 0 0,0 0-1 0 0,0 2 1 0 0,1-3 24 0 0,2 0-35 0 0,0 0 1 0 0,0-1-1 0 0,0 1 0 0 0,0-1 0 0 0,0 0 1 0 0,1 1-1 0 0,-1-1 0 0 0,0 0 1 0 0,-1 0-1 0 0,1 0 0 0 0,0 0 1 0 0,0-1-1 0 0,0 1 0 0 0,2-3 1 0 0,24-27 41 0 0,-10 10-16 0 0,-6 9-22 0 0,1 1-1 0 0,-1 0 1 0 0,2 1 0 0 0,0 1-1 0 0,0 0 1 0 0,19-9 0 0 0,-22 16-11 0 0,-14 8 6 0 0,-13 11 5 0 0,-26 12-17 0 0,32-23 3 0 0,0 0 0 0 0,0 1-1 0 0,-11 11 1 0 0,6-5 8 0 0,11-10-1 0 0,1-1 0 0 0,0 1 0 0 0,-1 0 0 0 0,2 0 0 0 0,-1 1-1 0 0,-3 3 1 0 0,1 3 64 0 0,7-6-21 0 0,-1-4-47 0 0,0 0 0 0 0,0 0 0 0 0,0-1 0 0 0,0 1 0 0 0,0 0 0 0 0,0 0 0 0 0,0 0 0 0 0,0-1 0 0 0,0 1 0 0 0,0-1-1 0 0,0 1 1 0 0,1-2 0 0 0,32-20 72 0 0,-19 8 3 0 0,2 1 0 0 0,-1 1 0 0 0,25-14 0 0 0,-29 21-5 0 0,-11 6-6 0 0,-6 5-36 0 0,0-2 7 0 0,1-1 0 0 0,-1 0 1 0 0,0 0-1 0 0,-8 4 0 0 0,9-6 10 0 0,-1 0 0 0 0,0 1 0 0 0,1-1 0 0 0,0 1 0 0 0,-1 0-1 0 0,1 1 1 0 0,0-1 0 0 0,0 1 0 0 0,0-1 0 0 0,1 1 0 0 0,-1 0 0 0 0,1 1-1 0 0,-1-1 1 0 0,-2 5 0 0 0,3-5-44 0 0,1 0 0 0 0,-1 0 0 0 0,0-1 0 0 0,0 1 0 0 0,0-1 0 0 0,0 0 0 0 0,-5 3 0 0 0,5-4 6 0 0,0 1-1 0 0,0 0 0 0 0,1 0 1 0 0,-1-1-1 0 0,1 2 1 0 0,-1-1-1 0 0,1 0 1 0 0,0 0-1 0 0,0 1 1 0 0,0-1-1 0 0,-3 5 0 0 0,-3 11 152 0 0,5-10-76 0 0,-1-1 0 0 0,-8 13 0 0 0,0-2 1 0 0,1 0 0 0 0,1 1 0 0 0,1 1 0 0 0,0-1 0 0 0,-8 29 0 0 0,16-33-132 0 0,2-8-701 0 0,-1-8 734 0 0,2-1-51 0 0,0-1 0 0 0,0 0-1 0 0,-1 1 1 0 0,1-1 0 0 0,-1 0 0 0 0,1 0 0 0 0,-1 1 0 0 0,0-1 0 0 0,0 0-1 0 0,-1 0 1 0 0,1 0 0 0 0,-1 0 0 0 0,1-5 0 0 0,0 1 11 0 0,0 0 1 0 0,0 1 0 0 0,0 0-1 0 0,1-1 1 0 0,4-9-1 0 0,2-9-105 0 0,-6 21 130 0 0,-1 0 0 0 0,0 0 0 0 0,1 1 0 0 0,0-1 0 0 0,0 1 0 0 0,0-1 0 0 0,0 1 0 0 0,0 0 0 0 0,6-5 0 0 0,1-4-19 0 0,3-7-211 0 0,-11 15 160 0 0,1 1 1 0 0,0 0 0 0 0,0 0-1 0 0,0 0 1 0 0,1 0-1 0 0,3-4 1 0 0,-1 2-37 0 0,1-1-90 0 0,1 0 0 0 0,1 0 0 0 0,-1 0 0 0 0,1 1 0 0 0,8-5 0 0 0,-6 4-188 0 0,-8 5 253 0 0,-7 4 91 0 0,-2 3 145 0 0,-1 1 1 0 0,2 0-1 0 0,-1 0 1 0 0,1 0-1 0 0,0 1 1 0 0,0 0 0 0 0,1 1-1 0 0,-7 13 1 0 0,4-7 445 0 0,-17 22 0 0 0,23-34-449 0 0,0 0 0 0 0,0 1 0 0 0,0-1 0 0 0,1 0 0 0 0,-1 0 0 0 0,1 1 0 0 0,0-1 0 0 0,0 1 0 0 0,0-1 0 0 0,1 1 0 0 0,-1-1-1 0 0,1 6 1 0 0,-2 4 167 0 0,1-8-230 0 0,0 0 1 0 0,0 0 0 0 0,-1-1 0 0 0,-2 7 0 0 0,2-8-8 0 0,0 1 0 0 0,1-1 0 0 0,-1 1 0 0 0,1 0 0 0 0,0 0 0 0 0,1 0 0 0 0,-2 7 0 0 0,0 19 154 0 0,1-22-107 0 0,0 0-1 0 0,1 0 1 0 0,0-1-1 0 0,2 15 1 0 0,2 13 127 0 0,-4-27-110 0 0,1 0 0 0 0,0 0-1 0 0,1-1 1 0 0,-1 1 0 0 0,4 9-1 0 0,-2-10-56 0 0,-1 1 0 0 0,0 0 1 0 0,1 8-1 0 0,-3-11-14 0 0,1 0 1 0 0,0 0 0 0 0,0 0-1 0 0,0 0 1 0 0,1 0 0 0 0,0 0-1 0 0,0 0 1 0 0,0 0 0 0 0,5 7-1 0 0,27 40-244 0 0,-39-64-505 0 0,1 0 672 0 0,-1 1 0 0 0,0 0 0 0 0,0 0 0 0 0,-12-16 0 0 0,15 24 69 0 0,-1 0 0 0 0,1 0 1 0 0,0-1-1 0 0,1 1 0 0 0,-1-1 0 0 0,1 1 0 0 0,-1-1 0 0 0,1 0 0 0 0,-1-6 1 0 0,-5-15-14 0 0,11 35 242 0 0,0 0 0 0 0,1-1 1 0 0,9 14-1 0 0,-11-19-158 0 0,0 1-1 0 0,0 0 1 0 0,0 0 0 0 0,-1 0 0 0 0,0 0 0 0 0,2 8-1 0 0,-3-9-45 0 0,1 0-1 0 0,-1-1 0 0 0,1 1 0 0 0,-1 0 1 0 0,1 0-1 0 0,0-1 0 0 0,0 1 0 0 0,1-1 1 0 0,-1 0-1 0 0,1 1 0 0 0,-1-1 0 0 0,6 4 0 0 0,-6-6-15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28.712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10 1 6128 0 0,'0'0'2424'0'0,"17"3"-1130"0"0,-5-4-1154 0 0,-7 0-99 0 0,1 1 0 0 0,0-1 0 0 0,0 1 0 0 0,-1 0 0 0 0,9 2 0 0 0,10-2-24 0 0,-4-1-10 0 0,-19 1-7 0 0,-1 0 0 0 0,-1 1 0 0 0,1-1 0 0 0,0 1 0 0 0,0-1 0 0 0,-1 0 0 0 0,1 0 0 0 0,0 1 0 0 0,0-1 0 0 0,-1 0 0 0 0,1 1 0 0 0,0-1 0 0 0,-1 0 0 0 0,1 0 0 0 0,0 0 0 0 0,-1 1 0 0 0,1-1 0 0 0,-1 0 0 0 0,1 0 0 0 0,0 0 0 0 0,-1 0 0 0 0,1 0 0 0 0,-1 0 0 0 0,1 0 0 0 0,-1 0 0 0 0,-12 3 0 0 0,13-3 0 0 0,-87 14 1108 0 0,79-12 497 0 0,14-5-1115 0 0,14-2-181 0 0,-12 4-243 0 0,-7 1-28 0 0,1-1 0 0 0,-1 1 0 0 0,1 0 0 0 0,0 0 0 0 0,-1 0 0 0 0,1 0-1 0 0,-1 1 1 0 0,1-1 0 0 0,-1 0 0 0 0,1 1 0 0 0,2 0 0 0 0,13-1 76 0 0,-16 0-100 0 0,1 0 1 0 0,-1 0 0 0 0,1 0-1 0 0,-1-1 1 0 0,1 2-1 0 0,-1-1 1 0 0,1 0 0 0 0,-1 0-1 0 0,1 0 1 0 0,-1 1 0 0 0,1-1-1 0 0,-1 1 1 0 0,3 0 0 0 0,-4-1-11 0 0,0 0 0 0 0,-1 0 1 0 0,1 0-1 0 0,0 0 0 0 0,0 0 1 0 0,0 0-1 0 0,0 0 0 0 0,0 0 0 0 0,0 0 1 0 0,0 0-1 0 0,0 0 0 0 0,0 1 1 0 0,0-1-1 0 0,0 0 0 0 0,0 0 1 0 0,0 0-1 0 0,0 0 0 0 0,-1 0 1 0 0,1 0-1 0 0,0 0 0 0 0,0 0 1 0 0,0 0-1 0 0,0 0 0 0 0,0 0 1 0 0,0 0-1 0 0,0 0 0 0 0,0 1 1 0 0,0-1-1 0 0,0 0 0 0 0,0 0 1 0 0,0 0-1 0 0,0 0 0 0 0,0 0 1 0 0,0 0-1 0 0,0 0 0 0 0,0 0 1 0 0,0 0-1 0 0,0 0 0 0 0,0 0 1 0 0,0 1-1 0 0,-6-2-4 0 0,-52-2 7 0 0,56 2-8 0 0,-5 3 2 0 0,0 1 0 0 0,6-2 4 0 0,0 0-2 0 0,0 0 2 0 0,0 0-2 0 0,0-1 2 0 0,0 0-2 0 0,0 0 4 0 0,0 0 2 0 0,0 0 3 0 0,0 0-8 0 0,-10 1 125 0 0,11-1 6 0 0,25-1 182 0 0,52 0 397 0 0,-62 0-723 0 0,1 1 1 0 0,18 2-1 0 0,-26-1-19 0 0,-1-1 0 0 0,0-1-1 0 0,0 1 1 0 0,14-3 0 0 0,35-1-287 0 0,1 0-234 0 0,-45 5 369 0 0,-8-1 131 0 0,0 0 0 0 0,-1 0 0 0 0,1 0 0 0 0,0 0 0 0 0,6-1 1 0 0,-5 0 13 0 0,1 0 1 0 0,-1 0-1 0 0,0 0 1 0 0,1 1 0 0 0,8 0-1 0 0,-3 0-54 0 0,-8 0 73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29.678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293 0 9744 0 0,'-4'2'143'0'0,"1"0"0"0"0,-1 0 1 0 0,0-1-1 0 0,0 0 0 0 0,0 0 0 0 0,0 0 1 0 0,1 0-1 0 0,-1 0 0 0 0,-5 0 0 0 0,-41-1 2065 0 0,29-1-1792 0 0,-41-5-200 0 0,52 6-197 0 0,-3-1 7 0 0,0 0-1 0 0,0 1 0 0 0,-14 2 1 0 0,22-1-20 0 0,0-1 1 0 0,0 0-1 0 0,0 1 1 0 0,-10-3-1 0 0,9 1 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32.186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85 161 7528 0 0,'-8'-4'727'0'0,"-5"4"995"0"0,10 0-165 0 0,16 1-1179 0 0,0 1-1 0 0,0 0 0 0 0,0 1 1 0 0,20 7-1 0 0,-13-4-157 0 0,1 3-61 0 0,-17-8-110 0 0,0 1 0 0 0,0 0-1 0 0,0-1 1 0 0,0 1 0 0 0,0-1 0 0 0,1 0-1 0 0,4 0 1 0 0,-42-19 281 0 0,3 7-275 0 0,20 8-20 0 0,0-1 0 0 0,-15-8 0 0 0,22 11-25 0 0,0-1 0 0 0,0 0 1 0 0,1 0-1 0 0,-1 0 1 0 0,1 0-1 0 0,-1-1 1 0 0,1 1-1 0 0,0-1 1 0 0,0 1-1 0 0,0-1 1 0 0,0 0-1 0 0,-2-5 1 0 0,-2-4 82 0 0,0 0 0 0 0,-10-14 1 0 0,12 22 75 0 0,0 1 1 0 0,0-1 0 0 0,0 1 0 0 0,0-1-1 0 0,-7-3 1 0 0,10 7-161 0 0,1 0 0 0 0,0 0 0 0 0,0 0 0 0 0,0 0 0 0 0,0 0 0 0 0,0 0 0 0 0,0 0 0 0 0,0 0 0 0 0,0 0 0 0 0,0 0 0 0 0,0 0 0 0 0,0-1 0 0 0,0 1 0 0 0,-1 0 0 0 0,1 0 0 0 0,0 0 0 0 0,0 0 0 0 0,0 0 0 0 0,0 0 0 0 0,0 0-1 0 0,0 0 1 0 0,0 0 0 0 0,0 0 0 0 0,0 1 0 0 0,-1-1 0 0 0,1 0 0 0 0,0 0 0 0 0,0 0 0 0 0,0 0 0 0 0,0 0 0 0 0,0 0 0 0 0,0 0 0 0 0,0 0 0 0 0,0 0 0 0 0,0 0 0 0 0,0 0 0 0 0,0 0 0 0 0,0 0 0 0 0,0 0 0 0 0,-1 0 0 0 0,1 0 0 0 0,0 0 0 0 0,0 1 0 0 0,0-1 0 0 0,0 0 0 0 0,0 0 0 0 0,0 0 0 0 0,0 0 0 0 0,0 0 0 0 0,0 0 0 0 0,0 0 0 0 0,0 0-1 0 0,2 7 178 0 0,3 6-39 0 0,0-7-83 0 0,0 0-1 0 0,1 0 0 0 0,-1-1 1 0 0,1 1-1 0 0,0-1 0 0 0,0-1 1 0 0,0 1-1 0 0,1-1 1 0 0,0 0-1 0 0,0-1 0 0 0,0 1 1 0 0,15 3-1 0 0,-21-6-46 0 0,2 0 14 0 0,-1-1 0 0 0,0 1 1 0 0,0 0-1 0 0,0-1 0 0 0,0 1 1 0 0,0 0-1 0 0,0 1 0 0 0,0-1 1 0 0,0 0-1 0 0,3 3 0 0 0,-5-4-29 0 0,0 0-1 0 0,0 0 0 0 0,0 0 0 0 0,0 0 1 0 0,0 1-1 0 0,0-1 0 0 0,0 0 0 0 0,0 0 1 0 0,0 0-1 0 0,0 0 0 0 0,0 0 0 0 0,0 0 0 0 0,0 0 1 0 0,0 1-1 0 0,0-1 0 0 0,0 0 0 0 0,0 0 1 0 0,0 0-1 0 0,0 0 0 0 0,0 0 0 0 0,0 0 0 0 0,0 0 1 0 0,0 0-1 0 0,0 0 0 0 0,0 1 0 0 0,0-1 1 0 0,0 0-1 0 0,0 0 0 0 0,0 0 0 0 0,0 0 1 0 0,-1 0-1 0 0,1 0 0 0 0,0 0 0 0 0,0 0 0 0 0,0 0 1 0 0,0 0-1 0 0,0 0 0 0 0,0 0 0 0 0,0 0 1 0 0,0 0-1 0 0,0 0 0 0 0,-1 0 0 0 0,1 0 1 0 0,0 0-1 0 0,-8 2 13 0 0,-7-3-16 0 0,11 0-3 0 0,1-1 0 0 0,-1 0 0 0 0,1 1 0 0 0,-1-2 0 0 0,1 1 0 0 0,0 0 0 0 0,0-1 0 0 0,0 0-1 0 0,0 1 1 0 0,0-1 0 0 0,-3-5 0 0 0,-12-10-48 0 0,11 13 3 0 0,0-1 0 0 0,1 0 0 0 0,-1 0 0 0 0,1 0 0 0 0,-10-14 0 0 0,8-4-57 0 0,1 4 68 0 0,7 20 41 0 0,0 0-1 0 0,0 0 0 0 0,0 0 0 0 0,0 0 0 0 0,0 0 0 0 0,0 0 0 0 0,0 0 1 0 0,0 0-1 0 0,0 0 0 0 0,0 0 0 0 0,0-1 0 0 0,0 1 0 0 0,0 0 0 0 0,0 0 1 0 0,0 0-1 0 0,0 0 0 0 0,0 0 0 0 0,0 0 0 0 0,0 0 0 0 0,-1 0 0 0 0,1 0 1 0 0,0 0-1 0 0,0 0 0 0 0,0-1 0 0 0,0 1 0 0 0,0 0 0 0 0,1 0 0 0 0,-1 0 1 0 0,0 0-1 0 0,0 0 0 0 0,0 0 0 0 0,0 0 0 0 0,0 0 0 0 0,0 0 0 0 0,0 0 1 0 0,0 0-1 0 0,0-1 0 0 0,0 1 0 0 0,0 0 0 0 0,0 0 0 0 0,0 0 0 0 0,0 0 1 0 0,0 0-1 0 0,0 0 0 0 0,0 0 0 0 0,0 0 0 0 0,0 0 0 0 0,0 0 0 0 0,1 0 0 0 0,-1 0 1 0 0,0 0-1 0 0,0 0 0 0 0,0 0 0 0 0,0 0 0 0 0,6 2 55 0 0,3 6 0 0 0,-8-7-55 0 0,11 9 131 0 0,-1 1 0 0 0,0 0 0 0 0,-1 1 0 0 0,16 22 0 0 0,-24-30-53 0 0,1-1 0 0 0,-1 0-1 0 0,1 1 1 0 0,5 3 0 0 0,-2-1 59 0 0,-6-6-130 0 0,-24-22 224 0 0,-2-5-176 0 0,25 26-56 0 0,0 1 2 0 0,1 0 4 0 0,20 11 32 0 0,17 17 22 0 0,-36-27-47 0 0,0 0-4 0 0,0 0-1 0 0,9 7 37 0 0,10 4-18 0 0,-18-11-27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2:04:42.407"/>
    </inkml:context>
    <inkml:brush xml:id="br0">
      <inkml:brushProperty name="width" value="0.035" units="cm"/>
      <inkml:brushProperty name="height" value="0.035" units="cm"/>
      <inkml:brushProperty name="color" value="#D5F5E6"/>
    </inkml:brush>
  </inkml:definitions>
  <inkml:trace contextRef="#ctx0" brushRef="#br0">88 1 24575,'-12'18'0,"1"1"0,1 2 0,0-1 0,1 2 0,1-1 0,2 1 0,0 0 0,1 0 0,1 1 0,1-1 0,0 43 0,3-63-52,0 0-1,0 0 1,0 0-1,1 0 1,-1 0-1,1 0 1,-1 0-1,1-1 1,0 1-1,0 0 1,-1 0-1,1 0 1,0-1-1,1 1 1,-1-1-1,0 1 1,0-1-1,1 1 1,-1-1-1,1 0 0,-1 1 1,1-1-1,-1 0 1,1 0-1,3 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4:43.424"/>
    </inkml:context>
    <inkml:brush xml:id="br0">
      <inkml:brushProperty name="width" value="0.035" units="cm"/>
      <inkml:brushProperty name="height" value="0.035" units="cm"/>
      <inkml:brushProperty name="color" value="#D5F5E6"/>
    </inkml:brush>
  </inkml:definitions>
  <inkml:trace contextRef="#ctx0" brushRef="#br0">1 4 4416 0 0,'0'0'0'0'0,"1"-2"0"0"0,3 0-16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34.195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34 1 8336 0 0,'1'4'390'0'0,"-3"18"1100"0"0,-3 17 443 0 0,-3 23-1420 0 0,6-40-442 0 0,2-22-70 0 0,0 1 0 0 0,0-1 0 0 0,0 0-1 0 0,0 0 1 0 0,0 0 0 0 0,0 0 0 0 0,0 1 0 0 0,0-1 0 0 0,0 0 0 0 0,-1 0-1 0 0,1 0 1 0 0,0 0 0 0 0,0 1 0 0 0,0-1 0 0 0,0 0 0 0 0,0 0 0 0 0,0 0-1 0 0,0 0 1 0 0,-1 0 0 0 0,1 1 0 0 0,0-1 0 0 0,0 0 0 0 0,0 0 0 0 0,0 0 0 0 0,-1 0-1 0 0,1 0 1 0 0,0 0 0 0 0,0 0 0 0 0,0 0 0 0 0,-1 0 0 0 0,1 0 0 0 0,0 0-1 0 0,0 0 1 0 0,0 0 0 0 0,0 0 0 0 0,-1 0 0 0 0,1 0 0 0 0,0 0 0 0 0,0 0-1 0 0,0 0 1 0 0,-1 0 0 0 0,1 0 0 0 0,0 0 0 0 0,0 0 0 0 0,-1 0 0 0 0,1 0 0 0 0,0-1 0 0 0,-1 1 0 0 0,1 0 0 0 0,-1 0 0 0 0,1 0-1 0 0,0-1 1 0 0,-1 1 0 0 0,1 0 0 0 0,0 0 0 0 0,-1-1 0 0 0,1 1 0 0 0,0 0 0 0 0,-1-1 0 0 0,1 1 0 0 0,0-1 0 0 0,0 1 0 0 0,-1 0 0 0 0,1-1 0 0 0,0 1 0 0 0,0-1 0 0 0,-2-8 0 0 0,1 0-1 0 0,0 0 1 0 0,1 1 0 0 0,0-1-1 0 0,0 0 1 0 0,1 0 0 0 0,0 0-1 0 0,1 0 1 0 0,2-9 0 0 0,-3 13-1 0 0,1-7 0 0 0,0 11 0 0 0,1 8 0 0 0,-1 3 1 0 0,-1-1 1 0 0,0 1-1 0 0,-1 17 1 0 0,0-18 0 0 0,3 1 126 0 0,-3-10-123 0 0,0 0 0 0 0,0 0 0 0 0,1 0 0 0 0,-1 1 0 0 0,0-2 0 0 0,0 1 1 0 0,0 0-1 0 0,1 0 0 0 0,-1 0 0 0 0,0 0 0 0 0,0 0 0 0 0,1 0 0 0 0,-1 0 0 0 0,0 0 0 0 0,0 0 0 0 0,0 0 1 0 0,0 0-1 0 0,1 0 0 0 0,-1 0 0 0 0,0-1 0 0 0,0 1 0 0 0,0 0 0 0 0,0 0 0 0 0,1 0 0 0 0,-1 0 0 0 0,0-1 0 0 0,0 1 1 0 0,0 0-1 0 0,0 0 0 0 0,2-2 13 0 0,-1 0 1 0 0,0-1-1 0 0,1 1 1 0 0,-1 0-1 0 0,0 0 1 0 0,1-5-1 0 0,-1 5-4 0 0,-1-1 0 0 0,1 1-1 0 0,-1 0 1 0 0,0-1 0 0 0,0 1-1 0 0,1-1 1 0 0,-2 1 0 0 0,1-1-1 0 0,0 1 1 0 0,0-1 0 0 0,-1 1-1 0 0,0 0 1 0 0,1-1 0 0 0,-1 1 0 0 0,0 0-1 0 0,0-1 1 0 0,0 1 0 0 0,-2-3-1 0 0,3 5-6 0 0,-1 1-1 0 0,1-1 0 0 0,0 0 1 0 0,0 0-1 0 0,0 1 1 0 0,0-1-1 0 0,-1 0 1 0 0,1 1-1 0 0,0-1 0 0 0,0 0 1 0 0,0 0-1 0 0,0 1 1 0 0,0-1-1 0 0,0 0 0 0 0,0 1 1 0 0,0-1-1 0 0,0 0 1 0 0,0 1-1 0 0,0-1 0 0 0,0 0 1 0 0,0 1-1 0 0,0-1 1 0 0,0 0-1 0 0,0 1 0 0 0,0-1 1 0 0,0 0-1 0 0,0 0 1 0 0,1 1-1 0 0,0 13 3 0 0,-1-10 8 0 0,0-1 0 0 0,0 1 0 0 0,1 0 0 0 0,0-1 0 0 0,0 1-1 0 0,0 0 1 0 0,0-1 0 0 0,0 1 0 0 0,1-1 0 0 0,0 0 0 0 0,-1 1 0 0 0,4 3 0 0 0,-8 13 320 0 0,3-19-330 0 0,0 2 10 0 0,9-2 42 0 0,-9-1-36 0 0,0 0-17 0 0,-5-19-4 0 0,5 18-2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36.261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4 49 8240 0 0,'1'0'23'0'0,"-1"-1"-1"0"0,0 1 1 0 0,0 0 0 0 0,1 0 0 0 0,-1-1-1 0 0,0 1 1 0 0,0 0 0 0 0,1-1 0 0 0,-1 1-1 0 0,0 0 1 0 0,0-1 0 0 0,0 1 0 0 0,0 0 0 0 0,0-1-1 0 0,1 1 1 0 0,-1 0 0 0 0,0-1 0 0 0,0 1-1 0 0,0 0 1 0 0,0-1 0 0 0,0 1 0 0 0,0-1-1 0 0,0 1 1 0 0,0 0 0 0 0,0-1 0 0 0,-1 1 0 0 0,1 0-1 0 0,0-1 1 0 0,0 0 0 0 0,-4-20 1221 0 0,2 5-645 0 0,8 29-60 0 0,-5-5-367 0 0,1-2 29 0 0,0 1-1 0 0,-1 0 0 0 0,1 10 0 0 0,-13 14 930 0 0,11-31-1069 0 0,4 6 784 0 0,-4-6-822 0 0,1 1-1 0 0,-1-1 1 0 0,1 0 0 0 0,-1 0-1 0 0,1 0 1 0 0,-1 1 0 0 0,1-1-1 0 0,-1 0 1 0 0,0 1-1 0 0,1-1 1 0 0,-1 1 0 0 0,0-1-1 0 0,1 0 1 0 0,-1 1-1 0 0,0-1 1 0 0,1 1 0 0 0,-1-1-1 0 0,0 1 1 0 0,0-1-1 0 0,1 1 1 0 0,-1 0-7 0 0,0-1 0 0 0,0 1 0 0 0,1-1 0 0 0,-1 1 0 0 0,0-1 0 0 0,1 1 0 0 0,-1-1 0 0 0,0 1 0 0 0,1-1 0 0 0,-1 1 0 0 0,1-1 0 0 0,-1 0 0 0 0,0 1 0 0 0,1-1 0 0 0,-1 0 0 0 0,1 1 0 0 0,-1-1 0 0 0,1 0 0 0 0,-1 1 0 0 0,1-1 0 0 0,0 0 0 0 0,-1 0 19 0 0,-7-24 181 0 0,10-18 219 0 0,-2 25-236 0 0,-1 15-77 0 0,-1 7 24 0 0,1 0-130 0 0,0 0 0 0 0,0 1 0 0 0,0-1-1 0 0,2 9 1 0 0,1 18 596 0 0,0-28-605 0 0,-3-4-7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1 0 0 0,0-1 0 0 0,0 0 0 0 0,0 0 0 0 0,0 0 0 0 0,0 0 0 0 0,0 0-1 0 0,0 0 1 0 0,0 0 0 0 0,0 0 0 0 0,5-27-33 0 0,-8-4-14 0 0,3 31 135 0 0,-2-10 18 0 0,2 10-76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38.706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154 16 9344 0 0,'-5'4'470'0'0,"-40"26"2629"0"0,107-77-2748 0 0,-55 45-565 0 0,-4 3 50 0 0,-6 4 95 0 0,-16 13 226 0 0,20-18-103 0 0,0 1 1 0 0,0 0-1 0 0,0 0 0 0 0,0-1 0 0 0,1 1 0 0 0,-1-1 0 0 0,0 1 0 0 0,0-1 1 0 0,0 1-1 0 0,1-1 0 0 0,-1 0 0 0 0,2 1 0 0 0,12-3 313 0 0,-13 1-42 0 0,-5 3-68 0 0,-5 4-188 0 0,7-6-33 0 0,0 1 1 0 0,0-1 0 0 0,0 1-1 0 0,0-1 1 0 0,0 1 0 0 0,0-1 0 0 0,0 1-1 0 0,0-1 1 0 0,0 0 0 0 0,0 0-1 0 0,-1 1 1 0 0,1-1 0 0 0,0 0-1 0 0,-2 0 1 0 0,3 0 3 0 0,20-7 130 0 0,-15 5-158 0 0,-1 1 86 0 0,-7 5 32 0 0,1-2-73 0 0,-1 0 0 0 0,0 0 0 0 0,1-1 0 0 0,-1 1 0 0 0,0-1 0 0 0,1 0 0 0 0,-1 0 0 0 0,0 0 0 0 0,0 0 1 0 0,0-1-1 0 0,0 1 0 0 0,-5 0 0 0 0,4-1-47 0 0,0 1 1 0 0,0-1 0 0 0,0 1-1 0 0,1 0 1 0 0,-1 1-1 0 0,0-1 1 0 0,-5 3-1 0 0,-73 57 283 0 0,79-59-270 0 0,1 0 0 0 0,0 1-1 0 0,-1-1 1 0 0,1 0 0 0 0,1 1-1 0 0,-1-1 1 0 0,0 1 0 0 0,0 0-1 0 0,1-1 1 0 0,0 1 0 0 0,-2 4-1 0 0,3-6-12 0 0,0-1 0 0 0,0 0 0 0 0,-1 1 0 0 0,1-1 0 0 0,0 0 0 0 0,0 1 0 0 0,0-1 0 0 0,0 0 0 0 0,0 1 0 0 0,0-1 0 0 0,0 1 0 0 0,0-1 0 0 0,0 0 0 0 0,0 1 0 0 0,0-1 0 0 0,0 0 0 0 0,0 1 0 0 0,0-1 0 0 0,1 0 0 0 0,-1 1 0 0 0,0-1 0 0 0,0 0 0 0 0,1 1 0 0 0,5-4 116 0 0,12-18-13 0 0,-14 15-36 0 0,0 3-76 0 0,1-1 0 0 0,0 1 0 0 0,0 0 0 0 0,0 0 0 0 0,0 0 0 0 0,10-3 0 0 0,11-5-42 0 0,24-10-274 0 0,-43 17 147 0 0,-6 3 139 0 0,0 1 0 0 0,1-1 0 0 0,-1 0 0 0 0,0 1 0 0 0,0-1 0 0 0,0 1 0 0 0,1 0 0 0 0,-1-1 0 0 0,0 1 0 0 0,0 0 0 0 0,1 0 0 0 0,-1-1 0 0 0,3 2-1 0 0,4-4-233 0 0,-7 2 221 0 0,-1 1 12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39.938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2 62 8744 0 0,'2'0'16'0'0,"-1"0"29"0"0,0 0 1 0 0,0 0 0 0 0,0 0-1 0 0,0 0 1 0 0,0 0-1 0 0,0 0 1 0 0,0 0 0 0 0,0 0-1 0 0,-1-1 1 0 0,1 1 0 0 0,0-1-1 0 0,0 1 1 0 0,0 0 0 0 0,0-1-1 0 0,0 1 1 0 0,0-1 0 0 0,-1 0-1 0 0,1 1 1 0 0,0-1 0 0 0,1-1-1 0 0,-2 1-43 0 0,0 0 1 0 0,-1-1 0 0 0,1 1 0 0 0,-1 0 1 0 0,0-1-1 0 0,0 1 0 0 0,1 0 0 0 0,-1 0 1 0 0,0 0-1 0 0,0 0 0 0 0,0 0 0 0 0,-3-2 1 0 0,0-1 11 0 0,3 2 72 0 0,0 0-1 0 0,0-1 0 0 0,0 1 0 0 0,0 0 0 0 0,1 0 0 0 0,-1 0 0 0 0,1-1 1 0 0,-1 1-1 0 0,1 0 0 0 0,0-1 0 0 0,0 1 0 0 0,0-4 339 0 0,11 19 735 0 0,-9 1-987 0 0,1 1 376 0 0,-3-14-516 0 0,1-1 0 0 0,-1 1 0 0 0,0-1 1 0 0,1 0-1 0 0,-1 1 0 0 0,1-1 0 0 0,-1 1 0 0 0,1-1 0 0 0,-1 0 0 0 0,1 1 1 0 0,-1-1-1 0 0,1 0 0 0 0,0 1 0 0 0,-1-1 0 0 0,1 0 0 0 0,-1 0 0 0 0,1 0 1 0 0,-1 1-1 0 0,1-1 0 0 0,0 0 0 0 0,-1 0 0 0 0,1 0 0 0 0,0 0 0 0 0,0 0 173 0 0,-19 18 124 0 0,18-18-327 0 0,0 0-1 0 0,0 0 1 0 0,0 0-1 0 0,0 1 0 0 0,-1-1 1 0 0,1 0-1 0 0,0 0 1 0 0,0 1-1 0 0,0-1 1 0 0,0 0-1 0 0,0 1 1 0 0,0-1-1 0 0,0 0 1 0 0,0 0-1 0 0,0 1 0 0 0,0-1 1 0 0,0 0-1 0 0,0 0 1 0 0,0 1-1 0 0,0-1 1 0 0,0 0-1 0 0,0 1 1 0 0,0-1-1 0 0,0 0 0 0 0,0 0 1 0 0,0 1-1 0 0,0-1 1 0 0,1 0-1 0 0,-1 0 1 0 0,0 1-1 0 0,0-1 1 0 0,0 0-1 0 0,0 0 1 0 0,1 0-1 0 0,-1 1 0 0 0,0-1 1 0 0,1 1 12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40.826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0 86 8032 0 0,'11'-1'1804'0'0,"2"0"197"0"0,-13 1-1982 0 0,3 2 428 0 0,-6-1 191 0 0,2-2-610 0 0,1 0 0 0 0,-1-1-1 0 0,0 1 1 0 0,1 0 0 0 0,0 0 0 0 0,-1-1 0 0 0,1 1-1 0 0,0 0 1 0 0,-1-1 0 0 0,1 1 0 0 0,0-2 0 0 0,-1-3 50 0 0,0 3-40 0 0,-1-3 29 0 0,0 0-1 0 0,0 0 1 0 0,0 0-1 0 0,1 0 1 0 0,0 0-1 0 0,-1-11 1 0 0,0 10 308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41.353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0 0 8536 0 0,'11'5'769'0'0,"-1"8"1597"0"0,-3-2-1543 0 0,-6-11-815 0 0,0 1-5 0 0,0 0 2 0 0,-1-1-2 0 0,11 2 4 0 0,-10-1-7 0 0,-1 0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42.057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9 70 7736 0 0,'5'1'174'0'0,"0"-1"546"0"0,9-6 950 0 0,-10 5-765 0 0,-11-2-596 0 0,5 1-193 0 0,-1 0-1 0 0,1 0 1 0 0,0 0-1 0 0,0-1 1 0 0,0 1-1 0 0,0-1 1 0 0,0 1-1 0 0,1-1 0 0 0,-1 0 1 0 0,1 1-1 0 0,0-1 1 0 0,-1 0-1 0 0,1 0 1 0 0,1 0-1 0 0,-1 0 1 0 0,0 0-1 0 0,1 0 1 0 0,-1 0-1 0 0,1-5 1 0 0,-1 6 149 0 0,0 1-210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42.586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0 5 8240 0 0,'4'1'367'0'0,"-1"-3"906"0"0,1-2-376 0 0,-2 4-866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43.734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145 3 8536 0 0,'-4'-1'10'0'0,"-1"0"1"0"0,0 1 0 0 0,0-1-1 0 0,-7 1 1 0 0,8 1 15 0 0,0-1 0 0 0,0 1 1 0 0,-1 0-1 0 0,1 0 0 0 0,0 0 0 0 0,0 0 0 0 0,-6 4 0 0 0,0 1 53 0 0,0 0-1 0 0,0 1 1 0 0,-16 16-1 0 0,21-19-72 0 0,3-2 29 0 0,1-2-19 0 0,0 1 0 0 0,0-1-1 0 0,1 1 1 0 0,-1 0-1 0 0,0-1 1 0 0,0 1-1 0 0,1 0 1 0 0,-1 0 0 0 0,1-1-1 0 0,-1 1 1 0 0,0 0-1 0 0,1 0 1 0 0,-1 0-1 0 0,1 0 1 0 0,0 0 0 0 0,-1 0-1 0 0,1-1 1 0 0,0 1-1 0 0,0 0 1 0 0,-1 0-1 0 0,1 0 1 0 0,0 0 0 0 0,0 0-1 0 0,0 0 1 0 0,0 2-1 0 0,1-1 43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44.076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167 11 7632 0 0,'0'-1'10'0'0,"-1"0"0"0"0,0 1 0 0 0,0-1 0 0 0,0 0 0 0 0,1 0 0 0 0,-1 1 0 0 0,0-1 0 0 0,0 1 0 0 0,0-1 0 0 0,0 1 0 0 0,0-1 1 0 0,-2 1-1 0 0,1-1 53 0 0,-1 1 0 0 0,0-1 0 0 0,0 1 0 0 0,0 0-1 0 0,0 0 1 0 0,0 0 0 0 0,-4 1 0 0 0,-1 1 108 0 0,0-1 0 0 0,1 2-1 0 0,-14 4 1 0 0,10-2 9 0 0,1 1 0 0 0,-16 10 1 0 0,22-14-122 0 0,1 1 0 0 0,0-1 1 0 0,0 1-1 0 0,0 0 1 0 0,1 0-1 0 0,-1 0 0 0 0,0 0 1 0 0,1 0-1 0 0,0 0 1 0 0,0 1-1 0 0,-3 5 0 0 0,5-9-35 0 0,0 1 0 0 0,0 0 0 0 0,0 0 0 0 0,-1-1 0 0 0,1 1 0 0 0,0 0 0 0 0,0 0 0 0 0,0-1 0 0 0,0 1 0 0 0,0 0 0 0 0,0 0-1 0 0,1-1 1 0 0,-1 1 0 0 0,0 0 0 0 0,0-1 0 0 0,0 1 0 0 0,1 0 0 0 0,-1-1 0 0 0,0 1 0 0 0,1 0 0 0 0,-1-1 0 0 0,1 1 0 0 0,-1 0 0 0 0,1-1-1 0 0,-1 1 1 0 0,1-1 0 0 0,-1 1 0 0 0,1-1 0 0 0,-1 1 0 0 0,1-1 0 0 0,0 0 0 0 0,-1 1 0 0 0,1-1 0 0 0,0 0 0 0 0,-1 1 0 0 0,1-1 0 0 0,0 0-1 0 0,-1 0 1 0 0,1 1 0 0 0,0-1 0 0 0,0 0 0 0 0,-1 0 0 0 0,2 0 0 0 0,1 0 17 0 0,0 1 0 0 0,0-1 0 0 0,0 0-1 0 0,1 0 1 0 0,-1 0 0 0 0,0-1 0 0 0,0 1 0 0 0,0-1 0 0 0,5-1 0 0 0,-2-1 23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6:46.613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174 39 7936 0 0,'0'0'7'0'0,"0"0"0"0"0,0-1 0 0 0,0 1 1 0 0,0 0-1 0 0,0 0 0 0 0,0 0 0 0 0,0-1 0 0 0,0 1 0 0 0,0 0 1 0 0,0 0-1 0 0,0 0 0 0 0,0 0 0 0 0,0-1 0 0 0,0 1 1 0 0,0 0-1 0 0,0 0 0 0 0,-1 0 0 0 0,1 0 0 0 0,0-1 1 0 0,0 1-1 0 0,0 0 0 0 0,0 0 0 0 0,0 0 0 0 0,0 0 0 0 0,-1 0 1 0 0,1 0-1 0 0,0 0 0 0 0,0-1 0 0 0,0 1 0 0 0,0 0 1 0 0,-1 0-1 0 0,1 0 0 0 0,0 0 0 0 0,0 0 0 0 0,0 0 1 0 0,-1 0-1 0 0,-8 2 598 0 0,-9 9 470 0 0,17-10-1039 0 0,-15 8 140 0 0,11-6-102 0 0,-1 1 1 0 0,0 0-1 0 0,-7 6 1 0 0,19-16-16 0 0,1 0 1 0 0,0 0 0 0 0,0 1-1 0 0,1 0 1 0 0,0 0-1 0 0,11-5 1 0 0,-9 6-47 0 0,0 0-1 0 0,-1 1 1 0 0,1 0 0 0 0,1 0 0 0 0,-1 1-1 0 0,11-1 1 0 0,-17 3-5 0 0,0 0-1 0 0,0 0 1 0 0,0 1-1 0 0,0-1 1 0 0,-1 1-1 0 0,1 0 0 0 0,0 0 1 0 0,0 0-1 0 0,-1 0 1 0 0,1 1-1 0 0,-1 0 1 0 0,1-1-1 0 0,-1 1 1 0 0,1 1-1 0 0,-1-1 1 0 0,0 0-1 0 0,0 1 1 0 0,0-1-1 0 0,3 6 1 0 0,4 1 23 0 0,7 8 39 0 0,-16-16-58 0 0,0 0 0 0 0,-1 0 0 0 0,1 0 1 0 0,0 0-1 0 0,-1 0 0 0 0,1 0 0 0 0,-1 0 1 0 0,1 0-1 0 0,-1 0 0 0 0,0 0 1 0 0,1 0-1 0 0,-1 1 0 0 0,0-1 0 0 0,0 0 1 0 0,1 1-1 0 0,-2-1-6 0 0,1 0 0 0 0,0-1 0 0 0,0 1-1 0 0,-1-1 1 0 0,1 1 0 0 0,0-1 0 0 0,-1 1 0 0 0,1-1 0 0 0,0 1 0 0 0,-1-1 0 0 0,1 0-1 0 0,-1 1 1 0 0,1-1 0 0 0,-1 1 0 0 0,1-1 0 0 0,-1 0 0 0 0,1 1 0 0 0,-1-1 0 0 0,1 0-1 0 0,-1 0 1 0 0,1 0 0 0 0,-1 1 0 0 0,0-1 0 0 0,1 0 0 0 0,-1 0 0 0 0,1 0 0 0 0,-1 0-1 0 0,0 0 1 0 0,1 0 0 0 0,-1 0 0 0 0,1 0 0 0 0,-1 0 0 0 0,0 0 0 0 0,0-1 0 0 0,-1 1 3 0 0,0 0 0 0 0,-1 0 0 0 0,1-1 0 0 0,0 1 0 0 0,0-1 0 0 0,0 0 0 0 0,0 0 0 0 0,-3-1 0 0 0,-17-17 43 0 0,21 18-49 0 0,0 0-1 0 0,0 0 1 0 0,0 0-1 0 0,0 0 1 0 0,0 0-1 0 0,0 0 1 0 0,0-1-1 0 0,1 1 1 0 0,-1 0-1 0 0,0-1 1 0 0,1 1-1 0 0,-1-1 1 0 0,1 1-1 0 0,0 0 1 0 0,-1-1-1 0 0,1 1 1 0 0,0-3-1 0 0,0 3 0 0 0,0-1 1 0 0,1 1-1 0 0,-1-1 0 0 0,1 1 0 0 0,0 0 1 0 0,-1-1-1 0 0,1 1 0 0 0,0 0 0 0 0,0-1 1 0 0,0 1-1 0 0,0 0 0 0 0,0 0 1 0 0,0 0-1 0 0,0 0 0 0 0,0 0 0 0 0,0 0 1 0 0,0 0-1 0 0,0 0 0 0 0,2 0 0 0 0,3-2-1 0 0,0 1-1 0 0,0-1 0 0 0,8-1 0 0 0,4-2 1 0 0,-17 5-1 0 0,0-2 7 0 0,-6 2-2 0 0,-4-1 0 0 0,-4 3 23 0 0,1 1 0 0 0,-1 0 0 0 0,0 0 1 0 0,1 1-1 0 0,0 1 0 0 0,0 0 0 0 0,-18 9 0 0 0,24-10 16 0 0,-1 0-1 0 0,2 0 0 0 0,-1 1 0 0 0,0 0 0 0 0,1 0 1 0 0,-9 8-1 0 0,14-11-34 0 0,0-1 0 0 0,0 0 0 0 0,0 1 0 0 0,0-1 0 0 0,0 0 0 0 0,0 1 0 0 0,0-1 0 0 0,0 0-1 0 0,0 0 1 0 0,0 1 0 0 0,0-1 0 0 0,1 0 0 0 0,-1 1 0 0 0,0-1 0 0 0,0 0 0 0 0,0 0 0 0 0,0 1 0 0 0,1-1 0 0 0,-1 0 0 0 0,0 0 0 0 0,0 0 0 0 0,1 1 0 0 0,-1-1 0 0 0,0 0 0 0 0,0 0 0 0 0,1 0 0 0 0,-1 0 0 0 0,0 1-1 0 0,0-1 1 0 0,1 0 0 0 0,-1 0 0 0 0,0 0 0 0 0,1 0 0 0 0,-1 0 0 0 0,0 0 0 0 0,1 0 0 0 0,-1 0 0 0 0,1 0 0 0 0,12 4 82 0 0,2-3 21 0 0,0 0 0 0 0,1-2 0 0 0,-1 0 1 0 0,1 0-1 0 0,-1-2 0 0 0,0 0 0 0 0,23-7 0 0 0,-23 4 134 0 0,-12 4-17 0 0,-10 3-98 0 0,-75 15 39 0 0,37-9-115 0 0,13 3-13 0 0,30-10-38 0 0,0 1-1 0 0,1 0 1 0 0,-1 0-1 0 0,0 0 1 0 0,0 0-1 0 0,1 0 1 0 0,-1 0-1 0 0,1 0 1 0 0,-1 1-1 0 0,1-1 1 0 0,-1 0-1 0 0,1 1 1 0 0,0-1-1 0 0,-2 4 1 0 0,5-4 3 0 0,0-1 0 0 0,-1 1 0 0 0,1-1 0 0 0,0 1 0 0 0,0-1 0 0 0,0 0 0 0 0,4 0 0 0 0,17-2 21 0 0,-1-2 1 0 0,26-6-1 0 0,-3 0 29 0 0,-7 4-23 0 0,-22 4 35 0 0,-13 2 12 0 0,-4-1 42 0 0,-27 1-5 0 0,12-1-46 0 0,0 1 0 0 0,0 1 0 0 0,0 0 0 0 0,0 1-1 0 0,-15 5 1 0 0,-31 11 274 0 0,80-16-105 0 0,3-3-157 0 0,38-7 0 0 0,-42 5-55 0 0,0 1 1 0 0,0 0 0 0 0,30 1-1 0 0,-46 2 48 0 0,-5 0-23 0 0,-15 4 4 0 0,-24 3 11 0 0,18-5 12 0 0,-42 9 1 0 0,27-4 33 0 0,97-16 68 0 0,-32 4-159 0 0,0 0 0 0 0,0 1 0 0 0,1 2 0 0 0,30 1 0 0 0,-154-1 75 0 0,126-5-94 0 0,0 0-79 0 0,-28 6 72 0 0,0 0 0 0 0,0 0 0 0 0,0 0-1 0 0,0 0 1 0 0,0 0 0 0 0,0 0 0 0 0,0 0 0 0 0,0 0 0 0 0,0 0 0 0 0,0 0 0 0 0,0 0 0 0 0,0-1 0 0 0,0 1 0 0 0,0 0 0 0 0,0 0 0 0 0,0 0 0 0 0,0 0 0 0 0,0 0 0 0 0,0 0 0 0 0,0 0 0 0 0,0 0 0 0 0,0 0 0 0 0,0 0 0 0 0,0 0 0 0 0,0 0 0 0 0,0-1 0 0 0,0 1-1 0 0,0 0 1 0 0,0 0 0 0 0,0 0 0 0 0,0 0 0 0 0,0 0 0 0 0,0 0 0 0 0,0 0 0 0 0,0 0 0 0 0,0 0 0 0 0,0 0 0 0 0,0 0 0 0 0,0 0 0 0 0,0 0 0 0 0,0 0 0 0 0,0 0 0 0 0,1 0 0 0 0,-1 0 0 0 0,0 0 0 0 0,0 0 0 0 0,0 0 0 0 0,0 0 0 0 0,0-1 0 0 0,0 1 0 0 0,0 0 0 0 0,0 0-1 0 0,0 0 1 0 0,0 0 0 0 0,0 0 0 0 0,0 0 0 0 0,0 0 0 0 0,1 0 0 0 0,-1 0 0 0 0,0 1 0 0 0,0-1 0 0 0,-17-1-84 0 0,-11 2 35 0 0,2 0-20 0 0,-44 7 0 0 0,58-4 61 0 0,1 0-1 0 0,-1 0 1 0 0,1 2-1 0 0,0-1 1 0 0,1 1-1 0 0,-14 10 1 0 0,2-2-5 0 0,-57 34 0 0 0,71-41 16 0 0,8-7-1 0 0,0 0 0 0 0,-1 1 0 0 0,1-1 0 0 0,0 0 0 0 0,0 0 0 0 0,0 0 0 0 0,0 0 0 0 0,0 0 0 0 0,0 1 0 0 0,0-1 0 0 0,0 0-1 0 0,0 0 1 0 0,0 0 0 0 0,0 0 0 0 0,0 1 0 0 0,0-1 0 0 0,0 0 0 0 0,0 0 0 0 0,0 0 0 0 0,0 0 0 0 0,0 0 0 0 0,0 1 0 0 0,0-1 0 0 0,0 0 0 0 0,1 0 0 0 0,-1 0 0 0 0,0 0 0 0 0,0 0 0 0 0,0 1 0 0 0,0-1 0 0 0,0 0 0 0 0,0 0 0 0 0,1 0 0 0 0,0 1 0 0 0,0-1 1 0 0,0 0-1 0 0,0 1 0 0 0,0-1 0 0 0,0 0 0 0 0,0 1 0 0 0,0-1 0 0 0,0 0 0 0 0,0 0 0 0 0,0 0 0 0 0,0 0 1 0 0,1 0-1 0 0,-1 0 0 0 0,1-1 0 0 0,23-4 34 0 0,-1-1 0 0 0,43-16-1 0 0,44-26 133 0 0,-95 41-139 0 0,3-3 25 0 0,22-7 143 0 0,-109 38 39 0 0,-58 21 45 0 0,108-34-136 0 0,20-7-22 0 0,11-3-63 0 0,11-5 43 0 0,34-14 0 0 0,-35 12-1 0 0,39-11-1 0 0,-82 26-80 0 0,-28 11 0 0 0,8-2-21 0 0,21-9-13 0 0,9-3-15 0 0,0 0 0 0 0,1 0 0 0 0,-17 9 0 0 0,53-14-256 0 0,-20 0 260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7:01.607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323 122 9648 0 0,'0'0'11'0'0,"0"0"0"0"0,1 0 0 0 0,-1-1 0 0 0,0 1 0 0 0,0 0 0 0 0,1-1-1 0 0,-1 1 1 0 0,0 0 0 0 0,0-1 0 0 0,1 1 0 0 0,-1-1 0 0 0,0 1 0 0 0,0 0 0 0 0,0-1 0 0 0,0 1 0 0 0,0-1 0 0 0,0 1 0 0 0,0 0 0 0 0,0-2 0 0 0,0 2 28 0 0,0-1 1 0 0,0 1-1 0 0,-1-1 0 0 0,1 1 1 0 0,0-1-1 0 0,0 1 0 0 0,-1 0 0 0 0,1-1 1 0 0,-1 1-1 0 0,1-1 0 0 0,0 1 1 0 0,-1 0-1 0 0,1-1 0 0 0,-1 1 1 0 0,1 0-1 0 0,-1 0 0 0 0,1-1 0 0 0,-1 1 1 0 0,1 0-1 0 0,-1 0 0 0 0,0 0 1 0 0,-2-1 151 0 0,1 0 1 0 0,-1 0-1 0 0,0 1 0 0 0,1 0 1 0 0,-1-1-1 0 0,-5 1 1 0 0,0 2-10 0 0,0 0 1 0 0,0 0-1 0 0,0 1 1 0 0,0 0 0 0 0,1 1-1 0 0,-1-1 1 0 0,1 1 0 0 0,0 1-1 0 0,0-1 1 0 0,0 1-1 0 0,1 0 1 0 0,-7 7 0 0 0,8-7-116 0 0,1 0 1 0 0,-1-1 0 0 0,1 1-1 0 0,0 1 1 0 0,1-1 0 0 0,-1 1 0 0 0,1-1-1 0 0,0 1 1 0 0,0 0 0 0 0,1 0-1 0 0,0 0 1 0 0,0 1 0 0 0,0-1-1 0 0,1 1 1 0 0,-1 11 0 0 0,1-15-54 0 0,2 0-1 0 0,-1 0 1 0 0,0 0 0 0 0,0 0-1 0 0,1-1 1 0 0,0 1-1 0 0,-1 0 1 0 0,1 0 0 0 0,0 0-1 0 0,1-1 1 0 0,-1 1 0 0 0,0 0-1 0 0,1-1 1 0 0,0 1 0 0 0,-1-1-1 0 0,1 0 1 0 0,0 1 0 0 0,0-1-1 0 0,0 0 1 0 0,0 0 0 0 0,1 0-1 0 0,-1 0 1 0 0,1-1 0 0 0,-1 1-1 0 0,1-1 1 0 0,3 2 0 0 0,-2-2-3 0 0,0 1-1 0 0,0-1 1 0 0,0 0 0 0 0,1 0 0 0 0,-1-1 0 0 0,0 1 0 0 0,1-1-1 0 0,-1 0 1 0 0,0 0 0 0 0,1-1 0 0 0,-1 1 0 0 0,0-1 0 0 0,1 0-1 0 0,-1 0 1 0 0,0-1 0 0 0,0 1 0 0 0,5-3 0 0 0,5-4 27 0 0,0-1 1 0 0,-1-1-1 0 0,-1 0 1 0 0,1-1-1 0 0,-1 0 1 0 0,17-22-1 0 0,-26 29-25 0 0,0 0-1 0 0,0-1 0 0 0,0 1 1 0 0,-1-1-1 0 0,1 1 0 0 0,-1-1 1 0 0,0 0-1 0 0,-1 0 0 0 0,1 0 1 0 0,0-6-1 0 0,-2 10-8 0 0,0 0 0 0 0,0-1 0 0 0,0 1 0 0 0,0 0 0 0 0,0-1 0 0 0,0 1 0 0 0,0 0 0 0 0,0-1 0 0 0,-1 1 0 0 0,1 0 0 0 0,0 0 0 0 0,-1-1 0 0 0,1 1 0 0 0,-1 0 0 0 0,1 0 0 0 0,-1 0 0 0 0,-1-2 0 0 0,1 2 0 0 0,-1 0 0 0 0,1 0 0 0 0,0 0 0 0 0,0 0 0 0 0,-1 1-1 0 0,1-1 1 0 0,-1 1 0 0 0,1-1 0 0 0,0 1 0 0 0,-1-1 0 0 0,1 1 0 0 0,-1 0-1 0 0,1 0 1 0 0,-1-1 0 0 0,1 1 0 0 0,-1 0 0 0 0,1 1 0 0 0,-1-1 0 0 0,-2 0-1 0 0,-5 2 9 0 0,0 0-1 0 0,0 1 0 0 0,0 0 0 0 0,0 0 0 0 0,1 0 0 0 0,-1 2 0 0 0,-9 5 0 0 0,-3 3 18 0 0,-29 25-1 0 0,44-33-20 0 0,0 1 0 0 0,0-1 0 0 0,1 1 1 0 0,0 0-1 0 0,0 1 0 0 0,-4 7 0 0 0,7-11-5 0 0,1-1-1 0 0,0 0 1 0 0,0 1 0 0 0,0-1-1 0 0,0 0 1 0 0,0 1-1 0 0,0-1 1 0 0,1 1 0 0 0,-1-1-1 0 0,1 1 1 0 0,0-1-1 0 0,-1 1 1 0 0,1 0 0 0 0,0-1-1 0 0,1 1 1 0 0,-1-1-1 0 0,0 1 1 0 0,1-1 0 0 0,0 1-1 0 0,-1-1 1 0 0,1 1 0 0 0,2 4-1 0 0,-1-5 0 0 0,0 0-1 0 0,-1 0 1 0 0,1 0-1 0 0,0-1 1 0 0,0 1 0 0 0,1 0-1 0 0,-1-1 1 0 0,0 0-1 0 0,0 1 1 0 0,1-1-1 0 0,-1 0 1 0 0,1 0 0 0 0,-1 0-1 0 0,1 0 1 0 0,2 0-1 0 0,1 0 1 0 0,-1 0-1 0 0,1 0 0 0 0,0-1 1 0 0,0 1-1 0 0,10-2 0 0 0,-6-1 2 0 0,-1 1 0 0 0,1-2 0 0 0,-1 0 0 0 0,0 0 0 0 0,0 0 0 0 0,0-1 0 0 0,0-1 0 0 0,11-7 0 0 0,-15 9-1 0 0,-1 1 1 0 0,0-1-1 0 0,0-1 1 0 0,0 1-1 0 0,-1-1 1 0 0,1 1-1 0 0,-1-1 1 0 0,0 0-1 0 0,0 0 1 0 0,0-1-1 0 0,0 1 0 0 0,-1 0 1 0 0,0-1-1 0 0,0 0 1 0 0,0 1-1 0 0,0-1 1 0 0,1-9-1 0 0,-3 10 0 0 0,1 1 0 0 0,-2 0 0 0 0,1-1 1 0 0,0 1-1 0 0,-1-1 0 0 0,1 1 0 0 0,-1 0 0 0 0,0 0 0 0 0,0-1 0 0 0,0 1 0 0 0,-1 0 0 0 0,1 0 0 0 0,-1 0 0 0 0,1 0 0 0 0,-1 0 1 0 0,0 0-1 0 0,0 1 0 0 0,-4-4 0 0 0,4 4 0 0 0,0 0 1 0 0,0 0-1 0 0,-1 0 0 0 0,1 0 1 0 0,0 1-1 0 0,-1-1 0 0 0,1 1 1 0 0,-1 0-1 0 0,0 0 1 0 0,0 0-1 0 0,1 0 0 0 0,-1 0 1 0 0,0 0-1 0 0,0 1 1 0 0,0 0-1 0 0,0-1 0 0 0,1 1 1 0 0,-1 0-1 0 0,0 0 0 0 0,0 1 1 0 0,-5 0-1 0 0,-2 2 11 0 0,-1 0 1 0 0,1 1-1 0 0,0 1 0 0 0,0 0 1 0 0,0 0-1 0 0,0 1 0 0 0,1 0 1 0 0,-13 11-1 0 0,16-13-3 0 0,1 1 0 0 0,1 0 0 0 0,-1 0 0 0 0,1 0 0 0 0,-1 0 0 0 0,2 1 0 0 0,-1-1 0 0 0,0 1 0 0 0,1 0 0 0 0,0 0 0 0 0,1 1 0 0 0,-1-1 0 0 0,1 0 0 0 0,1 1 0 0 0,-2 7 0 0 0,2-11-3 0 0,1-1-1 0 0,0 0 1 0 0,0 0 0 0 0,0 0-1 0 0,0 0 1 0 0,1 0-1 0 0,-1 1 1 0 0,1-1 0 0 0,-1 0-1 0 0,1 0 1 0 0,0 0-1 0 0,-1 0 1 0 0,1 0 0 0 0,0 0-1 0 0,1 0 1 0 0,-1-1-1 0 0,0 1 1 0 0,0 0-1 0 0,3 2 1 0 0,-1-2 2 0 0,0 1 0 0 0,0-1 0 0 0,0 0 0 0 0,1 0 0 0 0,-1-1 0 0 0,0 1 0 0 0,1-1 0 0 0,-1 1 0 0 0,1-1 0 0 0,6 1 0 0 0,-1-1 10 0 0,0 0 0 0 0,1 0 0 0 0,-1-1 0 0 0,0 0 0 0 0,1-1 0 0 0,-1 0 1 0 0,0 0-1 0 0,14-4 0 0 0,-13 1 0 0 0,-1 1 0 0 0,1-2 0 0 0,-1 1 0 0 0,0-1 0 0 0,0-1 0 0 0,-1 1 0 0 0,0-1 0 0 0,9-8 0 0 0,-13 10-10 0 0,-1 0 1 0 0,1 1-1 0 0,-1-2 0 0 0,1 1 1 0 0,-1 0-1 0 0,0-1 0 0 0,-1 1 0 0 0,1-1 1 0 0,-1 0-1 0 0,0 0 0 0 0,0 0 1 0 0,0 0-1 0 0,-1 0 0 0 0,0 0 1 0 0,0-1-1 0 0,0 1 0 0 0,0-6 0 0 0,-1 10-4 0 0,-1-1 0 0 0,1 1-1 0 0,0 0 1 0 0,0 0-1 0 0,0-1 1 0 0,-1 1-1 0 0,1 0 1 0 0,0 0-1 0 0,-1 0 1 0 0,1-1-1 0 0,-1 1 1 0 0,0 0-1 0 0,1 0 1 0 0,-1 0 0 0 0,0 0-1 0 0,0 0 1 0 0,0 0-1 0 0,1 0 1 0 0,-1 0-1 0 0,-1 0 1 0 0,-1-1 1 0 0,1 1-1 0 0,0 0 1 0 0,-1 0 0 0 0,1 0 0 0 0,0 0-1 0 0,-1 0 1 0 0,1 1 0 0 0,-1-1 0 0 0,-3 0 0 0 0,-2 1 5 0 0,1-1 1 0 0,-1 1 0 0 0,1 1 0 0 0,-1-1 0 0 0,-13 4-1 0 0,7 0 6 0 0,1 1-1 0 0,0 0 0 0 0,1 0 1 0 0,0 2-1 0 0,-20 12 0 0 0,24-14-6 0 0,1 0 0 0 0,0 1 0 0 0,0 0 1 0 0,0 1-1 0 0,1-1 0 0 0,0 1 0 0 0,0 1 0 0 0,0-1 0 0 0,-5 12 0 0 0,10-17-7 0 0,0-1 0 0 0,0 1 0 0 0,0 0-1 0 0,1-1 1 0 0,-1 1 0 0 0,1 0 0 0 0,-1 0 0 0 0,1 0 0 0 0,0 0-1 0 0,0-1 1 0 0,-1 1 0 0 0,1 0 0 0 0,1 0 0 0 0,-1 0-1 0 0,0 0 1 0 0,0 0 0 0 0,1-1 0 0 0,-1 1 0 0 0,1 0 0 0 0,0 2-1 0 0,1-1 2 0 0,-1-1 0 0 0,1 0 0 0 0,0 0 0 0 0,-1 0 0 0 0,1 0 0 0 0,0 0 0 0 0,0 0 0 0 0,1-1 0 0 0,-1 1 0 0 0,0-1 0 0 0,0 1 0 0 0,5 1 0 0 0,3 1 10 0 0,1-1 0 0 0,0 1-1 0 0,0-2 1 0 0,0 1 0 0 0,17 0-1 0 0,-21-2-7 0 0,0-2 0 0 0,0 1 1 0 0,0-1-1 0 0,0 0 0 0 0,0 0 0 0 0,0-1 0 0 0,0 1 0 0 0,-1-2 0 0 0,1 1 0 0 0,-1-1 0 0 0,1 0 0 0 0,-1 0 0 0 0,0-1 0 0 0,0 0 0 0 0,-1 0 0 0 0,1 0 0 0 0,9-10 0 0 0,-12 11-2 0 0,1-1 0 0 0,-1 0 0 0 0,0 0 0 0 0,0 0 0 0 0,0 0 0 0 0,-1-1 0 0 0,1 1 1 0 0,-1-1-1 0 0,0 1 0 0 0,0-1 0 0 0,-1 0 0 0 0,1 0 0 0 0,-1 0 0 0 0,0 0 0 0 0,-1 0 0 0 0,1 0 0 0 0,-1 0 0 0 0,0 0 0 0 0,0 0 1 0 0,0 0-1 0 0,-1 0 0 0 0,0 0 0 0 0,0 0 0 0 0,0 0 0 0 0,-3-6 0 0 0,3 9-2 0 0,0 0 0 0 0,0 0 0 0 0,0 0 0 0 0,0 0 0 0 0,-1 0 0 0 0,1 1 0 0 0,0-1 0 0 0,-1 0 0 0 0,1 1 0 0 0,-1-1 0 0 0,0 1 0 0 0,0-1 0 0 0,1 1 0 0 0,-1 0 0 0 0,0 0 0 0 0,-3-1 0 0 0,2 0 2 0 0,-1 1 0 0 0,0 0 0 0 0,0 0 0 0 0,0 1 0 0 0,0-1 0 0 0,1 1 0 0 0,-1 0 0 0 0,-7 0 0 0 0,1 1 4 0 0,-1 1 1 0 0,0 0 0 0 0,1 1-1 0 0,-1 0 1 0 0,-16 8-1 0 0,14-6 6 0 0,1 2 0 0 0,1 0 0 0 0,-22 16 0 0 0,28-19-7 0 0,0 0-1 0 0,0 0 1 0 0,1 1-1 0 0,0-1 1 0 0,0 1 0 0 0,0 0-1 0 0,0 1 1 0 0,1-1-1 0 0,0 1 1 0 0,-4 9-1 0 0,7-15-4 0 0,-1 1-1 0 0,1 0 1 0 0,0 0-1 0 0,0 0 1 0 0,-1-1-1 0 0,1 1 1 0 0,0 0-1 0 0,0 0 1 0 0,0 0-1 0 0,0 0 1 0 0,0-1-1 0 0,0 1 1 0 0,0 0-1 0 0,0 0 1 0 0,1 0-1 0 0,-1 0 1 0 0,0-1-1 0 0,0 1 1 0 0,1 0-1 0 0,-1 0 1 0 0,1 0-1 0 0,-1-1 1 0 0,1 1-1 0 0,0 1 1 0 0,0-1 0 0 0,0-1 0 0 0,0 1 1 0 0,1 0-1 0 0,-1 0 0 0 0,0 0 1 0 0,1-1-1 0 0,-1 1 0 0 0,1 0 0 0 0,-1-1 1 0 0,1 0-1 0 0,-1 1 0 0 0,3-1 1 0 0,5 1 4 0 0,0 0 0 0 0,-1-1 1 0 0,16-2-1 0 0,-22 1-6 0 0,8 0 2 0 0,0-1 1 0 0,-1 0 0 0 0,1-1 0 0 0,-1 0-1 0 0,1-1 1 0 0,-1 0 0 0 0,-1 0-1 0 0,10-6 1 0 0,-7 2-4 0 0,-1 1-1 0 0,1-1 1 0 0,-1 0-1 0 0,-1-1 1 0 0,15-16-1 0 0,-22 23 1 0 0,-1 0 0 0 0,1 0 0 0 0,-1-1 0 0 0,1 1 0 0 0,-1 0 0 0 0,0-1 0 0 0,0 1 0 0 0,0 0 0 0 0,1-6-1 0 0,-2 8 1 0 0,0-1 0 0 0,0 1 0 0 0,0-1-1 0 0,0 1 1 0 0,0-1 0 0 0,0 1-1 0 0,0-1 1 0 0,0 1 0 0 0,0-1-1 0 0,0 1 1 0 0,0-1 0 0 0,0 1-1 0 0,-1-1 1 0 0,1 1 0 0 0,0 0 0 0 0,0-1-1 0 0,-1 1 1 0 0,1-1 0 0 0,0 1-1 0 0,-1-1 1 0 0,0 0-1 0 0,0 1 0 0 0,0-1 0 0 0,0 0 0 0 0,0 1 0 0 0,-1-1 0 0 0,1 1 0 0 0,0 0-1 0 0,0-1 1 0 0,0 1 0 0 0,0 0 0 0 0,0 0 0 0 0,-3 0 0 0 0,-5 0-2 0 0,0 0 1 0 0,0 1-1 0 0,0 0 1 0 0,0 1-1 0 0,0 0 0 0 0,0 0 1 0 0,1 1-1 0 0,-1 0 0 0 0,-12 7 1 0 0,-7 5-14 0 0,-34 24 1 0 0,58-36 11 0 0,0-1 1 0 0,1 1 0 0 0,-1 1-1 0 0,1-1 1 0 0,-4 5 0 0 0,6-7 2 0 0,1-1 1 0 0,0 0 0 0 0,-1 1 0 0 0,1-1-1 0 0,0 1 1 0 0,-1-1 0 0 0,1 1 0 0 0,0-1 0 0 0,-1 0-1 0 0,1 1 1 0 0,0 0 0 0 0,0-1 0 0 0,0 1-1 0 0,-1-1 1 0 0,1 1 0 0 0,0-1 0 0 0,0 1-1 0 0,0-1 1 0 0,0 1 0 0 0,0-1 0 0 0,0 1-1 0 0,0 0 1 0 0,0-1 0 0 0,0 1 0 0 0,1-1-1 0 0,-1 1 1 0 0,0-1 0 0 0,0 1 0 0 0,0-1-1 0 0,0 1 1 0 0,1-1 0 0 0,-1 1 0 0 0,0-1-1 0 0,1 1 1 0 0,-1-1 0 0 0,0 1 0 0 0,1-1-1 0 0,-1 0 1 0 0,1 1 0 0 0,-1-1 0 0 0,0 1 0 0 0,1-1-1 0 0,-1 0 1 0 0,1 0 0 0 0,-1 1 0 0 0,1-1-1 0 0,-1 0 1 0 0,1 0 0 0 0,-1 0 0 0 0,1 1-1 0 0,0-1 1 0 0,-1 0 0 0 0,1 0 0 0 0,0 0-1 0 0,5 1 1 0 0,1 0 0 0 0,0-1 0 0 0,-1 1 0 0 0,1-1 0 0 0,-1-1 0 0 0,1 1 0 0 0,0-1 0 0 0,-1 0 0 0 0,1-1 0 0 0,-1 1 0 0 0,0-1 0 0 0,0-1 0 0 0,1 1 0 0 0,8-6 0 0 0,-1 0 0 0 0,0-1 0 0 0,-1 0 0 0 0,0 0 0 0 0,22-22 0 0 0,-34 30 0 0 0,0 0 0 0 0,0 0 0 0 0,0 0 0 0 0,0 0 0 0 0,0 0 0 0 0,-1 0 0 0 0,1 0 0 0 0,0 0 0 0 0,-1 0 0 0 0,1 0 0 0 0,0 0 0 0 0,-1-1 0 0 0,1 1 0 0 0,-1-2 0 0 0,0 3 0 0 0,0-1 0 0 0,0 1 0 0 0,0 0 0 0 0,0 0 0 0 0,0 0 0 0 0,0-1 0 0 0,0 1 0 0 0,0 0 0 0 0,-1 0 0 0 0,1-1 0 0 0,0 1 0 0 0,0 0 0 0 0,0 0 0 0 0,0 0 0 0 0,-1 0 0 0 0,1-1 0 0 0,0 1 0 0 0,0 0 0 0 0,0 0 0 0 0,-1 0 0 0 0,1 0 0 0 0,0 0 0 0 0,0 0 0 0 0,0 0 0 0 0,-1 0 0 0 0,1-1 0 0 0,-14 1 0 0 0,5 1 1 0 0,1 0-1 0 0,-1 1 1 0 0,1 0 0 0 0,-1 1-1 0 0,1-1 1 0 0,0 2-1 0 0,0-1 1 0 0,0 1-1 0 0,-10 7 1 0 0,5-2 4 0 0,1 0 1 0 0,1 0 0 0 0,-1 1-1 0 0,-16 20 1 0 0,25-27-5 0 0,1-1 0 0 0,0 1-1 0 0,0 1 1 0 0,0-1 0 0 0,0 0 0 0 0,0 0 0 0 0,1 1 0 0 0,0-1 0 0 0,-1 1 0 0 0,1-1 0 0 0,0 1 0 0 0,0 6 0 0 0,1-8 0 0 0,0 0 0 0 0,0 0 0 0 0,0 0 0 0 0,0 0 1 0 0,1 0-1 0 0,-1 0 0 0 0,1 0 0 0 0,0 0 0 0 0,-1 0 0 0 0,1 0 1 0 0,0 0-1 0 0,0 0 0 0 0,0 0 0 0 0,0-1 0 0 0,0 1 0 0 0,1 0 1 0 0,-1-1-1 0 0,1 1 0 0 0,-1-1 0 0 0,1 1 0 0 0,-1-1 0 0 0,1 0 1 0 0,3 2-1 0 0,-2-1 1 0 0,1 0 0 0 0,0-1 0 0 0,0 1 0 0 0,0-1 0 0 0,0 0 0 0 0,0 0 0 0 0,0 0 0 0 0,0 0 0 0 0,0-1 0 0 0,0 0 0 0 0,0 0 0 0 0,0 0 0 0 0,0 0 0 0 0,0-1 0 0 0,1 1 0 0 0,-1-1 0 0 0,0 0 0 0 0,0 0 0 0 0,-1-1 1 0 0,1 1-1 0 0,0-1 0 0 0,0 0 0 0 0,4-3 0 0 0,0 0 2 0 0,0 0 0 0 0,0-1 0 0 0,-1 0 0 0 0,1 0 0 0 0,-2-1 0 0 0,1 0 0 0 0,0 0 0 0 0,-1 0 0 0 0,6-11 0 0 0,-10 15-2 0 0,0-1 0 0 0,-1 0 1 0 0,1 1-1 0 0,-1-1 0 0 0,1 0 0 0 0,-1 0 0 0 0,-1 0 1 0 0,1 0-1 0 0,0 0 0 0 0,-1 0 0 0 0,0 0 0 0 0,0 0 1 0 0,0 0-1 0 0,0 0 0 0 0,-1 0 0 0 0,1 0 0 0 0,-1 0 1 0 0,0 0-1 0 0,-2-5 0 0 0,2 7-1 0 0,0-1 1 0 0,-1 1-1 0 0,1 0 0 0 0,0 0 1 0 0,-1-1-1 0 0,1 1 0 0 0,-1 0 1 0 0,0 1-1 0 0,0-1 0 0 0,0 0 1 0 0,0 0-1 0 0,0 1 0 0 0,0-1 1 0 0,0 1-1 0 0,0 0 0 0 0,-1 0 1 0 0,1 0-1 0 0,0 0 0 0 0,-1 0 1 0 0,1 0-1 0 0,-1 0 0 0 0,1 1 1 0 0,-1-1-1 0 0,1 1 0 0 0,-1 0 1 0 0,0 0-1 0 0,1 0 0 0 0,-1 0 1 0 0,1 0-1 0 0,-6 2 0 0 0,-2 0 1 0 0,1 0 0 0 0,-1 2 0 0 0,0-1 0 0 0,1 1 0 0 0,-1 0-1 0 0,1 1 1 0 0,1 0 0 0 0,-1 1 0 0 0,0 0 0 0 0,-9 9 0 0 0,13-11-1 0 0,1 1 1 0 0,0-1-1 0 0,0 1 1 0 0,0 0-1 0 0,0 0 1 0 0,1 1-1 0 0,0-1 1 0 0,-3 7-1 0 0,5-8 1 0 0,-1 0-1 0 0,1 0 1 0 0,0 0-1 0 0,1 0 1 0 0,-1 0-1 0 0,1 0 1 0 0,-1 0-1 0 0,1 0 1 0 0,0 0-1 0 0,1 0 1 0 0,-1 0-1 0 0,1 0 1 0 0,1 5-1 0 0,0-5 2 0 0,-1 1-1 0 0,1-1 1 0 0,0 0 0 0 0,1 0-1 0 0,-1 0 1 0 0,1-1 0 0 0,0 1-1 0 0,0-1 1 0 0,0 1 0 0 0,0-1-1 0 0,0 0 1 0 0,1 0 0 0 0,-1 0-1 0 0,1-1 1 0 0,0 1 0 0 0,5 2-1 0 0,-1-1 3 0 0,0-1 0 0 0,0 0-1 0 0,0 0 1 0 0,0 0 0 0 0,0-1-1 0 0,1-1 1 0 0,15 2 0 0 0,-21-3-3 0 0,1 0 0 0 0,0 0-1 0 0,-1-1 1 0 0,1 1 0 0 0,-1-1 0 0 0,1 0 0 0 0,-1 0 0 0 0,0 0 0 0 0,1 0 0 0 0,-1-1 0 0 0,0 0 0 0 0,0 1 0 0 0,0-1 0 0 0,0 0-1 0 0,0 0 1 0 0,0-1 0 0 0,-1 1 0 0 0,1-1 0 0 0,4-5 0 0 0,-4 5-2 0 0,-1-1 0 0 0,1-1 0 0 0,-1 1 0 0 0,1 0 0 0 0,-1-1 0 0 0,-1 1 0 0 0,1-1 0 0 0,0 1 0 0 0,-1-1 0 0 0,0 0 0 0 0,0 1 0 0 0,-1-1 0 0 0,1-10 0 0 0,-2 9 0 0 0,0 0 0 0 0,0 0 0 0 0,0-1 0 0 0,-1 1 0 0 0,0 0 0 0 0,0 0 0 0 0,0 1 0 0 0,-1-1 0 0 0,0 0 0 0 0,0 1 0 0 0,-1 0 0 0 0,0 0 0 0 0,1 0 0 0 0,-2 0 0 0 0,1 0 0 0 0,0 1 0 0 0,-1 0 0 0 0,0 0 0 0 0,0 0 0 0 0,0 0 0 0 0,-1 1 0 0 0,1 0 0 0 0,-1 0 0 0 0,1 1 0 0 0,-1-1 0 0 0,0 1 0 0 0,0 0 0 0 0,0 1 0 0 0,0-1 0 0 0,-1 1 0 0 0,1 1 0 0 0,0-1 0 0 0,-1 1 0 0 0,1 0 0 0 0,-10 2 0 0 0,9-1 0 0 0,0 0 0 0 0,0 1 0 0 0,1 0 0 0 0,-1 0 0 0 0,1 0 0 0 0,-1 1 0 0 0,1 0 0 0 0,0 1 0 0 0,0-1 0 0 0,0 1 0 0 0,1 0 0 0 0,-1 1 0 0 0,1-1 0 0 0,0 1 0 0 0,1 0 0 0 0,-6 6 0 0 0,6-5 0 0 0,0-1 0 0 0,0 0 0 0 0,1 1 0 0 0,0 0 0 0 0,0 0 0 0 0,0 0 0 0 0,1 0 0 0 0,0 0 0 0 0,-2 9 0 0 0,4-13 0 0 0,-1 1 0 0 0,1 0 0 0 0,0 0 0 0 0,0-1 0 0 0,0 1 0 0 0,1 0 0 0 0,-1-1 0 0 0,1 1 0 0 0,-1 0 0 0 0,1-1 0 0 0,0 1 0 0 0,0-1 0 0 0,0 1 0 0 0,0-1 0 0 0,1 0 0 0 0,-1 1 0 0 0,0-1 0 0 0,1 0 0 0 0,0 0 0 0 0,0 0 0 0 0,-1 0 0 0 0,1 0 0 0 0,0 0 0 0 0,1 0 0 0 0,2 1 0 0 0,1 1 0 0 0,0-1 0 0 0,0 0 0 0 0,0 0 0 0 0,1-1 0 0 0,-1 1 0 0 0,1-2 0 0 0,-1 1 0 0 0,1-1 0 0 0,0 0 0 0 0,0 0 0 0 0,-1 0 0 0 0,8-1 0 0 0,-3-1 0 0 0,-1 0 0 0 0,1 0 0 0 0,0-1 0 0 0,-1 0 0 0 0,0-1 0 0 0,21-7 0 0 0,-27 7 0 0 0,1 0 0 0 0,-1 1 0 0 0,0-2 0 0 0,1 1 1 0 0,-1 0-1 0 0,0-1 0 0 0,-1 1 0 0 0,1-1 0 0 0,-1 0 0 0 0,0-1 0 0 0,0 1 0 0 0,0 0 0 0 0,0-1 0 0 0,-1 0 0 0 0,0 0 0 0 0,0 1 0 0 0,0-1 0 0 0,0 0 0 0 0,0-7 0 0 0,0 7-1 0 0,-1-1 1 0 0,-1 1-1 0 0,1-1 1 0 0,-1 1-1 0 0,0-1 1 0 0,0 0-1 0 0,0 1 1 0 0,-1-1-1 0 0,0 1 1 0 0,0 0-1 0 0,0-1 1 0 0,-1 1-1 0 0,0 0 1 0 0,0-1-1 0 0,0 1 1 0 0,-1 0-1 0 0,0 1 1 0 0,-3-7-1 0 0,3 8 0 0 0,0 1 0 0 0,0-1 1 0 0,-1 1-1 0 0,1-1 0 0 0,0 1 0 0 0,-1 0 0 0 0,1 0 0 0 0,-1 0 0 0 0,0 1 1 0 0,0 0-1 0 0,1-1 0 0 0,-1 1 0 0 0,0 0 0 0 0,0 1 0 0 0,0-1 1 0 0,0 1-1 0 0,0 0 0 0 0,-1 0 0 0 0,-3 0 0 0 0,-6 1-3 0 0,1 1-1 0 0,0 0 1 0 0,0 1 0 0 0,-20 6-1 0 0,27-6 5 0 0,0-1-1 0 0,1 1 1 0 0,-1 0-1 0 0,1 1 1 0 0,-1-1-1 0 0,1 1 1 0 0,0 0-1 0 0,1 0 1 0 0,-1 1-1 0 0,1-1 1 0 0,0 1-1 0 0,0 0 1 0 0,0 0-1 0 0,0 1 1 0 0,1-1-1 0 0,-4 9 1 0 0,5-10 0 0 0,1-1 0 0 0,-1 1 0 0 0,1 0 0 0 0,0 0 0 0 0,0 0 0 0 0,0 0 0 0 0,1 0 0 0 0,-1 0 0 0 0,1 1 0 0 0,0-1 0 0 0,0 0 0 0 0,1 0 0 0 0,-1 0 0 0 0,1 0 0 0 0,0 0 0 0 0,0 0 0 0 0,0 0 0 0 0,1 0 0 0 0,-1 0 0 0 0,1-1 0 0 0,0 1 0 0 0,0 0 0 0 0,0-1 0 0 0,0 1 0 0 0,1-1 0 0 0,2 3 0 0 0,0-1 0 0 0,0-1 1 0 0,0 0-1 0 0,1 0 0 0 0,0 0 0 0 0,-1-1 0 0 0,1 1 0 0 0,0-1 0 0 0,0-1 0 0 0,1 1 0 0 0,-1-1 0 0 0,1 0 0 0 0,-1-1 1 0 0,1 0-1 0 0,-1 0 0 0 0,11 1 0 0 0,-11-2 1 0 0,0 0 0 0 0,1-1-1 0 0,-1 1 1 0 0,0-1 0 0 0,0 0 0 0 0,0-1 0 0 0,0 1 0 0 0,0-1 0 0 0,0 0-1 0 0,0-1 1 0 0,0 0 0 0 0,-1 0 0 0 0,1 0 0 0 0,-1 0 0 0 0,0-1 0 0 0,8-6-1 0 0,-9 5 2 0 0,0 1 1 0 0,0-1-1 0 0,0 0 0 0 0,0 0 0 0 0,-1 0 0 0 0,0-1 0 0 0,0 1 0 0 0,0-1 0 0 0,-1 0 0 0 0,1 0 0 0 0,1-9 0 0 0,-4 11-1 0 0,1 0 0 0 0,-1 0-1 0 0,1 0 1 0 0,-1 0 0 0 0,-1 0 0 0 0,1 0-1 0 0,-1 0 1 0 0,1 0 0 0 0,-1 0-1 0 0,0 0 1 0 0,0 0 0 0 0,-1 0 0 0 0,1 0-1 0 0,-1 1 1 0 0,0-1 0 0 0,0 0 0 0 0,0 1-1 0 0,-5-6 1 0 0,2 4 0 0 0,0 1 0 0 0,0-1 1 0 0,0 1-1 0 0,0 0 0 0 0,-1 1 0 0 0,0-1 0 0 0,0 1 0 0 0,0 0 0 0 0,0 1 1 0 0,0-1-1 0 0,0 1 0 0 0,-1 0 0 0 0,1 1 0 0 0,-10-2 0 0 0,7 2 1 0 0,0 0 0 0 0,0 0-1 0 0,0 1 1 0 0,0 0-1 0 0,0 1 1 0 0,0 0 0 0 0,0 1-1 0 0,0-1 1 0 0,-18 7-1 0 0,22-6 0 0 0,-1 1-1 0 0,1 0 0 0 0,0 0 0 0 0,0 0 1 0 0,0 1-1 0 0,0-1 0 0 0,1 1 0 0 0,-1 0 1 0 0,1 1-1 0 0,0-1 0 0 0,0 1 0 0 0,0 0 1 0 0,-2 5-1 0 0,4-8 1 0 0,1 1-1 0 0,0-1 1 0 0,0 1 0 0 0,0 0-1 0 0,0 0 1 0 0,1-1 0 0 0,-1 1-1 0 0,1 0 1 0 0,-1 0 0 0 0,1 0-1 0 0,0-1 1 0 0,0 1 0 0 0,0 0-1 0 0,0 0 1 0 0,1 0 0 0 0,-1-1 0 0 0,1 1-1 0 0,0 0 1 0 0,0 0 0 0 0,0-1-1 0 0,0 1 1 0 0,0-1 0 0 0,1 1-1 0 0,-1-1 1 0 0,1 1 0 0 0,-1-1-1 0 0,1 0 1 0 0,0 0 0 0 0,3 3-1 0 0,4 4 3 0 0,0 0 0 0 0,1-1-1 0 0,0 0 1 0 0,0-1-1 0 0,14 7 1 0 0,-20-12-2 0 0,0 0 1 0 0,0 0-1 0 0,0 0 0 0 0,0-1 1 0 0,1 1-1 0 0,-1-1 1 0 0,0 0-1 0 0,1 0 1 0 0,-1-1-1 0 0,1 1 1 0 0,-1-1-1 0 0,1 0 0 0 0,0 0 1 0 0,-1-1-1 0 0,1 1 1 0 0,-1-1-1 0 0,8-2 1 0 0,-9 2-1 0 0,-1 0 0 0 0,1-1 1 0 0,-1 1-1 0 0,1-1 1 0 0,-1 1-1 0 0,0-1 0 0 0,0 0 1 0 0,0 1-1 0 0,0-1 0 0 0,0 0 1 0 0,0-1-1 0 0,0 1 0 0 0,-1 0 1 0 0,1 0-1 0 0,1-5 0 0 0,-1 3 0 0 0,-1 0 0 0 0,1 0 1 0 0,-1-1-1 0 0,0 1 0 0 0,-1 0 0 0 0,1 0 0 0 0,-1-1 0 0 0,0 1 0 0 0,0-6 0 0 0,-1 1 0 0 0,0 0 0 0 0,-1 1 1 0 0,0-1-1 0 0,-1 0 0 0 0,1 1 1 0 0,-2 0-1 0 0,1 0 0 0 0,-1 0 1 0 0,-6-10-1 0 0,6 13 0 0 0,0-1-1 0 0,-1 1 1 0 0,1 1 0 0 0,-1-1-1 0 0,1 1 1 0 0,-2-1-1 0 0,1 1 1 0 0,0 1 0 0 0,-1-1-1 0 0,1 1 1 0 0,-1 0-1 0 0,-11-4 1 0 0,13 6-1 0 0,0 0 0 0 0,0 0 0 0 0,0 0 0 0 0,-1 0 0 0 0,1 1 0 0 0,0 0 0 0 0,0 0 1 0 0,-1 0-1 0 0,1 0 0 0 0,0 1 0 0 0,0-1 0 0 0,0 1 0 0 0,-1 0 0 0 0,1 0 0 0 0,0 1 0 0 0,0-1 0 0 0,0 1 0 0 0,1 0 0 0 0,-1 0 0 0 0,-5 4 0 0 0,6-4 0 0 0,0 0 0 0 0,1 1 0 0 0,-1-1 0 0 0,1 1 0 0 0,0-1 0 0 0,-1 1 0 0 0,1 0 0 0 0,0 0 0 0 0,1 0 0 0 0,-1 0 0 0 0,0 0 0 0 0,1 0 0 0 0,0 0 0 0 0,-2 7 0 0 0,2-5 0 0 0,0 1 0 0 0,1-1 0 0 0,0 0 0 0 0,0 1 0 0 0,0-1 0 0 0,1 0 0 0 0,-1 0 0 0 0,1 1 0 0 0,3 6 0 0 0,-1-2 0 0 0,0 0 0 0 0,1-1 0 0 0,0 1 0 0 0,1 0 0 0 0,0-1 0 0 0,1 0 0 0 0,0 0 0 0 0,0-1 0 0 0,1 0 0 0 0,0 0 0 0 0,0 0 0 0 0,1-1 0 0 0,0 0 0 0 0,0-1 0 0 0,1 1 0 0 0,8 4 0 0 0,-14-10 0 0 0,2 2 0 0 0,0-1 0 0 0,0 1 0 0 0,0-1 0 0 0,0-1 0 0 0,10 3 0 0 0,-14-4 0 0 0,0 0 0 0 0,0 0 0 0 0,0 0 0 0 0,0 0 0 0 0,0 0 0 0 0,0 0 0 0 0,0 0 0 0 0,0 0 0 0 0,1-1 0 0 0,-1 1 0 0 0,0 0 0 0 0,0-1 0 0 0,0 1 0 0 0,0 0 0 0 0,0-1 0 0 0,0 0 0 0 0,-1 1 0 0 0,1-1 0 0 0,0 0 0 0 0,0 1 0 0 0,0-1 0 0 0,0 0 0 0 0,-1 0 0 0 0,1 1 0 0 0,0-1 0 0 0,-1 0 0 0 0,1 0 0 0 0,-1 0 0 0 0,1 0 0 0 0,-1 0 0 0 0,1 0 0 0 0,-1 0 0 0 0,0 0 0 0 0,1 0 0 0 0,-1-2 0 0 0,1-3-3 0 0,0 1 0 0 0,-1-1 0 0 0,0 0 0 0 0,0 0 0 0 0,0 1 0 0 0,-1-1 0 0 0,0 0 0 0 0,0 0 0 0 0,0 1 0 0 0,-1-1-1 0 0,-2-6 1 0 0,-1 0-15 0 0,0 1 0 0 0,0 0 1 0 0,-1 1-1 0 0,-10-15 0 0 0,10 17-23 0 0,-1 0 1 0 0,1 0 0 0 0,-1 1-1 0 0,-13-11 1 0 0,17 16 19 0 0,0 0 1 0 0,-1 0 0 0 0,1 0-1 0 0,0 0 1 0 0,-1 1 0 0 0,0-1-1 0 0,1 1 1 0 0,-1 0-1 0 0,0 0 1 0 0,1 0 0 0 0,-1 1-1 0 0,0-1 1 0 0,0 1 0 0 0,0 0-1 0 0,-4 0 1 0 0,2 1-37 0 0,1-1 1 0 0,-1 1-1 0 0,1 0 1 0 0,0 0 0 0 0,-1 0-1 0 0,-8 5 1 0 0,12-5 39 0 0,0 0 0 0 0,0 1 0 0 0,0-1 1 0 0,0 1-1 0 0,0-1 0 0 0,1 1 0 0 0,-1 0 0 0 0,0 0 1 0 0,1 0-1 0 0,0 0 0 0 0,-1 0 0 0 0,1 0 0 0 0,0 0 1 0 0,0 0-1 0 0,0 0 0 0 0,1 1 0 0 0,-2 3 0 0 0,1-2 0 0 0,0 0 0 0 0,0-1 0 0 0,0 1 0 0 0,1 0 0 0 0,-1 0 0 0 0,1 0 0 0 0,0-1 0 0 0,0 1 0 0 0,0 0 0 0 0,1 0 0 0 0,0 0-1 0 0,-1 0 1 0 0,1-1 0 0 0,0 1 0 0 0,3 6 0 0 0,-3-10 16 0 0,-1 0-1 0 0,0 1 0 0 0,0-1 1 0 0,0 0-1 0 0,0 0 1 0 0,0 0-1 0 0,1 0 1 0 0,-1 0-1 0 0,0 1 0 0 0,0-1 1 0 0,0 0-1 0 0,0 0 1 0 0,1 0-1 0 0,-1 0 1 0 0,0 0-1 0 0,0 0 1 0 0,0 0-1 0 0,1 0 0 0 0,-1 0 1 0 0,0 0-1 0 0,0 0 1 0 0,0 0-1 0 0,1 0 1 0 0,-1 0-1 0 0,0 0 0 0 0,0 0 1 0 0,1 0-1 0 0,-1 0 1 0 0,0 0-1 0 0,0 0 1 0 0,0 0-1 0 0,1 0 0 0 0,-1 0 1 0 0,0 0-1 0 0,0 0 1 0 0,0-1-1 0 0,0 1 1 0 0,1 0-1 0 0,-1 0 1 0 0,0 0-1 0 0,0 0 0 0 0,0 0 1 0 0,0-1-1 0 0,0 1 1 0 0,1 0-1 0 0,-1 0 1 0 0,0 0-1 0 0,0 0 0 0 0,0-1 1 0 0,0 1-1 0 0,0 0 1 0 0,0 0-1 0 0,0 0 1 0 0,0-1-1 0 0,0 1 1 0 0,0 0-1 0 0,0 0 0 0 0,0-1 1 0 0,7-14-4 0 0,-6 13-6 0 0,-1 1 10 0 0,1 0 1 0 0,-1 0 0 0 0,1 0 0 0 0,-1 0 0 0 0,1-1 0 0 0,-1 1-1 0 0,0 0 1 0 0,1 0 0 0 0,-1-1 0 0 0,0 1 0 0 0,0 0 0 0 0,0-1 0 0 0,0-1-1 0 0,-1 3 1 0 0,0 0 0 0 0,-6-2 0 0 0,7 1 1 0 0,0 1-1 0 0,-1 0 1 0 0,1 0-1 0 0,0 0 1 0 0,0 0-1 0 0,-1-1 1 0 0,1 1-1 0 0,0 0 1 0 0,-1 0-1 0 0,1 0 1 0 0,0 0-1 0 0,-1 0 1 0 0,1 0-1 0 0,0 0 1 0 0,-1 0-1 0 0,1 0 1 0 0,0 0-1 0 0,-1 0 1 0 0,1 0-1 0 0,0 0 1 0 0,0 0 0 0 0,-1 0-1 0 0,1 0 1 0 0,0 0-1 0 0,-1 0 1 0 0,1 1-1 0 0,0-1 1 0 0,-1 0-1 0 0,1 0 1 0 0,0 0-1 0 0,0 1 1 0 0,-1-1-1 0 0,1 0 1 0 0,-1 1 7 0 0,-1 1 0 0 0,1-1 0 0 0,0 0 0 0 0,0 1 0 0 0,0-1 0 0 0,0 1 0 0 0,1-1 0 0 0,-1 1 1 0 0,0-1-1 0 0,1 1 0 0 0,-1-1 0 0 0,1 1 0 0 0,-1 0 0 0 0,1-1 0 0 0,0 1 0 0 0,-1 0 0 0 0,1-1 0 0 0,0 4 0 0 0,1-1 20 0 0,-1 1-1 0 0,0 0 0 0 0,1 0 1 0 0,0 0-1 0 0,2 6 0 0 0,3 5 198 0 0,0 1 0 0 0,12 21 0 0 0,-15-35-178 0 0,0-1 1 0 0,-1 1 0 0 0,1-1-1 0 0,0 0 1 0 0,0-1 0 0 0,0 1-1 0 0,0 0 1 0 0,0-1-1 0 0,4 2 1 0 0,5 3 98 0 0,5 2 162 0 0,-11-5-189 0 0,1 0 0 0 0,-1 0 0 0 0,8 6 0 0 0,-13-8-112 0 0,1 0-1 0 0,-1-1 1 0 0,0 1-1 0 0,0-1 1 0 0,0 0-1 0 0,0 1 1 0 0,1-1 0 0 0,-1 0-1 0 0,0 1 1 0 0,0-1-1 0 0,1 0 1 0 0,-1 0-1 0 0,0 0 1 0 0,0 0-1 0 0,1-1 1 0 0,-1 1-1 0 0,0 0 1 0 0,0 0-1 0 0,1-1 1 0 0,-1 1-1 0 0,0-1 1 0 0,0 1-1 0 0,1-1 1 0 0,15-3 251 0 0,-17 3-256 0 0,1 1 1 0 0,-1 0-1 0 0,0 0 0 0 0,0 0 1 0 0,0 0-1 0 0,1 0 1 0 0,-1 0-1 0 0,0-1 0 0 0,0 1 1 0 0,0 0-1 0 0,1 0 0 0 0,-1 0 1 0 0,0 0-1 0 0,0-1 0 0 0,0 1 1 0 0,0 0-1 0 0,0 0 1 0 0,0 0-1 0 0,1-1 0 0 0,-1 1 1 0 0,0 0-1 0 0,0 0 0 0 0,0-1 1 0 0,0 1-1 0 0,0 0 0 0 0,0 0 1 0 0,0-1-1 0 0,0 1 0 0 0,0 0 1 0 0,0 0-1 0 0,0-1 1 0 0,0 1-1 0 0,0 0 0 0 0,0 0 1 0 0,0 0-1 0 0,0-1 0 0 0,-1 1 1 0 0,1 0-1 0 0,0 0 0 0 0,0-1 1 0 0,0 1-1 0 0,0 0 0 0 0,-4-10 17 0 0,-2 0-15 0 0,-1 1-1 0 0,-1-1 1 0 0,1 1-1 0 0,-1 1 1 0 0,-1 0-1 0 0,-13-11 1 0 0,-16-16-4 0 0,24 17 0 0 0,11 15 0 0 0,1 0 0 0 0,0-1 0 0 0,-1 1 0 0 0,0 0 0 0 0,0 1-1 0 0,0-1 1 0 0,0 0 0 0 0,-7-4 0 0 0,10 7-5 0 0,0 0 4 0 0,-1 1 1 0 0,1-1-1 0 0,0 0 1 0 0,-1 0-1 0 0,1 1 1 0 0,0-1-1 0 0,-1 0 1 0 0,1 1-1 0 0,0-1 1 0 0,0 0-1 0 0,-1 1 1 0 0,1-1-1 0 0,0 0 1 0 0,0 1-1 0 0,0-1 1 0 0,0 0-1 0 0,-1 1 1 0 0,1-1-1 0 0,0 1 1 0 0,0-1-1 0 0,0 0 1 0 0,0 1 0 0 0,0-1-1 0 0,0 1 1 0 0,0-1-1 0 0,0 0 1 0 0,0 1-1 0 0,0 0 1 0 0,0 14-11 0 0,1-13 5 0 0,-1 3 2 0 0,1 1-1 0 0,0-1 1 0 0,0 0 0 0 0,1 0-1 0 0,0 0 1 0 0,0 0-1 0 0,0 0 1 0 0,0 0 0 0 0,4 4-1 0 0,-2-2-5 0 0,0-1-1 0 0,0 0 1 0 0,1 0-1 0 0,0 0 1 0 0,11 9-1 0 0,-13-13 5 0 0,1 0-1 0 0,-1 0 0 0 0,1 0 0 0 0,-1-1 0 0 0,5 2 0 0 0,-7-2 4 0 0,-1-1 0 0 0,1 0 0 0 0,-1 1-1 0 0,1-1 1 0 0,-1 0 0 0 0,1 0 0 0 0,-1 0-1 0 0,1 1 1 0 0,0-1 0 0 0,-1 0 0 0 0,1 0-1 0 0,0 0 1 0 0,-1 0 0 0 0,1 0 0 0 0,-1 0-1 0 0,1 0 1 0 0,0 0 0 0 0,-1 0 0 0 0,1-1-1 0 0,-1 1 1 0 0,1 0 0 0 0,0 0 0 0 0,-1 0 0 0 0,1-1-1 0 0,-1 1 1 0 0,1 0 0 0 0,-1-1 0 0 0,1 1-1 0 0,-1 0 1 0 0,1-1 0 0 0,-1 1 0 0 0,1-1-1 0 0,-1 1 1 0 0,0-1 0 0 0,1 1 0 0 0,-1-1-1 0 0,0 1 1 0 0,1-1 0 0 0,-1 0 0 0 0,0-1-3 0 0,1 1 0 0 0,-1-1 0 0 0,0 1 0 0 0,-1-1 0 0 0,1 1 0 0 0,0-1 0 0 0,0 1 0 0 0,-1 0 1 0 0,1-1-1 0 0,0 1 0 0 0,-1-1 0 0 0,0 1 0 0 0,1 0 0 0 0,-1 0 0 0 0,0-1 0 0 0,-1 0 0 0 0,-16-19-282 0 0,15 18 143 0 0,3 4 125 0 0,0-1 0 0 0,1 1 1 0 0,-1-1-1 0 0,0 0 0 0 0,0 1 0 0 0,0-1 0 0 0,0 0 0 0 0,0 1 0 0 0,0-1 0 0 0,0 1 0 0 0,0-1 0 0 0,1 0 0 0 0,-1 1 0 0 0,0-1 0 0 0,0 0 0 0 0,0 0 0 0 0,1 1 0 0 0,-1-1 0 0 0,0 0 1 0 0,0 1-1 0 0,1-1 0 0 0,-1 0 0 0 0,1 0 0 0 0,21 15-306 0 0,-17-11 276 0 0,0 0 0 0 0,0-1 1 0 0,1 0-1 0 0,-1 0 0 0 0,1 0 0 0 0,11 4 0 0 0,-5-4 9 0 0,1-1-1 0 0,-1 0 1 0 0,0 0 0 0 0,23-1-1 0 0,-26-1 36 0 0,-1-1 0 0 0,0-1 0 0 0,1 1 0 0 0,-1-1-1 0 0,0-1 1 0 0,0 1 0 0 0,0-2 0 0 0,7-3-1 0 0,-8 3 7 0 0,0 0 0 0 0,-1-1 0 0 0,1 1 0 0 0,-1-1 0 0 0,-1-1 0 0 0,1 1 0 0 0,-1-1 0 0 0,0 0 0 0 0,0-1 0 0 0,-1 1-1 0 0,1-1 1 0 0,-1 1 0 0 0,-1-1 0 0 0,5-13 0 0 0,-5 12 1 0 0,0 1 0 0 0,-1-1 1 0 0,0 0-1 0 0,-1-1 0 0 0,1 1 0 0 0,-2 0 0 0 0,1 0 0 0 0,-1-1 0 0 0,0 1 1 0 0,-1 0-1 0 0,0-1 0 0 0,0 1 0 0 0,-5-15 0 0 0,6 22-1 0 0,-1 0 0 0 0,1 0 0 0 0,0 0 0 0 0,0 0 0 0 0,-1 0 0 0 0,1 0 0 0 0,-1 0 1 0 0,1 1-1 0 0,-1-1 0 0 0,1 0 0 0 0,-1 0 0 0 0,0 0 0 0 0,1 0 0 0 0,-1 1 0 0 0,0-1 0 0 0,0 0 0 0 0,1 1 0 0 0,-1-1 0 0 0,0 0 0 0 0,0 1 0 0 0,0-1 0 0 0,0 1 0 0 0,0 0 0 0 0,-1-1 1 0 0,1 1-1 0 0,0 0 0 0 0,0 1 0 0 0,0-1 0 0 0,0 0 0 0 0,0 1 0 0 0,0-1 0 0 0,0 1 0 0 0,0 0 0 0 0,0-1 0 0 0,0 1-1 0 0,0 0 1 0 0,0-1 0 0 0,0 1 0 0 0,1 0 0 0 0,-1 0 0 0 0,0 0 0 0 0,1-1 0 0 0,-1 1 0 0 0,1 0 0 0 0,-1 0 0 0 0,1 0 0 0 0,-1 2 0 0 0,-3 5 0 0 0,1 0 0 0 0,0 0 0 0 0,0 0 0 0 0,1 1 0 0 0,0-1 0 0 0,-1 12 0 0 0,-1 55 0 0 0,3-55 0 0 0,2 18 6 0 0,0-34 3 0 0,0-5 1 0 0,-1-20 12 0 0,2-40 7 0 0,0 28-19 0 0,-4-45 0 0 0,0 68-10 0 0,1 4 0 0 0,1 1 0 0 0,0-1 0 0 0,0-10 0 0 0,0 15 0 0 0,0-1 0 0 0,1 0 0 0 0,-1 1 0 0 0,1-1 0 0 0,-1 0 0 0 0,1 1 0 0 0,0-1 0 0 0,0 1 0 0 0,0-1 0 0 0,0 1 0 0 0,0-1 0 0 0,0 1 0 0 0,0-1 0 0 0,0 1 0 0 0,0 0 0 0 0,2-2 0 0 0,-2 2 0 0 0,0 0-1 0 0,0 0 0 0 0,1 1 0 0 0,-1-1 1 0 0,0 0-1 0 0,0 0 0 0 0,1 1 0 0 0,-1-1 1 0 0,0 1-1 0 0,1-1 0 0 0,-1 1 0 0 0,1-1 1 0 0,-1 1-1 0 0,0 0 0 0 0,1 0 0 0 0,-1 0 1 0 0,1-1-1 0 0,-1 1 0 0 0,1 1 0 0 0,-1-1 1 0 0,2 0-1 0 0,-1 1-1 0 0,0 0 0 0 0,-1 0 0 0 0,1 0 0 0 0,0 0 1 0 0,-1 0-1 0 0,1 1 0 0 0,-1-1 0 0 0,1 0 0 0 0,-1 1 0 0 0,1-1 0 0 0,-1 1 0 0 0,0 0 0 0 0,0-1 1 0 0,0 1-1 0 0,1 2 0 0 0,5 9-1 0 0,0 1 1 0 0,-1 0-1 0 0,8 26 1 0 0,-12-34 2 0 0,-1 0 0 0 0,0 0 0 0 0,0 0 0 0 0,0 0 0 0 0,-1 0 0 0 0,1 0 0 0 0,-2 0 0 0 0,1 0 0 0 0,-1 0 0 0 0,1 1 0 0 0,-2-1 0 0 0,-1 6 0 0 0,2-9 1 0 0,0 0 0 0 0,-1-1 0 0 0,1 1 0 0 0,-1-1 0 0 0,0 1 0 0 0,1-1 0 0 0,-1 0 0 0 0,0 1 0 0 0,0-1 0 0 0,0 0 0 0 0,-1 0 0 0 0,1-1 0 0 0,-1 1 0 0 0,1 0 0 0 0,-4 1 0 0 0,5-3 0 0 0,1 0-1 0 0,0 0 1 0 0,-1 0-1 0 0,1 0 1 0 0,-1 0-1 0 0,1 0 0 0 0,0-1 1 0 0,-1 1-1 0 0,1 0 1 0 0,0 0-1 0 0,-1 0 1 0 0,1 0-1 0 0,0-1 0 0 0,-1 1 1 0 0,1 0-1 0 0,0 0 1 0 0,0-1-1 0 0,-1 1 1 0 0,1 0-1 0 0,0-1 0 0 0,0 1 1 0 0,-1 0-1 0 0,1-1 1 0 0,0 1-1 0 0,0 0 0 0 0,0-1 1 0 0,0 1-1 0 0,-1 0 1 0 0,1-1-1 0 0,0 0 1 0 0,-3-12 2 0 0,3 11-4 0 0,-4-25-40 0 0,1 0 0 0 0,2 0 0 0 0,0-1 0 0 0,2 1 0 0 0,4-27 0 0 0,-4 48-28 0 0,-1 4 13 0 0,0 0-1 0 0,0 0 0 0 0,0 0 1 0 0,1 0-1 0 0,-1 0 1 0 0,0 0-1 0 0,1 0 0 0 0,0 0 1 0 0,-1 0-1 0 0,1 0 1 0 0,0 0-1 0 0,0 0 1 0 0,0 1-1 0 0,2-3 0 0 0,-3 4 46 0 0,1 0 0 0 0,-1 0-1 0 0,1 0 1 0 0,-1 0-1 0 0,1 0 1 0 0,-1 0 0 0 0,1 0-1 0 0,-1 0 1 0 0,1 0-1 0 0,-1 1 1 0 0,1-1-1 0 0,-1 0 1 0 0,0 0 0 0 0,1 1-1 0 0,-1-1 1 0 0,1 0-1 0 0,-1 1 1 0 0,0-1 0 0 0,1 0-1 0 0,-1 1 1 0 0,0-1-1 0 0,0 0 1 0 0,1 1-1 0 0,-1 0 1 0 0,8 10-61 0 0,-4-4 32 0 0,-1 1-1 0 0,1 0 1 0 0,-2-1-1 0 0,1 2 0 0 0,-1-1 1 0 0,2 15-1 0 0,-3-7-26 0 0,0-1-1 0 0,-2 29 0 0 0,-5-12 18 0 0,2-21 33 0 0,2-10 13 0 0,2-5 3 0 0,-2-27 1 0 0,0 1 0 0 0,-14-62 0 0 0,10 71-6 0 0,4 17 3 0 0,1 0 1 0 0,-1 0 0 0 0,1-1 0 0 0,0 1 0 0 0,0 0 0 0 0,1-1 0 0 0,0 1 0 0 0,-1-1-1 0 0,1 1 1 0 0,1 0 0 0 0,-1-1 0 0 0,2-7 0 0 0,-2 12 1 0 0,1 0 0 0 0,-1-1-1 0 0,0 1 1 0 0,1 0 0 0 0,-1 0 0 0 0,0-1 0 0 0,0 1 0 0 0,1 0 0 0 0,-1 0-1 0 0,1 0 1 0 0,-1 0 0 0 0,0-1 0 0 0,1 1 0 0 0,-1 0 0 0 0,0 0 0 0 0,1 0 0 0 0,-1 0-1 0 0,1 0 1 0 0,-1 0 0 0 0,0 0 0 0 0,1 0 0 0 0,-1 0 0 0 0,1 0 0 0 0,-1 0-1 0 0,0 0 1 0 0,1 0 0 0 0,-1 1 0 0 0,0-1 0 0 0,1 0 0 0 0,-1 0 0 0 0,1 0-1 0 0,-1 0 1 0 0,0 1 0 0 0,1-1 0 0 0,-1 0 0 0 0,1 1 0 0 0,11 7-9 0 0,-8-4 6 0 0,-1 1 0 0 0,0 0 0 0 0,-1-1 0 0 0,1 1 0 0 0,-1 0 0 0 0,0 0 1 0 0,0 0-1 0 0,0 1 0 0 0,-1-1 0 0 0,0 0 0 0 0,1 6 0 0 0,6 24-21 0 0,-6-28 25 0 0,0 1 0 0 0,-1-1-1 0 0,0 1 1 0 0,0-1 0 0 0,-1 1 0 0 0,0-1 0 0 0,0 1 0 0 0,-2 11 0 0 0,-1 21-1 0 0,3-39 1 0 0,0 0 0 0 0,0 1 0 0 0,-2-1 0 0 0,1 0 0 0 0,1 0 0 0 0,-1 0 2 0 0,0 0 3 0 0,1 0-2 0 0,0-1 67 0 0,2-3-37 0 0,-1 1 0 0 0,1-1 0 0 0,-1 0 0 0 0,1-1 0 0 0,-1 1 0 0 0,0 0 0 0 0,0 0 0 0 0,0-1 0 0 0,-1 1 0 0 0,1 0 0 0 0,-1-1 0 0 0,0-6 0 0 0,2-10 49 0 0,-1 14-60 0 0,0-1-1 0 0,-1 1 1 0 0,0-1 0 0 0,0 1-1 0 0,-1-1 1 0 0,0 1 0 0 0,0-1-1 0 0,-1 1 1 0 0,1 0 0 0 0,-4-8-1 0 0,1 4 18 0 0,-1-1-1 0 0,0 1 1 0 0,-1 0-1 0 0,-12-18 1 0 0,17 27-34 0 0,0 0 0 0 0,0 0 0 0 0,0 0 0 0 0,1 0 0 0 0,-1 0 1 0 0,0 0-1 0 0,1 0 0 0 0,-1 0 0 0 0,1 0 0 0 0,-1 0 0 0 0,1 0 0 0 0,0 0 1 0 0,-1-1-1 0 0,1 1 0 0 0,0 0 0 0 0,0-2 0 0 0,0 2 1 0 0,1 0-1 0 0,-1 0 1 0 0,1-1-1 0 0,0 1 1 0 0,0 0-1 0 0,0 0 1 0 0,0 0 0 0 0,0 0-1 0 0,0 0 1 0 0,0 0-1 0 0,0 1 1 0 0,0-1-1 0 0,0 0 1 0 0,2-1-1 0 0,-2 2 3 0 0,0 0-6 0 0,-1 0 0 0 0,1 0-1 0 0,-1 0 1 0 0,0 1 0 0 0,1-1-1 0 0,-1 0 1 0 0,0 0 0 0 0,1 1-1 0 0,-1-1 1 0 0,0 0 0 0 0,1 0-1 0 0,-1 1 1 0 0,0-1 0 0 0,0 0-1 0 0,1 1 1 0 0,-1-1 0 0 0,0 1-1 0 0,0-1 1 0 0,0 0 0 0 0,1 1-1 0 0,-1-1 1 0 0,0 1 0 0 0,0-1-1 0 0,0 0 1 0 0,0 1 0 0 0,3 14 6 0 0,-3-11-2 0 0,6 28 40 0 0,-6-25-10 0 0,1 0 1 0 0,1 0 0 0 0,-1 0-1 0 0,1-1 1 0 0,0 1 0 0 0,5 9-1 0 0,4 15 166 0 0,-10-26-136 0 0,1 1-1 0 0,0-1 1 0 0,0 1-1 0 0,3 4 1 0 0,-5-10-61 0 0,0 0 1 0 0,0 0-1 0 0,0 1 1 0 0,0-1-1 0 0,0 0 1 0 0,0 0-1 0 0,0 0 0 0 0,0 0 1 0 0,0 0-1 0 0,0 0 1 0 0,0 0-1 0 0,0 0 1 0 0,1 0-1 0 0,-1 0 1 0 0,0 0-1 0 0,0 0 1 0 0,0 0-1 0 0,0 0 1 0 0,0 0-1 0 0,0 0 1 0 0,0 0-1 0 0,0 0 0 0 0,0 0 1 0 0,0 0-1 0 0,0 0 1 0 0,0 0-1 0 0,0 0 1 0 0,1 0-1 0 0,-1 0 1 0 0,0 0-1 0 0,0 0 1 0 0,0 0-1 0 0,0 0 1 0 0,0 0-1 0 0,0 0 0 0 0,0 0 1 0 0,0 0-1 0 0,0 0 1 0 0,0 0-1 0 0,0 0 1 0 0,0 0-1 0 0,0-1 1 0 0,0 1-1 0 0,0 0 1 0 0,0 0-1 0 0,1 0 1 0 0,-1 0-1 0 0,0 0 1 0 0,0 0-1 0 0,0 0 0 0 0,0 0 1 0 0,0 0-1 0 0,0 0 1 0 0,0 0-1 0 0,3-7 64 0 0,-3 5-68 0 0,1 1 0 0 0,-1-1-1 0 0,0 1 1 0 0,0 0 0 0 0,1-1-1 0 0,-1 1 1 0 0,0-1 0 0 0,0 1-1 0 0,0 0 1 0 0,-1-1-1 0 0,1-1 1 0 0,-6-9 21 0 0,5 9-14 0 0,-1 0 0 0 0,1 0 0 0 0,0 0 0 0 0,0 0 0 0 0,0 0 0 0 0,0 0 0 0 0,0-1 0 0 0,1 1-1 0 0,-1-4 1 0 0,1 4 1 0 0,0 0-1 0 0,-1 0 1 0 0,0 0-1 0 0,0 0 1 0 0,0 0-1 0 0,0 0 1 0 0,0 0-1 0 0,-1 1 1 0 0,1-1-1 0 0,-1 0 1 0 0,1 1-1 0 0,-1 0 1 0 0,0-1-1 0 0,0 1 1 0 0,0 0-1 0 0,-1 0 1 0 0,1 0-1 0 0,-3-2 1 0 0,2 3 29 0 0,1 0 0 0 0,-1-1 0 0 0,1 0 1 0 0,-1 1-1 0 0,1-1 0 0 0,0 0 0 0 0,0 0 1 0 0,-1 0-1 0 0,1 0 0 0 0,1 0 0 0 0,-1-1 1 0 0,0 1-1 0 0,1-1 0 0 0,-1 1 0 0 0,1-1 1 0 0,-1 1-1 0 0,1-1 0 0 0,-1-5 0 0 0,1 6-27 0 0,0 1-1 0 0,0-1 0 0 0,0 1 0 0 0,0-1 1 0 0,0 1-1 0 0,0 0 0 0 0,0-1 0 0 0,0 1 0 0 0,-1 0 1 0 0,1 0-1 0 0,0 0 0 0 0,-1 0 0 0 0,1 0 1 0 0,-1 0-1 0 0,1 0 0 0 0,-1 1 0 0 0,1-1 0 0 0,-3 0 1 0 0,-12-7 25 0 0,15 7-33 0 0,0 0 2 0 0,-1 0-2 0 0,1 1 2 0 0,0 0-2 0 0,-1-1 24 0 0,-1 0 1 0 0,1-1 0 0 0,0 1 0 0 0,0 0-1 0 0,0-1 1 0 0,0 1 0 0 0,1-1 0 0 0,-1 0-1 0 0,-2-2 1 0 0,1 1-12 0 0,-1 1 1 0 0,0 0-1 0 0,0 0 0 0 0,0 0 0 0 0,0 0 0 0 0,0 1 1 0 0,0 0-1 0 0,-1 0 0 0 0,1 0 0 0 0,-9-1 1 0 0,6 2 7 0 0,1 0 0 0 0,-1 0 0 0 0,1 0-1 0 0,-1 1 1 0 0,1 0 0 0 0,0 0 0 0 0,-12 5 0 0 0,16-6-10 0 0,0 1-1 0 0,0 0 1 0 0,0 0-1 0 0,0 0 1 0 0,0 0-1 0 0,1 0 1 0 0,-1 0-1 0 0,0 0 1 0 0,1 0-1 0 0,-1 1 1 0 0,1-1 0 0 0,-1 1-1 0 0,1-1 1 0 0,0 1-1 0 0,0-1 1 0 0,0 1-1 0 0,0 0 1 0 0,0 0-1 0 0,0-1 1 0 0,0 1-1 0 0,0 0 1 0 0,1 0-1 0 0,-1 0 1 0 0,1 0-1 0 0,-1 0 1 0 0,1 0-1 0 0,0 0 1 0 0,0 0 0 0 0,0 3-1 0 0,0-4-5 0 0,0 0 0 0 0,0 0 1 0 0,1 0-1 0 0,-1 1 0 0 0,0-1 0 0 0,1 0 0 0 0,-1 0 0 0 0,1 0 1 0 0,-1 0-1 0 0,1 0 0 0 0,-1 0 0 0 0,1 0 0 0 0,0 0 0 0 0,-1 0 0 0 0,1-1 1 0 0,0 1-1 0 0,0 0 0 0 0,0 0 0 0 0,1 0 0 0 0,0 1 5 0 0,1-1 0 0 0,-1 0-1 0 0,1 0 1 0 0,-1 0 0 0 0,1 0 0 0 0,0 0-1 0 0,5 0 1 0 0,0 0 13 0 0,0 0-1 0 0,1-1 1 0 0,-1 0 0 0 0,13-2-1 0 0,10-5 42 0 0,-23 5-31 0 0,1 0-1 0 0,0 0 1 0 0,15 0 0 0 0,-23 0-32 0 0,-1 2-3 0 0,0 0-1 0 0,0 0 0 0 0,0 0 0 0 0,0 0 0 0 0,0 0 1 0 0,0 0-1 0 0,0-1 0 0 0,0 1 0 0 0,0 0 1 0 0,0 0-1 0 0,0 0 0 0 0,0 0 0 0 0,1 0 1 0 0,-1 0-1 0 0,0 0 0 0 0,0 0 0 0 0,0 0 1 0 0,0-1-1 0 0,0 1 0 0 0,0 0 0 0 0,0 0 1 0 0,1 0-1 0 0,-1 0 0 0 0,0 0 0 0 0,0 0 1 0 0,0 0-1 0 0,0 0 0 0 0,0 0 0 0 0,0 0 0 0 0,1 0 1 0 0,-1 0-1 0 0,0 0 0 0 0,0 0 0 0 0,0 0 1 0 0,0 0-1 0 0,0 0 0 0 0,0 0 0 0 0,1 0 1 0 0,-1 0-1 0 0,0 0 0 0 0,0 0 0 0 0,1 0 0 0 0,0 1 0 0 0,0-1 0 0 0,0 0-1 0 0,-1 0-6 0 0,0 0 1 0 0,-14-17-60 0 0,13 15 38 0 0,0 0-1 0 0,0 1 1 0 0,0-1-1 0 0,0 1 0 0 0,0-1 1 0 0,1 0-1 0 0,-1 0 1 0 0,1 1-1 0 0,-1-1 1 0 0,1 0-1 0 0,0 0 0 0 0,-1 0 1 0 0,1 0-1 0 0,0 1 1 0 0,1-3-1 0 0,1 3 10 0 0,1 1 0 0 0,0 0 0 0 0,0 0 0 0 0,0 0 0 0 0,-1 0 0 0 0,5 1 0 0 0,-5 0 15 0 0,0 0 0 0 0,0 0 1 0 0,0 0-1 0 0,0 0 0 0 0,0 1 0 0 0,-1-1 1 0 0,3 2-1 0 0,12 8-14 0 0,-15-11 17 0 0,-6-2 0 0 0,-24-14 41 0 0,28 16-38 0 0,0-2 3 0 0,0 1-2 0 0,0 0 3 0 0,0 0 2 0 0,-2-2 9 0 0,0 1 0 0 0,0-1-1 0 0,0 1 1 0 0,0 0 0 0 0,0 0-1 0 0,-1 0 1 0 0,1 0 0 0 0,-1 1-1 0 0,1-1 1 0 0,-1 1 0 0 0,-5-1-1 0 0,8 2-8 0 0,0 0 0 0 0,0 0 0 0 0,-24-4 66 0 0,24 4-67 0 0,0 0-9 0 0,-6-8 33 0 0,-15 4 50 0 0,17 3-72 0 0,1-1 0 0 0,-1 1 0 0 0,1 0 0 0 0,-1 0 0 0 0,0 0 0 0 0,1 1 0 0 0,-1-1 0 0 0,0 1 0 0 0,0 0 0 0 0,1 1 0 0 0,-10 1 0 0 0,-1 1-28 0 0,1 0 0 0 0,-22 9 0 0 0,23-6-22 0 0,0 1 1 0 0,0 0 0 0 0,-14 10-1 0 0,3-3 32 0 0,24-13 2 0 0,12-18-49 0 0,-9 14 41 0 0,0 0-1 0 0,-1 0 0 0 0,2 0 1 0 0,-1 1-1 0 0,0-1 0 0 0,0 1 0 0 0,1 0 1 0 0,-1 0-1 0 0,1 0 0 0 0,0 0 1 0 0,0 1-1 0 0,7-3 0 0 0,3 1-27 0 0,1 0-1 0 0,18 0 1 0 0,-21 1 39 0 0,18 4-27 0 0,-25-2 20 0 0,0 1 0 0 0,0-1 0 0 0,0 0 0 0 0,0 0 0 0 0,0-1 0 0 0,9-1 0 0 0,0-5-62 0 0,-14 3 13 0 0,-8-2 55 0 0,6 6 6 0 0,-1-1-1 0 0,1 1 1 0 0,0-1-1 0 0,-1 1 0 0 0,1 0 1 0 0,0 0-1 0 0,-1 0 0 0 0,1 0 1 0 0,-1 0-1 0 0,1 1 1 0 0,0-1-1 0 0,-4 2 0 0 0,-8 1 75 0 0,-2-2 27 0 0,7-1-52 0 0,0 1 0 0 0,0 0 0 0 0,1 1 0 0 0,-11 3 0 0 0,15-4-34 0 0,1 1-1 0 0,0 0 0 0 0,0-1 1 0 0,0 2-1 0 0,-5 2 0 0 0,-5 5-3 0 0,-45 20-50 0 0,51-27 38 0 0,4-1-3 0 0,0 0 1 0 0,0 0-1 0 0,0 0 0 0 0,0 0 0 0 0,0 0 1 0 0,-4 5-1 0 0,-6 5 4 0 0,13-12-1 0 0,-4 3 1 0 0,-1 1 0 0 0,1 0 0 0 0,1 0 0 0 0,-1 0 0 0 0,1 0 0 0 0,-1 0 0 0 0,1 1-1 0 0,-4 8 1 0 0,-6 23 878 0 0,12-33-873 0 0,0-1-1 0 0,0 1 1 0 0,1-1 0 0 0,-1 1-1 0 0,1 0 1 0 0,-1-1 0 0 0,1 1-1 0 0,0 3 1 0 0,0-4-22 0 0,0 0 0 0 0,0-1 0 0 0,0 1 0 0 0,0-1 0 0 0,0 1 0 0 0,0-1 0 0 0,-1 1 0 0 0,1-1 0 0 0,0 1 0 0 0,-1-1 0 0 0,-1 2 0 0 0,1 3-25 0 0,0 0 1 0 0,0 0 0 0 0,0 0 0 0 0,1 7-1 0 0,-1-5 131 0 0,1 0 0 0 0,1-1 0 0 0,0 1 0 0 0,2 11 0 0 0,0-3-70 0 0,1-2-109 0 0,-4-10 81 0 0,1-1-1 0 0,0 1 0 0 0,0 0 0 0 0,0-1 1 0 0,1 1-1 0 0,1 3 0 0 0,3 7 85 0 0,-5-12-44 0 0,0 1 0 0 0,0 0 0 0 0,1-1-1 0 0,-1 1 1 0 0,0-1 0 0 0,1 0 0 0 0,-1 1-1 0 0,1-1 1 0 0,0 0 0 0 0,0 0-1 0 0,0 0 1 0 0,0 0 0 0 0,0 0 0 0 0,4 2-1 0 0,37 18 504 0 0,-28-14-531 0 0,1-1 0 0 0,0-1 0 0 0,1 0 0 0 0,-1-1 0 0 0,21 3 0 0 0,-20-4 6 0 0,-11-3 3 0 0,0 1-1 0 0,0-1 1 0 0,1 0 0 0 0,7 0-1 0 0,-5-1 2 0 0,1-1-1 0 0,-1 0 0 0 0,0 0 1 0 0,1-1-1 0 0,-1 0 0 0 0,0 0 1 0 0,0-1-1 0 0,0-1 0 0 0,-1 0 1 0 0,1 0-1 0 0,-1 0 0 0 0,0-1 1 0 0,0 0-1 0 0,10-8 0 0 0,-17 12-19 0 0,0 0-1 0 0,0 0 1 0 0,1 0-1 0 0,-1 0 0 0 0,0 0 1 0 0,1 0-1 0 0,-1 0 1 0 0,1 1-1 0 0,0-1 0 0 0,-1 1 1 0 0,1-1-1 0 0,-1 1 1 0 0,1 0-1 0 0,0-1 1 0 0,1 1-1 0 0,-16 11-66 0 0,4-6 30 0 0,0 0 1 0 0,0-1-1 0 0,-1-1 1 0 0,1 1-1 0 0,-1-1 1 0 0,0-1-1 0 0,0 0 0 0 0,-13 1 1 0 0,-21 7-197 0 0,36-7 125 0 0,-1 0 0 0 0,1-1 1 0 0,-1-1-1 0 0,-16 2 0 0 0,12-4-45 0 0,0-1-1 0 0,0 0 1 0 0,-16-5 0 0 0,26 7 165 0 0,-8-5 120 0 0,9 4-84 0 0,0 0 0 0 0,-1 0 0 0 0,1 0 0 0 0,0 0 0 0 0,0 1-1 0 0,-1-1 1 0 0,1 1 0 0 0,-1-1 0 0 0,1 1 0 0 0,0 0 0 0 0,-1 0 0 0 0,-2 0 0 0 0,5 0-49 0 0,0 0-7 0 0,0 1 12 0 0,0 0 2 0 0,0 0 0 0 0,0 0 0 0 0,1 0 2 0 0,0 1 4 0 0,0-1 2 0 0,4 3 42 0 0,0 0 0 0 0,0 0 0 0 0,0-1 0 0 0,1 0 0 0 0,-1 1 0 0 0,7 1 0 0 0,-4-1-40 0 0,20 12 48 0 0,-23-14-22 0 0,0-1 0 0 0,0 0 0 0 0,-1 0 0 0 0,1-1 0 0 0,0 1 0 0 0,0-1 0 0 0,0 0 0 0 0,6-1-1 0 0,-2 1 88 0 0,23 2-13 0 0,-25-1-68 0 0,0-1 0 0 0,1 1-1 0 0,-1-1 1 0 0,0 0 0 0 0,0-1 0 0 0,1 1 0 0 0,-1-2 0 0 0,0 1-1 0 0,8-3 1 0 0,32-13 22 0 0,-37 11-62 0 0,0 0-1 0 0,0-1 1 0 0,0 0-1 0 0,8-9 1 0 0,-11 10-2 0 0,-3 3-61 0 0,0-1-1 0 0,0 0 0 0 0,0 0 1 0 0,0 0-1 0 0,-1-1 1 0 0,1 1-1 0 0,-1-1 0 0 0,3-7 1 0 0,1 1-319 0 0,-6 9 267 0 0,1 0 1 0 0,-1-1 0 0 0,0 1 0 0 0,0 0 0 0 0,0-1 0 0 0,0 1 0 0 0,0 0 0 0 0,0-1-1 0 0,0-4 1 0 0,-1 7 72 0 0,-2 0-88 0 0,0 1 103 0 0,0 0 0 0 0,0 0 0 0 0,0 0 0 0 0,0 0 0 0 0,0 0 1 0 0,0 1-1 0 0,0-1 0 0 0,0 1 0 0 0,0-1 0 0 0,1 1 0 0 0,-1 0 1 0 0,0-1-1 0 0,-1 5 0 0 0,-12 9-73 0 0,-53 29-120 0 0,67-43 202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7:03.105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 1 11448 0 0,'0'1'1583'0'0,"2"3"-712"0"0,3 7-1130 0 0,-4-9 457 0 0,3 12-178 0 0,1-1 0 0 0,1 0-1 0 0,1-1 1 0 0,-1 1 0 0 0,2-1 0 0 0,0 0 0 0 0,11 13 0 0 0,-4-6 236 0 0,-11-12-76 0 0,1 0 0 0 0,0-1 1 0 0,1 0-1 0 0,-1 0 0 0 0,11 7 0 0 0,-10-8-80 0 0,0 0-1 0 0,-1 0 1 0 0,1 0 0 0 0,-1 0-1 0 0,0 1 1 0 0,-1 0 0 0 0,6 8-1 0 0,-8-12-37 0 0,0 1 0 0 0,0 0 0 0 0,1-1 1 0 0,-1 0-1 0 0,1 1 0 0 0,-1-1 0 0 0,1 0 0 0 0,0-1 0 0 0,3 3 0 0 0,28 12 758 0 0,-25-11-607 0 0,1-2 86 0 0,22-1-153 0 0,-31-2-140 0 0,0 1 1 0 0,0 0-4 0 0,0 0 3 0 0,0 0 2 0 0,0 0-1 0 0,0 0-4 0 0,0-1 5 0 0,0 1 5 0 0,-1-1 12 0 0,0 0-17 0 0,0 1 0 0 0,0-1 0 0 0,0 0 15 0 0,0 0-14 0 0,-1 0-2 0 0,0 0-6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7:14.060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 0 12864 0 0,'0'0'0'0'0,"2"2"0"0"0,2-1-64 0 0,-1 2 8 0 0,2 0-8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7:14.418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1 0 11256 0 0,'0'0'0'0'0,"0"2"344"0"0,0-1 16 0 0,0 0-8 0 0,0 0 8 0 0,0 1-232 0 0,1 0 8 0 0,1 1-16 0 0,1 2 16 0 0,0 1-72 0 0,2 0 0 0 0,0-1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4T12:07:16.297"/>
    </inkml:context>
    <inkml:brush xml:id="br0">
      <inkml:brushProperty name="width" value="0.05" units="cm"/>
      <inkml:brushProperty name="height" value="0.05" units="cm"/>
      <inkml:brushProperty name="color" value="#D5F5E6"/>
    </inkml:brush>
  </inkml:definitions>
  <inkml:trace contextRef="#ctx0" brushRef="#br0">23 38 4912 0 0,'10'-7'126'0'0,"-3"2"88"0"0,-4 3-132 0 0,0 1 0 0 0,-1-1 0 0 0,1 0 0 0 0,-1-1 0 0 0,0 1 0 0 0,1 0 0 0 0,-1-1 0 0 0,0 1 0 0 0,2-4 0 0 0,-6 8 87 0 0,-1-1 0 0 0,1 1 0 0 0,-1 0-1 0 0,1-1 1 0 0,-1 0 0 0 0,0 1 0 0 0,1-1 0 0 0,-5 1 0 0 0,-15 8 183 0 0,20-9-283 0 0,0 0 0 0 0,1 1 1 0 0,-1-1-1 0 0,0 0 0 0 0,1 1 1 0 0,-1 0-1 0 0,-1 2 0 0 0,3-4-57 0 0,0 0-1 0 0,0 1 0 0 0,-1-1 1 0 0,1 1-1 0 0,0-1 0 0 0,0 0 0 0 0,0 1 1 0 0,0-1-1 0 0,0 1 0 0 0,0-1 1 0 0,0 1-1 0 0,0-1 0 0 0,0 1 1 0 0,0-1-1 0 0,0 0 0 0 0,0 1 1 0 0,0-1-1 0 0,0 1 0 0 0,0-1 0 0 0,0 0 1 0 0,1 1-1 0 0,-1-1 0 0 0,0 1 1 0 0,0-1-1 0 0,0 0 0 0 0,1 1 1 0 0,-1-1-1 0 0,0 0 0 0 0,1 1 1 0 0,-1-1-1 0 0,0 0 0 0 0,1 1 0 0 0,-1-1 1 0 0,0 0-1 0 0,1 0 0 0 0,-1 1 1 0 0,0-1-1 0 0,1 0 0 0 0,-1 0 1 0 0,1 0-1 0 0,-1 0 0 0 0,0 1 0 0 0,1-1 1 0 0,-1 0-1 0 0,2 0 0 0 0,0 0 43 0 0,0 0 0 0 0,1 1 0 0 0,-1-1-1 0 0,1 0 1 0 0,-1-1 0 0 0,1 1 0 0 0,-1 0-1 0 0,0-1 1 0 0,1 1 0 0 0,-1-1 0 0 0,0 0-1 0 0,1 0 1 0 0,-1 0 0 0 0,0 0 0 0 0,0 0-1 0 0,0 0 1 0 0,0-1 0 0 0,4-2 0 0 0,-6 4-41 0 0,0 0 0 0 0,0-1 1 0 0,0 1-1 0 0,-1 0 0 0 0,1 0 1 0 0,0 0-1 0 0,0-1 0 0 0,0 1 1 0 0,0 0-1 0 0,0 0 0 0 0,0 0 1 0 0,0 0-1 0 0,-1-1 1 0 0,1 1-1 0 0,0 0 0 0 0,0 0 1 0 0,0 0-1 0 0,0 0 0 0 0,0 0 1 0 0,-1-1-1 0 0,1 1 0 0 0,0 0 1 0 0,0 0-1 0 0,0 0 0 0 0,-1 0 1 0 0,1 0-1 0 0,0 0 0 0 0,0 0 1 0 0,0 0-1 0 0,-1 0 0 0 0,1 0 1 0 0,0 0-1 0 0,0 0 0 0 0,-1 0 1 0 0,1 0-1 0 0,0 0 0 0 0,0 0 1 0 0,0 0-1 0 0,-1 0 1 0 0,1 0-1 0 0,0 0 0 0 0,-12-1 83 0 0,10 1-34 0 0,0 1-1 0 0,-1-1 1 0 0,1 0 0 0 0,-1 1 0 0 0,1-1 0 0 0,-1 1 0 0 0,1 0 0 0 0,0 0 0 0 0,-1 0 0 0 0,1 0-1 0 0,-4 3 1 0 0,30 2 652 0 0,-22-6-697 0 0,0 0 0 0 0,0 1 1 0 0,-1-1-1 0 0,1 1 0 0 0,0 0 1 0 0,-1 0-1 0 0,1-1 0 0 0,-1 1 1 0 0,1 0-1 0 0,-1 0 0 0 0,1 0 1 0 0,-1 1-1 0 0,0-1 0 0 0,1 0 1 0 0,-1 0-1 0 0,0 1 0 0 0,0-1 1 0 0,1 2-1 0 0,0 2 22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47662cfba5_0_2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47662cfba5_0_2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47662cfba5_0_2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47662cfba5_0_2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077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bf4a77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46bf4a77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415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bf4a77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46bf4a77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829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bf4a77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46bf4a77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0095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bf4a77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46bf4a77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604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bf4a77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46bf4a77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683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bf4a77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46bf4a77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051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bf4a77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46bf4a77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9127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bf4a77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46bf4a77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659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bf4a77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46bf4a77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9346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47662cfba5_0_2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47662cfba5_0_2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19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47662cfba5_0_2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47662cfba5_0_2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875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46bf4a777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46bf4a777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46bf4a777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46bf4a777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167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51125" y="217427"/>
            <a:ext cx="8141650" cy="4749035"/>
            <a:chOff x="751125" y="217427"/>
            <a:chExt cx="8141650" cy="4749035"/>
          </a:xfrm>
        </p:grpSpPr>
        <p:sp>
          <p:nvSpPr>
            <p:cNvPr id="10" name="Google Shape;10;p2"/>
            <p:cNvSpPr/>
            <p:nvPr/>
          </p:nvSpPr>
          <p:spPr>
            <a:xfrm>
              <a:off x="8430775" y="1232425"/>
              <a:ext cx="462000" cy="4620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451075" y="4517837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536425" y="4346063"/>
              <a:ext cx="620400" cy="6204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51125" y="217427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13225" y="1543050"/>
            <a:ext cx="4892100" cy="17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13225" y="3421325"/>
            <a:ext cx="3963900" cy="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270025" y="343602"/>
            <a:ext cx="8391750" cy="2754570"/>
            <a:chOff x="270025" y="343602"/>
            <a:chExt cx="8391750" cy="2754570"/>
          </a:xfrm>
        </p:grpSpPr>
        <p:sp>
          <p:nvSpPr>
            <p:cNvPr id="18" name="Google Shape;18;p3"/>
            <p:cNvSpPr/>
            <p:nvPr/>
          </p:nvSpPr>
          <p:spPr>
            <a:xfrm>
              <a:off x="8199775" y="788750"/>
              <a:ext cx="462000" cy="4620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270025" y="839948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354950" y="343602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607475" y="2886673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884450" y="3112725"/>
            <a:ext cx="5375100" cy="7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3341700" y="1343050"/>
            <a:ext cx="2460600" cy="14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2998800" y="3755850"/>
            <a:ext cx="3146400" cy="8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 hasCustomPrompt="1"/>
          </p:nvPr>
        </p:nvSpPr>
        <p:spPr>
          <a:xfrm>
            <a:off x="4359025" y="600556"/>
            <a:ext cx="705000" cy="65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5341300" y="845093"/>
            <a:ext cx="3089400" cy="52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2" hasCustomPrompt="1"/>
          </p:nvPr>
        </p:nvSpPr>
        <p:spPr>
          <a:xfrm>
            <a:off x="4358950" y="1418536"/>
            <a:ext cx="7050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5341300" y="1655217"/>
            <a:ext cx="3089400" cy="52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4" hasCustomPrompt="1"/>
          </p:nvPr>
        </p:nvSpPr>
        <p:spPr>
          <a:xfrm>
            <a:off x="4358950" y="2236815"/>
            <a:ext cx="7050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5341300" y="2465340"/>
            <a:ext cx="3089400" cy="52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4358950" y="3055095"/>
            <a:ext cx="7050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5341300" y="3275464"/>
            <a:ext cx="3089400" cy="52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4358950" y="3873375"/>
            <a:ext cx="7050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 Semi Condensed SemiBold"/>
              <a:buNone/>
              <a:defRPr sz="30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9"/>
          </p:nvPr>
        </p:nvSpPr>
        <p:spPr>
          <a:xfrm>
            <a:off x="5341300" y="4085588"/>
            <a:ext cx="3089400" cy="52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/>
          </p:nvPr>
        </p:nvSpPr>
        <p:spPr>
          <a:xfrm>
            <a:off x="713225" y="1794600"/>
            <a:ext cx="3060600" cy="15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5341300" y="465693"/>
            <a:ext cx="3089400" cy="44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2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5"/>
          </p:nvPr>
        </p:nvSpPr>
        <p:spPr>
          <a:xfrm>
            <a:off x="5341300" y="1288049"/>
            <a:ext cx="3089400" cy="44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2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5341300" y="2110404"/>
            <a:ext cx="3089400" cy="44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2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5341300" y="2932759"/>
            <a:ext cx="3089400" cy="44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2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5341300" y="3755114"/>
            <a:ext cx="3089400" cy="44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2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endParaRPr/>
          </a:p>
        </p:txBody>
      </p:sp>
      <p:grpSp>
        <p:nvGrpSpPr>
          <p:cNvPr id="94" name="Google Shape;94;p13"/>
          <p:cNvGrpSpPr/>
          <p:nvPr/>
        </p:nvGrpSpPr>
        <p:grpSpPr>
          <a:xfrm>
            <a:off x="8271827" y="359625"/>
            <a:ext cx="736373" cy="3701536"/>
            <a:chOff x="8271827" y="359625"/>
            <a:chExt cx="736373" cy="3701536"/>
          </a:xfrm>
        </p:grpSpPr>
        <p:sp>
          <p:nvSpPr>
            <p:cNvPr id="95" name="Google Shape;95;p13"/>
            <p:cNvSpPr/>
            <p:nvPr/>
          </p:nvSpPr>
          <p:spPr>
            <a:xfrm>
              <a:off x="8551188" y="3784261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8271827" y="3240923"/>
              <a:ext cx="460200" cy="4602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8411500" y="359625"/>
              <a:ext cx="596700" cy="596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8411500" y="1087548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13"/>
          <p:cNvGrpSpPr/>
          <p:nvPr/>
        </p:nvGrpSpPr>
        <p:grpSpPr>
          <a:xfrm>
            <a:off x="289275" y="153213"/>
            <a:ext cx="3970600" cy="3850262"/>
            <a:chOff x="289275" y="153213"/>
            <a:chExt cx="3970600" cy="3850262"/>
          </a:xfrm>
        </p:grpSpPr>
        <p:sp>
          <p:nvSpPr>
            <p:cNvPr id="100" name="Google Shape;100;p13"/>
            <p:cNvSpPr/>
            <p:nvPr/>
          </p:nvSpPr>
          <p:spPr>
            <a:xfrm>
              <a:off x="3663175" y="153213"/>
              <a:ext cx="596700" cy="596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289275" y="628910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289275" y="153215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370700" y="3310050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625838" y="3791975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4"/>
          <p:cNvGrpSpPr/>
          <p:nvPr/>
        </p:nvGrpSpPr>
        <p:grpSpPr>
          <a:xfrm>
            <a:off x="1653963" y="313275"/>
            <a:ext cx="7102475" cy="4566650"/>
            <a:chOff x="1653963" y="313275"/>
            <a:chExt cx="7102475" cy="4566650"/>
          </a:xfrm>
        </p:grpSpPr>
        <p:sp>
          <p:nvSpPr>
            <p:cNvPr id="107" name="Google Shape;107;p14"/>
            <p:cNvSpPr/>
            <p:nvPr/>
          </p:nvSpPr>
          <p:spPr>
            <a:xfrm>
              <a:off x="1653963" y="313275"/>
              <a:ext cx="542700" cy="542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8213738" y="4337225"/>
              <a:ext cx="542700" cy="542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1020594" y="3191050"/>
            <a:ext cx="71028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subTitle" idx="1"/>
          </p:nvPr>
        </p:nvSpPr>
        <p:spPr>
          <a:xfrm>
            <a:off x="1020606" y="1420550"/>
            <a:ext cx="7102800" cy="18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1"/>
          <p:cNvGrpSpPr/>
          <p:nvPr/>
        </p:nvGrpSpPr>
        <p:grpSpPr>
          <a:xfrm>
            <a:off x="751125" y="80862"/>
            <a:ext cx="8211450" cy="4734604"/>
            <a:chOff x="751125" y="80862"/>
            <a:chExt cx="8211450" cy="4734604"/>
          </a:xfrm>
        </p:grpSpPr>
        <p:sp>
          <p:nvSpPr>
            <p:cNvPr id="268" name="Google Shape;268;p31"/>
            <p:cNvSpPr/>
            <p:nvPr/>
          </p:nvSpPr>
          <p:spPr>
            <a:xfrm>
              <a:off x="8414725" y="4173637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585575" y="4616866"/>
              <a:ext cx="198600" cy="1986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5007325" y="307913"/>
              <a:ext cx="596700" cy="596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8685675" y="240761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2156825" y="3986300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3530875" y="8086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751125" y="693123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5330625" y="3986300"/>
              <a:ext cx="542700" cy="542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Google Shape;276;p31"/>
          <p:cNvSpPr/>
          <p:nvPr/>
        </p:nvSpPr>
        <p:spPr>
          <a:xfrm>
            <a:off x="398075" y="3009298"/>
            <a:ext cx="211500" cy="2115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32"/>
          <p:cNvGrpSpPr/>
          <p:nvPr/>
        </p:nvGrpSpPr>
        <p:grpSpPr>
          <a:xfrm>
            <a:off x="156675" y="549112"/>
            <a:ext cx="2261763" cy="3863251"/>
            <a:chOff x="3069025" y="549112"/>
            <a:chExt cx="2261763" cy="3863251"/>
          </a:xfrm>
        </p:grpSpPr>
        <p:sp>
          <p:nvSpPr>
            <p:cNvPr id="279" name="Google Shape;279;p32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2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2"/>
            <p:cNvSpPr/>
            <p:nvPr/>
          </p:nvSpPr>
          <p:spPr>
            <a:xfrm>
              <a:off x="3069025" y="3791963"/>
              <a:ext cx="620400" cy="6204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2"/>
            <p:cNvSpPr/>
            <p:nvPr/>
          </p:nvSpPr>
          <p:spPr>
            <a:xfrm>
              <a:off x="3749625" y="1613374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2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" name="Google Shape;284;p32"/>
          <p:cNvSpPr/>
          <p:nvPr/>
        </p:nvSpPr>
        <p:spPr>
          <a:xfrm>
            <a:off x="7838950" y="929419"/>
            <a:ext cx="596700" cy="5967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7838950" y="1657342"/>
            <a:ext cx="276900" cy="2769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5794325" y="3994043"/>
            <a:ext cx="391800" cy="3918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31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2"/>
          <p:cNvSpPr/>
          <p:nvPr/>
        </p:nvSpPr>
        <p:spPr>
          <a:xfrm>
            <a:off x="7168375" y="621068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2"/>
          <p:cNvSpPr/>
          <p:nvPr/>
        </p:nvSpPr>
        <p:spPr>
          <a:xfrm>
            <a:off x="4388625" y="700867"/>
            <a:ext cx="211500" cy="2115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318650"/>
            <a:ext cx="77175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Barlow Semi Condensed SemiBold"/>
              <a:buNone/>
              <a:defRPr sz="4400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28675"/>
            <a:ext cx="7717500" cy="3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0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2.png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customXml" Target="../ink/ink33.xml"/><Relationship Id="rId16" Type="http://schemas.openxmlformats.org/officeDocument/2006/relationships/customXml" Target="../ink/ink7.xml"/><Relationship Id="rId11" Type="http://schemas.openxmlformats.org/officeDocument/2006/relationships/image" Target="../media/image7.png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53" Type="http://schemas.openxmlformats.org/officeDocument/2006/relationships/image" Target="../media/image28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1.png"/><Relationship Id="rId5" Type="http://schemas.openxmlformats.org/officeDocument/2006/relationships/image" Target="../media/image4.png"/><Relationship Id="rId61" Type="http://schemas.openxmlformats.org/officeDocument/2006/relationships/image" Target="../media/image32.png"/><Relationship Id="rId82" Type="http://schemas.openxmlformats.org/officeDocument/2006/relationships/customXml" Target="../ink/ink40.xml"/><Relationship Id="rId19" Type="http://schemas.openxmlformats.org/officeDocument/2006/relationships/image" Target="../media/image1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6.png"/><Relationship Id="rId77" Type="http://schemas.openxmlformats.org/officeDocument/2006/relationships/image" Target="../media/image40.png"/><Relationship Id="rId8" Type="http://schemas.openxmlformats.org/officeDocument/2006/relationships/customXml" Target="../ink/ink3.xml"/><Relationship Id="rId51" Type="http://schemas.openxmlformats.org/officeDocument/2006/relationships/image" Target="../media/image27.png"/><Relationship Id="rId72" Type="http://schemas.openxmlformats.org/officeDocument/2006/relationships/customXml" Target="../ink/ink35.xml"/><Relationship Id="rId80" Type="http://schemas.openxmlformats.org/officeDocument/2006/relationships/customXml" Target="../ink/ink39.xml"/><Relationship Id="rId3" Type="http://schemas.openxmlformats.org/officeDocument/2006/relationships/image" Target="../media/image3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39.png"/><Relationship Id="rId83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4.xml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78" Type="http://schemas.openxmlformats.org/officeDocument/2006/relationships/customXml" Target="../ink/ink38.xml"/><Relationship Id="rId81" Type="http://schemas.openxmlformats.org/officeDocument/2006/relationships/image" Target="../media/image42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39" Type="http://schemas.openxmlformats.org/officeDocument/2006/relationships/image" Target="../media/image21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76" Type="http://schemas.openxmlformats.org/officeDocument/2006/relationships/customXml" Target="../ink/ink37.xml"/><Relationship Id="rId7" Type="http://schemas.openxmlformats.org/officeDocument/2006/relationships/image" Target="../media/image5.png"/><Relationship Id="rId71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29" Type="http://schemas.openxmlformats.org/officeDocument/2006/relationships/image" Target="../media/image16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66" Type="http://schemas.openxmlformats.org/officeDocument/2006/relationships/customXml" Target="../ink/ink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36"/>
          <p:cNvGrpSpPr/>
          <p:nvPr/>
        </p:nvGrpSpPr>
        <p:grpSpPr>
          <a:xfrm>
            <a:off x="751125" y="599012"/>
            <a:ext cx="6836175" cy="3929988"/>
            <a:chOff x="751125" y="599012"/>
            <a:chExt cx="6836175" cy="3929988"/>
          </a:xfrm>
        </p:grpSpPr>
        <p:grpSp>
          <p:nvGrpSpPr>
            <p:cNvPr id="300" name="Google Shape;300;p36"/>
            <p:cNvGrpSpPr/>
            <p:nvPr/>
          </p:nvGrpSpPr>
          <p:grpSpPr>
            <a:xfrm>
              <a:off x="751125" y="599012"/>
              <a:ext cx="6836175" cy="3929988"/>
              <a:chOff x="751125" y="599012"/>
              <a:chExt cx="6836175" cy="3929988"/>
            </a:xfrm>
          </p:grpSpPr>
          <p:sp>
            <p:nvSpPr>
              <p:cNvPr id="301" name="Google Shape;301;p36"/>
              <p:cNvSpPr/>
              <p:nvPr/>
            </p:nvSpPr>
            <p:spPr>
              <a:xfrm>
                <a:off x="7217850" y="599012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6"/>
              <p:cNvSpPr/>
              <p:nvPr/>
            </p:nvSpPr>
            <p:spPr>
              <a:xfrm>
                <a:off x="7388700" y="1042241"/>
                <a:ext cx="198600" cy="198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6"/>
              <p:cNvSpPr/>
              <p:nvPr/>
            </p:nvSpPr>
            <p:spPr>
              <a:xfrm>
                <a:off x="4201450" y="921675"/>
                <a:ext cx="596700" cy="596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6"/>
              <p:cNvSpPr/>
              <p:nvPr/>
            </p:nvSpPr>
            <p:spPr>
              <a:xfrm>
                <a:off x="4201450" y="1649598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6"/>
              <p:cNvSpPr/>
              <p:nvPr/>
            </p:nvSpPr>
            <p:spPr>
              <a:xfrm>
                <a:off x="2156825" y="3986300"/>
                <a:ext cx="391800" cy="3918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6"/>
              <p:cNvSpPr/>
              <p:nvPr/>
            </p:nvSpPr>
            <p:spPr>
              <a:xfrm>
                <a:off x="3530875" y="613324"/>
                <a:ext cx="371100" cy="3711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D9D9D9">
                      <a:alpha val="71764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6"/>
              <p:cNvSpPr/>
              <p:nvPr/>
            </p:nvSpPr>
            <p:spPr>
              <a:xfrm>
                <a:off x="751125" y="693123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6"/>
              <p:cNvSpPr/>
              <p:nvPr/>
            </p:nvSpPr>
            <p:spPr>
              <a:xfrm>
                <a:off x="5330625" y="3986300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9" name="Google Shape;309;p36"/>
            <p:cNvSpPr/>
            <p:nvPr/>
          </p:nvSpPr>
          <p:spPr>
            <a:xfrm>
              <a:off x="5038325" y="2085173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" name="Google Shape;310;p36"/>
          <p:cNvSpPr txBox="1">
            <a:spLocks noGrp="1"/>
          </p:cNvSpPr>
          <p:nvPr>
            <p:ph type="ctrTitle"/>
          </p:nvPr>
        </p:nvSpPr>
        <p:spPr>
          <a:xfrm>
            <a:off x="751125" y="882725"/>
            <a:ext cx="5859293" cy="17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 dirty="0"/>
              <a:t>Ma</a:t>
            </a:r>
            <a:r>
              <a:rPr lang="ro-RO" sz="6700" dirty="0"/>
              <a:t>șina </a:t>
            </a:r>
            <a:br>
              <a:rPr lang="ro-RO" sz="6700" dirty="0"/>
            </a:br>
            <a:r>
              <a:rPr lang="ro-RO" sz="6700" dirty="0"/>
              <a:t>de spălat </a:t>
            </a:r>
            <a:endParaRPr sz="6700" dirty="0"/>
          </a:p>
        </p:txBody>
      </p:sp>
      <p:sp>
        <p:nvSpPr>
          <p:cNvPr id="311" name="Google Shape;311;p36"/>
          <p:cNvSpPr txBox="1">
            <a:spLocks noGrp="1"/>
          </p:cNvSpPr>
          <p:nvPr>
            <p:ph type="subTitle" idx="1"/>
          </p:nvPr>
        </p:nvSpPr>
        <p:spPr>
          <a:xfrm>
            <a:off x="1208724" y="2798227"/>
            <a:ext cx="4356427" cy="16521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PROIECTARE LOGICĂ – 311CB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Universitatea „Politehnica” din București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Proiect realizat de: Dima Oana-Mihaela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                                     </a:t>
            </a:r>
            <a:r>
              <a:rPr lang="ro-RO" dirty="0" err="1"/>
              <a:t>Prunoiu</a:t>
            </a:r>
            <a:r>
              <a:rPr lang="ro-RO" dirty="0"/>
              <a:t> Miruna-Alessandra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                                     Radu Andreea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2" name="Google Shape;312;p36"/>
          <p:cNvSpPr/>
          <p:nvPr/>
        </p:nvSpPr>
        <p:spPr>
          <a:xfrm>
            <a:off x="6417275" y="1745675"/>
            <a:ext cx="498000" cy="4980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6"/>
          <p:cNvSpPr/>
          <p:nvPr/>
        </p:nvSpPr>
        <p:spPr>
          <a:xfrm>
            <a:off x="8103400" y="3091925"/>
            <a:ext cx="741900" cy="7419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6"/>
          <p:cNvSpPr/>
          <p:nvPr/>
        </p:nvSpPr>
        <p:spPr>
          <a:xfrm>
            <a:off x="7534475" y="4529000"/>
            <a:ext cx="445800" cy="4458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6"/>
          <p:cNvSpPr/>
          <p:nvPr/>
        </p:nvSpPr>
        <p:spPr>
          <a:xfrm>
            <a:off x="8027750" y="2112866"/>
            <a:ext cx="198600" cy="198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31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6"/>
          <p:cNvSpPr/>
          <p:nvPr/>
        </p:nvSpPr>
        <p:spPr>
          <a:xfrm>
            <a:off x="6080400" y="2992062"/>
            <a:ext cx="276900" cy="2769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6"/>
          <p:cNvSpPr/>
          <p:nvPr/>
        </p:nvSpPr>
        <p:spPr>
          <a:xfrm>
            <a:off x="7014650" y="3570191"/>
            <a:ext cx="198600" cy="198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31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10;p46">
            <a:extLst>
              <a:ext uri="{FF2B5EF4-FFF2-40B4-BE49-F238E27FC236}">
                <a16:creationId xmlns:a16="http://schemas.microsoft.com/office/drawing/2014/main" id="{4C8CA605-0980-5676-AE29-B6857844581C}"/>
              </a:ext>
            </a:extLst>
          </p:cNvPr>
          <p:cNvGrpSpPr/>
          <p:nvPr/>
        </p:nvGrpSpPr>
        <p:grpSpPr>
          <a:xfrm>
            <a:off x="473555" y="187326"/>
            <a:ext cx="7994450" cy="4768847"/>
            <a:chOff x="713225" y="182350"/>
            <a:chExt cx="7994450" cy="4768847"/>
          </a:xfrm>
        </p:grpSpPr>
        <p:grpSp>
          <p:nvGrpSpPr>
            <p:cNvPr id="3" name="Google Shape;611;p46">
              <a:extLst>
                <a:ext uri="{FF2B5EF4-FFF2-40B4-BE49-F238E27FC236}">
                  <a16:creationId xmlns:a16="http://schemas.microsoft.com/office/drawing/2014/main" id="{5D130EF0-6FB8-B840-DE8C-948680C11087}"/>
                </a:ext>
              </a:extLst>
            </p:cNvPr>
            <p:cNvGrpSpPr/>
            <p:nvPr/>
          </p:nvGrpSpPr>
          <p:grpSpPr>
            <a:xfrm>
              <a:off x="713225" y="182350"/>
              <a:ext cx="7994450" cy="4768847"/>
              <a:chOff x="713225" y="182350"/>
              <a:chExt cx="7994450" cy="4768847"/>
            </a:xfrm>
          </p:grpSpPr>
          <p:sp>
            <p:nvSpPr>
              <p:cNvPr id="5" name="Google Shape;612;p46">
                <a:extLst>
                  <a:ext uri="{FF2B5EF4-FFF2-40B4-BE49-F238E27FC236}">
                    <a16:creationId xmlns:a16="http://schemas.microsoft.com/office/drawing/2014/main" id="{CF9A4835-ED76-7127-F46F-76F31E7A8420}"/>
                  </a:ext>
                </a:extLst>
              </p:cNvPr>
              <p:cNvSpPr/>
              <p:nvPr/>
            </p:nvSpPr>
            <p:spPr>
              <a:xfrm>
                <a:off x="3364888" y="769174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613;p46">
                <a:extLst>
                  <a:ext uri="{FF2B5EF4-FFF2-40B4-BE49-F238E27FC236}">
                    <a16:creationId xmlns:a16="http://schemas.microsoft.com/office/drawing/2014/main" id="{A0B40602-FDDE-C887-9D8D-5ECC4C8C037A}"/>
                  </a:ext>
                </a:extLst>
              </p:cNvPr>
              <p:cNvSpPr/>
              <p:nvPr/>
            </p:nvSpPr>
            <p:spPr>
              <a:xfrm>
                <a:off x="4589475" y="1542391"/>
                <a:ext cx="198600" cy="198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14;p46">
                <a:extLst>
                  <a:ext uri="{FF2B5EF4-FFF2-40B4-BE49-F238E27FC236}">
                    <a16:creationId xmlns:a16="http://schemas.microsoft.com/office/drawing/2014/main" id="{A42A4F5B-BB1F-AEF8-0A4D-A230CED07CD3}"/>
                  </a:ext>
                </a:extLst>
              </p:cNvPr>
              <p:cNvSpPr/>
              <p:nvPr/>
            </p:nvSpPr>
            <p:spPr>
              <a:xfrm>
                <a:off x="8430775" y="931298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15;p46">
                <a:extLst>
                  <a:ext uri="{FF2B5EF4-FFF2-40B4-BE49-F238E27FC236}">
                    <a16:creationId xmlns:a16="http://schemas.microsoft.com/office/drawing/2014/main" id="{65585518-2B0D-C36E-9C28-45E80FAEE2DB}"/>
                  </a:ext>
                </a:extLst>
              </p:cNvPr>
              <p:cNvSpPr/>
              <p:nvPr/>
            </p:nvSpPr>
            <p:spPr>
              <a:xfrm>
                <a:off x="1065425" y="539512"/>
                <a:ext cx="391800" cy="3918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16;p46">
                <a:extLst>
                  <a:ext uri="{FF2B5EF4-FFF2-40B4-BE49-F238E27FC236}">
                    <a16:creationId xmlns:a16="http://schemas.microsoft.com/office/drawing/2014/main" id="{AAF43EC2-D27F-20D0-009B-EE92C812562A}"/>
                  </a:ext>
                </a:extLst>
              </p:cNvPr>
              <p:cNvSpPr/>
              <p:nvPr/>
            </p:nvSpPr>
            <p:spPr>
              <a:xfrm>
                <a:off x="8186575" y="353949"/>
                <a:ext cx="371100" cy="3711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D9D9D9">
                      <a:alpha val="71764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17;p46">
                <a:extLst>
                  <a:ext uri="{FF2B5EF4-FFF2-40B4-BE49-F238E27FC236}">
                    <a16:creationId xmlns:a16="http://schemas.microsoft.com/office/drawing/2014/main" id="{EBEAEBA7-CAE9-0922-3D76-C5229FAEB4EB}"/>
                  </a:ext>
                </a:extLst>
              </p:cNvPr>
              <p:cNvSpPr/>
              <p:nvPr/>
            </p:nvSpPr>
            <p:spPr>
              <a:xfrm>
                <a:off x="713225" y="1023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18;p46">
                <a:extLst>
                  <a:ext uri="{FF2B5EF4-FFF2-40B4-BE49-F238E27FC236}">
                    <a16:creationId xmlns:a16="http://schemas.microsoft.com/office/drawing/2014/main" id="{74B8FC74-886F-E9BC-5550-1670308B6930}"/>
                  </a:ext>
                </a:extLst>
              </p:cNvPr>
              <p:cNvSpPr/>
              <p:nvPr/>
            </p:nvSpPr>
            <p:spPr>
              <a:xfrm>
                <a:off x="4832950" y="182350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" name="Google Shape;619;p46">
                <a:extLst>
                  <a:ext uri="{FF2B5EF4-FFF2-40B4-BE49-F238E27FC236}">
                    <a16:creationId xmlns:a16="http://schemas.microsoft.com/office/drawing/2014/main" id="{87017CAA-7258-B5BD-712B-04D869B649A0}"/>
                  </a:ext>
                </a:extLst>
              </p:cNvPr>
              <p:cNvSpPr/>
              <p:nvPr/>
            </p:nvSpPr>
            <p:spPr>
              <a:xfrm>
                <a:off x="2221700" y="4739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20;p46">
                <a:extLst>
                  <a:ext uri="{FF2B5EF4-FFF2-40B4-BE49-F238E27FC236}">
                    <a16:creationId xmlns:a16="http://schemas.microsoft.com/office/drawing/2014/main" id="{D536D65C-6553-FFF9-7ACA-932CB6A3CEF1}"/>
                  </a:ext>
                </a:extLst>
              </p:cNvPr>
              <p:cNvSpPr/>
              <p:nvPr/>
            </p:nvSpPr>
            <p:spPr>
              <a:xfrm>
                <a:off x="4906500" y="2207086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21;p46">
                <a:extLst>
                  <a:ext uri="{FF2B5EF4-FFF2-40B4-BE49-F238E27FC236}">
                    <a16:creationId xmlns:a16="http://schemas.microsoft.com/office/drawing/2014/main" id="{4AE29E5F-AB11-0F5E-C3EB-9A77EB0F54D3}"/>
                  </a:ext>
                </a:extLst>
              </p:cNvPr>
              <p:cNvSpPr/>
              <p:nvPr/>
            </p:nvSpPr>
            <p:spPr>
              <a:xfrm>
                <a:off x="2715425" y="1046075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622;p46">
              <a:extLst>
                <a:ext uri="{FF2B5EF4-FFF2-40B4-BE49-F238E27FC236}">
                  <a16:creationId xmlns:a16="http://schemas.microsoft.com/office/drawing/2014/main" id="{CC0D5668-DD69-B133-9A3B-2D41B1D67BA3}"/>
                </a:ext>
              </a:extLst>
            </p:cNvPr>
            <p:cNvSpPr/>
            <p:nvPr/>
          </p:nvSpPr>
          <p:spPr>
            <a:xfrm>
              <a:off x="5099900" y="3150185"/>
              <a:ext cx="660300" cy="6603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FEE16E1-2CFF-8D30-EDC8-77769EC2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0351" y="1688712"/>
            <a:ext cx="6596444" cy="287146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F4067A-A13F-D242-6010-16591D69A7EC}"/>
              </a:ext>
            </a:extLst>
          </p:cNvPr>
          <p:cNvSpPr txBox="1"/>
          <p:nvPr/>
        </p:nvSpPr>
        <p:spPr>
          <a:xfrm>
            <a:off x="5565743" y="1417588"/>
            <a:ext cx="3667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Tema proiectului este implementarea unui automat cu microinstrucțiuni cu format variabil al unei mașini de spălat.</a:t>
            </a:r>
            <a:endParaRPr lang="en-GB" sz="2400" dirty="0">
              <a:solidFill>
                <a:schemeClr val="accent5"/>
              </a:solidFill>
              <a:latin typeface="Barlow Semi Condensed SemiBold" panose="00000706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24A63F-6333-6325-09D6-F9F2700AD6BA}"/>
              </a:ext>
            </a:extLst>
          </p:cNvPr>
          <p:cNvSpPr txBox="1"/>
          <p:nvPr/>
        </p:nvSpPr>
        <p:spPr>
          <a:xfrm>
            <a:off x="1066265" y="2434552"/>
            <a:ext cx="2968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TEMA PROIECTULUI</a:t>
            </a:r>
            <a:endParaRPr lang="en-GB" sz="3600" dirty="0">
              <a:solidFill>
                <a:schemeClr val="bg1"/>
              </a:solidFill>
              <a:latin typeface="Barlow Semi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48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41"/>
          <p:cNvGrpSpPr/>
          <p:nvPr/>
        </p:nvGrpSpPr>
        <p:grpSpPr>
          <a:xfrm>
            <a:off x="378125" y="509837"/>
            <a:ext cx="8393800" cy="4143012"/>
            <a:chOff x="378125" y="509837"/>
            <a:chExt cx="8393800" cy="4143012"/>
          </a:xfrm>
        </p:grpSpPr>
        <p:sp>
          <p:nvSpPr>
            <p:cNvPr id="414" name="Google Shape;414;p41"/>
            <p:cNvSpPr/>
            <p:nvPr/>
          </p:nvSpPr>
          <p:spPr>
            <a:xfrm>
              <a:off x="378125" y="1117398"/>
              <a:ext cx="483900" cy="483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1"/>
            <p:cNvSpPr/>
            <p:nvPr/>
          </p:nvSpPr>
          <p:spPr>
            <a:xfrm>
              <a:off x="2671050" y="1179856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1"/>
            <p:cNvSpPr/>
            <p:nvPr/>
          </p:nvSpPr>
          <p:spPr>
            <a:xfrm>
              <a:off x="1273125" y="2962437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1"/>
            <p:cNvSpPr/>
            <p:nvPr/>
          </p:nvSpPr>
          <p:spPr>
            <a:xfrm>
              <a:off x="4178925" y="509837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1"/>
            <p:cNvSpPr/>
            <p:nvPr/>
          </p:nvSpPr>
          <p:spPr>
            <a:xfrm>
              <a:off x="2195725" y="4281749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7938375" y="658625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8380125" y="2745737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649500" y="36376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7083275" y="901631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1949975" y="3859906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1"/>
            <p:cNvSpPr/>
            <p:nvPr/>
          </p:nvSpPr>
          <p:spPr>
            <a:xfrm>
              <a:off x="6635375" y="3783088"/>
              <a:ext cx="596700" cy="596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5D7BD5C-5B2A-66F0-5162-A56179F2C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75" y="1762909"/>
            <a:ext cx="4152930" cy="2357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782FF4-B8CE-7F30-7697-79348155A409}"/>
              </a:ext>
            </a:extLst>
          </p:cNvPr>
          <p:cNvSpPr txBox="1"/>
          <p:nvPr/>
        </p:nvSpPr>
        <p:spPr>
          <a:xfrm>
            <a:off x="1510941" y="981899"/>
            <a:ext cx="6145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SCHEMA BLOC</a:t>
            </a:r>
            <a:endParaRPr lang="en-GB" sz="3200" dirty="0">
              <a:solidFill>
                <a:schemeClr val="accent5"/>
              </a:solidFill>
              <a:latin typeface="Barlow Semi Condensed SemiBold" panose="00000706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41"/>
          <p:cNvGrpSpPr/>
          <p:nvPr/>
        </p:nvGrpSpPr>
        <p:grpSpPr>
          <a:xfrm>
            <a:off x="378125" y="509837"/>
            <a:ext cx="8393800" cy="4143012"/>
            <a:chOff x="378125" y="509837"/>
            <a:chExt cx="8393800" cy="4143012"/>
          </a:xfrm>
        </p:grpSpPr>
        <p:sp>
          <p:nvSpPr>
            <p:cNvPr id="414" name="Google Shape;414;p41"/>
            <p:cNvSpPr/>
            <p:nvPr/>
          </p:nvSpPr>
          <p:spPr>
            <a:xfrm>
              <a:off x="378125" y="1117398"/>
              <a:ext cx="483900" cy="483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1"/>
            <p:cNvSpPr/>
            <p:nvPr/>
          </p:nvSpPr>
          <p:spPr>
            <a:xfrm>
              <a:off x="2671050" y="1179856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1"/>
            <p:cNvSpPr/>
            <p:nvPr/>
          </p:nvSpPr>
          <p:spPr>
            <a:xfrm>
              <a:off x="1273125" y="2962437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1"/>
            <p:cNvSpPr/>
            <p:nvPr/>
          </p:nvSpPr>
          <p:spPr>
            <a:xfrm>
              <a:off x="4178925" y="509837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1"/>
            <p:cNvSpPr/>
            <p:nvPr/>
          </p:nvSpPr>
          <p:spPr>
            <a:xfrm>
              <a:off x="2195725" y="4281749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7938375" y="658625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8380125" y="2745737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649500" y="36376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7083275" y="901631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1949975" y="3859906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1"/>
            <p:cNvSpPr/>
            <p:nvPr/>
          </p:nvSpPr>
          <p:spPr>
            <a:xfrm>
              <a:off x="6635375" y="3783088"/>
              <a:ext cx="596700" cy="596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782FF4-B8CE-7F30-7697-79348155A409}"/>
              </a:ext>
            </a:extLst>
          </p:cNvPr>
          <p:cNvSpPr txBox="1"/>
          <p:nvPr/>
        </p:nvSpPr>
        <p:spPr>
          <a:xfrm>
            <a:off x="1113237" y="3834627"/>
            <a:ext cx="6145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ORGANIGRAMĂ</a:t>
            </a:r>
            <a:endParaRPr lang="en-GB" sz="3200" dirty="0">
              <a:solidFill>
                <a:schemeClr val="accent5"/>
              </a:solidFill>
              <a:latin typeface="Barlow Semi Condensed SemiBold" panose="00000706000000000000" pitchFamily="2" charset="0"/>
            </a:endParaRPr>
          </a:p>
        </p:txBody>
      </p:sp>
      <p:pic>
        <p:nvPicPr>
          <p:cNvPr id="3" name="Picture 2" descr="A video game screen with a white object in the middle&#10;&#10;Description automatically generated">
            <a:extLst>
              <a:ext uri="{FF2B5EF4-FFF2-40B4-BE49-F238E27FC236}">
                <a16:creationId xmlns:a16="http://schemas.microsoft.com/office/drawing/2014/main" id="{D8045AA0-F94C-4DAA-8DDA-FFF298F9B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499" y="667935"/>
            <a:ext cx="8095869" cy="5143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5F8F07B-7A55-4038-2536-904742EEF84F}"/>
                  </a:ext>
                </a:extLst>
              </p14:cNvPr>
              <p14:cNvContentPartPr/>
              <p14:nvPr/>
            </p14:nvContentPartPr>
            <p14:xfrm>
              <a:off x="4970846" y="3188944"/>
              <a:ext cx="257400" cy="380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5F8F07B-7A55-4038-2536-904742EEF8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4726" y="3182824"/>
                <a:ext cx="26964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4ED5857-816D-3B5D-7907-B3A27D5F5682}"/>
                  </a:ext>
                </a:extLst>
              </p14:cNvPr>
              <p14:cNvContentPartPr/>
              <p14:nvPr/>
            </p14:nvContentPartPr>
            <p14:xfrm>
              <a:off x="4186046" y="3302344"/>
              <a:ext cx="108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4ED5857-816D-3B5D-7907-B3A27D5F56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50046" y="3266344"/>
                <a:ext cx="72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233707E-5785-3CEC-4C4A-CAD37012612D}"/>
                  </a:ext>
                </a:extLst>
              </p14:cNvPr>
              <p14:cNvContentPartPr/>
              <p14:nvPr/>
            </p14:nvContentPartPr>
            <p14:xfrm>
              <a:off x="4992086" y="3215584"/>
              <a:ext cx="253440" cy="402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233707E-5785-3CEC-4C4A-CAD37012612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56086" y="3179944"/>
                <a:ext cx="32508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F3181F7-5670-5D65-5BD0-AE38575E99C7}"/>
                  </a:ext>
                </a:extLst>
              </p14:cNvPr>
              <p14:cNvContentPartPr/>
              <p14:nvPr/>
            </p14:nvContentPartPr>
            <p14:xfrm>
              <a:off x="4996406" y="3524464"/>
              <a:ext cx="224640" cy="133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F3181F7-5670-5D65-5BD0-AE38575E99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60766" y="3488464"/>
                <a:ext cx="2962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C51539D-DB40-6A58-E602-0CE8CC69E0F7}"/>
                  </a:ext>
                </a:extLst>
              </p14:cNvPr>
              <p14:cNvContentPartPr/>
              <p14:nvPr/>
            </p14:nvContentPartPr>
            <p14:xfrm>
              <a:off x="5255756" y="3367303"/>
              <a:ext cx="145080" cy="374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C51539D-DB40-6A58-E602-0CE8CC69E0F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46756" y="3358303"/>
                <a:ext cx="1627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A614644-0C64-1EA8-0726-4139313D0A77}"/>
                  </a:ext>
                </a:extLst>
              </p14:cNvPr>
              <p14:cNvContentPartPr/>
              <p14:nvPr/>
            </p14:nvContentPartPr>
            <p14:xfrm>
              <a:off x="5161796" y="3211063"/>
              <a:ext cx="131040" cy="2840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A614644-0C64-1EA8-0726-4139313D0A7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53156" y="3202063"/>
                <a:ext cx="1486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7AED27A-37AA-4FB8-D1B8-397646A5A0EC}"/>
                  </a:ext>
                </a:extLst>
              </p14:cNvPr>
              <p14:cNvContentPartPr/>
              <p14:nvPr/>
            </p14:nvContentPartPr>
            <p14:xfrm>
              <a:off x="4958036" y="3604903"/>
              <a:ext cx="55440" cy="79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7AED27A-37AA-4FB8-D1B8-397646A5A0E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49396" y="3596263"/>
                <a:ext cx="7308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9371577-DEFF-56D2-184C-ABD79A28EF77}"/>
                  </a:ext>
                </a:extLst>
              </p14:cNvPr>
              <p14:cNvContentPartPr/>
              <p14:nvPr/>
            </p14:nvContentPartPr>
            <p14:xfrm>
              <a:off x="5191676" y="3549103"/>
              <a:ext cx="118080" cy="109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9371577-DEFF-56D2-184C-ABD79A28EF7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3036" y="3540103"/>
                <a:ext cx="1357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BAB60F5-0AAC-1397-57E8-8F6FA37AD750}"/>
                  </a:ext>
                </a:extLst>
              </p14:cNvPr>
              <p14:cNvContentPartPr/>
              <p14:nvPr/>
            </p14:nvContentPartPr>
            <p14:xfrm>
              <a:off x="5235236" y="3388183"/>
              <a:ext cx="36360" cy="81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BAB60F5-0AAC-1397-57E8-8F6FA37AD75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26596" y="3379183"/>
                <a:ext cx="5400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8" name="Group 387">
            <a:extLst>
              <a:ext uri="{FF2B5EF4-FFF2-40B4-BE49-F238E27FC236}">
                <a16:creationId xmlns:a16="http://schemas.microsoft.com/office/drawing/2014/main" id="{27DDF131-D635-7C01-D60F-FB2F9C32BFA1}"/>
              </a:ext>
            </a:extLst>
          </p:cNvPr>
          <p:cNvGrpSpPr/>
          <p:nvPr/>
        </p:nvGrpSpPr>
        <p:grpSpPr>
          <a:xfrm>
            <a:off x="4299236" y="3518503"/>
            <a:ext cx="238680" cy="163800"/>
            <a:chOff x="4299236" y="3518503"/>
            <a:chExt cx="23868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942D15D-6D60-9E73-AE92-65465A39249E}"/>
                    </a:ext>
                  </a:extLst>
                </p14:cNvPr>
                <p14:cNvContentPartPr/>
                <p14:nvPr/>
              </p14:nvContentPartPr>
              <p14:xfrm>
                <a:off x="4373036" y="3518503"/>
                <a:ext cx="164880" cy="163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942D15D-6D60-9E73-AE92-65465A3924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64036" y="3509863"/>
                  <a:ext cx="182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5331D23-2585-70D7-07EF-1A2724DAE5C1}"/>
                    </a:ext>
                  </a:extLst>
                </p14:cNvPr>
                <p14:cNvContentPartPr/>
                <p14:nvPr/>
              </p14:nvContentPartPr>
              <p14:xfrm>
                <a:off x="4299236" y="3558103"/>
                <a:ext cx="197640" cy="1224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5331D23-2585-70D7-07EF-1A2724DAE5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90596" y="3549463"/>
                  <a:ext cx="21528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BB2F326C-F3CC-B040-0AA2-1491A8F414FB}"/>
              </a:ext>
            </a:extLst>
          </p:cNvPr>
          <p:cNvGrpSpPr/>
          <p:nvPr/>
        </p:nvGrpSpPr>
        <p:grpSpPr>
          <a:xfrm>
            <a:off x="4959116" y="3202264"/>
            <a:ext cx="466560" cy="490119"/>
            <a:chOff x="4959116" y="3202264"/>
            <a:chExt cx="466560" cy="49011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B7F2A3-F4F7-93FA-D8E6-C97CA8893AA3}"/>
                    </a:ext>
                  </a:extLst>
                </p14:cNvPr>
                <p14:cNvContentPartPr/>
                <p14:nvPr/>
              </p14:nvContentPartPr>
              <p14:xfrm>
                <a:off x="4980206" y="3286864"/>
                <a:ext cx="30600" cy="41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B7F2A3-F4F7-93FA-D8E6-C97CA8893AA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44206" y="3250864"/>
                  <a:ext cx="102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5DDBF3C-FB7F-E026-AD26-D0EDBB549112}"/>
                    </a:ext>
                  </a:extLst>
                </p14:cNvPr>
                <p14:cNvContentPartPr/>
                <p14:nvPr/>
              </p14:nvContentPartPr>
              <p14:xfrm>
                <a:off x="5148686" y="3585304"/>
                <a:ext cx="46800" cy="65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5DDBF3C-FB7F-E026-AD26-D0EDBB5491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13046" y="3549664"/>
                  <a:ext cx="1184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F99687-9384-2C31-EA20-3092831997C6}"/>
                    </a:ext>
                  </a:extLst>
                </p14:cNvPr>
                <p14:cNvContentPartPr/>
                <p14:nvPr/>
              </p14:nvContentPartPr>
              <p14:xfrm>
                <a:off x="5137886" y="3202984"/>
                <a:ext cx="120600" cy="40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F99687-9384-2C31-EA20-3092831997C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2246" y="3166984"/>
                  <a:ext cx="192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DEEE5E-3152-1714-9B1E-74ACC55A3ECE}"/>
                    </a:ext>
                  </a:extLst>
                </p14:cNvPr>
                <p14:cNvContentPartPr/>
                <p14:nvPr/>
              </p14:nvContentPartPr>
              <p14:xfrm>
                <a:off x="5161286" y="3505024"/>
                <a:ext cx="11160" cy="34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DEEE5E-3152-1714-9B1E-74ACC55A3EC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25286" y="3469384"/>
                  <a:ext cx="82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EB379B-BFBD-5494-C84D-FC0E163E9397}"/>
                    </a:ext>
                  </a:extLst>
                </p14:cNvPr>
                <p14:cNvContentPartPr/>
                <p14:nvPr/>
              </p14:nvContentPartPr>
              <p14:xfrm>
                <a:off x="5205356" y="3525343"/>
                <a:ext cx="5760" cy="2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EB379B-BFBD-5494-C84D-FC0E163E939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96716" y="3516343"/>
                  <a:ext cx="234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D072388-937C-1E47-2B19-1F3952E87C33}"/>
                    </a:ext>
                  </a:extLst>
                </p14:cNvPr>
                <p14:cNvContentPartPr/>
                <p14:nvPr/>
              </p14:nvContentPartPr>
              <p14:xfrm>
                <a:off x="5183756" y="3503383"/>
                <a:ext cx="2520" cy="9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D072388-937C-1E47-2B19-1F3952E87C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75116" y="3494743"/>
                  <a:ext cx="20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2FC8A27-62A5-1CE3-99D4-E7EE07EC0412}"/>
                    </a:ext>
                  </a:extLst>
                </p14:cNvPr>
                <p14:cNvContentPartPr/>
                <p14:nvPr/>
              </p14:nvContentPartPr>
              <p14:xfrm>
                <a:off x="5179436" y="3506263"/>
                <a:ext cx="57600" cy="80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2FC8A27-62A5-1CE3-99D4-E7EE07EC041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70796" y="3497263"/>
                  <a:ext cx="75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FCC19E0-1037-6424-F456-3802F23B902A}"/>
                    </a:ext>
                  </a:extLst>
                </p14:cNvPr>
                <p14:cNvContentPartPr/>
                <p14:nvPr/>
              </p14:nvContentPartPr>
              <p14:xfrm>
                <a:off x="5181236" y="3306103"/>
                <a:ext cx="94320" cy="252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FCC19E0-1037-6424-F456-3802F23B90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72596" y="3297463"/>
                  <a:ext cx="1119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1415040-39CC-0A82-DF5E-49AFE58C24F0}"/>
                    </a:ext>
                  </a:extLst>
                </p14:cNvPr>
                <p14:cNvContentPartPr/>
                <p14:nvPr/>
              </p14:nvContentPartPr>
              <p14:xfrm>
                <a:off x="4959116" y="3677983"/>
                <a:ext cx="153720" cy="1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1415040-39CC-0A82-DF5E-49AFE58C24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50476" y="3669343"/>
                  <a:ext cx="171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D6934F1-501A-84DD-B85A-401017118900}"/>
                    </a:ext>
                  </a:extLst>
                </p14:cNvPr>
                <p14:cNvContentPartPr/>
                <p14:nvPr/>
              </p14:nvContentPartPr>
              <p14:xfrm>
                <a:off x="5005196" y="3687343"/>
                <a:ext cx="105840" cy="5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D6934F1-501A-84DD-B85A-4010171189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96196" y="3678343"/>
                  <a:ext cx="1234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BE0092-DD58-2599-FF85-818971FB4F30}"/>
                    </a:ext>
                  </a:extLst>
                </p14:cNvPr>
                <p14:cNvContentPartPr/>
                <p14:nvPr/>
              </p14:nvContentPartPr>
              <p14:xfrm>
                <a:off x="5201396" y="3519943"/>
                <a:ext cx="81360" cy="72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BE0092-DD58-2599-FF85-818971FB4F3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92396" y="3511303"/>
                  <a:ext cx="990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EE2358-6819-525A-B26F-3B361B60BA4B}"/>
                    </a:ext>
                  </a:extLst>
                </p14:cNvPr>
                <p14:cNvContentPartPr/>
                <p14:nvPr/>
              </p14:nvContentPartPr>
              <p14:xfrm>
                <a:off x="5103686" y="3265264"/>
                <a:ext cx="31680" cy="122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EE2358-6819-525A-B26F-3B361B60BA4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97566" y="3259144"/>
                  <a:ext cx="43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70B304-98C8-B690-59ED-6877E17DC21A}"/>
                    </a:ext>
                  </a:extLst>
                </p14:cNvPr>
                <p14:cNvContentPartPr/>
                <p14:nvPr/>
              </p14:nvContentPartPr>
              <p14:xfrm>
                <a:off x="5086766" y="3202264"/>
                <a:ext cx="2160" cy="1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70B304-98C8-B690-59ED-6877E17DC2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80646" y="3196144"/>
                  <a:ext cx="144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7687C0B-47AA-7C9B-55F0-2A492D2A9987}"/>
                    </a:ext>
                  </a:extLst>
                </p14:cNvPr>
                <p14:cNvContentPartPr/>
                <p14:nvPr/>
              </p14:nvContentPartPr>
              <p14:xfrm>
                <a:off x="5286356" y="3242743"/>
                <a:ext cx="19440" cy="55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7687C0B-47AA-7C9B-55F0-2A492D2A998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7716" y="3234103"/>
                  <a:ext cx="37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CA1033-30DE-048C-5676-CFD3FEAD9F46}"/>
                    </a:ext>
                  </a:extLst>
                </p14:cNvPr>
                <p14:cNvContentPartPr/>
                <p14:nvPr/>
              </p14:nvContentPartPr>
              <p14:xfrm>
                <a:off x="5297156" y="3251023"/>
                <a:ext cx="12960" cy="40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CA1033-30DE-048C-5676-CFD3FEAD9F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88516" y="3242383"/>
                  <a:ext cx="30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3672359-EE07-69B0-D08A-6B7B3CFDE323}"/>
                    </a:ext>
                  </a:extLst>
                </p14:cNvPr>
                <p14:cNvContentPartPr/>
                <p14:nvPr/>
              </p14:nvContentPartPr>
              <p14:xfrm>
                <a:off x="5218676" y="3305743"/>
                <a:ext cx="67680" cy="59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3672359-EE07-69B0-D08A-6B7B3CFDE3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10036" y="3297103"/>
                  <a:ext cx="85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D9F5AE-8792-EAC9-9AC4-5F0F186520ED}"/>
                    </a:ext>
                  </a:extLst>
                </p14:cNvPr>
                <p14:cNvContentPartPr/>
                <p14:nvPr/>
              </p14:nvContentPartPr>
              <p14:xfrm>
                <a:off x="5286716" y="3298183"/>
                <a:ext cx="11160" cy="27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D9F5AE-8792-EAC9-9AC4-5F0F186520E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78076" y="3289183"/>
                  <a:ext cx="28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9ADDE62-C797-5B90-68D6-A1EC657894A5}"/>
                    </a:ext>
                  </a:extLst>
                </p14:cNvPr>
                <p14:cNvContentPartPr/>
                <p14:nvPr/>
              </p14:nvContentPartPr>
              <p14:xfrm>
                <a:off x="5291756" y="3288823"/>
                <a:ext cx="9720" cy="31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9ADDE62-C797-5B90-68D6-A1EC657894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82756" y="3280183"/>
                  <a:ext cx="27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811A537-57BC-05EF-6776-3ED26A089127}"/>
                    </a:ext>
                  </a:extLst>
                </p14:cNvPr>
                <p14:cNvContentPartPr/>
                <p14:nvPr/>
              </p14:nvContentPartPr>
              <p14:xfrm>
                <a:off x="5289596" y="3306103"/>
                <a:ext cx="15840" cy="12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811A537-57BC-05EF-6776-3ED26A08912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80596" y="3297103"/>
                  <a:ext cx="33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E15814-8929-7718-F6B6-2DF06E50E707}"/>
                    </a:ext>
                  </a:extLst>
                </p14:cNvPr>
                <p14:cNvContentPartPr/>
                <p14:nvPr/>
              </p14:nvContentPartPr>
              <p14:xfrm>
                <a:off x="5291036" y="3293863"/>
                <a:ext cx="13680" cy="25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E15814-8929-7718-F6B6-2DF06E50E70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82036" y="3284863"/>
                  <a:ext cx="31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1238173-3B28-5A16-775D-08A0AC2DD343}"/>
                    </a:ext>
                  </a:extLst>
                </p14:cNvPr>
                <p14:cNvContentPartPr/>
                <p14:nvPr/>
              </p14:nvContentPartPr>
              <p14:xfrm>
                <a:off x="5300396" y="3312223"/>
                <a:ext cx="5040" cy="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1238173-3B28-5A16-775D-08A0AC2DD3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91396" y="3303223"/>
                  <a:ext cx="22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F364C99-AC8A-6346-D1C2-7948AB6C39CF}"/>
                    </a:ext>
                  </a:extLst>
                </p14:cNvPr>
                <p14:cNvContentPartPr/>
                <p14:nvPr/>
              </p14:nvContentPartPr>
              <p14:xfrm>
                <a:off x="5263316" y="3364063"/>
                <a:ext cx="52560" cy="30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F364C99-AC8A-6346-D1C2-7948AB6C39C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54316" y="3355063"/>
                  <a:ext cx="70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2613EB6-E6C5-D838-D4BD-8221865CB2B7}"/>
                    </a:ext>
                  </a:extLst>
                </p14:cNvPr>
                <p14:cNvContentPartPr/>
                <p14:nvPr/>
              </p14:nvContentPartPr>
              <p14:xfrm>
                <a:off x="5238116" y="3361543"/>
                <a:ext cx="60480" cy="38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2613EB6-E6C5-D838-D4BD-8221865CB2B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29116" y="3352903"/>
                  <a:ext cx="78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64FD716-758B-CD45-C1D6-6DA202D372BB}"/>
                    </a:ext>
                  </a:extLst>
                </p14:cNvPr>
                <p14:cNvContentPartPr/>
                <p14:nvPr/>
              </p14:nvContentPartPr>
              <p14:xfrm>
                <a:off x="5219756" y="3360463"/>
                <a:ext cx="137880" cy="79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64FD716-758B-CD45-C1D6-6DA202D372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210756" y="3351463"/>
                  <a:ext cx="155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E8841E8-093D-444E-2AE4-BEE33EDAD9BF}"/>
                    </a:ext>
                  </a:extLst>
                </p14:cNvPr>
                <p14:cNvContentPartPr/>
                <p14:nvPr/>
              </p14:nvContentPartPr>
              <p14:xfrm>
                <a:off x="5225516" y="3346063"/>
                <a:ext cx="200160" cy="195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E8841E8-093D-444E-2AE4-BEE33EDAD9B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16516" y="3337423"/>
                  <a:ext cx="217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A7CA33F-605A-F25C-E301-7A58E9F2E8AC}"/>
                    </a:ext>
                  </a:extLst>
                </p14:cNvPr>
                <p14:cNvContentPartPr/>
                <p14:nvPr/>
              </p14:nvContentPartPr>
              <p14:xfrm>
                <a:off x="5184116" y="3462703"/>
                <a:ext cx="107280" cy="110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A7CA33F-605A-F25C-E301-7A58E9F2E8A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75476" y="3454063"/>
                  <a:ext cx="124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B2B43AAF-DC47-382B-9EFA-45CAB2BD40D1}"/>
                    </a:ext>
                  </a:extLst>
                </p14:cNvPr>
                <p14:cNvContentPartPr/>
                <p14:nvPr/>
              </p14:nvContentPartPr>
              <p14:xfrm>
                <a:off x="5315156" y="3454063"/>
                <a:ext cx="5400" cy="36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B2B43AAF-DC47-382B-9EFA-45CAB2BD40D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06516" y="3445063"/>
                  <a:ext cx="23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2256D145-4AFF-9B99-2FA7-0264E05B8A3E}"/>
                    </a:ext>
                  </a:extLst>
                </p14:cNvPr>
                <p14:cNvContentPartPr/>
                <p14:nvPr/>
              </p14:nvContentPartPr>
              <p14:xfrm>
                <a:off x="5319836" y="3455143"/>
                <a:ext cx="7200" cy="126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2256D145-4AFF-9B99-2FA7-0264E05B8A3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11196" y="3446143"/>
                  <a:ext cx="24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4265D8C8-F187-021F-8167-14287D210967}"/>
                    </a:ext>
                  </a:extLst>
                </p14:cNvPr>
                <p14:cNvContentPartPr/>
                <p14:nvPr/>
              </p14:nvContentPartPr>
              <p14:xfrm>
                <a:off x="5345036" y="3364423"/>
                <a:ext cx="23760" cy="273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4265D8C8-F187-021F-8167-14287D2109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36396" y="3355783"/>
                  <a:ext cx="41400" cy="45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1" name="TextBox 390">
            <a:extLst>
              <a:ext uri="{FF2B5EF4-FFF2-40B4-BE49-F238E27FC236}">
                <a16:creationId xmlns:a16="http://schemas.microsoft.com/office/drawing/2014/main" id="{C248229F-8C9C-8489-8DB4-859D02264351}"/>
              </a:ext>
            </a:extLst>
          </p:cNvPr>
          <p:cNvSpPr txBox="1"/>
          <p:nvPr/>
        </p:nvSpPr>
        <p:spPr>
          <a:xfrm>
            <a:off x="5178030" y="3363558"/>
            <a:ext cx="681972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S20</a:t>
            </a:r>
            <a:endParaRPr lang="en-GB" sz="550" dirty="0"/>
          </a:p>
        </p:txBody>
      </p:sp>
    </p:spTree>
    <p:extLst>
      <p:ext uri="{BB962C8B-B14F-4D97-AF65-F5344CB8AC3E}">
        <p14:creationId xmlns:p14="http://schemas.microsoft.com/office/powerpoint/2010/main" val="14882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10;p46">
            <a:extLst>
              <a:ext uri="{FF2B5EF4-FFF2-40B4-BE49-F238E27FC236}">
                <a16:creationId xmlns:a16="http://schemas.microsoft.com/office/drawing/2014/main" id="{4C8CA605-0980-5676-AE29-B6857844581C}"/>
              </a:ext>
            </a:extLst>
          </p:cNvPr>
          <p:cNvGrpSpPr/>
          <p:nvPr/>
        </p:nvGrpSpPr>
        <p:grpSpPr>
          <a:xfrm>
            <a:off x="936356" y="222327"/>
            <a:ext cx="7994450" cy="4768847"/>
            <a:chOff x="713225" y="182350"/>
            <a:chExt cx="7994450" cy="4768847"/>
          </a:xfrm>
        </p:grpSpPr>
        <p:grpSp>
          <p:nvGrpSpPr>
            <p:cNvPr id="3" name="Google Shape;611;p46">
              <a:extLst>
                <a:ext uri="{FF2B5EF4-FFF2-40B4-BE49-F238E27FC236}">
                  <a16:creationId xmlns:a16="http://schemas.microsoft.com/office/drawing/2014/main" id="{5D130EF0-6FB8-B840-DE8C-948680C11087}"/>
                </a:ext>
              </a:extLst>
            </p:cNvPr>
            <p:cNvGrpSpPr/>
            <p:nvPr/>
          </p:nvGrpSpPr>
          <p:grpSpPr>
            <a:xfrm>
              <a:off x="713225" y="182350"/>
              <a:ext cx="7994450" cy="4768847"/>
              <a:chOff x="713225" y="182350"/>
              <a:chExt cx="7994450" cy="4768847"/>
            </a:xfrm>
          </p:grpSpPr>
          <p:sp>
            <p:nvSpPr>
              <p:cNvPr id="5" name="Google Shape;612;p46">
                <a:extLst>
                  <a:ext uri="{FF2B5EF4-FFF2-40B4-BE49-F238E27FC236}">
                    <a16:creationId xmlns:a16="http://schemas.microsoft.com/office/drawing/2014/main" id="{CF9A4835-ED76-7127-F46F-76F31E7A8420}"/>
                  </a:ext>
                </a:extLst>
              </p:cNvPr>
              <p:cNvSpPr/>
              <p:nvPr/>
            </p:nvSpPr>
            <p:spPr>
              <a:xfrm>
                <a:off x="3364888" y="769174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613;p46">
                <a:extLst>
                  <a:ext uri="{FF2B5EF4-FFF2-40B4-BE49-F238E27FC236}">
                    <a16:creationId xmlns:a16="http://schemas.microsoft.com/office/drawing/2014/main" id="{A0B40602-FDDE-C887-9D8D-5ECC4C8C037A}"/>
                  </a:ext>
                </a:extLst>
              </p:cNvPr>
              <p:cNvSpPr/>
              <p:nvPr/>
            </p:nvSpPr>
            <p:spPr>
              <a:xfrm>
                <a:off x="4589475" y="1542391"/>
                <a:ext cx="198600" cy="198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14;p46">
                <a:extLst>
                  <a:ext uri="{FF2B5EF4-FFF2-40B4-BE49-F238E27FC236}">
                    <a16:creationId xmlns:a16="http://schemas.microsoft.com/office/drawing/2014/main" id="{A42A4F5B-BB1F-AEF8-0A4D-A230CED07CD3}"/>
                  </a:ext>
                </a:extLst>
              </p:cNvPr>
              <p:cNvSpPr/>
              <p:nvPr/>
            </p:nvSpPr>
            <p:spPr>
              <a:xfrm>
                <a:off x="8430775" y="931298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15;p46">
                <a:extLst>
                  <a:ext uri="{FF2B5EF4-FFF2-40B4-BE49-F238E27FC236}">
                    <a16:creationId xmlns:a16="http://schemas.microsoft.com/office/drawing/2014/main" id="{65585518-2B0D-C36E-9C28-45E80FAEE2DB}"/>
                  </a:ext>
                </a:extLst>
              </p:cNvPr>
              <p:cNvSpPr/>
              <p:nvPr/>
            </p:nvSpPr>
            <p:spPr>
              <a:xfrm>
                <a:off x="1065425" y="539512"/>
                <a:ext cx="391800" cy="3918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16;p46">
                <a:extLst>
                  <a:ext uri="{FF2B5EF4-FFF2-40B4-BE49-F238E27FC236}">
                    <a16:creationId xmlns:a16="http://schemas.microsoft.com/office/drawing/2014/main" id="{AAF43EC2-D27F-20D0-009B-EE92C812562A}"/>
                  </a:ext>
                </a:extLst>
              </p:cNvPr>
              <p:cNvSpPr/>
              <p:nvPr/>
            </p:nvSpPr>
            <p:spPr>
              <a:xfrm>
                <a:off x="8186575" y="353949"/>
                <a:ext cx="371100" cy="3711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D9D9D9">
                      <a:alpha val="71764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17;p46">
                <a:extLst>
                  <a:ext uri="{FF2B5EF4-FFF2-40B4-BE49-F238E27FC236}">
                    <a16:creationId xmlns:a16="http://schemas.microsoft.com/office/drawing/2014/main" id="{EBEAEBA7-CAE9-0922-3D76-C5229FAEB4EB}"/>
                  </a:ext>
                </a:extLst>
              </p:cNvPr>
              <p:cNvSpPr/>
              <p:nvPr/>
            </p:nvSpPr>
            <p:spPr>
              <a:xfrm>
                <a:off x="713225" y="1023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18;p46">
                <a:extLst>
                  <a:ext uri="{FF2B5EF4-FFF2-40B4-BE49-F238E27FC236}">
                    <a16:creationId xmlns:a16="http://schemas.microsoft.com/office/drawing/2014/main" id="{74B8FC74-886F-E9BC-5550-1670308B6930}"/>
                  </a:ext>
                </a:extLst>
              </p:cNvPr>
              <p:cNvSpPr/>
              <p:nvPr/>
            </p:nvSpPr>
            <p:spPr>
              <a:xfrm>
                <a:off x="4832950" y="182350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" name="Google Shape;619;p46">
                <a:extLst>
                  <a:ext uri="{FF2B5EF4-FFF2-40B4-BE49-F238E27FC236}">
                    <a16:creationId xmlns:a16="http://schemas.microsoft.com/office/drawing/2014/main" id="{87017CAA-7258-B5BD-712B-04D869B649A0}"/>
                  </a:ext>
                </a:extLst>
              </p:cNvPr>
              <p:cNvSpPr/>
              <p:nvPr/>
            </p:nvSpPr>
            <p:spPr>
              <a:xfrm>
                <a:off x="2221700" y="4739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20;p46">
                <a:extLst>
                  <a:ext uri="{FF2B5EF4-FFF2-40B4-BE49-F238E27FC236}">
                    <a16:creationId xmlns:a16="http://schemas.microsoft.com/office/drawing/2014/main" id="{D536D65C-6553-FFF9-7ACA-932CB6A3CEF1}"/>
                  </a:ext>
                </a:extLst>
              </p:cNvPr>
              <p:cNvSpPr/>
              <p:nvPr/>
            </p:nvSpPr>
            <p:spPr>
              <a:xfrm>
                <a:off x="4906500" y="2207086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21;p46">
                <a:extLst>
                  <a:ext uri="{FF2B5EF4-FFF2-40B4-BE49-F238E27FC236}">
                    <a16:creationId xmlns:a16="http://schemas.microsoft.com/office/drawing/2014/main" id="{4AE29E5F-AB11-0F5E-C3EB-9A77EB0F54D3}"/>
                  </a:ext>
                </a:extLst>
              </p:cNvPr>
              <p:cNvSpPr/>
              <p:nvPr/>
            </p:nvSpPr>
            <p:spPr>
              <a:xfrm>
                <a:off x="2715425" y="1046075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622;p46">
              <a:extLst>
                <a:ext uri="{FF2B5EF4-FFF2-40B4-BE49-F238E27FC236}">
                  <a16:creationId xmlns:a16="http://schemas.microsoft.com/office/drawing/2014/main" id="{CC0D5668-DD69-B133-9A3B-2D41B1D67BA3}"/>
                </a:ext>
              </a:extLst>
            </p:cNvPr>
            <p:cNvSpPr/>
            <p:nvPr/>
          </p:nvSpPr>
          <p:spPr>
            <a:xfrm>
              <a:off x="5099900" y="3150185"/>
              <a:ext cx="660300" cy="6603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FEE16E1-2CFF-8D30-EDC8-77769EC2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9970" y="1852938"/>
            <a:ext cx="6596444" cy="28714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882ACE-DE0D-9A8E-8575-3F7A97A96011}"/>
              </a:ext>
            </a:extLst>
          </p:cNvPr>
          <p:cNvSpPr txBox="1"/>
          <p:nvPr/>
        </p:nvSpPr>
        <p:spPr>
          <a:xfrm>
            <a:off x="526611" y="2415488"/>
            <a:ext cx="45294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000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MOD DE IMPLEMENTARE</a:t>
            </a:r>
            <a:endParaRPr lang="en-GB" sz="4000" dirty="0">
              <a:solidFill>
                <a:schemeClr val="bg1"/>
              </a:solidFill>
              <a:latin typeface="Barlow Semi Condensed SemiBold" panose="00000706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BC3AE1-39A8-1380-097E-8AE8AA5E9F17}"/>
              </a:ext>
            </a:extLst>
          </p:cNvPr>
          <p:cNvSpPr txBox="1"/>
          <p:nvPr/>
        </p:nvSpPr>
        <p:spPr>
          <a:xfrm>
            <a:off x="6222173" y="1248175"/>
            <a:ext cx="24317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Automatul are 24 de stări, codificate cu ajutorul a 5 variabile de stare</a:t>
            </a:r>
            <a:r>
              <a:rPr lang="ro-RO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844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/>
          <p:nvPr/>
        </p:nvSpPr>
        <p:spPr>
          <a:xfrm>
            <a:off x="2810950" y="1794600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38"/>
          <p:cNvGrpSpPr/>
          <p:nvPr/>
        </p:nvGrpSpPr>
        <p:grpSpPr>
          <a:xfrm>
            <a:off x="3069025" y="549112"/>
            <a:ext cx="2261763" cy="3095300"/>
            <a:chOff x="3069025" y="549112"/>
            <a:chExt cx="2261763" cy="3095300"/>
          </a:xfrm>
        </p:grpSpPr>
        <p:sp>
          <p:nvSpPr>
            <p:cNvPr id="337" name="Google Shape;337;p38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38"/>
          <p:cNvSpPr/>
          <p:nvPr/>
        </p:nvSpPr>
        <p:spPr>
          <a:xfrm>
            <a:off x="4336300" y="382596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"/>
          <p:cNvSpPr/>
          <p:nvPr/>
        </p:nvSpPr>
        <p:spPr>
          <a:xfrm>
            <a:off x="4336300" y="300806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4336300" y="2190163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336300" y="137225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336150" y="55435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4359025" y="600556"/>
            <a:ext cx="705000" cy="658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S</a:t>
            </a:r>
            <a:r>
              <a:rPr lang="ro-RO" sz="2000" dirty="0"/>
              <a:t>0</a:t>
            </a:r>
            <a:endParaRPr sz="2000" dirty="0"/>
          </a:p>
        </p:txBody>
      </p:sp>
      <p:sp>
        <p:nvSpPr>
          <p:cNvPr id="346" name="Google Shape;346;p38"/>
          <p:cNvSpPr txBox="1">
            <a:spLocks noGrp="1"/>
          </p:cNvSpPr>
          <p:nvPr>
            <p:ph type="subTitle" idx="1"/>
          </p:nvPr>
        </p:nvSpPr>
        <p:spPr>
          <a:xfrm>
            <a:off x="5341300" y="845093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inițială în care pornește mașina</a:t>
            </a:r>
            <a:endParaRPr dirty="0"/>
          </a:p>
        </p:txBody>
      </p:sp>
      <p:sp>
        <p:nvSpPr>
          <p:cNvPr id="347" name="Google Shape;347;p38"/>
          <p:cNvSpPr txBox="1">
            <a:spLocks noGrp="1"/>
          </p:cNvSpPr>
          <p:nvPr>
            <p:ph type="title" idx="2"/>
          </p:nvPr>
        </p:nvSpPr>
        <p:spPr>
          <a:xfrm>
            <a:off x="4358950" y="1418536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1</a:t>
            </a:r>
            <a:endParaRPr sz="2000" dirty="0"/>
          </a:p>
        </p:txBody>
      </p:sp>
      <p:sp>
        <p:nvSpPr>
          <p:cNvPr id="348" name="Google Shape;348;p38"/>
          <p:cNvSpPr txBox="1">
            <a:spLocks noGrp="1"/>
          </p:cNvSpPr>
          <p:nvPr>
            <p:ph type="subTitle" idx="3"/>
          </p:nvPr>
        </p:nvSpPr>
        <p:spPr>
          <a:xfrm>
            <a:off x="5341300" y="1472249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mașina nu a fost supraîncărcată</a:t>
            </a:r>
            <a:endParaRPr dirty="0"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 idx="4"/>
          </p:nvPr>
        </p:nvSpPr>
        <p:spPr>
          <a:xfrm>
            <a:off x="4358950" y="223681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2</a:t>
            </a:r>
            <a:endParaRPr sz="2000" dirty="0"/>
          </a:p>
        </p:txBody>
      </p:sp>
      <p:sp>
        <p:nvSpPr>
          <p:cNvPr id="350" name="Google Shape;350;p38"/>
          <p:cNvSpPr txBox="1">
            <a:spLocks noGrp="1"/>
          </p:cNvSpPr>
          <p:nvPr>
            <p:ph type="subTitle" idx="5"/>
          </p:nvPr>
        </p:nvSpPr>
        <p:spPr>
          <a:xfrm>
            <a:off x="5341300" y="2265085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mașina a fost supraîncărcată</a:t>
            </a:r>
            <a:endParaRPr dirty="0"/>
          </a:p>
        </p:txBody>
      </p:sp>
      <p:sp>
        <p:nvSpPr>
          <p:cNvPr id="351" name="Google Shape;351;p38"/>
          <p:cNvSpPr txBox="1">
            <a:spLocks noGrp="1"/>
          </p:cNvSpPr>
          <p:nvPr>
            <p:ph type="title" idx="6"/>
          </p:nvPr>
        </p:nvSpPr>
        <p:spPr>
          <a:xfrm>
            <a:off x="4358950" y="305509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3</a:t>
            </a:r>
            <a:endParaRPr sz="2000" dirty="0"/>
          </a:p>
        </p:txBody>
      </p:sp>
      <p:sp>
        <p:nvSpPr>
          <p:cNvPr id="352" name="Google Shape;352;p38"/>
          <p:cNvSpPr txBox="1">
            <a:spLocks noGrp="1"/>
          </p:cNvSpPr>
          <p:nvPr>
            <p:ph type="subTitle" idx="7"/>
          </p:nvPr>
        </p:nvSpPr>
        <p:spPr>
          <a:xfrm>
            <a:off x="5341300" y="3138251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se așteaptă alegerea ciclului de spălare</a:t>
            </a:r>
            <a:endParaRPr dirty="0"/>
          </a:p>
        </p:txBody>
      </p:sp>
      <p:sp>
        <p:nvSpPr>
          <p:cNvPr id="353" name="Google Shape;353;p38"/>
          <p:cNvSpPr txBox="1">
            <a:spLocks noGrp="1"/>
          </p:cNvSpPr>
          <p:nvPr>
            <p:ph type="title" idx="8"/>
          </p:nvPr>
        </p:nvSpPr>
        <p:spPr>
          <a:xfrm>
            <a:off x="4358950" y="387337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4</a:t>
            </a:r>
            <a:endParaRPr sz="2000" dirty="0"/>
          </a:p>
        </p:txBody>
      </p:sp>
      <p:sp>
        <p:nvSpPr>
          <p:cNvPr id="354" name="Google Shape;354;p38"/>
          <p:cNvSpPr txBox="1">
            <a:spLocks noGrp="1"/>
          </p:cNvSpPr>
          <p:nvPr>
            <p:ph type="subTitle" idx="9"/>
          </p:nvPr>
        </p:nvSpPr>
        <p:spPr>
          <a:xfrm>
            <a:off x="5341300" y="3940419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e ales ciclul normal</a:t>
            </a:r>
            <a:endParaRPr dirty="0"/>
          </a:p>
        </p:txBody>
      </p:sp>
      <p:sp>
        <p:nvSpPr>
          <p:cNvPr id="356" name="Google Shape;356;p38"/>
          <p:cNvSpPr txBox="1">
            <a:spLocks noGrp="1"/>
          </p:cNvSpPr>
          <p:nvPr>
            <p:ph type="subTitle" idx="14"/>
          </p:nvPr>
        </p:nvSpPr>
        <p:spPr>
          <a:xfrm>
            <a:off x="5341300" y="465693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START</a:t>
            </a:r>
            <a:endParaRPr dirty="0"/>
          </a:p>
        </p:txBody>
      </p:sp>
      <p:sp>
        <p:nvSpPr>
          <p:cNvPr id="361" name="Google Shape;361;p38"/>
          <p:cNvSpPr/>
          <p:nvPr/>
        </p:nvSpPr>
        <p:spPr>
          <a:xfrm>
            <a:off x="3069025" y="3791963"/>
            <a:ext cx="620400" cy="6204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327475" y="1047644"/>
            <a:ext cx="324600" cy="324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8"/>
          <p:cNvSpPr/>
          <p:nvPr/>
        </p:nvSpPr>
        <p:spPr>
          <a:xfrm>
            <a:off x="450250" y="1288055"/>
            <a:ext cx="585600" cy="585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3749625" y="1613374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74269-AEE2-6673-74C0-6187512B3282}"/>
              </a:ext>
            </a:extLst>
          </p:cNvPr>
          <p:cNvSpPr txBox="1"/>
          <p:nvPr/>
        </p:nvSpPr>
        <p:spPr>
          <a:xfrm>
            <a:off x="1241312" y="2171022"/>
            <a:ext cx="2249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STĂRI</a:t>
            </a:r>
            <a:endParaRPr lang="en-GB" sz="44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38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/>
          <p:nvPr/>
        </p:nvSpPr>
        <p:spPr>
          <a:xfrm>
            <a:off x="2810950" y="1794600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38"/>
          <p:cNvGrpSpPr/>
          <p:nvPr/>
        </p:nvGrpSpPr>
        <p:grpSpPr>
          <a:xfrm>
            <a:off x="3069025" y="549112"/>
            <a:ext cx="2261763" cy="3095300"/>
            <a:chOff x="3069025" y="549112"/>
            <a:chExt cx="2261763" cy="3095300"/>
          </a:xfrm>
        </p:grpSpPr>
        <p:sp>
          <p:nvSpPr>
            <p:cNvPr id="337" name="Google Shape;337;p38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38"/>
          <p:cNvSpPr/>
          <p:nvPr/>
        </p:nvSpPr>
        <p:spPr>
          <a:xfrm>
            <a:off x="4336300" y="382596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"/>
          <p:cNvSpPr/>
          <p:nvPr/>
        </p:nvSpPr>
        <p:spPr>
          <a:xfrm>
            <a:off x="4336300" y="300806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4336300" y="2190163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336300" y="137225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336150" y="55435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4359025" y="600556"/>
            <a:ext cx="705000" cy="658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S</a:t>
            </a:r>
            <a:r>
              <a:rPr lang="ro-RO" sz="2000" dirty="0"/>
              <a:t>5</a:t>
            </a:r>
            <a:endParaRPr sz="2000" dirty="0"/>
          </a:p>
        </p:txBody>
      </p:sp>
      <p:sp>
        <p:nvSpPr>
          <p:cNvPr id="346" name="Google Shape;346;p38"/>
          <p:cNvSpPr txBox="1">
            <a:spLocks noGrp="1"/>
          </p:cNvSpPr>
          <p:nvPr>
            <p:ph type="subTitle" idx="1"/>
          </p:nvPr>
        </p:nvSpPr>
        <p:spPr>
          <a:xfrm>
            <a:off x="5341300" y="659512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e ales ciclul lent</a:t>
            </a:r>
            <a:endParaRPr dirty="0"/>
          </a:p>
        </p:txBody>
      </p:sp>
      <p:sp>
        <p:nvSpPr>
          <p:cNvPr id="347" name="Google Shape;347;p38"/>
          <p:cNvSpPr txBox="1">
            <a:spLocks noGrp="1"/>
          </p:cNvSpPr>
          <p:nvPr>
            <p:ph type="title" idx="2"/>
          </p:nvPr>
        </p:nvSpPr>
        <p:spPr>
          <a:xfrm>
            <a:off x="4358950" y="1418536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6</a:t>
            </a:r>
            <a:endParaRPr sz="2000" dirty="0"/>
          </a:p>
        </p:txBody>
      </p:sp>
      <p:sp>
        <p:nvSpPr>
          <p:cNvPr id="348" name="Google Shape;348;p38"/>
          <p:cNvSpPr txBox="1">
            <a:spLocks noGrp="1"/>
          </p:cNvSpPr>
          <p:nvPr>
            <p:ph type="subTitle" idx="3"/>
          </p:nvPr>
        </p:nvSpPr>
        <p:spPr>
          <a:xfrm>
            <a:off x="5341300" y="1533900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se așteaptă alegerea temperaturii</a:t>
            </a:r>
            <a:endParaRPr dirty="0"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 idx="4"/>
          </p:nvPr>
        </p:nvSpPr>
        <p:spPr>
          <a:xfrm>
            <a:off x="4358950" y="223681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7</a:t>
            </a:r>
            <a:endParaRPr sz="2000" dirty="0"/>
          </a:p>
        </p:txBody>
      </p:sp>
      <p:sp>
        <p:nvSpPr>
          <p:cNvPr id="350" name="Google Shape;350;p38"/>
          <p:cNvSpPr txBox="1">
            <a:spLocks noGrp="1"/>
          </p:cNvSpPr>
          <p:nvPr>
            <p:ph type="subTitle" idx="5"/>
          </p:nvPr>
        </p:nvSpPr>
        <p:spPr>
          <a:xfrm>
            <a:off x="5341300" y="2304613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s-a ales temperatură </a:t>
            </a:r>
            <a:r>
              <a:rPr lang="ro-RO" dirty="0" err="1"/>
              <a:t>scazută</a:t>
            </a:r>
            <a:endParaRPr dirty="0"/>
          </a:p>
        </p:txBody>
      </p:sp>
      <p:sp>
        <p:nvSpPr>
          <p:cNvPr id="351" name="Google Shape;351;p38"/>
          <p:cNvSpPr txBox="1">
            <a:spLocks noGrp="1"/>
          </p:cNvSpPr>
          <p:nvPr>
            <p:ph type="title" idx="6"/>
          </p:nvPr>
        </p:nvSpPr>
        <p:spPr>
          <a:xfrm>
            <a:off x="4358950" y="305509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8</a:t>
            </a:r>
            <a:endParaRPr sz="2000" dirty="0"/>
          </a:p>
        </p:txBody>
      </p:sp>
      <p:sp>
        <p:nvSpPr>
          <p:cNvPr id="352" name="Google Shape;352;p38"/>
          <p:cNvSpPr txBox="1">
            <a:spLocks noGrp="1"/>
          </p:cNvSpPr>
          <p:nvPr>
            <p:ph type="subTitle" idx="7"/>
          </p:nvPr>
        </p:nvSpPr>
        <p:spPr>
          <a:xfrm>
            <a:off x="5341300" y="3101948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Starea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care s-a ales </a:t>
            </a:r>
            <a:r>
              <a:rPr lang="en-GB" dirty="0" err="1"/>
              <a:t>temperatură</a:t>
            </a:r>
            <a:r>
              <a:rPr lang="en-GB" dirty="0"/>
              <a:t> </a:t>
            </a:r>
            <a:r>
              <a:rPr lang="ro-RO" dirty="0"/>
              <a:t>ridicată</a:t>
            </a:r>
            <a:endParaRPr lang="en-GB" dirty="0"/>
          </a:p>
        </p:txBody>
      </p:sp>
      <p:sp>
        <p:nvSpPr>
          <p:cNvPr id="353" name="Google Shape;353;p38"/>
          <p:cNvSpPr txBox="1">
            <a:spLocks noGrp="1"/>
          </p:cNvSpPr>
          <p:nvPr>
            <p:ph type="title" idx="8"/>
          </p:nvPr>
        </p:nvSpPr>
        <p:spPr>
          <a:xfrm>
            <a:off x="4358950" y="387337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9</a:t>
            </a:r>
            <a:endParaRPr sz="2000" dirty="0"/>
          </a:p>
        </p:txBody>
      </p:sp>
      <p:sp>
        <p:nvSpPr>
          <p:cNvPr id="354" name="Google Shape;354;p38"/>
          <p:cNvSpPr txBox="1">
            <a:spLocks noGrp="1"/>
          </p:cNvSpPr>
          <p:nvPr>
            <p:ph type="subTitle" idx="9"/>
          </p:nvPr>
        </p:nvSpPr>
        <p:spPr>
          <a:xfrm>
            <a:off x="5341300" y="3940419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se așteaptă alegerea</a:t>
            </a:r>
            <a:r>
              <a:rPr lang="ro-RO" b="1" dirty="0"/>
              <a:t> </a:t>
            </a:r>
            <a:r>
              <a:rPr lang="ro-RO" dirty="0"/>
              <a:t>tipului de material</a:t>
            </a:r>
            <a:endParaRPr b="1" dirty="0"/>
          </a:p>
        </p:txBody>
      </p:sp>
      <p:sp>
        <p:nvSpPr>
          <p:cNvPr id="361" name="Google Shape;361;p38"/>
          <p:cNvSpPr/>
          <p:nvPr/>
        </p:nvSpPr>
        <p:spPr>
          <a:xfrm>
            <a:off x="3069025" y="3791963"/>
            <a:ext cx="620400" cy="6204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327475" y="1047644"/>
            <a:ext cx="324600" cy="324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8"/>
          <p:cNvSpPr/>
          <p:nvPr/>
        </p:nvSpPr>
        <p:spPr>
          <a:xfrm>
            <a:off x="450250" y="1288055"/>
            <a:ext cx="585600" cy="585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3749625" y="1613374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51D3E52-C7FB-5660-8702-FF079CB81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8" y="2165700"/>
            <a:ext cx="2499577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9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/>
          <p:nvPr/>
        </p:nvSpPr>
        <p:spPr>
          <a:xfrm>
            <a:off x="2810950" y="1794600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38"/>
          <p:cNvGrpSpPr/>
          <p:nvPr/>
        </p:nvGrpSpPr>
        <p:grpSpPr>
          <a:xfrm>
            <a:off x="3069025" y="549112"/>
            <a:ext cx="2261763" cy="3095300"/>
            <a:chOff x="3069025" y="549112"/>
            <a:chExt cx="2261763" cy="3095300"/>
          </a:xfrm>
        </p:grpSpPr>
        <p:sp>
          <p:nvSpPr>
            <p:cNvPr id="337" name="Google Shape;337;p38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38"/>
          <p:cNvSpPr/>
          <p:nvPr/>
        </p:nvSpPr>
        <p:spPr>
          <a:xfrm>
            <a:off x="4336300" y="382596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"/>
          <p:cNvSpPr/>
          <p:nvPr/>
        </p:nvSpPr>
        <p:spPr>
          <a:xfrm>
            <a:off x="4336300" y="300806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4336300" y="2190163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336300" y="137225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336150" y="55435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4359025" y="600556"/>
            <a:ext cx="705000" cy="658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S</a:t>
            </a:r>
            <a:r>
              <a:rPr lang="ro-RO" sz="2000" dirty="0"/>
              <a:t>10</a:t>
            </a:r>
            <a:endParaRPr sz="2000" dirty="0"/>
          </a:p>
        </p:txBody>
      </p:sp>
      <p:sp>
        <p:nvSpPr>
          <p:cNvPr id="346" name="Google Shape;346;p38"/>
          <p:cNvSpPr txBox="1">
            <a:spLocks noGrp="1"/>
          </p:cNvSpPr>
          <p:nvPr>
            <p:ph type="subTitle" idx="1"/>
          </p:nvPr>
        </p:nvSpPr>
        <p:spPr>
          <a:xfrm>
            <a:off x="5330788" y="624918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s-a ales materialul bumbac</a:t>
            </a:r>
            <a:endParaRPr dirty="0"/>
          </a:p>
        </p:txBody>
      </p:sp>
      <p:sp>
        <p:nvSpPr>
          <p:cNvPr id="347" name="Google Shape;347;p38"/>
          <p:cNvSpPr txBox="1">
            <a:spLocks noGrp="1"/>
          </p:cNvSpPr>
          <p:nvPr>
            <p:ph type="title" idx="2"/>
          </p:nvPr>
        </p:nvSpPr>
        <p:spPr>
          <a:xfrm>
            <a:off x="4358950" y="1418536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11</a:t>
            </a:r>
            <a:endParaRPr sz="2000" dirty="0"/>
          </a:p>
        </p:txBody>
      </p:sp>
      <p:sp>
        <p:nvSpPr>
          <p:cNvPr id="348" name="Google Shape;348;p38"/>
          <p:cNvSpPr txBox="1">
            <a:spLocks noGrp="1"/>
          </p:cNvSpPr>
          <p:nvPr>
            <p:ph type="subTitle" idx="3"/>
          </p:nvPr>
        </p:nvSpPr>
        <p:spPr>
          <a:xfrm>
            <a:off x="5341300" y="1467984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s-a ales materialul sintetic </a:t>
            </a:r>
            <a:endParaRPr dirty="0"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 idx="4"/>
          </p:nvPr>
        </p:nvSpPr>
        <p:spPr>
          <a:xfrm>
            <a:off x="4358950" y="223681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12</a:t>
            </a:r>
            <a:endParaRPr sz="2000" dirty="0"/>
          </a:p>
        </p:txBody>
      </p:sp>
      <p:sp>
        <p:nvSpPr>
          <p:cNvPr id="350" name="Google Shape;350;p38"/>
          <p:cNvSpPr txBox="1">
            <a:spLocks noGrp="1"/>
          </p:cNvSpPr>
          <p:nvPr>
            <p:ph type="subTitle" idx="5"/>
          </p:nvPr>
        </p:nvSpPr>
        <p:spPr>
          <a:xfrm>
            <a:off x="5330788" y="2311050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se așteaptă alegerea sau nu a opționalului</a:t>
            </a:r>
            <a:endParaRPr dirty="0"/>
          </a:p>
        </p:txBody>
      </p:sp>
      <p:sp>
        <p:nvSpPr>
          <p:cNvPr id="351" name="Google Shape;351;p38"/>
          <p:cNvSpPr txBox="1">
            <a:spLocks noGrp="1"/>
          </p:cNvSpPr>
          <p:nvPr>
            <p:ph type="title" idx="6"/>
          </p:nvPr>
        </p:nvSpPr>
        <p:spPr>
          <a:xfrm>
            <a:off x="4358950" y="305509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13</a:t>
            </a:r>
            <a:endParaRPr sz="2000" dirty="0"/>
          </a:p>
        </p:txBody>
      </p:sp>
      <p:sp>
        <p:nvSpPr>
          <p:cNvPr id="352" name="Google Shape;352;p38"/>
          <p:cNvSpPr txBox="1">
            <a:spLocks noGrp="1"/>
          </p:cNvSpPr>
          <p:nvPr>
            <p:ph type="subTitle" idx="7"/>
          </p:nvPr>
        </p:nvSpPr>
        <p:spPr>
          <a:xfrm>
            <a:off x="5330788" y="3141592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dorești opțional</a:t>
            </a:r>
            <a:endParaRPr dirty="0"/>
          </a:p>
        </p:txBody>
      </p:sp>
      <p:sp>
        <p:nvSpPr>
          <p:cNvPr id="353" name="Google Shape;353;p38"/>
          <p:cNvSpPr txBox="1">
            <a:spLocks noGrp="1"/>
          </p:cNvSpPr>
          <p:nvPr>
            <p:ph type="title" idx="8"/>
          </p:nvPr>
        </p:nvSpPr>
        <p:spPr>
          <a:xfrm>
            <a:off x="4358950" y="387337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14</a:t>
            </a:r>
            <a:endParaRPr sz="2000" dirty="0"/>
          </a:p>
        </p:txBody>
      </p:sp>
      <p:sp>
        <p:nvSpPr>
          <p:cNvPr id="354" name="Google Shape;354;p38"/>
          <p:cNvSpPr txBox="1">
            <a:spLocks noGrp="1"/>
          </p:cNvSpPr>
          <p:nvPr>
            <p:ph type="subTitle" idx="9"/>
          </p:nvPr>
        </p:nvSpPr>
        <p:spPr>
          <a:xfrm>
            <a:off x="5330788" y="4010475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nu dorești opțional</a:t>
            </a:r>
            <a:endParaRPr dirty="0"/>
          </a:p>
        </p:txBody>
      </p:sp>
      <p:sp>
        <p:nvSpPr>
          <p:cNvPr id="361" name="Google Shape;361;p38"/>
          <p:cNvSpPr/>
          <p:nvPr/>
        </p:nvSpPr>
        <p:spPr>
          <a:xfrm>
            <a:off x="3069025" y="3791963"/>
            <a:ext cx="620400" cy="6204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327475" y="1047644"/>
            <a:ext cx="324600" cy="324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8"/>
          <p:cNvSpPr/>
          <p:nvPr/>
        </p:nvSpPr>
        <p:spPr>
          <a:xfrm>
            <a:off x="450250" y="1288055"/>
            <a:ext cx="585600" cy="585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3749625" y="1613374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AE99FB-600C-E119-6F7B-4E9CC7E2D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42" y="2159728"/>
            <a:ext cx="2499577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6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/>
          <p:nvPr/>
        </p:nvSpPr>
        <p:spPr>
          <a:xfrm>
            <a:off x="2810950" y="1794600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38"/>
          <p:cNvGrpSpPr/>
          <p:nvPr/>
        </p:nvGrpSpPr>
        <p:grpSpPr>
          <a:xfrm>
            <a:off x="3069025" y="549112"/>
            <a:ext cx="2261763" cy="3095300"/>
            <a:chOff x="3069025" y="549112"/>
            <a:chExt cx="2261763" cy="3095300"/>
          </a:xfrm>
        </p:grpSpPr>
        <p:sp>
          <p:nvSpPr>
            <p:cNvPr id="337" name="Google Shape;337;p38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38"/>
          <p:cNvSpPr/>
          <p:nvPr/>
        </p:nvSpPr>
        <p:spPr>
          <a:xfrm>
            <a:off x="4336300" y="382596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"/>
          <p:cNvSpPr/>
          <p:nvPr/>
        </p:nvSpPr>
        <p:spPr>
          <a:xfrm>
            <a:off x="4336300" y="300806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4336300" y="2190163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336300" y="137225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336150" y="55435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4359025" y="600556"/>
            <a:ext cx="705000" cy="658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S</a:t>
            </a:r>
            <a:r>
              <a:rPr lang="ro-RO" sz="2000" dirty="0"/>
              <a:t>15</a:t>
            </a:r>
            <a:endParaRPr sz="2000" dirty="0"/>
          </a:p>
        </p:txBody>
      </p:sp>
      <p:sp>
        <p:nvSpPr>
          <p:cNvPr id="346" name="Google Shape;346;p38"/>
          <p:cNvSpPr txBox="1">
            <a:spLocks noGrp="1"/>
          </p:cNvSpPr>
          <p:nvPr>
            <p:ph type="subTitle" idx="1"/>
          </p:nvPr>
        </p:nvSpPr>
        <p:spPr>
          <a:xfrm>
            <a:off x="5341300" y="630499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se așteaptă alegerea opționalului</a:t>
            </a:r>
            <a:endParaRPr dirty="0"/>
          </a:p>
        </p:txBody>
      </p:sp>
      <p:sp>
        <p:nvSpPr>
          <p:cNvPr id="347" name="Google Shape;347;p38"/>
          <p:cNvSpPr txBox="1">
            <a:spLocks noGrp="1"/>
          </p:cNvSpPr>
          <p:nvPr>
            <p:ph type="title" idx="2"/>
          </p:nvPr>
        </p:nvSpPr>
        <p:spPr>
          <a:xfrm>
            <a:off x="4358950" y="1418536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16</a:t>
            </a:r>
            <a:endParaRPr sz="2000" dirty="0"/>
          </a:p>
        </p:txBody>
      </p:sp>
      <p:sp>
        <p:nvSpPr>
          <p:cNvPr id="348" name="Google Shape;348;p38"/>
          <p:cNvSpPr txBox="1">
            <a:spLocks noGrp="1"/>
          </p:cNvSpPr>
          <p:nvPr>
            <p:ph type="subTitle" idx="3"/>
          </p:nvPr>
        </p:nvSpPr>
        <p:spPr>
          <a:xfrm>
            <a:off x="5341300" y="1472253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s-a ales opționalul de uscare </a:t>
            </a:r>
            <a:endParaRPr dirty="0"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 idx="4"/>
          </p:nvPr>
        </p:nvSpPr>
        <p:spPr>
          <a:xfrm>
            <a:off x="4358950" y="223681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17</a:t>
            </a:r>
            <a:endParaRPr sz="2000" dirty="0"/>
          </a:p>
        </p:txBody>
      </p:sp>
      <p:sp>
        <p:nvSpPr>
          <p:cNvPr id="350" name="Google Shape;350;p38"/>
          <p:cNvSpPr txBox="1">
            <a:spLocks noGrp="1"/>
          </p:cNvSpPr>
          <p:nvPr>
            <p:ph type="subTitle" idx="5"/>
          </p:nvPr>
        </p:nvSpPr>
        <p:spPr>
          <a:xfrm>
            <a:off x="5341300" y="2260924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s-a ales opționalul de stoarcere</a:t>
            </a:r>
            <a:endParaRPr dirty="0"/>
          </a:p>
        </p:txBody>
      </p:sp>
      <p:sp>
        <p:nvSpPr>
          <p:cNvPr id="351" name="Google Shape;351;p38"/>
          <p:cNvSpPr txBox="1">
            <a:spLocks noGrp="1"/>
          </p:cNvSpPr>
          <p:nvPr>
            <p:ph type="title" idx="6"/>
          </p:nvPr>
        </p:nvSpPr>
        <p:spPr>
          <a:xfrm>
            <a:off x="4358950" y="305509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18</a:t>
            </a:r>
            <a:endParaRPr sz="2000" dirty="0"/>
          </a:p>
        </p:txBody>
      </p:sp>
      <p:sp>
        <p:nvSpPr>
          <p:cNvPr id="352" name="Google Shape;352;p38"/>
          <p:cNvSpPr txBox="1">
            <a:spLocks noGrp="1"/>
          </p:cNvSpPr>
          <p:nvPr>
            <p:ph type="subTitle" idx="7"/>
          </p:nvPr>
        </p:nvSpPr>
        <p:spPr>
          <a:xfrm>
            <a:off x="5341300" y="3123012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e apăsat butonul de start</a:t>
            </a:r>
            <a:endParaRPr dirty="0"/>
          </a:p>
        </p:txBody>
      </p:sp>
      <p:sp>
        <p:nvSpPr>
          <p:cNvPr id="353" name="Google Shape;353;p38"/>
          <p:cNvSpPr txBox="1">
            <a:spLocks noGrp="1"/>
          </p:cNvSpPr>
          <p:nvPr>
            <p:ph type="title" idx="8"/>
          </p:nvPr>
        </p:nvSpPr>
        <p:spPr>
          <a:xfrm>
            <a:off x="4358950" y="387337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19</a:t>
            </a:r>
            <a:endParaRPr sz="2000" dirty="0"/>
          </a:p>
        </p:txBody>
      </p:sp>
      <p:sp>
        <p:nvSpPr>
          <p:cNvPr id="354" name="Google Shape;354;p38"/>
          <p:cNvSpPr txBox="1">
            <a:spLocks noGrp="1"/>
          </p:cNvSpPr>
          <p:nvPr>
            <p:ph type="subTitle" idx="9"/>
          </p:nvPr>
        </p:nvSpPr>
        <p:spPr>
          <a:xfrm>
            <a:off x="5330788" y="3932915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ușa a fost închisă</a:t>
            </a:r>
            <a:endParaRPr dirty="0"/>
          </a:p>
        </p:txBody>
      </p:sp>
      <p:sp>
        <p:nvSpPr>
          <p:cNvPr id="361" name="Google Shape;361;p38"/>
          <p:cNvSpPr/>
          <p:nvPr/>
        </p:nvSpPr>
        <p:spPr>
          <a:xfrm>
            <a:off x="3069025" y="3791963"/>
            <a:ext cx="620400" cy="6204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327475" y="1047644"/>
            <a:ext cx="324600" cy="324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8"/>
          <p:cNvSpPr/>
          <p:nvPr/>
        </p:nvSpPr>
        <p:spPr>
          <a:xfrm>
            <a:off x="450250" y="1288055"/>
            <a:ext cx="585600" cy="585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3749625" y="1613374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61113C-6196-FBBF-F167-5E7E85A4E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98" y="2246632"/>
            <a:ext cx="2499577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8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/>
          <p:nvPr/>
        </p:nvSpPr>
        <p:spPr>
          <a:xfrm>
            <a:off x="2810950" y="1794600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38"/>
          <p:cNvGrpSpPr/>
          <p:nvPr/>
        </p:nvGrpSpPr>
        <p:grpSpPr>
          <a:xfrm>
            <a:off x="3069025" y="549112"/>
            <a:ext cx="2261763" cy="3095300"/>
            <a:chOff x="3069025" y="549112"/>
            <a:chExt cx="2261763" cy="3095300"/>
          </a:xfrm>
        </p:grpSpPr>
        <p:sp>
          <p:nvSpPr>
            <p:cNvPr id="337" name="Google Shape;337;p38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" name="Google Shape;341;p38"/>
          <p:cNvSpPr/>
          <p:nvPr/>
        </p:nvSpPr>
        <p:spPr>
          <a:xfrm>
            <a:off x="4376529" y="3330335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4376529" y="2512432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376529" y="1694528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376379" y="876625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4399254" y="922825"/>
            <a:ext cx="705000" cy="658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S</a:t>
            </a:r>
            <a:r>
              <a:rPr lang="ro-RO" sz="2000" dirty="0"/>
              <a:t>20</a:t>
            </a:r>
            <a:endParaRPr sz="2000" dirty="0"/>
          </a:p>
        </p:txBody>
      </p:sp>
      <p:sp>
        <p:nvSpPr>
          <p:cNvPr id="346" name="Google Shape;346;p38"/>
          <p:cNvSpPr txBox="1">
            <a:spLocks noGrp="1"/>
          </p:cNvSpPr>
          <p:nvPr>
            <p:ph type="subTitle" idx="1"/>
          </p:nvPr>
        </p:nvSpPr>
        <p:spPr>
          <a:xfrm>
            <a:off x="5345822" y="1047644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ușa nu a fost închisă ușa</a:t>
            </a:r>
            <a:endParaRPr dirty="0"/>
          </a:p>
        </p:txBody>
      </p:sp>
      <p:sp>
        <p:nvSpPr>
          <p:cNvPr id="347" name="Google Shape;347;p38"/>
          <p:cNvSpPr txBox="1">
            <a:spLocks noGrp="1"/>
          </p:cNvSpPr>
          <p:nvPr>
            <p:ph type="title" idx="2"/>
          </p:nvPr>
        </p:nvSpPr>
        <p:spPr>
          <a:xfrm>
            <a:off x="4399179" y="174080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21</a:t>
            </a:r>
            <a:endParaRPr sz="2000" dirty="0"/>
          </a:p>
        </p:txBody>
      </p:sp>
      <p:sp>
        <p:nvSpPr>
          <p:cNvPr id="348" name="Google Shape;348;p38"/>
          <p:cNvSpPr txBox="1">
            <a:spLocks noGrp="1"/>
          </p:cNvSpPr>
          <p:nvPr>
            <p:ph type="subTitle" idx="3"/>
          </p:nvPr>
        </p:nvSpPr>
        <p:spPr>
          <a:xfrm>
            <a:off x="5381529" y="1877905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aștept închiderea ușii</a:t>
            </a:r>
            <a:endParaRPr dirty="0"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 idx="4"/>
          </p:nvPr>
        </p:nvSpPr>
        <p:spPr>
          <a:xfrm>
            <a:off x="4399179" y="2559084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22</a:t>
            </a:r>
            <a:endParaRPr sz="2000" dirty="0"/>
          </a:p>
        </p:txBody>
      </p:sp>
      <p:sp>
        <p:nvSpPr>
          <p:cNvPr id="350" name="Google Shape;350;p38"/>
          <p:cNvSpPr txBox="1">
            <a:spLocks noGrp="1"/>
          </p:cNvSpPr>
          <p:nvPr>
            <p:ph type="subTitle" idx="5"/>
          </p:nvPr>
        </p:nvSpPr>
        <p:spPr>
          <a:xfrm>
            <a:off x="5381529" y="2697598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a început programul</a:t>
            </a:r>
            <a:endParaRPr dirty="0"/>
          </a:p>
        </p:txBody>
      </p:sp>
      <p:sp>
        <p:nvSpPr>
          <p:cNvPr id="351" name="Google Shape;351;p38"/>
          <p:cNvSpPr txBox="1">
            <a:spLocks noGrp="1"/>
          </p:cNvSpPr>
          <p:nvPr>
            <p:ph type="title" idx="6"/>
          </p:nvPr>
        </p:nvSpPr>
        <p:spPr>
          <a:xfrm>
            <a:off x="4399179" y="3377364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</a:t>
            </a:r>
            <a:r>
              <a:rPr lang="ro-RO" sz="2000" dirty="0"/>
              <a:t>23</a:t>
            </a:r>
            <a:endParaRPr sz="2000" dirty="0"/>
          </a:p>
        </p:txBody>
      </p:sp>
      <p:sp>
        <p:nvSpPr>
          <p:cNvPr id="352" name="Google Shape;352;p38"/>
          <p:cNvSpPr txBox="1">
            <a:spLocks noGrp="1"/>
          </p:cNvSpPr>
          <p:nvPr>
            <p:ph type="subTitle" idx="7"/>
          </p:nvPr>
        </p:nvSpPr>
        <p:spPr>
          <a:xfrm>
            <a:off x="5330788" y="3649938"/>
            <a:ext cx="30894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Starea în care s-a terminat programul</a:t>
            </a:r>
            <a:endParaRPr dirty="0"/>
          </a:p>
        </p:txBody>
      </p:sp>
      <p:sp>
        <p:nvSpPr>
          <p:cNvPr id="361" name="Google Shape;361;p38"/>
          <p:cNvSpPr/>
          <p:nvPr/>
        </p:nvSpPr>
        <p:spPr>
          <a:xfrm>
            <a:off x="3069025" y="3791963"/>
            <a:ext cx="620400" cy="6204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327475" y="1047644"/>
            <a:ext cx="324600" cy="324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8"/>
          <p:cNvSpPr/>
          <p:nvPr/>
        </p:nvSpPr>
        <p:spPr>
          <a:xfrm>
            <a:off x="450250" y="1288055"/>
            <a:ext cx="585600" cy="585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3749625" y="1613374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58;p38">
            <a:extLst>
              <a:ext uri="{FF2B5EF4-FFF2-40B4-BE49-F238E27FC236}">
                <a16:creationId xmlns:a16="http://schemas.microsoft.com/office/drawing/2014/main" id="{5EFC8376-9291-7BDA-6F66-A6D2BD9B3E47}"/>
              </a:ext>
            </a:extLst>
          </p:cNvPr>
          <p:cNvSpPr txBox="1">
            <a:spLocks/>
          </p:cNvSpPr>
          <p:nvPr/>
        </p:nvSpPr>
        <p:spPr>
          <a:xfrm>
            <a:off x="5381529" y="3237127"/>
            <a:ext cx="30894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200" b="0" i="0" u="none" strike="noStrike" cap="none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 b="0" i="0" u="none" strike="noStrike" cap="none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 b="0" i="0" u="none" strike="noStrike" cap="none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 b="0" i="0" u="none" strike="noStrike" cap="none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 b="0" i="0" u="none" strike="noStrike" cap="none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 b="0" i="0" u="none" strike="noStrike" cap="none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 b="0" i="0" u="none" strike="noStrike" cap="none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 b="0" i="0" u="none" strike="noStrike" cap="none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Semi Condensed SemiBold"/>
              <a:buNone/>
              <a:defRPr sz="2400" b="0" i="0" u="none" strike="noStrike" cap="none">
                <a:solidFill>
                  <a:schemeClr val="accen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pPr marL="0" indent="0"/>
            <a:r>
              <a:rPr lang="ro-RO" dirty="0"/>
              <a:t>STOP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372889-315E-47E0-D70A-8F66F9CFA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42" y="2142747"/>
            <a:ext cx="2499577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0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/>
          <p:nvPr/>
        </p:nvSpPr>
        <p:spPr>
          <a:xfrm>
            <a:off x="2810950" y="1794600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38"/>
          <p:cNvGrpSpPr/>
          <p:nvPr/>
        </p:nvGrpSpPr>
        <p:grpSpPr>
          <a:xfrm>
            <a:off x="3069025" y="549112"/>
            <a:ext cx="2261763" cy="3095300"/>
            <a:chOff x="3069025" y="549112"/>
            <a:chExt cx="2261763" cy="3095300"/>
          </a:xfrm>
        </p:grpSpPr>
        <p:sp>
          <p:nvSpPr>
            <p:cNvPr id="337" name="Google Shape;337;p38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38"/>
          <p:cNvSpPr/>
          <p:nvPr/>
        </p:nvSpPr>
        <p:spPr>
          <a:xfrm>
            <a:off x="4336300" y="382596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"/>
          <p:cNvSpPr/>
          <p:nvPr/>
        </p:nvSpPr>
        <p:spPr>
          <a:xfrm>
            <a:off x="4336300" y="300806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4336300" y="2190163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336300" y="137225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336150" y="55435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4359025" y="600556"/>
            <a:ext cx="705000" cy="658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1.</a:t>
            </a:r>
            <a:endParaRPr sz="2000" dirty="0"/>
          </a:p>
        </p:txBody>
      </p:sp>
      <p:sp>
        <p:nvSpPr>
          <p:cNvPr id="347" name="Google Shape;347;p38"/>
          <p:cNvSpPr txBox="1">
            <a:spLocks noGrp="1"/>
          </p:cNvSpPr>
          <p:nvPr>
            <p:ph type="title" idx="2"/>
          </p:nvPr>
        </p:nvSpPr>
        <p:spPr>
          <a:xfrm>
            <a:off x="4358950" y="1418536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2.</a:t>
            </a:r>
            <a:endParaRPr sz="3200" dirty="0"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 idx="4"/>
          </p:nvPr>
        </p:nvSpPr>
        <p:spPr>
          <a:xfrm>
            <a:off x="4358950" y="223681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3.</a:t>
            </a:r>
            <a:endParaRPr sz="3200" dirty="0"/>
          </a:p>
        </p:txBody>
      </p:sp>
      <p:sp>
        <p:nvSpPr>
          <p:cNvPr id="351" name="Google Shape;351;p38"/>
          <p:cNvSpPr txBox="1">
            <a:spLocks noGrp="1"/>
          </p:cNvSpPr>
          <p:nvPr>
            <p:ph type="title" idx="6"/>
          </p:nvPr>
        </p:nvSpPr>
        <p:spPr>
          <a:xfrm>
            <a:off x="4358950" y="305509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4.</a:t>
            </a:r>
            <a:endParaRPr sz="3200" dirty="0"/>
          </a:p>
        </p:txBody>
      </p:sp>
      <p:sp>
        <p:nvSpPr>
          <p:cNvPr id="353" name="Google Shape;353;p38"/>
          <p:cNvSpPr txBox="1">
            <a:spLocks noGrp="1"/>
          </p:cNvSpPr>
          <p:nvPr>
            <p:ph type="title" idx="8"/>
          </p:nvPr>
        </p:nvSpPr>
        <p:spPr>
          <a:xfrm>
            <a:off x="4358950" y="387337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5.</a:t>
            </a:r>
            <a:endParaRPr sz="3200" dirty="0"/>
          </a:p>
        </p:txBody>
      </p:sp>
      <p:sp>
        <p:nvSpPr>
          <p:cNvPr id="356" name="Google Shape;356;p38"/>
          <p:cNvSpPr txBox="1">
            <a:spLocks noGrp="1"/>
          </p:cNvSpPr>
          <p:nvPr>
            <p:ph type="subTitle" idx="14"/>
          </p:nvPr>
        </p:nvSpPr>
        <p:spPr>
          <a:xfrm>
            <a:off x="5341300" y="603094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SUPRAÎNCĂRCARE</a:t>
            </a:r>
            <a:endParaRPr dirty="0"/>
          </a:p>
        </p:txBody>
      </p:sp>
      <p:sp>
        <p:nvSpPr>
          <p:cNvPr id="357" name="Google Shape;357;p38"/>
          <p:cNvSpPr txBox="1">
            <a:spLocks noGrp="1"/>
          </p:cNvSpPr>
          <p:nvPr>
            <p:ph type="subTitle" idx="15"/>
          </p:nvPr>
        </p:nvSpPr>
        <p:spPr>
          <a:xfrm>
            <a:off x="5363476" y="1425449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CICLU DE SPĂLARE</a:t>
            </a:r>
            <a:endParaRPr dirty="0"/>
          </a:p>
        </p:txBody>
      </p:sp>
      <p:sp>
        <p:nvSpPr>
          <p:cNvPr id="358" name="Google Shape;358;p38"/>
          <p:cNvSpPr txBox="1">
            <a:spLocks noGrp="1"/>
          </p:cNvSpPr>
          <p:nvPr>
            <p:ph type="subTitle" idx="16"/>
          </p:nvPr>
        </p:nvSpPr>
        <p:spPr>
          <a:xfrm>
            <a:off x="5363476" y="2236815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TEMPERATURĂ</a:t>
            </a:r>
            <a:endParaRPr dirty="0"/>
          </a:p>
        </p:txBody>
      </p:sp>
      <p:sp>
        <p:nvSpPr>
          <p:cNvPr id="359" name="Google Shape;359;p38"/>
          <p:cNvSpPr txBox="1">
            <a:spLocks noGrp="1"/>
          </p:cNvSpPr>
          <p:nvPr>
            <p:ph type="subTitle" idx="17"/>
          </p:nvPr>
        </p:nvSpPr>
        <p:spPr>
          <a:xfrm>
            <a:off x="5341300" y="3043276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MATERIAL</a:t>
            </a:r>
            <a:endParaRPr dirty="0"/>
          </a:p>
        </p:txBody>
      </p:sp>
      <p:sp>
        <p:nvSpPr>
          <p:cNvPr id="360" name="Google Shape;360;p38"/>
          <p:cNvSpPr txBox="1">
            <a:spLocks noGrp="1"/>
          </p:cNvSpPr>
          <p:nvPr>
            <p:ph type="subTitle" idx="18"/>
          </p:nvPr>
        </p:nvSpPr>
        <p:spPr>
          <a:xfrm>
            <a:off x="5363476" y="3885793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o-RO" dirty="0"/>
              <a:t>VERIFICAREA UȘII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38"/>
          <p:cNvSpPr/>
          <p:nvPr/>
        </p:nvSpPr>
        <p:spPr>
          <a:xfrm>
            <a:off x="3069025" y="3791963"/>
            <a:ext cx="620400" cy="6204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327475" y="1047644"/>
            <a:ext cx="324600" cy="324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8"/>
          <p:cNvSpPr/>
          <p:nvPr/>
        </p:nvSpPr>
        <p:spPr>
          <a:xfrm>
            <a:off x="450250" y="1288055"/>
            <a:ext cx="585600" cy="585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3749625" y="1613374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2C8714-6107-D322-25F8-0741D62EA038}"/>
              </a:ext>
            </a:extLst>
          </p:cNvPr>
          <p:cNvSpPr txBox="1"/>
          <p:nvPr/>
        </p:nvSpPr>
        <p:spPr>
          <a:xfrm>
            <a:off x="1010605" y="2248985"/>
            <a:ext cx="3228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INTRĂRI</a:t>
            </a:r>
            <a:endParaRPr lang="en-GB" sz="44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68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/>
          <p:nvPr/>
        </p:nvSpPr>
        <p:spPr>
          <a:xfrm>
            <a:off x="2810950" y="1794600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38"/>
          <p:cNvGrpSpPr/>
          <p:nvPr/>
        </p:nvGrpSpPr>
        <p:grpSpPr>
          <a:xfrm>
            <a:off x="3069025" y="549112"/>
            <a:ext cx="2261763" cy="3095300"/>
            <a:chOff x="3069025" y="549112"/>
            <a:chExt cx="2261763" cy="3095300"/>
          </a:xfrm>
        </p:grpSpPr>
        <p:sp>
          <p:nvSpPr>
            <p:cNvPr id="337" name="Google Shape;337;p38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38"/>
          <p:cNvSpPr/>
          <p:nvPr/>
        </p:nvSpPr>
        <p:spPr>
          <a:xfrm>
            <a:off x="4366000" y="3062658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366000" y="2244754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365850" y="1426851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4388725" y="1473051"/>
            <a:ext cx="705000" cy="658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6.</a:t>
            </a:r>
            <a:endParaRPr sz="2000" dirty="0"/>
          </a:p>
        </p:txBody>
      </p:sp>
      <p:sp>
        <p:nvSpPr>
          <p:cNvPr id="347" name="Google Shape;347;p38"/>
          <p:cNvSpPr txBox="1">
            <a:spLocks noGrp="1"/>
          </p:cNvSpPr>
          <p:nvPr>
            <p:ph type="title" idx="2"/>
          </p:nvPr>
        </p:nvSpPr>
        <p:spPr>
          <a:xfrm>
            <a:off x="4388650" y="2291031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7.</a:t>
            </a:r>
            <a:endParaRPr sz="3200" dirty="0"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 idx="4"/>
          </p:nvPr>
        </p:nvSpPr>
        <p:spPr>
          <a:xfrm>
            <a:off x="4388650" y="3109310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8.</a:t>
            </a:r>
            <a:endParaRPr sz="3200" dirty="0"/>
          </a:p>
        </p:txBody>
      </p:sp>
      <p:sp>
        <p:nvSpPr>
          <p:cNvPr id="356" name="Google Shape;356;p38"/>
          <p:cNvSpPr txBox="1">
            <a:spLocks noGrp="1"/>
          </p:cNvSpPr>
          <p:nvPr>
            <p:ph type="subTitle" idx="14"/>
          </p:nvPr>
        </p:nvSpPr>
        <p:spPr>
          <a:xfrm>
            <a:off x="5371000" y="1521880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OPȚIONAL DA/NU</a:t>
            </a:r>
            <a:endParaRPr dirty="0"/>
          </a:p>
        </p:txBody>
      </p:sp>
      <p:sp>
        <p:nvSpPr>
          <p:cNvPr id="357" name="Google Shape;357;p38"/>
          <p:cNvSpPr txBox="1">
            <a:spLocks noGrp="1"/>
          </p:cNvSpPr>
          <p:nvPr>
            <p:ph type="subTitle" idx="15"/>
          </p:nvPr>
        </p:nvSpPr>
        <p:spPr>
          <a:xfrm>
            <a:off x="5371000" y="2274505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ALEGERE OPȚIONAL</a:t>
            </a:r>
            <a:endParaRPr dirty="0"/>
          </a:p>
        </p:txBody>
      </p:sp>
      <p:sp>
        <p:nvSpPr>
          <p:cNvPr id="358" name="Google Shape;358;p38"/>
          <p:cNvSpPr txBox="1">
            <a:spLocks noGrp="1"/>
          </p:cNvSpPr>
          <p:nvPr>
            <p:ph type="subTitle" idx="16"/>
          </p:nvPr>
        </p:nvSpPr>
        <p:spPr>
          <a:xfrm>
            <a:off x="5371000" y="3199512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o-RO" dirty="0"/>
              <a:t>CONTINUĂ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38"/>
          <p:cNvSpPr/>
          <p:nvPr/>
        </p:nvSpPr>
        <p:spPr>
          <a:xfrm>
            <a:off x="3069025" y="3791963"/>
            <a:ext cx="620400" cy="6204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327475" y="1047644"/>
            <a:ext cx="324600" cy="324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8"/>
          <p:cNvSpPr/>
          <p:nvPr/>
        </p:nvSpPr>
        <p:spPr>
          <a:xfrm>
            <a:off x="450250" y="1288055"/>
            <a:ext cx="585600" cy="585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3749625" y="1613374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25CFDB-0857-79F8-444A-2A642F53B38C}"/>
              </a:ext>
            </a:extLst>
          </p:cNvPr>
          <p:cNvSpPr txBox="1"/>
          <p:nvPr/>
        </p:nvSpPr>
        <p:spPr>
          <a:xfrm>
            <a:off x="1010605" y="2248985"/>
            <a:ext cx="3228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INTRĂRI</a:t>
            </a:r>
            <a:endParaRPr lang="en-GB" sz="44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056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/>
          <p:nvPr/>
        </p:nvSpPr>
        <p:spPr>
          <a:xfrm>
            <a:off x="2810950" y="1794600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38"/>
          <p:cNvGrpSpPr/>
          <p:nvPr/>
        </p:nvGrpSpPr>
        <p:grpSpPr>
          <a:xfrm>
            <a:off x="3069025" y="549112"/>
            <a:ext cx="2261763" cy="3095300"/>
            <a:chOff x="3069025" y="549112"/>
            <a:chExt cx="2261763" cy="3095300"/>
          </a:xfrm>
        </p:grpSpPr>
        <p:sp>
          <p:nvSpPr>
            <p:cNvPr id="337" name="Google Shape;337;p38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38"/>
          <p:cNvSpPr/>
          <p:nvPr/>
        </p:nvSpPr>
        <p:spPr>
          <a:xfrm>
            <a:off x="4336300" y="382596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"/>
          <p:cNvSpPr/>
          <p:nvPr/>
        </p:nvSpPr>
        <p:spPr>
          <a:xfrm>
            <a:off x="4336300" y="300806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4336300" y="2190163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336300" y="1372259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336150" y="55435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4359025" y="600556"/>
            <a:ext cx="705000" cy="658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m</a:t>
            </a:r>
            <a:r>
              <a:rPr lang="ro-RO" sz="1400" dirty="0"/>
              <a:t>1</a:t>
            </a:r>
            <a:endParaRPr sz="2000" dirty="0"/>
          </a:p>
        </p:txBody>
      </p:sp>
      <p:sp>
        <p:nvSpPr>
          <p:cNvPr id="347" name="Google Shape;347;p38"/>
          <p:cNvSpPr txBox="1">
            <a:spLocks noGrp="1"/>
          </p:cNvSpPr>
          <p:nvPr>
            <p:ph type="title" idx="2"/>
          </p:nvPr>
        </p:nvSpPr>
        <p:spPr>
          <a:xfrm>
            <a:off x="4358950" y="1418536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m</a:t>
            </a:r>
            <a:r>
              <a:rPr lang="ro-RO" sz="1400" dirty="0"/>
              <a:t>2</a:t>
            </a:r>
            <a:endParaRPr sz="3200" dirty="0"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 idx="4"/>
          </p:nvPr>
        </p:nvSpPr>
        <p:spPr>
          <a:xfrm>
            <a:off x="4358950" y="223681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m</a:t>
            </a:r>
            <a:r>
              <a:rPr lang="ro-RO" sz="1400" dirty="0"/>
              <a:t>3</a:t>
            </a:r>
            <a:endParaRPr sz="3200" dirty="0"/>
          </a:p>
        </p:txBody>
      </p:sp>
      <p:sp>
        <p:nvSpPr>
          <p:cNvPr id="351" name="Google Shape;351;p38"/>
          <p:cNvSpPr txBox="1">
            <a:spLocks noGrp="1"/>
          </p:cNvSpPr>
          <p:nvPr>
            <p:ph type="title" idx="6"/>
          </p:nvPr>
        </p:nvSpPr>
        <p:spPr>
          <a:xfrm>
            <a:off x="4358950" y="305509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m</a:t>
            </a:r>
            <a:r>
              <a:rPr lang="ro-RO" sz="1400" dirty="0"/>
              <a:t>4</a:t>
            </a:r>
            <a:endParaRPr sz="3200" dirty="0"/>
          </a:p>
        </p:txBody>
      </p:sp>
      <p:sp>
        <p:nvSpPr>
          <p:cNvPr id="353" name="Google Shape;353;p38"/>
          <p:cNvSpPr txBox="1">
            <a:spLocks noGrp="1"/>
          </p:cNvSpPr>
          <p:nvPr>
            <p:ph type="title" idx="8"/>
          </p:nvPr>
        </p:nvSpPr>
        <p:spPr>
          <a:xfrm>
            <a:off x="4358950" y="3873375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m</a:t>
            </a:r>
            <a:r>
              <a:rPr lang="ro-RO" sz="1400" dirty="0"/>
              <a:t>5</a:t>
            </a:r>
            <a:endParaRPr sz="3200" dirty="0"/>
          </a:p>
        </p:txBody>
      </p:sp>
      <p:sp>
        <p:nvSpPr>
          <p:cNvPr id="356" name="Google Shape;356;p38"/>
          <p:cNvSpPr txBox="1">
            <a:spLocks noGrp="1"/>
          </p:cNvSpPr>
          <p:nvPr>
            <p:ph type="subTitle" idx="14"/>
          </p:nvPr>
        </p:nvSpPr>
        <p:spPr>
          <a:xfrm>
            <a:off x="5341299" y="603094"/>
            <a:ext cx="3364639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„alege ciclul de funcționare”</a:t>
            </a:r>
            <a:endParaRPr dirty="0"/>
          </a:p>
        </p:txBody>
      </p:sp>
      <p:sp>
        <p:nvSpPr>
          <p:cNvPr id="357" name="Google Shape;357;p38"/>
          <p:cNvSpPr txBox="1">
            <a:spLocks noGrp="1"/>
          </p:cNvSpPr>
          <p:nvPr>
            <p:ph type="subTitle" idx="15"/>
          </p:nvPr>
        </p:nvSpPr>
        <p:spPr>
          <a:xfrm>
            <a:off x="5363476" y="1425449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„alege temperatura”</a:t>
            </a:r>
            <a:endParaRPr dirty="0"/>
          </a:p>
        </p:txBody>
      </p:sp>
      <p:sp>
        <p:nvSpPr>
          <p:cNvPr id="358" name="Google Shape;358;p38"/>
          <p:cNvSpPr txBox="1">
            <a:spLocks noGrp="1"/>
          </p:cNvSpPr>
          <p:nvPr>
            <p:ph type="subTitle" idx="16"/>
          </p:nvPr>
        </p:nvSpPr>
        <p:spPr>
          <a:xfrm>
            <a:off x="5363476" y="2236815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„alege tipul materialului”</a:t>
            </a:r>
            <a:endParaRPr dirty="0"/>
          </a:p>
        </p:txBody>
      </p:sp>
      <p:sp>
        <p:nvSpPr>
          <p:cNvPr id="359" name="Google Shape;359;p38"/>
          <p:cNvSpPr txBox="1">
            <a:spLocks noGrp="1"/>
          </p:cNvSpPr>
          <p:nvPr>
            <p:ph type="subTitle" idx="17"/>
          </p:nvPr>
        </p:nvSpPr>
        <p:spPr>
          <a:xfrm>
            <a:off x="5341299" y="3043276"/>
            <a:ext cx="3500735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„alege opțional, dacă dorești”</a:t>
            </a:r>
            <a:endParaRPr dirty="0"/>
          </a:p>
        </p:txBody>
      </p:sp>
      <p:sp>
        <p:nvSpPr>
          <p:cNvPr id="360" name="Google Shape;360;p38"/>
          <p:cNvSpPr txBox="1">
            <a:spLocks noGrp="1"/>
          </p:cNvSpPr>
          <p:nvPr>
            <p:ph type="subTitle" idx="18"/>
          </p:nvPr>
        </p:nvSpPr>
        <p:spPr>
          <a:xfrm>
            <a:off x="5363476" y="3885793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„alege tipul de opțional”</a:t>
            </a:r>
            <a:endParaRPr dirty="0"/>
          </a:p>
        </p:txBody>
      </p:sp>
      <p:sp>
        <p:nvSpPr>
          <p:cNvPr id="361" name="Google Shape;361;p38"/>
          <p:cNvSpPr/>
          <p:nvPr/>
        </p:nvSpPr>
        <p:spPr>
          <a:xfrm>
            <a:off x="3069025" y="3791963"/>
            <a:ext cx="620400" cy="6204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327475" y="1047644"/>
            <a:ext cx="324600" cy="324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8"/>
          <p:cNvSpPr/>
          <p:nvPr/>
        </p:nvSpPr>
        <p:spPr>
          <a:xfrm>
            <a:off x="450250" y="1288055"/>
            <a:ext cx="585600" cy="585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3749625" y="1613374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2C8714-6107-D322-25F8-0741D62EA038}"/>
              </a:ext>
            </a:extLst>
          </p:cNvPr>
          <p:cNvSpPr txBox="1"/>
          <p:nvPr/>
        </p:nvSpPr>
        <p:spPr>
          <a:xfrm>
            <a:off x="1006352" y="2248985"/>
            <a:ext cx="3228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IEȘIRI</a:t>
            </a:r>
            <a:endParaRPr lang="en-GB" sz="44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057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/>
          <p:nvPr/>
        </p:nvSpPr>
        <p:spPr>
          <a:xfrm>
            <a:off x="2810950" y="1794600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38"/>
          <p:cNvGrpSpPr/>
          <p:nvPr/>
        </p:nvGrpSpPr>
        <p:grpSpPr>
          <a:xfrm>
            <a:off x="3069025" y="549112"/>
            <a:ext cx="2261763" cy="3095300"/>
            <a:chOff x="3069025" y="549112"/>
            <a:chExt cx="2261763" cy="3095300"/>
          </a:xfrm>
        </p:grpSpPr>
        <p:sp>
          <p:nvSpPr>
            <p:cNvPr id="337" name="Google Shape;337;p38"/>
            <p:cNvSpPr/>
            <p:nvPr/>
          </p:nvSpPr>
          <p:spPr>
            <a:xfrm>
              <a:off x="3069025" y="5491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440125" y="336751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119288" y="1232862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" name="Google Shape;341;p38"/>
          <p:cNvSpPr/>
          <p:nvPr/>
        </p:nvSpPr>
        <p:spPr>
          <a:xfrm>
            <a:off x="4290914" y="3492013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4290914" y="2674110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290914" y="1856206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290764" y="1038303"/>
            <a:ext cx="750300" cy="7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4313639" y="1084503"/>
            <a:ext cx="705000" cy="658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m</a:t>
            </a:r>
            <a:r>
              <a:rPr lang="ro-RO" sz="1400" dirty="0"/>
              <a:t>6</a:t>
            </a:r>
            <a:endParaRPr sz="2000" dirty="0"/>
          </a:p>
        </p:txBody>
      </p:sp>
      <p:sp>
        <p:nvSpPr>
          <p:cNvPr id="347" name="Google Shape;347;p38"/>
          <p:cNvSpPr txBox="1">
            <a:spLocks noGrp="1"/>
          </p:cNvSpPr>
          <p:nvPr>
            <p:ph type="title" idx="2"/>
          </p:nvPr>
        </p:nvSpPr>
        <p:spPr>
          <a:xfrm>
            <a:off x="4313564" y="1902483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m</a:t>
            </a:r>
            <a:r>
              <a:rPr lang="ro-RO" sz="1400" dirty="0"/>
              <a:t>7</a:t>
            </a:r>
            <a:endParaRPr sz="3200" dirty="0"/>
          </a:p>
        </p:txBody>
      </p:sp>
      <p:sp>
        <p:nvSpPr>
          <p:cNvPr id="349" name="Google Shape;349;p38"/>
          <p:cNvSpPr txBox="1">
            <a:spLocks noGrp="1"/>
          </p:cNvSpPr>
          <p:nvPr>
            <p:ph type="title" idx="4"/>
          </p:nvPr>
        </p:nvSpPr>
        <p:spPr>
          <a:xfrm>
            <a:off x="4313564" y="2720762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m</a:t>
            </a:r>
            <a:r>
              <a:rPr lang="ro-RO" sz="1400" dirty="0"/>
              <a:t>8</a:t>
            </a:r>
            <a:endParaRPr sz="3200" dirty="0"/>
          </a:p>
        </p:txBody>
      </p:sp>
      <p:sp>
        <p:nvSpPr>
          <p:cNvPr id="351" name="Google Shape;351;p38"/>
          <p:cNvSpPr txBox="1">
            <a:spLocks noGrp="1"/>
          </p:cNvSpPr>
          <p:nvPr>
            <p:ph type="title" idx="6"/>
          </p:nvPr>
        </p:nvSpPr>
        <p:spPr>
          <a:xfrm>
            <a:off x="4313564" y="3539042"/>
            <a:ext cx="705000" cy="6585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m</a:t>
            </a:r>
            <a:r>
              <a:rPr lang="ro-RO" sz="1400" dirty="0"/>
              <a:t>9</a:t>
            </a:r>
            <a:endParaRPr sz="3200" dirty="0"/>
          </a:p>
        </p:txBody>
      </p:sp>
      <p:sp>
        <p:nvSpPr>
          <p:cNvPr id="356" name="Google Shape;356;p38"/>
          <p:cNvSpPr txBox="1">
            <a:spLocks noGrp="1"/>
          </p:cNvSpPr>
          <p:nvPr>
            <p:ph type="subTitle" idx="14"/>
          </p:nvPr>
        </p:nvSpPr>
        <p:spPr>
          <a:xfrm>
            <a:off x="5353297" y="1103955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„apasă start”</a:t>
            </a:r>
            <a:endParaRPr dirty="0"/>
          </a:p>
        </p:txBody>
      </p:sp>
      <p:sp>
        <p:nvSpPr>
          <p:cNvPr id="357" name="Google Shape;357;p38"/>
          <p:cNvSpPr txBox="1">
            <a:spLocks noGrp="1"/>
          </p:cNvSpPr>
          <p:nvPr>
            <p:ph type="subTitle" idx="15"/>
          </p:nvPr>
        </p:nvSpPr>
        <p:spPr>
          <a:xfrm>
            <a:off x="5330788" y="1943250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„închide ușa”</a:t>
            </a:r>
            <a:endParaRPr dirty="0"/>
          </a:p>
        </p:txBody>
      </p:sp>
      <p:sp>
        <p:nvSpPr>
          <p:cNvPr id="358" name="Google Shape;358;p38"/>
          <p:cNvSpPr txBox="1">
            <a:spLocks noGrp="1"/>
          </p:cNvSpPr>
          <p:nvPr>
            <p:ph type="subTitle" idx="16"/>
          </p:nvPr>
        </p:nvSpPr>
        <p:spPr>
          <a:xfrm>
            <a:off x="5330788" y="2732040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„începe programul”</a:t>
            </a:r>
            <a:endParaRPr dirty="0"/>
          </a:p>
        </p:txBody>
      </p:sp>
      <p:sp>
        <p:nvSpPr>
          <p:cNvPr id="359" name="Google Shape;359;p38"/>
          <p:cNvSpPr txBox="1">
            <a:spLocks noGrp="1"/>
          </p:cNvSpPr>
          <p:nvPr>
            <p:ph type="subTitle" idx="17"/>
          </p:nvPr>
        </p:nvSpPr>
        <p:spPr>
          <a:xfrm>
            <a:off x="5363476" y="3656026"/>
            <a:ext cx="30894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„s-a terminat programul”</a:t>
            </a:r>
            <a:endParaRPr dirty="0"/>
          </a:p>
        </p:txBody>
      </p:sp>
      <p:sp>
        <p:nvSpPr>
          <p:cNvPr id="361" name="Google Shape;361;p38"/>
          <p:cNvSpPr/>
          <p:nvPr/>
        </p:nvSpPr>
        <p:spPr>
          <a:xfrm>
            <a:off x="3069025" y="3791963"/>
            <a:ext cx="620400" cy="6204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327475" y="1047644"/>
            <a:ext cx="324600" cy="324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8"/>
          <p:cNvSpPr/>
          <p:nvPr/>
        </p:nvSpPr>
        <p:spPr>
          <a:xfrm>
            <a:off x="450250" y="1288055"/>
            <a:ext cx="585600" cy="585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3749625" y="1613374"/>
            <a:ext cx="371100" cy="3711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82D9C8">
                  <a:alpha val="54901"/>
                  <a:alpha val="40830"/>
                </a:srgbClr>
              </a:gs>
              <a:gs pos="100000">
                <a:srgbClr val="D9D9D9">
                  <a:alpha val="71764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2C8714-6107-D322-25F8-0741D62EA038}"/>
              </a:ext>
            </a:extLst>
          </p:cNvPr>
          <p:cNvSpPr txBox="1"/>
          <p:nvPr/>
        </p:nvSpPr>
        <p:spPr>
          <a:xfrm>
            <a:off x="1006352" y="2248985"/>
            <a:ext cx="3228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IEȘIRI</a:t>
            </a:r>
            <a:endParaRPr lang="en-GB" sz="44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884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10;p46">
            <a:extLst>
              <a:ext uri="{FF2B5EF4-FFF2-40B4-BE49-F238E27FC236}">
                <a16:creationId xmlns:a16="http://schemas.microsoft.com/office/drawing/2014/main" id="{4C8CA605-0980-5676-AE29-B6857844581C}"/>
              </a:ext>
            </a:extLst>
          </p:cNvPr>
          <p:cNvGrpSpPr/>
          <p:nvPr/>
        </p:nvGrpSpPr>
        <p:grpSpPr>
          <a:xfrm>
            <a:off x="936356" y="222327"/>
            <a:ext cx="7994450" cy="4768847"/>
            <a:chOff x="713225" y="182350"/>
            <a:chExt cx="7994450" cy="4768847"/>
          </a:xfrm>
        </p:grpSpPr>
        <p:grpSp>
          <p:nvGrpSpPr>
            <p:cNvPr id="3" name="Google Shape;611;p46">
              <a:extLst>
                <a:ext uri="{FF2B5EF4-FFF2-40B4-BE49-F238E27FC236}">
                  <a16:creationId xmlns:a16="http://schemas.microsoft.com/office/drawing/2014/main" id="{5D130EF0-6FB8-B840-DE8C-948680C11087}"/>
                </a:ext>
              </a:extLst>
            </p:cNvPr>
            <p:cNvGrpSpPr/>
            <p:nvPr/>
          </p:nvGrpSpPr>
          <p:grpSpPr>
            <a:xfrm>
              <a:off x="713225" y="182350"/>
              <a:ext cx="7994450" cy="4768847"/>
              <a:chOff x="713225" y="182350"/>
              <a:chExt cx="7994450" cy="4768847"/>
            </a:xfrm>
          </p:grpSpPr>
          <p:sp>
            <p:nvSpPr>
              <p:cNvPr id="5" name="Google Shape;612;p46">
                <a:extLst>
                  <a:ext uri="{FF2B5EF4-FFF2-40B4-BE49-F238E27FC236}">
                    <a16:creationId xmlns:a16="http://schemas.microsoft.com/office/drawing/2014/main" id="{CF9A4835-ED76-7127-F46F-76F31E7A8420}"/>
                  </a:ext>
                </a:extLst>
              </p:cNvPr>
              <p:cNvSpPr/>
              <p:nvPr/>
            </p:nvSpPr>
            <p:spPr>
              <a:xfrm>
                <a:off x="3364888" y="769174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613;p46">
                <a:extLst>
                  <a:ext uri="{FF2B5EF4-FFF2-40B4-BE49-F238E27FC236}">
                    <a16:creationId xmlns:a16="http://schemas.microsoft.com/office/drawing/2014/main" id="{A0B40602-FDDE-C887-9D8D-5ECC4C8C037A}"/>
                  </a:ext>
                </a:extLst>
              </p:cNvPr>
              <p:cNvSpPr/>
              <p:nvPr/>
            </p:nvSpPr>
            <p:spPr>
              <a:xfrm>
                <a:off x="4589475" y="1542391"/>
                <a:ext cx="198600" cy="198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14;p46">
                <a:extLst>
                  <a:ext uri="{FF2B5EF4-FFF2-40B4-BE49-F238E27FC236}">
                    <a16:creationId xmlns:a16="http://schemas.microsoft.com/office/drawing/2014/main" id="{A42A4F5B-BB1F-AEF8-0A4D-A230CED07CD3}"/>
                  </a:ext>
                </a:extLst>
              </p:cNvPr>
              <p:cNvSpPr/>
              <p:nvPr/>
            </p:nvSpPr>
            <p:spPr>
              <a:xfrm>
                <a:off x="8430775" y="931298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15;p46">
                <a:extLst>
                  <a:ext uri="{FF2B5EF4-FFF2-40B4-BE49-F238E27FC236}">
                    <a16:creationId xmlns:a16="http://schemas.microsoft.com/office/drawing/2014/main" id="{65585518-2B0D-C36E-9C28-45E80FAEE2DB}"/>
                  </a:ext>
                </a:extLst>
              </p:cNvPr>
              <p:cNvSpPr/>
              <p:nvPr/>
            </p:nvSpPr>
            <p:spPr>
              <a:xfrm>
                <a:off x="1065425" y="539512"/>
                <a:ext cx="391800" cy="3918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16;p46">
                <a:extLst>
                  <a:ext uri="{FF2B5EF4-FFF2-40B4-BE49-F238E27FC236}">
                    <a16:creationId xmlns:a16="http://schemas.microsoft.com/office/drawing/2014/main" id="{AAF43EC2-D27F-20D0-009B-EE92C812562A}"/>
                  </a:ext>
                </a:extLst>
              </p:cNvPr>
              <p:cNvSpPr/>
              <p:nvPr/>
            </p:nvSpPr>
            <p:spPr>
              <a:xfrm>
                <a:off x="8186575" y="353949"/>
                <a:ext cx="371100" cy="3711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D9D9D9">
                      <a:alpha val="71764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17;p46">
                <a:extLst>
                  <a:ext uri="{FF2B5EF4-FFF2-40B4-BE49-F238E27FC236}">
                    <a16:creationId xmlns:a16="http://schemas.microsoft.com/office/drawing/2014/main" id="{EBEAEBA7-CAE9-0922-3D76-C5229FAEB4EB}"/>
                  </a:ext>
                </a:extLst>
              </p:cNvPr>
              <p:cNvSpPr/>
              <p:nvPr/>
            </p:nvSpPr>
            <p:spPr>
              <a:xfrm>
                <a:off x="713225" y="1023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18;p46">
                <a:extLst>
                  <a:ext uri="{FF2B5EF4-FFF2-40B4-BE49-F238E27FC236}">
                    <a16:creationId xmlns:a16="http://schemas.microsoft.com/office/drawing/2014/main" id="{74B8FC74-886F-E9BC-5550-1670308B6930}"/>
                  </a:ext>
                </a:extLst>
              </p:cNvPr>
              <p:cNvSpPr/>
              <p:nvPr/>
            </p:nvSpPr>
            <p:spPr>
              <a:xfrm>
                <a:off x="4832950" y="182350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" name="Google Shape;619;p46">
                <a:extLst>
                  <a:ext uri="{FF2B5EF4-FFF2-40B4-BE49-F238E27FC236}">
                    <a16:creationId xmlns:a16="http://schemas.microsoft.com/office/drawing/2014/main" id="{87017CAA-7258-B5BD-712B-04D869B649A0}"/>
                  </a:ext>
                </a:extLst>
              </p:cNvPr>
              <p:cNvSpPr/>
              <p:nvPr/>
            </p:nvSpPr>
            <p:spPr>
              <a:xfrm>
                <a:off x="2221700" y="4739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20;p46">
                <a:extLst>
                  <a:ext uri="{FF2B5EF4-FFF2-40B4-BE49-F238E27FC236}">
                    <a16:creationId xmlns:a16="http://schemas.microsoft.com/office/drawing/2014/main" id="{D536D65C-6553-FFF9-7ACA-932CB6A3CEF1}"/>
                  </a:ext>
                </a:extLst>
              </p:cNvPr>
              <p:cNvSpPr/>
              <p:nvPr/>
            </p:nvSpPr>
            <p:spPr>
              <a:xfrm>
                <a:off x="4906500" y="2207086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21;p46">
                <a:extLst>
                  <a:ext uri="{FF2B5EF4-FFF2-40B4-BE49-F238E27FC236}">
                    <a16:creationId xmlns:a16="http://schemas.microsoft.com/office/drawing/2014/main" id="{4AE29E5F-AB11-0F5E-C3EB-9A77EB0F54D3}"/>
                  </a:ext>
                </a:extLst>
              </p:cNvPr>
              <p:cNvSpPr/>
              <p:nvPr/>
            </p:nvSpPr>
            <p:spPr>
              <a:xfrm>
                <a:off x="2715425" y="1046075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622;p46">
              <a:extLst>
                <a:ext uri="{FF2B5EF4-FFF2-40B4-BE49-F238E27FC236}">
                  <a16:creationId xmlns:a16="http://schemas.microsoft.com/office/drawing/2014/main" id="{CC0D5668-DD69-B133-9A3B-2D41B1D67BA3}"/>
                </a:ext>
              </a:extLst>
            </p:cNvPr>
            <p:cNvSpPr/>
            <p:nvPr/>
          </p:nvSpPr>
          <p:spPr>
            <a:xfrm>
              <a:off x="5099900" y="3150185"/>
              <a:ext cx="660300" cy="6603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FEE16E1-2CFF-8D30-EDC8-77769EC2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7408" y="1720756"/>
            <a:ext cx="6596444" cy="28714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882ACE-DE0D-9A8E-8575-3F7A97A96011}"/>
              </a:ext>
            </a:extLst>
          </p:cNvPr>
          <p:cNvSpPr txBox="1"/>
          <p:nvPr/>
        </p:nvSpPr>
        <p:spPr>
          <a:xfrm>
            <a:off x="114053" y="2247063"/>
            <a:ext cx="45294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DESCRIEREA FUNCȚIONALITĂȚII APARATULUI</a:t>
            </a:r>
            <a:endParaRPr lang="en-GB" sz="3200" dirty="0">
              <a:solidFill>
                <a:schemeClr val="bg1"/>
              </a:solidFill>
              <a:latin typeface="Barlow Semi Condensed SemiBold" panose="00000706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96146-9D9F-04ED-CC6F-96D7222BEF26}"/>
              </a:ext>
            </a:extLst>
          </p:cNvPr>
          <p:cNvSpPr txBox="1"/>
          <p:nvPr/>
        </p:nvSpPr>
        <p:spPr>
          <a:xfrm>
            <a:off x="4172586" y="806569"/>
            <a:ext cx="47571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	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Aparatul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porneste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START/S0 (000000)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trece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 (000001)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daca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masina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nu 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fost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supraincarcata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sau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S2 (010000)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daca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fost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. Ulterior, din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primi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mesajul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m1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pentru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alege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ciclul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functionare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S3 (000010), de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unde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utilizatorul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poate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alege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ciclul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normal (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caz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S4 (000011))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sau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ciclul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lent (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caz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S5 (010001)). </a:t>
            </a:r>
            <a:endParaRPr lang="ro-RO" sz="12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  <a:p>
            <a:r>
              <a:rPr lang="ro-RO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	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Dupa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fost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ales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ciclul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S6 (000100), cand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asteapta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alegerea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temperaturii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de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unde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aceasta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poate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fi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scazuta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(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caz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S7 (000101))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sau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ridicata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(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caz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S8 (010010)). </a:t>
            </a:r>
            <a:endParaRPr lang="ro-RO" sz="12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  <a:p>
            <a:r>
              <a:rPr lang="ro-RO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	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Dupa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fost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aleasa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temperatura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S9 (000110), in care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asteapta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alegerea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tipului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material,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poate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fi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ori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bumbac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(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caz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S10 (000111)),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ori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sintetic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(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caz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S11 (010011)). </a:t>
            </a:r>
            <a:endParaRPr lang="ro-RO" sz="12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  <a:p>
            <a:r>
              <a:rPr lang="ro-RO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	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Dupa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fost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ales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tipul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material,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S12 (001000),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utilizatorul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poate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sau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nu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isi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aleaga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un optional. Daca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acesta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doreste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un optional,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S13 (001001),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iar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daca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nu,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S14 (010100). Din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S13,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utilizatorul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primeste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mesajul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m5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pentru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a-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alege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tipul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optional,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astfel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ajungandu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-se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S15 (001010), in care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asteapta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alegerea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optionalului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42768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10;p46">
            <a:extLst>
              <a:ext uri="{FF2B5EF4-FFF2-40B4-BE49-F238E27FC236}">
                <a16:creationId xmlns:a16="http://schemas.microsoft.com/office/drawing/2014/main" id="{4C8CA605-0980-5676-AE29-B6857844581C}"/>
              </a:ext>
            </a:extLst>
          </p:cNvPr>
          <p:cNvGrpSpPr/>
          <p:nvPr/>
        </p:nvGrpSpPr>
        <p:grpSpPr>
          <a:xfrm>
            <a:off x="936356" y="222327"/>
            <a:ext cx="7994450" cy="4768847"/>
            <a:chOff x="713225" y="182350"/>
            <a:chExt cx="7994450" cy="4768847"/>
          </a:xfrm>
        </p:grpSpPr>
        <p:grpSp>
          <p:nvGrpSpPr>
            <p:cNvPr id="3" name="Google Shape;611;p46">
              <a:extLst>
                <a:ext uri="{FF2B5EF4-FFF2-40B4-BE49-F238E27FC236}">
                  <a16:creationId xmlns:a16="http://schemas.microsoft.com/office/drawing/2014/main" id="{5D130EF0-6FB8-B840-DE8C-948680C11087}"/>
                </a:ext>
              </a:extLst>
            </p:cNvPr>
            <p:cNvGrpSpPr/>
            <p:nvPr/>
          </p:nvGrpSpPr>
          <p:grpSpPr>
            <a:xfrm>
              <a:off x="713225" y="182350"/>
              <a:ext cx="7994450" cy="4768847"/>
              <a:chOff x="713225" y="182350"/>
              <a:chExt cx="7994450" cy="4768847"/>
            </a:xfrm>
          </p:grpSpPr>
          <p:sp>
            <p:nvSpPr>
              <p:cNvPr id="5" name="Google Shape;612;p46">
                <a:extLst>
                  <a:ext uri="{FF2B5EF4-FFF2-40B4-BE49-F238E27FC236}">
                    <a16:creationId xmlns:a16="http://schemas.microsoft.com/office/drawing/2014/main" id="{CF9A4835-ED76-7127-F46F-76F31E7A8420}"/>
                  </a:ext>
                </a:extLst>
              </p:cNvPr>
              <p:cNvSpPr/>
              <p:nvPr/>
            </p:nvSpPr>
            <p:spPr>
              <a:xfrm>
                <a:off x="3364888" y="769174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613;p46">
                <a:extLst>
                  <a:ext uri="{FF2B5EF4-FFF2-40B4-BE49-F238E27FC236}">
                    <a16:creationId xmlns:a16="http://schemas.microsoft.com/office/drawing/2014/main" id="{A0B40602-FDDE-C887-9D8D-5ECC4C8C037A}"/>
                  </a:ext>
                </a:extLst>
              </p:cNvPr>
              <p:cNvSpPr/>
              <p:nvPr/>
            </p:nvSpPr>
            <p:spPr>
              <a:xfrm>
                <a:off x="4589475" y="1542391"/>
                <a:ext cx="198600" cy="198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14;p46">
                <a:extLst>
                  <a:ext uri="{FF2B5EF4-FFF2-40B4-BE49-F238E27FC236}">
                    <a16:creationId xmlns:a16="http://schemas.microsoft.com/office/drawing/2014/main" id="{A42A4F5B-BB1F-AEF8-0A4D-A230CED07CD3}"/>
                  </a:ext>
                </a:extLst>
              </p:cNvPr>
              <p:cNvSpPr/>
              <p:nvPr/>
            </p:nvSpPr>
            <p:spPr>
              <a:xfrm>
                <a:off x="8430775" y="931298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15;p46">
                <a:extLst>
                  <a:ext uri="{FF2B5EF4-FFF2-40B4-BE49-F238E27FC236}">
                    <a16:creationId xmlns:a16="http://schemas.microsoft.com/office/drawing/2014/main" id="{65585518-2B0D-C36E-9C28-45E80FAEE2DB}"/>
                  </a:ext>
                </a:extLst>
              </p:cNvPr>
              <p:cNvSpPr/>
              <p:nvPr/>
            </p:nvSpPr>
            <p:spPr>
              <a:xfrm>
                <a:off x="1065425" y="539512"/>
                <a:ext cx="391800" cy="3918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16;p46">
                <a:extLst>
                  <a:ext uri="{FF2B5EF4-FFF2-40B4-BE49-F238E27FC236}">
                    <a16:creationId xmlns:a16="http://schemas.microsoft.com/office/drawing/2014/main" id="{AAF43EC2-D27F-20D0-009B-EE92C812562A}"/>
                  </a:ext>
                </a:extLst>
              </p:cNvPr>
              <p:cNvSpPr/>
              <p:nvPr/>
            </p:nvSpPr>
            <p:spPr>
              <a:xfrm>
                <a:off x="8186575" y="353949"/>
                <a:ext cx="371100" cy="3711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D9D9D9">
                      <a:alpha val="71764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17;p46">
                <a:extLst>
                  <a:ext uri="{FF2B5EF4-FFF2-40B4-BE49-F238E27FC236}">
                    <a16:creationId xmlns:a16="http://schemas.microsoft.com/office/drawing/2014/main" id="{EBEAEBA7-CAE9-0922-3D76-C5229FAEB4EB}"/>
                  </a:ext>
                </a:extLst>
              </p:cNvPr>
              <p:cNvSpPr/>
              <p:nvPr/>
            </p:nvSpPr>
            <p:spPr>
              <a:xfrm>
                <a:off x="713225" y="1023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18;p46">
                <a:extLst>
                  <a:ext uri="{FF2B5EF4-FFF2-40B4-BE49-F238E27FC236}">
                    <a16:creationId xmlns:a16="http://schemas.microsoft.com/office/drawing/2014/main" id="{74B8FC74-886F-E9BC-5550-1670308B6930}"/>
                  </a:ext>
                </a:extLst>
              </p:cNvPr>
              <p:cNvSpPr/>
              <p:nvPr/>
            </p:nvSpPr>
            <p:spPr>
              <a:xfrm>
                <a:off x="4832950" y="182350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" name="Google Shape;619;p46">
                <a:extLst>
                  <a:ext uri="{FF2B5EF4-FFF2-40B4-BE49-F238E27FC236}">
                    <a16:creationId xmlns:a16="http://schemas.microsoft.com/office/drawing/2014/main" id="{87017CAA-7258-B5BD-712B-04D869B649A0}"/>
                  </a:ext>
                </a:extLst>
              </p:cNvPr>
              <p:cNvSpPr/>
              <p:nvPr/>
            </p:nvSpPr>
            <p:spPr>
              <a:xfrm>
                <a:off x="2221700" y="4739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20;p46">
                <a:extLst>
                  <a:ext uri="{FF2B5EF4-FFF2-40B4-BE49-F238E27FC236}">
                    <a16:creationId xmlns:a16="http://schemas.microsoft.com/office/drawing/2014/main" id="{D536D65C-6553-FFF9-7ACA-932CB6A3CEF1}"/>
                  </a:ext>
                </a:extLst>
              </p:cNvPr>
              <p:cNvSpPr/>
              <p:nvPr/>
            </p:nvSpPr>
            <p:spPr>
              <a:xfrm>
                <a:off x="4906500" y="2207086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21;p46">
                <a:extLst>
                  <a:ext uri="{FF2B5EF4-FFF2-40B4-BE49-F238E27FC236}">
                    <a16:creationId xmlns:a16="http://schemas.microsoft.com/office/drawing/2014/main" id="{4AE29E5F-AB11-0F5E-C3EB-9A77EB0F54D3}"/>
                  </a:ext>
                </a:extLst>
              </p:cNvPr>
              <p:cNvSpPr/>
              <p:nvPr/>
            </p:nvSpPr>
            <p:spPr>
              <a:xfrm>
                <a:off x="2715425" y="1046075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622;p46">
              <a:extLst>
                <a:ext uri="{FF2B5EF4-FFF2-40B4-BE49-F238E27FC236}">
                  <a16:creationId xmlns:a16="http://schemas.microsoft.com/office/drawing/2014/main" id="{CC0D5668-DD69-B133-9A3B-2D41B1D67BA3}"/>
                </a:ext>
              </a:extLst>
            </p:cNvPr>
            <p:cNvSpPr/>
            <p:nvPr/>
          </p:nvSpPr>
          <p:spPr>
            <a:xfrm>
              <a:off x="5099900" y="3150185"/>
              <a:ext cx="660300" cy="6603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FEE16E1-2CFF-8D30-EDC8-77769EC2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56116" y="1754429"/>
            <a:ext cx="6596444" cy="28714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882ACE-DE0D-9A8E-8575-3F7A97A96011}"/>
              </a:ext>
            </a:extLst>
          </p:cNvPr>
          <p:cNvSpPr txBox="1"/>
          <p:nvPr/>
        </p:nvSpPr>
        <p:spPr>
          <a:xfrm>
            <a:off x="180096" y="2201233"/>
            <a:ext cx="45294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DESCRIEREA FUNCȚIONALITĂȚII APARATULUI</a:t>
            </a:r>
            <a:endParaRPr lang="en-GB" sz="3200" dirty="0">
              <a:solidFill>
                <a:schemeClr val="bg1"/>
              </a:solidFill>
              <a:latin typeface="Barlow Semi Condensed SemiBold" panose="00000706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96146-9D9F-04ED-CC6F-96D7222BEF26}"/>
              </a:ext>
            </a:extLst>
          </p:cNvPr>
          <p:cNvSpPr txBox="1"/>
          <p:nvPr/>
        </p:nvSpPr>
        <p:spPr>
          <a:xfrm>
            <a:off x="4706783" y="955923"/>
            <a:ext cx="405607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	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Daca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este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ales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optionalul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uscare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S16 (001011),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iar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daca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este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ales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cel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stoarcere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S17 (010101).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Dupa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este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ales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tipul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optional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S18 (001100),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unde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utilizatorul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trebui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apese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butonul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START al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masinii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spalat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.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aceasta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stare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direct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S14 (010100),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situatia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utilizatorul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nu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-a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dorit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un optional. </a:t>
            </a:r>
            <a:endParaRPr lang="ro-RO" sz="12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  <a:p>
            <a:r>
              <a:rPr lang="ro-RO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	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Dupa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ce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fost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apasat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butonul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de start,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fi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verificata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. Daca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este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inchisa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S19 (001101),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iar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daca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este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deschisa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S20 (010110),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urmand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ca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utilizatorul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primeasca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mesajul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m7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spune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inchida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ajungand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astfel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S21 (010111), in care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asteapta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inchiderea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usii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dupa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care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inapoi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S18 (001100). Din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S19 (001101),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usa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fost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inchisa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S22 (001110),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programul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a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inceput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iar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dupa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aceea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se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va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ajunge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STOP/S23 (001111),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starea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in care 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programul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 s-a </a:t>
            </a:r>
            <a:r>
              <a:rPr lang="en-GB" sz="12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terminat</a:t>
            </a:r>
            <a:r>
              <a:rPr lang="en-GB" sz="12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9117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10;p46">
            <a:extLst>
              <a:ext uri="{FF2B5EF4-FFF2-40B4-BE49-F238E27FC236}">
                <a16:creationId xmlns:a16="http://schemas.microsoft.com/office/drawing/2014/main" id="{4C8CA605-0980-5676-AE29-B6857844581C}"/>
              </a:ext>
            </a:extLst>
          </p:cNvPr>
          <p:cNvGrpSpPr/>
          <p:nvPr/>
        </p:nvGrpSpPr>
        <p:grpSpPr>
          <a:xfrm>
            <a:off x="684071" y="787696"/>
            <a:ext cx="7994450" cy="4768847"/>
            <a:chOff x="713225" y="182350"/>
            <a:chExt cx="7994450" cy="4768847"/>
          </a:xfrm>
        </p:grpSpPr>
        <p:grpSp>
          <p:nvGrpSpPr>
            <p:cNvPr id="3" name="Google Shape;611;p46">
              <a:extLst>
                <a:ext uri="{FF2B5EF4-FFF2-40B4-BE49-F238E27FC236}">
                  <a16:creationId xmlns:a16="http://schemas.microsoft.com/office/drawing/2014/main" id="{5D130EF0-6FB8-B840-DE8C-948680C11087}"/>
                </a:ext>
              </a:extLst>
            </p:cNvPr>
            <p:cNvGrpSpPr/>
            <p:nvPr/>
          </p:nvGrpSpPr>
          <p:grpSpPr>
            <a:xfrm>
              <a:off x="713225" y="182350"/>
              <a:ext cx="7994450" cy="4768847"/>
              <a:chOff x="713225" y="182350"/>
              <a:chExt cx="7994450" cy="4768847"/>
            </a:xfrm>
          </p:grpSpPr>
          <p:sp>
            <p:nvSpPr>
              <p:cNvPr id="5" name="Google Shape;612;p46">
                <a:extLst>
                  <a:ext uri="{FF2B5EF4-FFF2-40B4-BE49-F238E27FC236}">
                    <a16:creationId xmlns:a16="http://schemas.microsoft.com/office/drawing/2014/main" id="{CF9A4835-ED76-7127-F46F-76F31E7A8420}"/>
                  </a:ext>
                </a:extLst>
              </p:cNvPr>
              <p:cNvSpPr/>
              <p:nvPr/>
            </p:nvSpPr>
            <p:spPr>
              <a:xfrm>
                <a:off x="3364888" y="769174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613;p46">
                <a:extLst>
                  <a:ext uri="{FF2B5EF4-FFF2-40B4-BE49-F238E27FC236}">
                    <a16:creationId xmlns:a16="http://schemas.microsoft.com/office/drawing/2014/main" id="{A0B40602-FDDE-C887-9D8D-5ECC4C8C037A}"/>
                  </a:ext>
                </a:extLst>
              </p:cNvPr>
              <p:cNvSpPr/>
              <p:nvPr/>
            </p:nvSpPr>
            <p:spPr>
              <a:xfrm>
                <a:off x="4589475" y="1542391"/>
                <a:ext cx="198600" cy="198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14;p46">
                <a:extLst>
                  <a:ext uri="{FF2B5EF4-FFF2-40B4-BE49-F238E27FC236}">
                    <a16:creationId xmlns:a16="http://schemas.microsoft.com/office/drawing/2014/main" id="{A42A4F5B-BB1F-AEF8-0A4D-A230CED07CD3}"/>
                  </a:ext>
                </a:extLst>
              </p:cNvPr>
              <p:cNvSpPr/>
              <p:nvPr/>
            </p:nvSpPr>
            <p:spPr>
              <a:xfrm>
                <a:off x="8430775" y="931298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15;p46">
                <a:extLst>
                  <a:ext uri="{FF2B5EF4-FFF2-40B4-BE49-F238E27FC236}">
                    <a16:creationId xmlns:a16="http://schemas.microsoft.com/office/drawing/2014/main" id="{65585518-2B0D-C36E-9C28-45E80FAEE2DB}"/>
                  </a:ext>
                </a:extLst>
              </p:cNvPr>
              <p:cNvSpPr/>
              <p:nvPr/>
            </p:nvSpPr>
            <p:spPr>
              <a:xfrm>
                <a:off x="1065425" y="539512"/>
                <a:ext cx="391800" cy="3918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16;p46">
                <a:extLst>
                  <a:ext uri="{FF2B5EF4-FFF2-40B4-BE49-F238E27FC236}">
                    <a16:creationId xmlns:a16="http://schemas.microsoft.com/office/drawing/2014/main" id="{AAF43EC2-D27F-20D0-009B-EE92C812562A}"/>
                  </a:ext>
                </a:extLst>
              </p:cNvPr>
              <p:cNvSpPr/>
              <p:nvPr/>
            </p:nvSpPr>
            <p:spPr>
              <a:xfrm>
                <a:off x="8186575" y="353949"/>
                <a:ext cx="371100" cy="3711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D9D9D9">
                      <a:alpha val="71764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17;p46">
                <a:extLst>
                  <a:ext uri="{FF2B5EF4-FFF2-40B4-BE49-F238E27FC236}">
                    <a16:creationId xmlns:a16="http://schemas.microsoft.com/office/drawing/2014/main" id="{EBEAEBA7-CAE9-0922-3D76-C5229FAEB4EB}"/>
                  </a:ext>
                </a:extLst>
              </p:cNvPr>
              <p:cNvSpPr/>
              <p:nvPr/>
            </p:nvSpPr>
            <p:spPr>
              <a:xfrm>
                <a:off x="713225" y="1023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18;p46">
                <a:extLst>
                  <a:ext uri="{FF2B5EF4-FFF2-40B4-BE49-F238E27FC236}">
                    <a16:creationId xmlns:a16="http://schemas.microsoft.com/office/drawing/2014/main" id="{74B8FC74-886F-E9BC-5550-1670308B6930}"/>
                  </a:ext>
                </a:extLst>
              </p:cNvPr>
              <p:cNvSpPr/>
              <p:nvPr/>
            </p:nvSpPr>
            <p:spPr>
              <a:xfrm>
                <a:off x="4832950" y="182350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" name="Google Shape;619;p46">
                <a:extLst>
                  <a:ext uri="{FF2B5EF4-FFF2-40B4-BE49-F238E27FC236}">
                    <a16:creationId xmlns:a16="http://schemas.microsoft.com/office/drawing/2014/main" id="{87017CAA-7258-B5BD-712B-04D869B649A0}"/>
                  </a:ext>
                </a:extLst>
              </p:cNvPr>
              <p:cNvSpPr/>
              <p:nvPr/>
            </p:nvSpPr>
            <p:spPr>
              <a:xfrm>
                <a:off x="2221700" y="4739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20;p46">
                <a:extLst>
                  <a:ext uri="{FF2B5EF4-FFF2-40B4-BE49-F238E27FC236}">
                    <a16:creationId xmlns:a16="http://schemas.microsoft.com/office/drawing/2014/main" id="{D536D65C-6553-FFF9-7ACA-932CB6A3CEF1}"/>
                  </a:ext>
                </a:extLst>
              </p:cNvPr>
              <p:cNvSpPr/>
              <p:nvPr/>
            </p:nvSpPr>
            <p:spPr>
              <a:xfrm>
                <a:off x="4906500" y="2207086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" name="Google Shape;621;p46">
                <a:extLst>
                  <a:ext uri="{FF2B5EF4-FFF2-40B4-BE49-F238E27FC236}">
                    <a16:creationId xmlns:a16="http://schemas.microsoft.com/office/drawing/2014/main" id="{4AE29E5F-AB11-0F5E-C3EB-9A77EB0F54D3}"/>
                  </a:ext>
                </a:extLst>
              </p:cNvPr>
              <p:cNvSpPr/>
              <p:nvPr/>
            </p:nvSpPr>
            <p:spPr>
              <a:xfrm>
                <a:off x="2715425" y="1046075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622;p46">
              <a:extLst>
                <a:ext uri="{FF2B5EF4-FFF2-40B4-BE49-F238E27FC236}">
                  <a16:creationId xmlns:a16="http://schemas.microsoft.com/office/drawing/2014/main" id="{CC0D5668-DD69-B133-9A3B-2D41B1D67BA3}"/>
                </a:ext>
              </a:extLst>
            </p:cNvPr>
            <p:cNvSpPr/>
            <p:nvPr/>
          </p:nvSpPr>
          <p:spPr>
            <a:xfrm>
              <a:off x="5099900" y="3150185"/>
              <a:ext cx="660300" cy="6603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FEE16E1-2CFF-8D30-EDC8-77769EC2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9970" y="1852938"/>
            <a:ext cx="6596444" cy="28714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882ACE-DE0D-9A8E-8575-3F7A97A96011}"/>
              </a:ext>
            </a:extLst>
          </p:cNvPr>
          <p:cNvSpPr txBox="1"/>
          <p:nvPr/>
        </p:nvSpPr>
        <p:spPr>
          <a:xfrm>
            <a:off x="-215481" y="2510401"/>
            <a:ext cx="45294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000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CALCULUL LUNGIMII</a:t>
            </a:r>
          </a:p>
          <a:p>
            <a:r>
              <a:rPr lang="ro-RO" sz="4000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MICROINSTRUCȚIUNII</a:t>
            </a:r>
            <a:endParaRPr lang="en-GB" sz="4000" dirty="0">
              <a:solidFill>
                <a:schemeClr val="bg1"/>
              </a:solidFill>
              <a:latin typeface="Barlow Semi Condensed SemiBold" panose="00000706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BC3AE1-39A8-1380-097E-8AE8AA5E9F17}"/>
              </a:ext>
            </a:extLst>
          </p:cNvPr>
          <p:cNvSpPr txBox="1"/>
          <p:nvPr/>
        </p:nvSpPr>
        <p:spPr>
          <a:xfrm>
            <a:off x="5520297" y="1144845"/>
            <a:ext cx="360254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24 de stări -&gt; n</a:t>
            </a:r>
            <a:r>
              <a:rPr lang="ro-RO" sz="16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adr0</a:t>
            </a:r>
            <a:r>
              <a:rPr lang="ro-RO" sz="24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 = 5</a:t>
            </a:r>
          </a:p>
          <a:p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8 intrări -&gt;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n</a:t>
            </a:r>
            <a:r>
              <a:rPr lang="ro-RO" sz="16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inputcode</a:t>
            </a:r>
            <a:r>
              <a:rPr lang="ro-RO" sz="16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3</a:t>
            </a:r>
          </a:p>
          <a:p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9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iesiri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-&gt;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n</a:t>
            </a:r>
            <a:r>
              <a:rPr lang="ro-RO" sz="16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out</a:t>
            </a:r>
            <a:r>
              <a:rPr lang="ro-RO" sz="16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9</a:t>
            </a:r>
          </a:p>
          <a:p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L</a:t>
            </a:r>
            <a:r>
              <a:rPr lang="ro-RO" sz="16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µTip0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1 +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n</a:t>
            </a:r>
            <a:r>
              <a:rPr lang="ro-RO" sz="16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inputcode</a:t>
            </a:r>
            <a:r>
              <a:rPr lang="ro-RO" sz="16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+ </a:t>
            </a:r>
            <a:r>
              <a:rPr lang="ro-RO" sz="24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n</a:t>
            </a:r>
            <a:r>
              <a:rPr lang="ro-RO" sz="16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adr0</a:t>
            </a:r>
          </a:p>
          <a:p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L</a:t>
            </a:r>
            <a:r>
              <a:rPr lang="ro-RO" sz="16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µTip0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1 + 3 + 5 =9</a:t>
            </a:r>
          </a:p>
          <a:p>
            <a:endParaRPr lang="ro-RO" sz="1600" dirty="0">
              <a:solidFill>
                <a:schemeClr val="accent5"/>
              </a:solidFill>
              <a:latin typeface="Barlow Semi Condensed SemiBold" panose="00000706000000000000" pitchFamily="2" charset="0"/>
            </a:endParaRPr>
          </a:p>
          <a:p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L</a:t>
            </a:r>
            <a:r>
              <a:rPr lang="ro-RO" sz="16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µTip1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1 +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n</a:t>
            </a:r>
            <a:r>
              <a:rPr lang="ro-RO" sz="16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out</a:t>
            </a:r>
            <a:r>
              <a:rPr lang="ro-RO" sz="16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endParaRPr lang="ro-RO" sz="1600" dirty="0">
              <a:solidFill>
                <a:schemeClr val="accent5"/>
              </a:solidFill>
              <a:latin typeface="Barlow Semi Condensed SemiBold" panose="00000706000000000000" pitchFamily="2" charset="0"/>
            </a:endParaRPr>
          </a:p>
          <a:p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L</a:t>
            </a:r>
            <a:r>
              <a:rPr lang="ro-RO" sz="16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µTip1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1 + 9 = 10</a:t>
            </a:r>
          </a:p>
          <a:p>
            <a:endParaRPr lang="ro-RO" sz="16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  <a:p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L</a:t>
            </a:r>
            <a:r>
              <a:rPr lang="ro-RO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µi</a:t>
            </a:r>
            <a:r>
              <a:rPr lang="ro-RO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max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(</a:t>
            </a:r>
            <a:r>
              <a:rPr lang="ro-RO" sz="18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LµTip0</a:t>
            </a:r>
            <a:r>
              <a:rPr lang="ro-RO" sz="1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</a:t>
            </a:r>
            <a:r>
              <a:rPr lang="ro-RO" sz="16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L</a:t>
            </a:r>
            <a:r>
              <a:rPr lang="ro-RO" sz="18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µTip1)</a:t>
            </a:r>
          </a:p>
          <a:p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L</a:t>
            </a:r>
            <a:r>
              <a:rPr lang="ro-RO" sz="18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µi</a:t>
            </a:r>
            <a:r>
              <a:rPr lang="ro-RO" sz="18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max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(9, 10) = 10</a:t>
            </a:r>
            <a:endParaRPr lang="ro-RO" sz="18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  <a:p>
            <a:endParaRPr lang="en-GB" sz="18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3B0647-C932-515B-D7CF-D2D665E6464C}"/>
              </a:ext>
            </a:extLst>
          </p:cNvPr>
          <p:cNvSpPr txBox="1"/>
          <p:nvPr/>
        </p:nvSpPr>
        <p:spPr>
          <a:xfrm>
            <a:off x="174414" y="78335"/>
            <a:ext cx="7062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	Cele 9 output-uri se codifică pe 9 biți. Intrările sunt în număr de 8, deci se codifică pe 3 biți, iar cele 24 de stări sunt codificate pe 5 biți. 	Așadar:</a:t>
            </a:r>
            <a:endParaRPr lang="en-GB" sz="18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792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10;p46">
            <a:extLst>
              <a:ext uri="{FF2B5EF4-FFF2-40B4-BE49-F238E27FC236}">
                <a16:creationId xmlns:a16="http://schemas.microsoft.com/office/drawing/2014/main" id="{4C8CA605-0980-5676-AE29-B6857844581C}"/>
              </a:ext>
            </a:extLst>
          </p:cNvPr>
          <p:cNvGrpSpPr/>
          <p:nvPr/>
        </p:nvGrpSpPr>
        <p:grpSpPr>
          <a:xfrm>
            <a:off x="632527" y="97676"/>
            <a:ext cx="7994450" cy="4768847"/>
            <a:chOff x="713225" y="182350"/>
            <a:chExt cx="7994450" cy="4768847"/>
          </a:xfrm>
        </p:grpSpPr>
        <p:grpSp>
          <p:nvGrpSpPr>
            <p:cNvPr id="3" name="Google Shape;611;p46">
              <a:extLst>
                <a:ext uri="{FF2B5EF4-FFF2-40B4-BE49-F238E27FC236}">
                  <a16:creationId xmlns:a16="http://schemas.microsoft.com/office/drawing/2014/main" id="{5D130EF0-6FB8-B840-DE8C-948680C11087}"/>
                </a:ext>
              </a:extLst>
            </p:cNvPr>
            <p:cNvGrpSpPr/>
            <p:nvPr/>
          </p:nvGrpSpPr>
          <p:grpSpPr>
            <a:xfrm>
              <a:off x="713225" y="182350"/>
              <a:ext cx="7994450" cy="4768847"/>
              <a:chOff x="713225" y="182350"/>
              <a:chExt cx="7994450" cy="4768847"/>
            </a:xfrm>
          </p:grpSpPr>
          <p:sp>
            <p:nvSpPr>
              <p:cNvPr id="5" name="Google Shape;612;p46">
                <a:extLst>
                  <a:ext uri="{FF2B5EF4-FFF2-40B4-BE49-F238E27FC236}">
                    <a16:creationId xmlns:a16="http://schemas.microsoft.com/office/drawing/2014/main" id="{CF9A4835-ED76-7127-F46F-76F31E7A8420}"/>
                  </a:ext>
                </a:extLst>
              </p:cNvPr>
              <p:cNvSpPr/>
              <p:nvPr/>
            </p:nvSpPr>
            <p:spPr>
              <a:xfrm>
                <a:off x="3364888" y="769174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613;p46">
                <a:extLst>
                  <a:ext uri="{FF2B5EF4-FFF2-40B4-BE49-F238E27FC236}">
                    <a16:creationId xmlns:a16="http://schemas.microsoft.com/office/drawing/2014/main" id="{A0B40602-FDDE-C887-9D8D-5ECC4C8C037A}"/>
                  </a:ext>
                </a:extLst>
              </p:cNvPr>
              <p:cNvSpPr/>
              <p:nvPr/>
            </p:nvSpPr>
            <p:spPr>
              <a:xfrm>
                <a:off x="4589475" y="1542391"/>
                <a:ext cx="198600" cy="198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14;p46">
                <a:extLst>
                  <a:ext uri="{FF2B5EF4-FFF2-40B4-BE49-F238E27FC236}">
                    <a16:creationId xmlns:a16="http://schemas.microsoft.com/office/drawing/2014/main" id="{A42A4F5B-BB1F-AEF8-0A4D-A230CED07CD3}"/>
                  </a:ext>
                </a:extLst>
              </p:cNvPr>
              <p:cNvSpPr/>
              <p:nvPr/>
            </p:nvSpPr>
            <p:spPr>
              <a:xfrm>
                <a:off x="8430775" y="931298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15;p46">
                <a:extLst>
                  <a:ext uri="{FF2B5EF4-FFF2-40B4-BE49-F238E27FC236}">
                    <a16:creationId xmlns:a16="http://schemas.microsoft.com/office/drawing/2014/main" id="{65585518-2B0D-C36E-9C28-45E80FAEE2DB}"/>
                  </a:ext>
                </a:extLst>
              </p:cNvPr>
              <p:cNvSpPr/>
              <p:nvPr/>
            </p:nvSpPr>
            <p:spPr>
              <a:xfrm>
                <a:off x="1065425" y="539512"/>
                <a:ext cx="391800" cy="3918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31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16;p46">
                <a:extLst>
                  <a:ext uri="{FF2B5EF4-FFF2-40B4-BE49-F238E27FC236}">
                    <a16:creationId xmlns:a16="http://schemas.microsoft.com/office/drawing/2014/main" id="{AAF43EC2-D27F-20D0-009B-EE92C812562A}"/>
                  </a:ext>
                </a:extLst>
              </p:cNvPr>
              <p:cNvSpPr/>
              <p:nvPr/>
            </p:nvSpPr>
            <p:spPr>
              <a:xfrm>
                <a:off x="8186575" y="353949"/>
                <a:ext cx="371100" cy="3711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D9D9D9">
                      <a:alpha val="71764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17;p46">
                <a:extLst>
                  <a:ext uri="{FF2B5EF4-FFF2-40B4-BE49-F238E27FC236}">
                    <a16:creationId xmlns:a16="http://schemas.microsoft.com/office/drawing/2014/main" id="{EBEAEBA7-CAE9-0922-3D76-C5229FAEB4EB}"/>
                  </a:ext>
                </a:extLst>
              </p:cNvPr>
              <p:cNvSpPr/>
              <p:nvPr/>
            </p:nvSpPr>
            <p:spPr>
              <a:xfrm>
                <a:off x="713225" y="1023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18;p46">
                <a:extLst>
                  <a:ext uri="{FF2B5EF4-FFF2-40B4-BE49-F238E27FC236}">
                    <a16:creationId xmlns:a16="http://schemas.microsoft.com/office/drawing/2014/main" id="{74B8FC74-886F-E9BC-5550-1670308B6930}"/>
                  </a:ext>
                </a:extLst>
              </p:cNvPr>
              <p:cNvSpPr/>
              <p:nvPr/>
            </p:nvSpPr>
            <p:spPr>
              <a:xfrm>
                <a:off x="4832950" y="182350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" name="Google Shape;619;p46">
                <a:extLst>
                  <a:ext uri="{FF2B5EF4-FFF2-40B4-BE49-F238E27FC236}">
                    <a16:creationId xmlns:a16="http://schemas.microsoft.com/office/drawing/2014/main" id="{87017CAA-7258-B5BD-712B-04D869B649A0}"/>
                  </a:ext>
                </a:extLst>
              </p:cNvPr>
              <p:cNvSpPr/>
              <p:nvPr/>
            </p:nvSpPr>
            <p:spPr>
              <a:xfrm>
                <a:off x="2221700" y="4739698"/>
                <a:ext cx="211500" cy="2115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20;p46">
                <a:extLst>
                  <a:ext uri="{FF2B5EF4-FFF2-40B4-BE49-F238E27FC236}">
                    <a16:creationId xmlns:a16="http://schemas.microsoft.com/office/drawing/2014/main" id="{D536D65C-6553-FFF9-7ACA-932CB6A3CEF1}"/>
                  </a:ext>
                </a:extLst>
              </p:cNvPr>
              <p:cNvSpPr/>
              <p:nvPr/>
            </p:nvSpPr>
            <p:spPr>
              <a:xfrm>
                <a:off x="4906500" y="2207086"/>
                <a:ext cx="276900" cy="2769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C1ECE4"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" name="Google Shape;621;p46">
                <a:extLst>
                  <a:ext uri="{FF2B5EF4-FFF2-40B4-BE49-F238E27FC236}">
                    <a16:creationId xmlns:a16="http://schemas.microsoft.com/office/drawing/2014/main" id="{4AE29E5F-AB11-0F5E-C3EB-9A77EB0F54D3}"/>
                  </a:ext>
                </a:extLst>
              </p:cNvPr>
              <p:cNvSpPr/>
              <p:nvPr/>
            </p:nvSpPr>
            <p:spPr>
              <a:xfrm>
                <a:off x="2715425" y="1046075"/>
                <a:ext cx="542700" cy="5427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38039"/>
                      <a:alpha val="40830"/>
                    </a:srgbClr>
                  </a:gs>
                  <a:gs pos="56000">
                    <a:srgbClr val="82D9C8">
                      <a:alpha val="54901"/>
                      <a:alpha val="40830"/>
                    </a:srgbClr>
                  </a:gs>
                  <a:gs pos="100000">
                    <a:srgbClr val="043E47">
                      <a:alpha val="34901"/>
                      <a:alpha val="40830"/>
                    </a:srgb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622;p46">
              <a:extLst>
                <a:ext uri="{FF2B5EF4-FFF2-40B4-BE49-F238E27FC236}">
                  <a16:creationId xmlns:a16="http://schemas.microsoft.com/office/drawing/2014/main" id="{CC0D5668-DD69-B133-9A3B-2D41B1D67BA3}"/>
                </a:ext>
              </a:extLst>
            </p:cNvPr>
            <p:cNvSpPr/>
            <p:nvPr/>
          </p:nvSpPr>
          <p:spPr>
            <a:xfrm>
              <a:off x="5099900" y="3150185"/>
              <a:ext cx="660300" cy="6603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FEE16E1-2CFF-8D30-EDC8-77769EC2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1866" y="1777059"/>
            <a:ext cx="6764568" cy="29446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882ACE-DE0D-9A8E-8575-3F7A97A96011}"/>
              </a:ext>
            </a:extLst>
          </p:cNvPr>
          <p:cNvSpPr txBox="1"/>
          <p:nvPr/>
        </p:nvSpPr>
        <p:spPr>
          <a:xfrm>
            <a:off x="-59297" y="1788430"/>
            <a:ext cx="4846474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o-RO" sz="4000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CALCULUL LUNGIMII</a:t>
            </a:r>
          </a:p>
          <a:p>
            <a:pPr>
              <a:lnSpc>
                <a:spcPct val="150000"/>
              </a:lnSpc>
            </a:pPr>
            <a:r>
              <a:rPr lang="ro-RO" sz="4000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MICROINSTRUCȚIUNII</a:t>
            </a:r>
          </a:p>
          <a:p>
            <a:pPr>
              <a:lnSpc>
                <a:spcPct val="150000"/>
              </a:lnSpc>
            </a:pPr>
            <a:r>
              <a:rPr lang="ro-RO" sz="2400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       ~  ÎN FUNCȚIE DE MEMORIA ALEASĂ</a:t>
            </a:r>
            <a:endParaRPr lang="en-GB" sz="2400" dirty="0">
              <a:solidFill>
                <a:schemeClr val="bg1"/>
              </a:solidFill>
              <a:latin typeface="Barlow Semi Condensed SemiBold" panose="00000706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BC3AE1-39A8-1380-097E-8AE8AA5E9F17}"/>
              </a:ext>
            </a:extLst>
          </p:cNvPr>
          <p:cNvSpPr txBox="1"/>
          <p:nvPr/>
        </p:nvSpPr>
        <p:spPr>
          <a:xfrm>
            <a:off x="5349352" y="1557017"/>
            <a:ext cx="420518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sz="16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  <a:p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L</a:t>
            </a:r>
            <a:r>
              <a:rPr lang="ro-RO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µi</a:t>
            </a:r>
            <a:r>
              <a:rPr lang="ro-RO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max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(</a:t>
            </a:r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1 + </a:t>
            </a:r>
            <a:r>
              <a:rPr lang="ro-RO" sz="20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n</a:t>
            </a:r>
            <a:r>
              <a:rPr lang="ro-RO" sz="1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inputcode</a:t>
            </a:r>
            <a:r>
              <a:rPr lang="ro-RO" sz="1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+ </a:t>
            </a:r>
            <a:r>
              <a:rPr lang="ro-RO" sz="20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n</a:t>
            </a:r>
            <a:r>
              <a:rPr lang="ro-RO" sz="14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adr0</a:t>
            </a:r>
            <a:r>
              <a:rPr lang="ro-RO" sz="1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, </a:t>
            </a:r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1</a:t>
            </a:r>
            <a:r>
              <a:rPr lang="ro-RO" sz="1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+</a:t>
            </a:r>
            <a:r>
              <a:rPr lang="ro-RO" sz="1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ro-RO" sz="20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n</a:t>
            </a:r>
            <a:r>
              <a:rPr lang="ro-RO" sz="105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out</a:t>
            </a:r>
            <a:r>
              <a:rPr lang="ro-RO" sz="1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  <a:r>
              <a:rPr lang="ro-RO" sz="18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)</a:t>
            </a:r>
          </a:p>
          <a:p>
            <a:r>
              <a:rPr lang="ro-RO" sz="18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     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max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(</a:t>
            </a:r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1 + 3 + 6, 1 + 9)</a:t>
            </a:r>
          </a:p>
          <a:p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    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</a:t>
            </a:r>
            <a:r>
              <a:rPr lang="ro-RO" sz="2400" dirty="0" err="1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max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(</a:t>
            </a:r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10, 10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)</a:t>
            </a:r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</a:t>
            </a:r>
          </a:p>
          <a:p>
            <a:r>
              <a:rPr lang="ro-RO" sz="20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      </a:t>
            </a:r>
            <a:r>
              <a:rPr lang="ro-RO" sz="24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= 10</a:t>
            </a:r>
          </a:p>
          <a:p>
            <a:endParaRPr lang="ro-RO" sz="18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  <a:p>
            <a:endParaRPr lang="en-GB" sz="18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78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41"/>
          <p:cNvGrpSpPr/>
          <p:nvPr/>
        </p:nvGrpSpPr>
        <p:grpSpPr>
          <a:xfrm>
            <a:off x="925507" y="467329"/>
            <a:ext cx="8393800" cy="4143012"/>
            <a:chOff x="378125" y="509837"/>
            <a:chExt cx="8393800" cy="4143012"/>
          </a:xfrm>
        </p:grpSpPr>
        <p:sp>
          <p:nvSpPr>
            <p:cNvPr id="414" name="Google Shape;414;p41"/>
            <p:cNvSpPr/>
            <p:nvPr/>
          </p:nvSpPr>
          <p:spPr>
            <a:xfrm>
              <a:off x="378125" y="1117398"/>
              <a:ext cx="483900" cy="483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1"/>
            <p:cNvSpPr/>
            <p:nvPr/>
          </p:nvSpPr>
          <p:spPr>
            <a:xfrm>
              <a:off x="2671050" y="1179856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1"/>
            <p:cNvSpPr/>
            <p:nvPr/>
          </p:nvSpPr>
          <p:spPr>
            <a:xfrm>
              <a:off x="1273125" y="2962437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1"/>
            <p:cNvSpPr/>
            <p:nvPr/>
          </p:nvSpPr>
          <p:spPr>
            <a:xfrm>
              <a:off x="4178925" y="509837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1"/>
            <p:cNvSpPr/>
            <p:nvPr/>
          </p:nvSpPr>
          <p:spPr>
            <a:xfrm>
              <a:off x="2195725" y="4281749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7938375" y="658625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8380125" y="2745737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649500" y="36376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7083275" y="901631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1949975" y="3859906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1"/>
            <p:cNvSpPr/>
            <p:nvPr/>
          </p:nvSpPr>
          <p:spPr>
            <a:xfrm>
              <a:off x="6635375" y="3783088"/>
              <a:ext cx="596700" cy="596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782FF4-B8CE-7F30-7697-79348155A409}"/>
              </a:ext>
            </a:extLst>
          </p:cNvPr>
          <p:cNvSpPr txBox="1"/>
          <p:nvPr/>
        </p:nvSpPr>
        <p:spPr>
          <a:xfrm>
            <a:off x="638693" y="205376"/>
            <a:ext cx="7866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Schema unității de comandă microprogramate</a:t>
            </a:r>
            <a:endParaRPr lang="en-GB" sz="3200" dirty="0">
              <a:solidFill>
                <a:schemeClr val="accent5"/>
              </a:solidFill>
              <a:latin typeface="Barlow Semi Condensed SemiBold" panose="00000706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BD474B-C8AC-3BC4-3F8A-682D7A3EEDCE}"/>
              </a:ext>
            </a:extLst>
          </p:cNvPr>
          <p:cNvSpPr/>
          <p:nvPr/>
        </p:nvSpPr>
        <p:spPr>
          <a:xfrm>
            <a:off x="1311761" y="2803454"/>
            <a:ext cx="1388592" cy="1956904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E2C58-7A99-7CE6-45B9-586496366ED8}"/>
              </a:ext>
            </a:extLst>
          </p:cNvPr>
          <p:cNvSpPr txBox="1"/>
          <p:nvPr/>
        </p:nvSpPr>
        <p:spPr>
          <a:xfrm>
            <a:off x="-38666" y="2788589"/>
            <a:ext cx="1213336" cy="1975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780" b="1" dirty="0">
                <a:solidFill>
                  <a:schemeClr val="accent5"/>
                </a:solidFill>
              </a:rPr>
              <a:t>SUPRA</a:t>
            </a:r>
            <a:r>
              <a:rPr lang="ro-RO" sz="780" b="1" dirty="0">
                <a:solidFill>
                  <a:schemeClr val="accent5"/>
                </a:solidFill>
              </a:rPr>
              <a:t>ÎNCĂRCARE</a:t>
            </a:r>
          </a:p>
          <a:p>
            <a:pPr algn="just">
              <a:lnSpc>
                <a:spcPct val="200000"/>
              </a:lnSpc>
            </a:pPr>
            <a:r>
              <a:rPr lang="ro-RO" sz="780" b="1" dirty="0">
                <a:solidFill>
                  <a:schemeClr val="accent5"/>
                </a:solidFill>
              </a:rPr>
              <a:t>CICLU DE SPĂLARE</a:t>
            </a:r>
          </a:p>
          <a:p>
            <a:pPr algn="just">
              <a:lnSpc>
                <a:spcPct val="200000"/>
              </a:lnSpc>
            </a:pPr>
            <a:r>
              <a:rPr lang="ro-RO" sz="780" b="1" dirty="0">
                <a:solidFill>
                  <a:schemeClr val="accent5"/>
                </a:solidFill>
              </a:rPr>
              <a:t>TEMPERATURĂ</a:t>
            </a:r>
          </a:p>
          <a:p>
            <a:pPr algn="just">
              <a:lnSpc>
                <a:spcPct val="200000"/>
              </a:lnSpc>
            </a:pPr>
            <a:r>
              <a:rPr lang="ro-RO" sz="780" b="1" dirty="0">
                <a:solidFill>
                  <a:schemeClr val="accent5"/>
                </a:solidFill>
              </a:rPr>
              <a:t>MATERIAL</a:t>
            </a:r>
          </a:p>
          <a:p>
            <a:pPr algn="just">
              <a:lnSpc>
                <a:spcPct val="200000"/>
              </a:lnSpc>
            </a:pPr>
            <a:r>
              <a:rPr lang="ro-RO" sz="780" b="1" dirty="0">
                <a:solidFill>
                  <a:schemeClr val="accent5"/>
                </a:solidFill>
              </a:rPr>
              <a:t>VERIFICAREA UȘII</a:t>
            </a:r>
          </a:p>
          <a:p>
            <a:pPr algn="just">
              <a:lnSpc>
                <a:spcPct val="200000"/>
              </a:lnSpc>
            </a:pPr>
            <a:r>
              <a:rPr lang="ro-RO" sz="780" b="1" dirty="0">
                <a:solidFill>
                  <a:schemeClr val="accent5"/>
                </a:solidFill>
              </a:rPr>
              <a:t>OPȚIONAL DA/NU</a:t>
            </a:r>
          </a:p>
          <a:p>
            <a:pPr algn="just">
              <a:lnSpc>
                <a:spcPct val="200000"/>
              </a:lnSpc>
            </a:pPr>
            <a:r>
              <a:rPr lang="ro-RO" sz="780" b="1" dirty="0">
                <a:solidFill>
                  <a:schemeClr val="accent5"/>
                </a:solidFill>
              </a:rPr>
              <a:t>ALEGERE OPȚIONAL</a:t>
            </a:r>
          </a:p>
          <a:p>
            <a:pPr algn="just">
              <a:lnSpc>
                <a:spcPct val="200000"/>
              </a:lnSpc>
            </a:pPr>
            <a:r>
              <a:rPr lang="ro-RO" sz="780" b="1" dirty="0">
                <a:solidFill>
                  <a:schemeClr val="accent5"/>
                </a:solidFill>
              </a:rPr>
              <a:t>CONTINUĂ</a:t>
            </a:r>
            <a:endParaRPr lang="en-GB" sz="780" b="1" dirty="0">
              <a:solidFill>
                <a:schemeClr val="accent5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89183E-C514-C65C-034F-62E0838CD98F}"/>
              </a:ext>
            </a:extLst>
          </p:cNvPr>
          <p:cNvCxnSpPr/>
          <p:nvPr/>
        </p:nvCxnSpPr>
        <p:spPr>
          <a:xfrm>
            <a:off x="1039276" y="2958380"/>
            <a:ext cx="2297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02AAAD-9AE4-5A06-26FB-B67CEBEEC209}"/>
              </a:ext>
            </a:extLst>
          </p:cNvPr>
          <p:cNvCxnSpPr>
            <a:cxnSpLocks/>
          </p:cNvCxnSpPr>
          <p:nvPr/>
        </p:nvCxnSpPr>
        <p:spPr>
          <a:xfrm>
            <a:off x="618435" y="4651513"/>
            <a:ext cx="650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36C34A-7164-2F9A-34D6-6D1E9CE639DB}"/>
              </a:ext>
            </a:extLst>
          </p:cNvPr>
          <p:cNvCxnSpPr/>
          <p:nvPr/>
        </p:nvCxnSpPr>
        <p:spPr>
          <a:xfrm>
            <a:off x="874643" y="3432313"/>
            <a:ext cx="3943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970865-E16D-9E54-70FE-0A638A580A1D}"/>
              </a:ext>
            </a:extLst>
          </p:cNvPr>
          <p:cNvCxnSpPr>
            <a:cxnSpLocks/>
          </p:cNvCxnSpPr>
          <p:nvPr/>
        </p:nvCxnSpPr>
        <p:spPr>
          <a:xfrm>
            <a:off x="677050" y="3688520"/>
            <a:ext cx="591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187F65-475A-121F-4A00-6F9C8A8EA305}"/>
              </a:ext>
            </a:extLst>
          </p:cNvPr>
          <p:cNvCxnSpPr/>
          <p:nvPr/>
        </p:nvCxnSpPr>
        <p:spPr>
          <a:xfrm>
            <a:off x="1039276" y="3927061"/>
            <a:ext cx="2297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88A939-145A-0013-1E4E-5160EC22CFEA}"/>
              </a:ext>
            </a:extLst>
          </p:cNvPr>
          <p:cNvCxnSpPr/>
          <p:nvPr/>
        </p:nvCxnSpPr>
        <p:spPr>
          <a:xfrm>
            <a:off x="925507" y="4165600"/>
            <a:ext cx="3434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EE9DE8-4F0F-14D9-55F7-F40927F0AD10}"/>
              </a:ext>
            </a:extLst>
          </p:cNvPr>
          <p:cNvCxnSpPr/>
          <p:nvPr/>
        </p:nvCxnSpPr>
        <p:spPr>
          <a:xfrm>
            <a:off x="1039276" y="3199128"/>
            <a:ext cx="2297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6E368D-45EB-80AA-D971-D7382444DE6B}"/>
              </a:ext>
            </a:extLst>
          </p:cNvPr>
          <p:cNvCxnSpPr>
            <a:cxnSpLocks/>
          </p:cNvCxnSpPr>
          <p:nvPr/>
        </p:nvCxnSpPr>
        <p:spPr>
          <a:xfrm>
            <a:off x="1086678" y="4427163"/>
            <a:ext cx="1823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7AB41E6-52B8-5244-C9B0-90701B1B03E8}"/>
              </a:ext>
            </a:extLst>
          </p:cNvPr>
          <p:cNvSpPr txBox="1"/>
          <p:nvPr/>
        </p:nvSpPr>
        <p:spPr>
          <a:xfrm>
            <a:off x="1547249" y="3376500"/>
            <a:ext cx="8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800" b="1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MUX </a:t>
            </a:r>
          </a:p>
          <a:p>
            <a:pPr algn="ctr"/>
            <a:r>
              <a:rPr lang="ro-RO" sz="1800" b="1" dirty="0">
                <a:solidFill>
                  <a:schemeClr val="bg1"/>
                </a:solidFill>
                <a:latin typeface="Barlow Semi Condensed SemiBold" panose="00000706000000000000" pitchFamily="2" charset="0"/>
              </a:rPr>
              <a:t>8 : 1</a:t>
            </a:r>
            <a:endParaRPr lang="en-GB" sz="1800" b="1" dirty="0">
              <a:solidFill>
                <a:schemeClr val="bg1"/>
              </a:solidFill>
              <a:latin typeface="Barlow Semi Condensed SemiBold" panose="00000706000000000000" pitchFamily="2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801E1EB-E27B-5584-C45A-6B91613E53FA}"/>
              </a:ext>
            </a:extLst>
          </p:cNvPr>
          <p:cNvCxnSpPr>
            <a:cxnSpLocks/>
          </p:cNvCxnSpPr>
          <p:nvPr/>
        </p:nvCxnSpPr>
        <p:spPr>
          <a:xfrm>
            <a:off x="2700353" y="3927061"/>
            <a:ext cx="5180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719CD8-F4A0-083D-29DB-040E8A9CC5C5}"/>
              </a:ext>
            </a:extLst>
          </p:cNvPr>
          <p:cNvCxnSpPr>
            <a:cxnSpLocks/>
          </p:cNvCxnSpPr>
          <p:nvPr/>
        </p:nvCxnSpPr>
        <p:spPr>
          <a:xfrm flipV="1">
            <a:off x="3218432" y="3752578"/>
            <a:ext cx="0" cy="195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707720-4E22-8DB0-03D4-166360F766D0}"/>
              </a:ext>
            </a:extLst>
          </p:cNvPr>
          <p:cNvCxnSpPr>
            <a:cxnSpLocks/>
          </p:cNvCxnSpPr>
          <p:nvPr/>
        </p:nvCxnSpPr>
        <p:spPr>
          <a:xfrm>
            <a:off x="3205086" y="3766737"/>
            <a:ext cx="38117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EE55FE1-E327-62F8-83FC-0A592712824C}"/>
              </a:ext>
            </a:extLst>
          </p:cNvPr>
          <p:cNvCxnSpPr>
            <a:cxnSpLocks/>
          </p:cNvCxnSpPr>
          <p:nvPr/>
        </p:nvCxnSpPr>
        <p:spPr>
          <a:xfrm flipH="1" flipV="1">
            <a:off x="3218432" y="2521013"/>
            <a:ext cx="2846" cy="11372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3A2E465-B70D-EA73-A37F-A6A126E801BF}"/>
              </a:ext>
            </a:extLst>
          </p:cNvPr>
          <p:cNvCxnSpPr/>
          <p:nvPr/>
        </p:nvCxnSpPr>
        <p:spPr>
          <a:xfrm>
            <a:off x="3205086" y="3641651"/>
            <a:ext cx="36783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lowchart: Stored Data 61">
            <a:extLst>
              <a:ext uri="{FF2B5EF4-FFF2-40B4-BE49-F238E27FC236}">
                <a16:creationId xmlns:a16="http://schemas.microsoft.com/office/drawing/2014/main" id="{2617FE42-1875-7744-4A21-88E5876D28BC}"/>
              </a:ext>
            </a:extLst>
          </p:cNvPr>
          <p:cNvSpPr/>
          <p:nvPr/>
        </p:nvSpPr>
        <p:spPr>
          <a:xfrm flipH="1">
            <a:off x="3518907" y="3462684"/>
            <a:ext cx="344836" cy="473962"/>
          </a:xfrm>
          <a:prstGeom prst="flowChartOnlineStorag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A9563388-8E62-124D-066E-B6EFF23A8CA1}"/>
              </a:ext>
            </a:extLst>
          </p:cNvPr>
          <p:cNvCxnSpPr>
            <a:cxnSpLocks/>
          </p:cNvCxnSpPr>
          <p:nvPr/>
        </p:nvCxnSpPr>
        <p:spPr>
          <a:xfrm>
            <a:off x="677050" y="2508400"/>
            <a:ext cx="6028550" cy="126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0AD8BDED-4ECE-9195-17A2-76A95CE57A7D}"/>
              </a:ext>
            </a:extLst>
          </p:cNvPr>
          <p:cNvCxnSpPr>
            <a:cxnSpLocks/>
          </p:cNvCxnSpPr>
          <p:nvPr/>
        </p:nvCxnSpPr>
        <p:spPr>
          <a:xfrm flipV="1">
            <a:off x="677050" y="2090797"/>
            <a:ext cx="0" cy="4302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57EC7233-D74A-BF53-007D-3A38C8EFB333}"/>
              </a:ext>
            </a:extLst>
          </p:cNvPr>
          <p:cNvCxnSpPr>
            <a:cxnSpLocks/>
          </p:cNvCxnSpPr>
          <p:nvPr/>
        </p:nvCxnSpPr>
        <p:spPr>
          <a:xfrm>
            <a:off x="1985505" y="2090797"/>
            <a:ext cx="0" cy="712657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0" name="Table 399">
            <a:extLst>
              <a:ext uri="{FF2B5EF4-FFF2-40B4-BE49-F238E27FC236}">
                <a16:creationId xmlns:a16="http://schemas.microsoft.com/office/drawing/2014/main" id="{8970C5CE-0913-94CE-81A3-F13F7772C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11402"/>
              </p:ext>
            </p:extLst>
          </p:nvPr>
        </p:nvGraphicFramePr>
        <p:xfrm>
          <a:off x="320788" y="1348319"/>
          <a:ext cx="4505037" cy="7416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1782632889"/>
                    </a:ext>
                  </a:extLst>
                </a:gridCol>
                <a:gridCol w="1751854">
                  <a:extLst>
                    <a:ext uri="{9D8B030D-6E8A-4147-A177-3AD203B41FA5}">
                      <a16:colId xmlns:a16="http://schemas.microsoft.com/office/drawing/2014/main" val="1336445327"/>
                    </a:ext>
                  </a:extLst>
                </a:gridCol>
                <a:gridCol w="2097228">
                  <a:extLst>
                    <a:ext uri="{9D8B030D-6E8A-4147-A177-3AD203B41FA5}">
                      <a16:colId xmlns:a16="http://schemas.microsoft.com/office/drawing/2014/main" val="1479050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accent1"/>
                          </a:solidFill>
                        </a:rPr>
                        <a:t>TIP 1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accent1"/>
                          </a:solidFill>
                        </a:rPr>
                        <a:t>                SEMNALE DE IEȘIRE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604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b="1" dirty="0">
                          <a:solidFill>
                            <a:schemeClr val="accent1"/>
                          </a:solidFill>
                        </a:rPr>
                        <a:t>TIP 0</a:t>
                      </a:r>
                      <a:endParaRPr lang="en-GB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accent1"/>
                          </a:solidFill>
                        </a:rPr>
                        <a:t>       INPCODE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accent1"/>
                          </a:solidFill>
                        </a:rPr>
                        <a:t>               ADR</a:t>
                      </a:r>
                      <a:r>
                        <a:rPr lang="ro-RO" sz="1050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1546054"/>
                  </a:ext>
                </a:extLst>
              </a:tr>
            </a:tbl>
          </a:graphicData>
        </a:graphic>
      </p:graphicFrame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68A06591-4316-693A-4225-CA2ACEC55610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1803952"/>
            <a:ext cx="12655" cy="7362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7FC40C79-5838-5F4D-98BD-9BEAE335D971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1676947"/>
            <a:ext cx="12655" cy="81033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8" name="Rectangle: Rounded Corners 407">
            <a:extLst>
              <a:ext uri="{FF2B5EF4-FFF2-40B4-BE49-F238E27FC236}">
                <a16:creationId xmlns:a16="http://schemas.microsoft.com/office/drawing/2014/main" id="{04F249A3-AFAD-7844-1888-8524ECC2CEAD}"/>
              </a:ext>
            </a:extLst>
          </p:cNvPr>
          <p:cNvSpPr/>
          <p:nvPr/>
        </p:nvSpPr>
        <p:spPr>
          <a:xfrm>
            <a:off x="6317411" y="1423358"/>
            <a:ext cx="738796" cy="253589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16200159-6871-986E-C5AB-B6458180C348}"/>
              </a:ext>
            </a:extLst>
          </p:cNvPr>
          <p:cNvSpPr txBox="1"/>
          <p:nvPr/>
        </p:nvSpPr>
        <p:spPr>
          <a:xfrm>
            <a:off x="6325837" y="1423358"/>
            <a:ext cx="1187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>
                <a:solidFill>
                  <a:schemeClr val="bg1"/>
                </a:solidFill>
              </a:rPr>
              <a:t>MASCA</a:t>
            </a:r>
            <a:endParaRPr lang="en-GB" sz="1200" dirty="0">
              <a:solidFill>
                <a:schemeClr val="bg1"/>
              </a:solidFill>
            </a:endParaRPr>
          </a:p>
        </p:txBody>
      </p:sp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522BC1FF-349A-8E66-2671-72A080AA364E}"/>
              </a:ext>
            </a:extLst>
          </p:cNvPr>
          <p:cNvCxnSpPr>
            <a:cxnSpLocks/>
          </p:cNvCxnSpPr>
          <p:nvPr/>
        </p:nvCxnSpPr>
        <p:spPr>
          <a:xfrm>
            <a:off x="7056207" y="1550152"/>
            <a:ext cx="704728" cy="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TextBox 425">
            <a:extLst>
              <a:ext uri="{FF2B5EF4-FFF2-40B4-BE49-F238E27FC236}">
                <a16:creationId xmlns:a16="http://schemas.microsoft.com/office/drawing/2014/main" id="{973C1CCC-0650-39AD-BD97-8DD228F25135}"/>
              </a:ext>
            </a:extLst>
          </p:cNvPr>
          <p:cNvSpPr txBox="1"/>
          <p:nvPr/>
        </p:nvSpPr>
        <p:spPr>
          <a:xfrm>
            <a:off x="7034842" y="1574856"/>
            <a:ext cx="873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1"/>
                </a:solidFill>
              </a:rPr>
              <a:t>OUT</a:t>
            </a:r>
            <a:endParaRPr lang="en-GB" dirty="0">
              <a:solidFill>
                <a:schemeClr val="accent1"/>
              </a:solidFill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5A8D2B4F-755F-37F0-CB55-8465C6212C24}"/>
              </a:ext>
            </a:extLst>
          </p:cNvPr>
          <p:cNvCxnSpPr>
            <a:cxnSpLocks/>
          </p:cNvCxnSpPr>
          <p:nvPr/>
        </p:nvCxnSpPr>
        <p:spPr>
          <a:xfrm>
            <a:off x="4824275" y="1550152"/>
            <a:ext cx="146222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98E3A56E-389E-0317-0A2C-7CDA5A028A67}"/>
              </a:ext>
            </a:extLst>
          </p:cNvPr>
          <p:cNvCxnSpPr>
            <a:cxnSpLocks/>
          </p:cNvCxnSpPr>
          <p:nvPr/>
        </p:nvCxnSpPr>
        <p:spPr>
          <a:xfrm>
            <a:off x="3863743" y="3641651"/>
            <a:ext cx="9001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43CF37BC-7FAE-2E6D-B0F8-B2525C81EACF}"/>
              </a:ext>
            </a:extLst>
          </p:cNvPr>
          <p:cNvCxnSpPr>
            <a:cxnSpLocks/>
          </p:cNvCxnSpPr>
          <p:nvPr/>
        </p:nvCxnSpPr>
        <p:spPr>
          <a:xfrm flipV="1">
            <a:off x="4081125" y="3654962"/>
            <a:ext cx="0" cy="2720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BF5A680F-523C-7240-6E7B-6C62E48B1801}"/>
              </a:ext>
            </a:extLst>
          </p:cNvPr>
          <p:cNvCxnSpPr>
            <a:cxnSpLocks/>
          </p:cNvCxnSpPr>
          <p:nvPr/>
        </p:nvCxnSpPr>
        <p:spPr>
          <a:xfrm>
            <a:off x="4065299" y="3914627"/>
            <a:ext cx="68273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E2E2B22-D56B-6139-C660-1E472A503844}"/>
              </a:ext>
            </a:extLst>
          </p:cNvPr>
          <p:cNvSpPr/>
          <p:nvPr/>
        </p:nvSpPr>
        <p:spPr>
          <a:xfrm>
            <a:off x="4722066" y="3346047"/>
            <a:ext cx="615464" cy="88992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21ACEF8C-E01C-38DF-D66A-F0688F287CE6}"/>
              </a:ext>
            </a:extLst>
          </p:cNvPr>
          <p:cNvSpPr txBox="1"/>
          <p:nvPr/>
        </p:nvSpPr>
        <p:spPr>
          <a:xfrm>
            <a:off x="4682297" y="3519413"/>
            <a:ext cx="6827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800" dirty="0">
                <a:solidFill>
                  <a:schemeClr val="bg1"/>
                </a:solidFill>
              </a:rPr>
              <a:t>UP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5B8A2EA-C078-98D0-3110-3C5FEA88713D}"/>
              </a:ext>
            </a:extLst>
          </p:cNvPr>
          <p:cNvSpPr txBox="1"/>
          <p:nvPr/>
        </p:nvSpPr>
        <p:spPr>
          <a:xfrm>
            <a:off x="4688430" y="3775468"/>
            <a:ext cx="6827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800" dirty="0">
                <a:solidFill>
                  <a:schemeClr val="bg1"/>
                </a:solidFill>
              </a:rPr>
              <a:t>LD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AB964621-2EE4-B4A0-CF8C-B1777F1E3C32}"/>
              </a:ext>
            </a:extLst>
          </p:cNvPr>
          <p:cNvSpPr txBox="1"/>
          <p:nvPr/>
        </p:nvSpPr>
        <p:spPr>
          <a:xfrm>
            <a:off x="4868388" y="3641651"/>
            <a:ext cx="682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100" b="1" dirty="0">
                <a:solidFill>
                  <a:schemeClr val="bg1"/>
                </a:solidFill>
              </a:rPr>
              <a:t>NUM</a:t>
            </a:r>
            <a:endParaRPr lang="en-GB" sz="1100" b="1" dirty="0">
              <a:solidFill>
                <a:schemeClr val="bg1"/>
              </a:solidFill>
            </a:endParaRPr>
          </a:p>
        </p:txBody>
      </p: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5D5C7027-51E7-21CC-779B-2C1A3EB79E84}"/>
              </a:ext>
            </a:extLst>
          </p:cNvPr>
          <p:cNvCxnSpPr>
            <a:cxnSpLocks/>
          </p:cNvCxnSpPr>
          <p:nvPr/>
        </p:nvCxnSpPr>
        <p:spPr>
          <a:xfrm flipV="1">
            <a:off x="5034419" y="4246959"/>
            <a:ext cx="0" cy="240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5" name="TextBox 444">
            <a:extLst>
              <a:ext uri="{FF2B5EF4-FFF2-40B4-BE49-F238E27FC236}">
                <a16:creationId xmlns:a16="http://schemas.microsoft.com/office/drawing/2014/main" id="{347075FC-FD35-FFF3-5075-6095B7C625F9}"/>
              </a:ext>
            </a:extLst>
          </p:cNvPr>
          <p:cNvSpPr txBox="1"/>
          <p:nvPr/>
        </p:nvSpPr>
        <p:spPr>
          <a:xfrm>
            <a:off x="4786742" y="4445581"/>
            <a:ext cx="764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000" b="1" dirty="0">
                <a:solidFill>
                  <a:schemeClr val="accent1"/>
                </a:solidFill>
              </a:rPr>
              <a:t>CEAS</a:t>
            </a:r>
            <a:endParaRPr lang="en-GB" sz="1000" b="1" dirty="0">
              <a:solidFill>
                <a:schemeClr val="accent1"/>
              </a:solidFill>
            </a:endParaRPr>
          </a:p>
        </p:txBody>
      </p:sp>
      <p:sp>
        <p:nvSpPr>
          <p:cNvPr id="446" name="Oval 445">
            <a:extLst>
              <a:ext uri="{FF2B5EF4-FFF2-40B4-BE49-F238E27FC236}">
                <a16:creationId xmlns:a16="http://schemas.microsoft.com/office/drawing/2014/main" id="{C34D906F-6BD6-D026-F714-AA02449EA1B4}"/>
              </a:ext>
            </a:extLst>
          </p:cNvPr>
          <p:cNvSpPr/>
          <p:nvPr/>
        </p:nvSpPr>
        <p:spPr>
          <a:xfrm>
            <a:off x="4029255" y="3593372"/>
            <a:ext cx="123483" cy="965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C823CB4A-A360-09F7-C6D4-062C89A8FCEA}"/>
              </a:ext>
            </a:extLst>
          </p:cNvPr>
          <p:cNvCxnSpPr>
            <a:cxnSpLocks/>
          </p:cNvCxnSpPr>
          <p:nvPr/>
        </p:nvCxnSpPr>
        <p:spPr>
          <a:xfrm>
            <a:off x="5363214" y="3766737"/>
            <a:ext cx="1862179" cy="819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B91047DE-C957-B5A8-5442-EBF3886E1C80}"/>
              </a:ext>
            </a:extLst>
          </p:cNvPr>
          <p:cNvCxnSpPr>
            <a:cxnSpLocks/>
          </p:cNvCxnSpPr>
          <p:nvPr/>
        </p:nvCxnSpPr>
        <p:spPr>
          <a:xfrm flipH="1" flipV="1">
            <a:off x="7176624" y="2034131"/>
            <a:ext cx="33635" cy="17482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5DDFDD4D-6D39-7688-2C07-F030D907B9E2}"/>
              </a:ext>
            </a:extLst>
          </p:cNvPr>
          <p:cNvCxnSpPr>
            <a:cxnSpLocks/>
          </p:cNvCxnSpPr>
          <p:nvPr/>
        </p:nvCxnSpPr>
        <p:spPr>
          <a:xfrm>
            <a:off x="4868388" y="2022814"/>
            <a:ext cx="2325053" cy="113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036607C4-D06E-4868-6DE9-0F6D43018BCF}"/>
              </a:ext>
            </a:extLst>
          </p:cNvPr>
          <p:cNvCxnSpPr>
            <a:cxnSpLocks/>
          </p:cNvCxnSpPr>
          <p:nvPr/>
        </p:nvCxnSpPr>
        <p:spPr>
          <a:xfrm flipH="1" flipV="1">
            <a:off x="4824275" y="2019061"/>
            <a:ext cx="2369166" cy="1401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324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41"/>
          <p:cNvGrpSpPr/>
          <p:nvPr/>
        </p:nvGrpSpPr>
        <p:grpSpPr>
          <a:xfrm>
            <a:off x="925507" y="461606"/>
            <a:ext cx="8393800" cy="4143012"/>
            <a:chOff x="378125" y="509837"/>
            <a:chExt cx="8393800" cy="4143012"/>
          </a:xfrm>
        </p:grpSpPr>
        <p:sp>
          <p:nvSpPr>
            <p:cNvPr id="414" name="Google Shape;414;p41"/>
            <p:cNvSpPr/>
            <p:nvPr/>
          </p:nvSpPr>
          <p:spPr>
            <a:xfrm>
              <a:off x="378125" y="1117398"/>
              <a:ext cx="483900" cy="483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1"/>
            <p:cNvSpPr/>
            <p:nvPr/>
          </p:nvSpPr>
          <p:spPr>
            <a:xfrm>
              <a:off x="2671050" y="1179856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1"/>
            <p:cNvSpPr/>
            <p:nvPr/>
          </p:nvSpPr>
          <p:spPr>
            <a:xfrm>
              <a:off x="1273125" y="2962437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1"/>
            <p:cNvSpPr/>
            <p:nvPr/>
          </p:nvSpPr>
          <p:spPr>
            <a:xfrm>
              <a:off x="4178925" y="509837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1"/>
            <p:cNvSpPr/>
            <p:nvPr/>
          </p:nvSpPr>
          <p:spPr>
            <a:xfrm>
              <a:off x="2195725" y="4281749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7938375" y="658625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8380125" y="2745737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649500" y="3637612"/>
              <a:ext cx="371100" cy="3711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7083275" y="901631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1949975" y="3859906"/>
              <a:ext cx="148800" cy="148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D9D9D9">
                    <a:alpha val="71764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1"/>
            <p:cNvSpPr/>
            <p:nvPr/>
          </p:nvSpPr>
          <p:spPr>
            <a:xfrm>
              <a:off x="6635375" y="3783088"/>
              <a:ext cx="596700" cy="596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782FF4-B8CE-7F30-7697-79348155A409}"/>
              </a:ext>
            </a:extLst>
          </p:cNvPr>
          <p:cNvSpPr txBox="1"/>
          <p:nvPr/>
        </p:nvSpPr>
        <p:spPr>
          <a:xfrm>
            <a:off x="41398" y="1480320"/>
            <a:ext cx="61456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MEMORIA </a:t>
            </a:r>
          </a:p>
          <a:p>
            <a:r>
              <a:rPr lang="ro-RO" sz="32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          DE </a:t>
            </a:r>
          </a:p>
          <a:p>
            <a:r>
              <a:rPr lang="ro-RO" sz="3200" dirty="0">
                <a:solidFill>
                  <a:schemeClr val="accent5"/>
                </a:solidFill>
                <a:latin typeface="Barlow Semi Condensed SemiBold" panose="00000706000000000000" pitchFamily="2" charset="0"/>
              </a:rPr>
              <a:t>MICROPROGRAM</a:t>
            </a:r>
            <a:endParaRPr lang="en-GB" sz="3200" dirty="0">
              <a:solidFill>
                <a:schemeClr val="accent5"/>
              </a:solidFill>
              <a:latin typeface="Barlow Semi Condensed SemiBold" panose="00000706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32ADAB-F66E-27D6-2273-46C0B250E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781" y="100866"/>
            <a:ext cx="5672179" cy="48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47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59A75E-5258-557E-7A86-A8A4CA171074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69666" y="228468"/>
            <a:ext cx="7204668" cy="1006107"/>
          </a:xfrm>
        </p:spPr>
        <p:txBody>
          <a:bodyPr/>
          <a:lstStyle/>
          <a:p>
            <a:r>
              <a:rPr lang="en-US" sz="3200" dirty="0" err="1"/>
              <a:t>Componente</a:t>
            </a:r>
            <a:r>
              <a:rPr lang="en-US" sz="3200" dirty="0"/>
              <a:t> </a:t>
            </a:r>
            <a:r>
              <a:rPr lang="en-US" sz="3200" dirty="0" err="1"/>
              <a:t>digitale</a:t>
            </a:r>
            <a:r>
              <a:rPr lang="en-US" sz="3200" dirty="0"/>
              <a:t> </a:t>
            </a:r>
            <a:r>
              <a:rPr lang="en-US" sz="3200" dirty="0" err="1"/>
              <a:t>folosite</a:t>
            </a:r>
            <a:endParaRPr lang="en-US" sz="3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9D5B463-2CAB-479A-C0D4-7AD5FF137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605" y="992934"/>
            <a:ext cx="2235759" cy="206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3C348F5-9970-9BA9-33C6-5FC943F91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871" y="992934"/>
            <a:ext cx="2235759" cy="206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7534595-70BB-D1E0-C8C6-3D3DFBB8D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38" y="992934"/>
            <a:ext cx="2235760" cy="206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4E0CE2-0DE2-D9D2-5185-0B6E485740DF}"/>
              </a:ext>
            </a:extLst>
          </p:cNvPr>
          <p:cNvSpPr txBox="1"/>
          <p:nvPr/>
        </p:nvSpPr>
        <p:spPr>
          <a:xfrm>
            <a:off x="1355009" y="3140109"/>
            <a:ext cx="502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3FF522-A18E-34E1-40EA-3C207EBAB978}"/>
              </a:ext>
            </a:extLst>
          </p:cNvPr>
          <p:cNvSpPr txBox="1"/>
          <p:nvPr/>
        </p:nvSpPr>
        <p:spPr>
          <a:xfrm>
            <a:off x="4180323" y="3140108"/>
            <a:ext cx="4823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2AE9F-9606-802E-69A0-35BD062D67B4}"/>
              </a:ext>
            </a:extLst>
          </p:cNvPr>
          <p:cNvSpPr txBox="1"/>
          <p:nvPr/>
        </p:nvSpPr>
        <p:spPr>
          <a:xfrm>
            <a:off x="7020710" y="3140107"/>
            <a:ext cx="4320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171BE-7C1F-443D-A9AB-B368F6EF64DD}"/>
              </a:ext>
            </a:extLst>
          </p:cNvPr>
          <p:cNvSpPr txBox="1"/>
          <p:nvPr/>
        </p:nvSpPr>
        <p:spPr>
          <a:xfrm>
            <a:off x="2630940" y="4004511"/>
            <a:ext cx="35810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3 </a:t>
            </a:r>
            <a:r>
              <a:rPr lang="en-US" dirty="0" err="1"/>
              <a:t>memorii</a:t>
            </a:r>
            <a:r>
              <a:rPr lang="en-US" dirty="0"/>
              <a:t> concatenate 64x4 CAT22C10.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112C1B-75C2-B706-D9E0-8FE7FE3BB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90" y="4065181"/>
            <a:ext cx="493819" cy="4999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B82045-0F68-E984-D1C9-238B2782E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354" y="4004511"/>
            <a:ext cx="493819" cy="4999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350FD3-6401-33C3-9646-CB945F4C8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786" y="2071835"/>
            <a:ext cx="493819" cy="4999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502C98-B1EA-412E-9E3C-802D070FB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364" y="3321263"/>
            <a:ext cx="493819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567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40"/>
          <p:cNvGrpSpPr/>
          <p:nvPr/>
        </p:nvGrpSpPr>
        <p:grpSpPr>
          <a:xfrm>
            <a:off x="1795100" y="268150"/>
            <a:ext cx="5110325" cy="2844574"/>
            <a:chOff x="1795100" y="268150"/>
            <a:chExt cx="5110325" cy="2844574"/>
          </a:xfrm>
        </p:grpSpPr>
        <p:sp>
          <p:nvSpPr>
            <p:cNvPr id="392" name="Google Shape;392;p40"/>
            <p:cNvSpPr/>
            <p:nvPr/>
          </p:nvSpPr>
          <p:spPr>
            <a:xfrm>
              <a:off x="6145275" y="1520200"/>
              <a:ext cx="620400" cy="6204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0"/>
            <p:cNvSpPr/>
            <p:nvPr/>
          </p:nvSpPr>
          <p:spPr>
            <a:xfrm>
              <a:off x="1795100" y="2720925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0"/>
            <p:cNvSpPr/>
            <p:nvPr/>
          </p:nvSpPr>
          <p:spPr>
            <a:xfrm>
              <a:off x="4055550" y="268150"/>
              <a:ext cx="542700" cy="542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0"/>
            <p:cNvSpPr/>
            <p:nvPr/>
          </p:nvSpPr>
          <p:spPr>
            <a:xfrm>
              <a:off x="2998875" y="1654400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0"/>
            <p:cNvSpPr/>
            <p:nvPr/>
          </p:nvSpPr>
          <p:spPr>
            <a:xfrm>
              <a:off x="3254013" y="2136325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0"/>
            <p:cNvSpPr/>
            <p:nvPr/>
          </p:nvSpPr>
          <p:spPr>
            <a:xfrm>
              <a:off x="6443425" y="2340738"/>
              <a:ext cx="462000" cy="4620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0"/>
            <p:cNvSpPr/>
            <p:nvPr/>
          </p:nvSpPr>
          <p:spPr>
            <a:xfrm>
              <a:off x="4678875" y="77456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3" name="Google Shape;403;p40"/>
          <p:cNvSpPr/>
          <p:nvPr/>
        </p:nvSpPr>
        <p:spPr>
          <a:xfrm>
            <a:off x="1071175" y="1093650"/>
            <a:ext cx="498000" cy="4980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0"/>
          <p:cNvSpPr/>
          <p:nvPr/>
        </p:nvSpPr>
        <p:spPr>
          <a:xfrm>
            <a:off x="8103400" y="3091925"/>
            <a:ext cx="741900" cy="7419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0"/>
          <p:cNvSpPr/>
          <p:nvPr/>
        </p:nvSpPr>
        <p:spPr>
          <a:xfrm>
            <a:off x="7534475" y="4529000"/>
            <a:ext cx="445800" cy="4458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0"/>
          <p:cNvSpPr/>
          <p:nvPr/>
        </p:nvSpPr>
        <p:spPr>
          <a:xfrm>
            <a:off x="8027750" y="2112866"/>
            <a:ext cx="198600" cy="198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31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0"/>
          <p:cNvSpPr/>
          <p:nvPr/>
        </p:nvSpPr>
        <p:spPr>
          <a:xfrm>
            <a:off x="913500" y="4207812"/>
            <a:ext cx="276900" cy="2769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0"/>
          <p:cNvSpPr/>
          <p:nvPr/>
        </p:nvSpPr>
        <p:spPr>
          <a:xfrm>
            <a:off x="8729150" y="4330391"/>
            <a:ext cx="198600" cy="198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31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Picture 10" descr="A diagram of a computer circuit&#10;&#10;Description automatically generated">
            <a:extLst>
              <a:ext uri="{FF2B5EF4-FFF2-40B4-BE49-F238E27FC236}">
                <a16:creationId xmlns:a16="http://schemas.microsoft.com/office/drawing/2014/main" id="{A66FE063-C5E0-7C0F-649C-4E12757CF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033" y="0"/>
            <a:ext cx="5670433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1AB7AB-5212-6BAC-DE3E-93E58DD79CF1}"/>
              </a:ext>
            </a:extLst>
          </p:cNvPr>
          <p:cNvSpPr txBox="1"/>
          <p:nvPr/>
        </p:nvSpPr>
        <p:spPr>
          <a:xfrm rot="16200000">
            <a:off x="2021221" y="4403896"/>
            <a:ext cx="95003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SUPRA</a:t>
            </a:r>
            <a:r>
              <a:rPr lang="ro-RO" sz="500" dirty="0"/>
              <a:t>ÎNCĂRCARE</a:t>
            </a:r>
          </a:p>
          <a:p>
            <a:r>
              <a:rPr lang="ro-RO" sz="500" dirty="0"/>
              <a:t>CICLU DE SPĂLARE</a:t>
            </a:r>
          </a:p>
          <a:p>
            <a:r>
              <a:rPr lang="ro-RO" sz="500" dirty="0"/>
              <a:t>TEMPERATURĂ</a:t>
            </a:r>
          </a:p>
          <a:p>
            <a:r>
              <a:rPr lang="ro-RO" sz="500" dirty="0"/>
              <a:t>MATERIAL</a:t>
            </a:r>
          </a:p>
          <a:p>
            <a:r>
              <a:rPr lang="ro-RO" sz="500" dirty="0"/>
              <a:t>VERIFICAREA UȘII</a:t>
            </a:r>
          </a:p>
          <a:p>
            <a:r>
              <a:rPr lang="ro-RO" sz="500" dirty="0"/>
              <a:t>OPȚIONAL DA/NU</a:t>
            </a:r>
          </a:p>
          <a:p>
            <a:r>
              <a:rPr lang="ro-RO" sz="500" dirty="0"/>
              <a:t>ALEGERE OPȚIONAL</a:t>
            </a:r>
            <a:endParaRPr lang="en-GB" sz="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C3D36-4977-853A-CCC1-E4015DFFDC60}"/>
              </a:ext>
            </a:extLst>
          </p:cNvPr>
          <p:cNvSpPr txBox="1"/>
          <p:nvPr/>
        </p:nvSpPr>
        <p:spPr>
          <a:xfrm rot="16200000">
            <a:off x="1756015" y="3195199"/>
            <a:ext cx="1180563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CONTINUĂ</a:t>
            </a:r>
            <a:endParaRPr lang="en-GB" sz="5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37345-5984-C931-4AE5-6F1B6B9E323C}"/>
              </a:ext>
            </a:extLst>
          </p:cNvPr>
          <p:cNvSpPr txBox="1"/>
          <p:nvPr/>
        </p:nvSpPr>
        <p:spPr>
          <a:xfrm>
            <a:off x="2186900" y="759042"/>
            <a:ext cx="303888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m1</a:t>
            </a:r>
            <a:endParaRPr lang="en-GB" sz="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52212-8951-1FC8-21C9-527B868D8F64}"/>
              </a:ext>
            </a:extLst>
          </p:cNvPr>
          <p:cNvSpPr txBox="1"/>
          <p:nvPr/>
        </p:nvSpPr>
        <p:spPr>
          <a:xfrm>
            <a:off x="2186900" y="1037783"/>
            <a:ext cx="303888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m2</a:t>
            </a:r>
            <a:endParaRPr lang="en-GB" sz="5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3DDAD-E5F6-322C-06AC-2572F4A37480}"/>
              </a:ext>
            </a:extLst>
          </p:cNvPr>
          <p:cNvSpPr txBox="1"/>
          <p:nvPr/>
        </p:nvSpPr>
        <p:spPr>
          <a:xfrm>
            <a:off x="2869128" y="847528"/>
            <a:ext cx="303888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m3</a:t>
            </a:r>
            <a:endParaRPr lang="en-GB" sz="5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66A4B-2611-3F57-F99C-25E5EDD6C938}"/>
              </a:ext>
            </a:extLst>
          </p:cNvPr>
          <p:cNvSpPr txBox="1"/>
          <p:nvPr/>
        </p:nvSpPr>
        <p:spPr>
          <a:xfrm>
            <a:off x="2869128" y="1134604"/>
            <a:ext cx="303888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m4</a:t>
            </a:r>
            <a:endParaRPr lang="en-GB" sz="5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F9456-0C43-5A3E-5F1F-140C90AB6F31}"/>
              </a:ext>
            </a:extLst>
          </p:cNvPr>
          <p:cNvSpPr txBox="1"/>
          <p:nvPr/>
        </p:nvSpPr>
        <p:spPr>
          <a:xfrm>
            <a:off x="3157378" y="786220"/>
            <a:ext cx="303888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m5</a:t>
            </a:r>
            <a:endParaRPr lang="en-GB" sz="5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6E9433-ACF6-90B1-60F5-EB68A9199553}"/>
              </a:ext>
            </a:extLst>
          </p:cNvPr>
          <p:cNvSpPr txBox="1"/>
          <p:nvPr/>
        </p:nvSpPr>
        <p:spPr>
          <a:xfrm>
            <a:off x="3166270" y="1073080"/>
            <a:ext cx="303888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m6</a:t>
            </a:r>
            <a:endParaRPr lang="en-GB" sz="5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B8AA68-E647-02FB-D138-E921814B083E}"/>
              </a:ext>
            </a:extLst>
          </p:cNvPr>
          <p:cNvSpPr txBox="1"/>
          <p:nvPr/>
        </p:nvSpPr>
        <p:spPr>
          <a:xfrm>
            <a:off x="3843580" y="882216"/>
            <a:ext cx="303888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m7</a:t>
            </a:r>
            <a:endParaRPr lang="en-GB" sz="5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820FA0-933A-C0DF-0AA3-2C930AED4195}"/>
              </a:ext>
            </a:extLst>
          </p:cNvPr>
          <p:cNvSpPr txBox="1"/>
          <p:nvPr/>
        </p:nvSpPr>
        <p:spPr>
          <a:xfrm>
            <a:off x="4140722" y="820223"/>
            <a:ext cx="303888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m9</a:t>
            </a:r>
            <a:endParaRPr lang="en-GB" sz="5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13BDC9-17AF-089C-138B-91D7F653F51E}"/>
              </a:ext>
            </a:extLst>
          </p:cNvPr>
          <p:cNvSpPr txBox="1"/>
          <p:nvPr/>
        </p:nvSpPr>
        <p:spPr>
          <a:xfrm>
            <a:off x="3843580" y="1161566"/>
            <a:ext cx="303888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550" dirty="0"/>
              <a:t>m8</a:t>
            </a:r>
            <a:endParaRPr lang="en-GB" sz="5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D4114-6516-665F-BC82-D6F9CDE82B11}"/>
              </a:ext>
            </a:extLst>
          </p:cNvPr>
          <p:cNvSpPr txBox="1"/>
          <p:nvPr/>
        </p:nvSpPr>
        <p:spPr>
          <a:xfrm>
            <a:off x="5990817" y="987178"/>
            <a:ext cx="3258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accent5"/>
                </a:solidFill>
                <a:latin typeface="Barlow Semi Condensed SemiBold" panose="00000706000000000000" pitchFamily="2" charset="0"/>
                <a:cs typeface="Aldhabi" panose="020F0502020204030204" pitchFamily="2" charset="-78"/>
              </a:rPr>
              <a:t>PROIECTAREA</a:t>
            </a:r>
            <a:r>
              <a:rPr lang="ro-RO" sz="1800" dirty="0">
                <a:latin typeface="Barlow Semi Condensed SemiBold" panose="00000706000000000000" pitchFamily="2" charset="0"/>
                <a:cs typeface="Aldhabi" panose="020F0502020204030204" pitchFamily="2" charset="-78"/>
              </a:rPr>
              <a:t> </a:t>
            </a:r>
          </a:p>
          <a:p>
            <a:r>
              <a:rPr lang="ro-RO" sz="1800" dirty="0">
                <a:latin typeface="Barlow Semi Condensed SemiBold" panose="00000706000000000000" pitchFamily="2" charset="0"/>
                <a:cs typeface="Aldhabi" panose="020F0502020204030204" pitchFamily="2" charset="-78"/>
              </a:rPr>
              <a:t>                                </a:t>
            </a:r>
            <a:r>
              <a:rPr lang="ro-RO" sz="1800" dirty="0">
                <a:solidFill>
                  <a:schemeClr val="bg1"/>
                </a:solidFill>
                <a:latin typeface="Barlow Semi Condensed SemiBold" panose="00000706000000000000" pitchFamily="2" charset="0"/>
                <a:cs typeface="Aldhabi" panose="020F0502020204030204" pitchFamily="2" charset="-78"/>
              </a:rPr>
              <a:t>CABLAJULUI</a:t>
            </a:r>
            <a:endParaRPr lang="en-GB" sz="1800" dirty="0">
              <a:solidFill>
                <a:schemeClr val="bg1"/>
              </a:solidFill>
              <a:latin typeface="Barlow Semi Condensed SemiBold" panose="00000706000000000000" pitchFamily="2" charset="0"/>
              <a:cs typeface="Aldhabi" panose="020F0502020204030204" pitchFamily="2" charset="-7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40"/>
          <p:cNvGrpSpPr/>
          <p:nvPr/>
        </p:nvGrpSpPr>
        <p:grpSpPr>
          <a:xfrm>
            <a:off x="1598894" y="826415"/>
            <a:ext cx="5110325" cy="2844574"/>
            <a:chOff x="1795100" y="268150"/>
            <a:chExt cx="5110325" cy="2844574"/>
          </a:xfrm>
        </p:grpSpPr>
        <p:sp>
          <p:nvSpPr>
            <p:cNvPr id="392" name="Google Shape;392;p40"/>
            <p:cNvSpPr/>
            <p:nvPr/>
          </p:nvSpPr>
          <p:spPr>
            <a:xfrm>
              <a:off x="6145275" y="1520200"/>
              <a:ext cx="620400" cy="6204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0"/>
            <p:cNvSpPr/>
            <p:nvPr/>
          </p:nvSpPr>
          <p:spPr>
            <a:xfrm>
              <a:off x="1795100" y="2720925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0"/>
            <p:cNvSpPr/>
            <p:nvPr/>
          </p:nvSpPr>
          <p:spPr>
            <a:xfrm>
              <a:off x="4055550" y="268150"/>
              <a:ext cx="542700" cy="5427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82D9C8">
                    <a:alpha val="54901"/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0"/>
            <p:cNvSpPr/>
            <p:nvPr/>
          </p:nvSpPr>
          <p:spPr>
            <a:xfrm>
              <a:off x="2998875" y="1654400"/>
              <a:ext cx="391800" cy="3918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0"/>
            <p:cNvSpPr/>
            <p:nvPr/>
          </p:nvSpPr>
          <p:spPr>
            <a:xfrm>
              <a:off x="3254013" y="2136325"/>
              <a:ext cx="211500" cy="2115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0"/>
            <p:cNvSpPr/>
            <p:nvPr/>
          </p:nvSpPr>
          <p:spPr>
            <a:xfrm>
              <a:off x="6443425" y="2340738"/>
              <a:ext cx="462000" cy="4620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31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0"/>
            <p:cNvSpPr/>
            <p:nvPr/>
          </p:nvSpPr>
          <p:spPr>
            <a:xfrm>
              <a:off x="4678875" y="774562"/>
              <a:ext cx="276900" cy="276900"/>
            </a:xfrm>
            <a:prstGeom prst="ellipse">
              <a:avLst/>
            </a:prstGeom>
            <a:gradFill>
              <a:gsLst>
                <a:gs pos="0">
                  <a:srgbClr val="FFFFFF">
                    <a:alpha val="38039"/>
                    <a:alpha val="40830"/>
                  </a:srgbClr>
                </a:gs>
                <a:gs pos="56000">
                  <a:srgbClr val="C1ECE4">
                    <a:alpha val="40830"/>
                  </a:srgbClr>
                </a:gs>
                <a:gs pos="100000">
                  <a:srgbClr val="043E47">
                    <a:alpha val="34901"/>
                    <a:alpha val="4083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3" name="Google Shape;403;p40"/>
          <p:cNvSpPr/>
          <p:nvPr/>
        </p:nvSpPr>
        <p:spPr>
          <a:xfrm>
            <a:off x="1071175" y="1093650"/>
            <a:ext cx="498000" cy="4980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0"/>
          <p:cNvSpPr/>
          <p:nvPr/>
        </p:nvSpPr>
        <p:spPr>
          <a:xfrm>
            <a:off x="8103400" y="3091925"/>
            <a:ext cx="741900" cy="7419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0"/>
          <p:cNvSpPr/>
          <p:nvPr/>
        </p:nvSpPr>
        <p:spPr>
          <a:xfrm>
            <a:off x="7534475" y="4529000"/>
            <a:ext cx="445800" cy="4458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0"/>
          <p:cNvSpPr/>
          <p:nvPr/>
        </p:nvSpPr>
        <p:spPr>
          <a:xfrm>
            <a:off x="8027750" y="2112866"/>
            <a:ext cx="198600" cy="198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31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0"/>
          <p:cNvSpPr/>
          <p:nvPr/>
        </p:nvSpPr>
        <p:spPr>
          <a:xfrm>
            <a:off x="913500" y="4207812"/>
            <a:ext cx="276900" cy="2769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56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0"/>
          <p:cNvSpPr/>
          <p:nvPr/>
        </p:nvSpPr>
        <p:spPr>
          <a:xfrm>
            <a:off x="8729150" y="4330391"/>
            <a:ext cx="198600" cy="198600"/>
          </a:xfrm>
          <a:prstGeom prst="ellipse">
            <a:avLst/>
          </a:prstGeom>
          <a:gradFill>
            <a:gsLst>
              <a:gs pos="0">
                <a:srgbClr val="FFFFFF">
                  <a:alpha val="38039"/>
                  <a:alpha val="40830"/>
                </a:srgbClr>
              </a:gs>
              <a:gs pos="31000">
                <a:srgbClr val="C1ECE4">
                  <a:alpha val="40830"/>
                </a:srgbClr>
              </a:gs>
              <a:gs pos="100000">
                <a:srgbClr val="043E47">
                  <a:alpha val="34901"/>
                  <a:alpha val="4083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281D2-204C-07A8-CAF3-1D1F1F5E7372}"/>
              </a:ext>
            </a:extLst>
          </p:cNvPr>
          <p:cNvSpPr txBox="1"/>
          <p:nvPr/>
        </p:nvSpPr>
        <p:spPr>
          <a:xfrm>
            <a:off x="1051950" y="226167"/>
            <a:ext cx="6126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>
                <a:solidFill>
                  <a:schemeClr val="accent1"/>
                </a:solidFill>
                <a:latin typeface="Barlow Semi Condensed SemiBold" panose="00000706000000000000" pitchFamily="2" charset="0"/>
              </a:rPr>
              <a:t>DOCUMENTAȚIE ACTIVITĂȚI</a:t>
            </a:r>
            <a:endParaRPr lang="en-GB" sz="2800" dirty="0">
              <a:solidFill>
                <a:schemeClr val="accent1"/>
              </a:solidFill>
              <a:latin typeface="Barlow Semi Condensed SemiBold" panose="00000706000000000000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F062D8-A768-9F7D-A06D-D7A61515E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989" y="799781"/>
            <a:ext cx="5081625" cy="396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36085"/>
      </p:ext>
    </p:extLst>
  </p:cSld>
  <p:clrMapOvr>
    <a:masterClrMapping/>
  </p:clrMapOvr>
</p:sld>
</file>

<file path=ppt/theme/theme1.xml><?xml version="1.0" encoding="utf-8"?>
<a:theme xmlns:a="http://schemas.openxmlformats.org/drawingml/2006/main" name="Bubbles Case Report by Slidesgo">
  <a:themeElements>
    <a:clrScheme name="Simple Light">
      <a:dk1>
        <a:srgbClr val="353535"/>
      </a:dk1>
      <a:lt1>
        <a:srgbClr val="FFFFFF"/>
      </a:lt1>
      <a:dk2>
        <a:srgbClr val="D5F5E6"/>
      </a:dk2>
      <a:lt2>
        <a:srgbClr val="82D9C8"/>
      </a:lt2>
      <a:accent1>
        <a:srgbClr val="043E47"/>
      </a:accent1>
      <a:accent2>
        <a:srgbClr val="D9D9D9"/>
      </a:accent2>
      <a:accent3>
        <a:srgbClr val="FFE224"/>
      </a:accent3>
      <a:accent4>
        <a:srgbClr val="A0C961"/>
      </a:accent4>
      <a:accent5>
        <a:srgbClr val="014558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7CD89D570B24C97A1C407029819FB" ma:contentTypeVersion="0" ma:contentTypeDescription="Create a new document." ma:contentTypeScope="" ma:versionID="e37aa34c8d4f04ce01e7de18797aced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0a0b4338dd74cba2038997f9785ee1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B02B4C-D1C6-44CF-B50A-8B0CF70A0CC0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69AA5E6-0334-4D1B-9D47-09475607D3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4F1487-0F9E-48CF-B6B0-FC006646EC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3485</TotalTime>
  <Words>1126</Words>
  <Application>Microsoft Office PowerPoint</Application>
  <PresentationFormat>On-screen Show (16:9)</PresentationFormat>
  <Paragraphs>183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Cairo</vt:lpstr>
      <vt:lpstr>Barlow Semi Condensed SemiBold</vt:lpstr>
      <vt:lpstr>Bubbles Case Report by Slidesgo</vt:lpstr>
      <vt:lpstr>Mașina  de spălat </vt:lpstr>
      <vt:lpstr>PowerPoint Presentation</vt:lpstr>
      <vt:lpstr>PowerPoint Presentation</vt:lpstr>
      <vt:lpstr>PowerPoint Presentation</vt:lpstr>
      <vt:lpstr>PowerPoint Presentation</vt:lpstr>
      <vt:lpstr>S0</vt:lpstr>
      <vt:lpstr>S5</vt:lpstr>
      <vt:lpstr>S10</vt:lpstr>
      <vt:lpstr>S15</vt:lpstr>
      <vt:lpstr>S20</vt:lpstr>
      <vt:lpstr>1.</vt:lpstr>
      <vt:lpstr>6.</vt:lpstr>
      <vt:lpstr>m1</vt:lpstr>
      <vt:lpstr>m6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Componente digitale folosite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Mașina  de spălat</dc:title>
  <dc:creator>Oana Dima</dc:creator>
  <cp:lastModifiedBy>Andreea Radu</cp:lastModifiedBy>
  <cp:revision>6</cp:revision>
  <dcterms:modified xsi:type="dcterms:W3CDTF">2024-01-14T12:51:19Z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0x0101001CD7CD89D570B24C97A1C407029819FB</vt:lpwstr>
  </property>
</Properties>
</file>