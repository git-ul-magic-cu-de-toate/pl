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Catamaran"/>
      <p:regular r:id="rId28"/>
      <p:bold r:id="rId29"/>
    </p:embeddedFont>
    <p:embeddedFont>
      <p:font typeface="Alef"/>
      <p:regular r:id="rId30"/>
      <p:bold r:id="rId31"/>
    </p:embeddedFont>
    <p:embeddedFont>
      <p:font typeface="Hind"/>
      <p:regular r:id="rId32"/>
      <p:bold r:id="rId33"/>
    </p:embeddedFont>
    <p:embeddedFont>
      <p:font typeface="Pacifico"/>
      <p:regular r:id="rId34"/>
    </p:embeddedFont>
    <p:embeddedFont>
      <p:font typeface="Francois One"/>
      <p:regular r:id="rId35"/>
    </p:embeddedFont>
    <p:embeddedFont>
      <p:font typeface="Comfortaa Medium"/>
      <p:regular r:id="rId36"/>
      <p:bold r:id="rId37"/>
    </p:embeddedFont>
    <p:embeddedFont>
      <p:font typeface="Catamaran Black"/>
      <p:bold r:id="rId38"/>
    </p:embeddedFont>
    <p:embeddedFont>
      <p:font typeface="Comfortaa"/>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vYNc0xt5LWhcMw02tA5rRvJ6l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3A3D38-F452-4DB9-AB92-E835CB430F9E}">
  <a:tblStyle styleId="{0A3A3D38-F452-4DB9-AB92-E835CB430F9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Comfortaa-bold.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Catamaran-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atamaran-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lef-bold.fntdata"/><Relationship Id="rId30" Type="http://schemas.openxmlformats.org/officeDocument/2006/relationships/font" Target="fonts/Alef-regular.fntdata"/><Relationship Id="rId11" Type="http://schemas.openxmlformats.org/officeDocument/2006/relationships/slide" Target="slides/slide6.xml"/><Relationship Id="rId33" Type="http://schemas.openxmlformats.org/officeDocument/2006/relationships/font" Target="fonts/Hind-bold.fntdata"/><Relationship Id="rId10" Type="http://schemas.openxmlformats.org/officeDocument/2006/relationships/slide" Target="slides/slide5.xml"/><Relationship Id="rId32" Type="http://schemas.openxmlformats.org/officeDocument/2006/relationships/font" Target="fonts/Hind-regular.fntdata"/><Relationship Id="rId13" Type="http://schemas.openxmlformats.org/officeDocument/2006/relationships/slide" Target="slides/slide8.xml"/><Relationship Id="rId35" Type="http://schemas.openxmlformats.org/officeDocument/2006/relationships/font" Target="fonts/FrancoisOne-regular.fntdata"/><Relationship Id="rId12" Type="http://schemas.openxmlformats.org/officeDocument/2006/relationships/slide" Target="slides/slide7.xml"/><Relationship Id="rId34" Type="http://schemas.openxmlformats.org/officeDocument/2006/relationships/font" Target="fonts/Pacifico-regular.fntdata"/><Relationship Id="rId15" Type="http://schemas.openxmlformats.org/officeDocument/2006/relationships/slide" Target="slides/slide10.xml"/><Relationship Id="rId37" Type="http://schemas.openxmlformats.org/officeDocument/2006/relationships/font" Target="fonts/ComfortaaMedium-bold.fntdata"/><Relationship Id="rId14" Type="http://schemas.openxmlformats.org/officeDocument/2006/relationships/slide" Target="slides/slide9.xml"/><Relationship Id="rId36" Type="http://schemas.openxmlformats.org/officeDocument/2006/relationships/font" Target="fonts/ComfortaaMedium-regular.fntdata"/><Relationship Id="rId17" Type="http://schemas.openxmlformats.org/officeDocument/2006/relationships/slide" Target="slides/slide12.xml"/><Relationship Id="rId39" Type="http://schemas.openxmlformats.org/officeDocument/2006/relationships/font" Target="fonts/Comfortaa-regular.fntdata"/><Relationship Id="rId16" Type="http://schemas.openxmlformats.org/officeDocument/2006/relationships/slide" Target="slides/slide11.xml"/><Relationship Id="rId38" Type="http://schemas.openxmlformats.org/officeDocument/2006/relationships/font" Target="fonts/CatamaranBlack-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0" name="Google Shape;15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9" name="Google Shape;160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5" name="Google Shape;162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5" name="Google Shape;171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1" name="Shape 1721"/>
        <p:cNvGrpSpPr/>
        <p:nvPr/>
      </p:nvGrpSpPr>
      <p:grpSpPr>
        <a:xfrm>
          <a:off x="0" y="0"/>
          <a:ext cx="0" cy="0"/>
          <a:chOff x="0" y="0"/>
          <a:chExt cx="0" cy="0"/>
        </a:xfrm>
      </p:grpSpPr>
      <p:sp>
        <p:nvSpPr>
          <p:cNvPr id="1722" name="Google Shape;172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3" name="Google Shape;172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9" name="Shape 1729"/>
        <p:cNvGrpSpPr/>
        <p:nvPr/>
      </p:nvGrpSpPr>
      <p:grpSpPr>
        <a:xfrm>
          <a:off x="0" y="0"/>
          <a:ext cx="0" cy="0"/>
          <a:chOff x="0" y="0"/>
          <a:chExt cx="0" cy="0"/>
        </a:xfrm>
      </p:grpSpPr>
      <p:sp>
        <p:nvSpPr>
          <p:cNvPr id="1730" name="Google Shape;173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1" name="Google Shape;173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5" name="Shape 1735"/>
        <p:cNvGrpSpPr/>
        <p:nvPr/>
      </p:nvGrpSpPr>
      <p:grpSpPr>
        <a:xfrm>
          <a:off x="0" y="0"/>
          <a:ext cx="0" cy="0"/>
          <a:chOff x="0" y="0"/>
          <a:chExt cx="0" cy="0"/>
        </a:xfrm>
      </p:grpSpPr>
      <p:sp>
        <p:nvSpPr>
          <p:cNvPr id="1736" name="Google Shape;173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7" name="Google Shape;173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3" name="Google Shape;174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0" name="Google Shape;176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5" name="Shape 1775"/>
        <p:cNvGrpSpPr/>
        <p:nvPr/>
      </p:nvGrpSpPr>
      <p:grpSpPr>
        <a:xfrm>
          <a:off x="0" y="0"/>
          <a:ext cx="0" cy="0"/>
          <a:chOff x="0" y="0"/>
          <a:chExt cx="0" cy="0"/>
        </a:xfrm>
      </p:grpSpPr>
      <p:sp>
        <p:nvSpPr>
          <p:cNvPr id="1776" name="Google Shape;177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7" name="Google Shape;177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2" name="Google Shape;179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6" name="Shape 1796"/>
        <p:cNvGrpSpPr/>
        <p:nvPr/>
      </p:nvGrpSpPr>
      <p:grpSpPr>
        <a:xfrm>
          <a:off x="0" y="0"/>
          <a:ext cx="0" cy="0"/>
          <a:chOff x="0" y="0"/>
          <a:chExt cx="0" cy="0"/>
        </a:xfrm>
      </p:grpSpPr>
      <p:sp>
        <p:nvSpPr>
          <p:cNvPr id="1797" name="Google Shape;179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8" name="Google Shape;179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6" name="Google Shape;180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4" name="Shape 1814"/>
        <p:cNvGrpSpPr/>
        <p:nvPr/>
      </p:nvGrpSpPr>
      <p:grpSpPr>
        <a:xfrm>
          <a:off x="0" y="0"/>
          <a:ext cx="0" cy="0"/>
          <a:chOff x="0" y="0"/>
          <a:chExt cx="0" cy="0"/>
        </a:xfrm>
      </p:grpSpPr>
      <p:sp>
        <p:nvSpPr>
          <p:cNvPr id="1815" name="Google Shape;181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6" name="Google Shape;181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5" name="Shape 1825"/>
        <p:cNvGrpSpPr/>
        <p:nvPr/>
      </p:nvGrpSpPr>
      <p:grpSpPr>
        <a:xfrm>
          <a:off x="0" y="0"/>
          <a:ext cx="0" cy="0"/>
          <a:chOff x="0" y="0"/>
          <a:chExt cx="0" cy="0"/>
        </a:xfrm>
      </p:grpSpPr>
      <p:sp>
        <p:nvSpPr>
          <p:cNvPr id="1826" name="Google Shape;182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7" name="Google Shape;182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7" name="Google Shape;183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7" name="Google Shape;184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4" name="Shape 1854"/>
        <p:cNvGrpSpPr/>
        <p:nvPr/>
      </p:nvGrpSpPr>
      <p:grpSpPr>
        <a:xfrm>
          <a:off x="0" y="0"/>
          <a:ext cx="0" cy="0"/>
          <a:chOff x="0" y="0"/>
          <a:chExt cx="0" cy="0"/>
        </a:xfrm>
      </p:grpSpPr>
      <p:sp>
        <p:nvSpPr>
          <p:cNvPr id="1855" name="Google Shape;185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6" name="Google Shape;185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4" name="Google Shape;186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1" name="Shape 1871"/>
        <p:cNvGrpSpPr/>
        <p:nvPr/>
      </p:nvGrpSpPr>
      <p:grpSpPr>
        <a:xfrm>
          <a:off x="0" y="0"/>
          <a:ext cx="0" cy="0"/>
          <a:chOff x="0" y="0"/>
          <a:chExt cx="0" cy="0"/>
        </a:xfrm>
      </p:grpSpPr>
      <p:sp>
        <p:nvSpPr>
          <p:cNvPr id="1872" name="Google Shape;187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3" name="Google Shape;187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7" name="Shape 1877"/>
        <p:cNvGrpSpPr/>
        <p:nvPr/>
      </p:nvGrpSpPr>
      <p:grpSpPr>
        <a:xfrm>
          <a:off x="0" y="0"/>
          <a:ext cx="0" cy="0"/>
          <a:chOff x="0" y="0"/>
          <a:chExt cx="0" cy="0"/>
        </a:xfrm>
      </p:grpSpPr>
      <p:sp>
        <p:nvSpPr>
          <p:cNvPr id="1878" name="Google Shape;187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9" name="Google Shape;187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3" name="Shape 1883"/>
        <p:cNvGrpSpPr/>
        <p:nvPr/>
      </p:nvGrpSpPr>
      <p:grpSpPr>
        <a:xfrm>
          <a:off x="0" y="0"/>
          <a:ext cx="0" cy="0"/>
          <a:chOff x="0" y="0"/>
          <a:chExt cx="0" cy="0"/>
        </a:xfrm>
      </p:grpSpPr>
      <p:sp>
        <p:nvSpPr>
          <p:cNvPr id="1884" name="Google Shape;1884;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5" name="Google Shape;188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4"/>
          <p:cNvSpPr txBox="1"/>
          <p:nvPr>
            <p:ph type="ctrTitle"/>
          </p:nvPr>
        </p:nvSpPr>
        <p:spPr>
          <a:xfrm>
            <a:off x="2899918" y="966750"/>
            <a:ext cx="5259900" cy="206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200"/>
              <a:buNone/>
              <a:defRPr b="1" sz="6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24"/>
          <p:cNvSpPr txBox="1"/>
          <p:nvPr>
            <p:ph idx="1" type="subTitle"/>
          </p:nvPr>
        </p:nvSpPr>
        <p:spPr>
          <a:xfrm>
            <a:off x="3017075" y="3976804"/>
            <a:ext cx="5025600" cy="352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Font typeface="Dosis"/>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11" name="Google Shape;11;p24"/>
          <p:cNvGrpSpPr/>
          <p:nvPr/>
        </p:nvGrpSpPr>
        <p:grpSpPr>
          <a:xfrm>
            <a:off x="7967538" y="4308475"/>
            <a:ext cx="1614525" cy="779075"/>
            <a:chOff x="407100" y="684850"/>
            <a:chExt cx="1614525" cy="779075"/>
          </a:xfrm>
        </p:grpSpPr>
        <p:sp>
          <p:nvSpPr>
            <p:cNvPr id="12" name="Google Shape;12;p24"/>
            <p:cNvSpPr/>
            <p:nvPr/>
          </p:nvSpPr>
          <p:spPr>
            <a:xfrm>
              <a:off x="407100" y="684850"/>
              <a:ext cx="1614525" cy="779075"/>
            </a:xfrm>
            <a:custGeom>
              <a:rect b="b" l="l" r="r" t="t"/>
              <a:pathLst>
                <a:path extrusionOk="0" h="31163" w="64581">
                  <a:moveTo>
                    <a:pt x="58224" y="0"/>
                  </a:moveTo>
                  <a:cubicBezTo>
                    <a:pt x="51269" y="0"/>
                    <a:pt x="44288" y="1367"/>
                    <a:pt x="37828" y="4004"/>
                  </a:cubicBezTo>
                  <a:cubicBezTo>
                    <a:pt x="36994" y="4337"/>
                    <a:pt x="36126" y="4704"/>
                    <a:pt x="35226" y="4804"/>
                  </a:cubicBezTo>
                  <a:cubicBezTo>
                    <a:pt x="34985" y="4842"/>
                    <a:pt x="34741" y="4855"/>
                    <a:pt x="34495" y="4855"/>
                  </a:cubicBezTo>
                  <a:cubicBezTo>
                    <a:pt x="33858" y="4855"/>
                    <a:pt x="33207" y="4762"/>
                    <a:pt x="32557" y="4738"/>
                  </a:cubicBezTo>
                  <a:cubicBezTo>
                    <a:pt x="32397" y="4731"/>
                    <a:pt x="32234" y="4727"/>
                    <a:pt x="32070" y="4727"/>
                  </a:cubicBezTo>
                  <a:cubicBezTo>
                    <a:pt x="29869" y="4727"/>
                    <a:pt x="27310" y="5336"/>
                    <a:pt x="25385" y="6205"/>
                  </a:cubicBezTo>
                  <a:cubicBezTo>
                    <a:pt x="22850" y="7340"/>
                    <a:pt x="20482" y="10075"/>
                    <a:pt x="18347" y="11809"/>
                  </a:cubicBezTo>
                  <a:cubicBezTo>
                    <a:pt x="13377" y="15879"/>
                    <a:pt x="8340" y="19882"/>
                    <a:pt x="3136" y="23718"/>
                  </a:cubicBezTo>
                  <a:cubicBezTo>
                    <a:pt x="1502" y="24919"/>
                    <a:pt x="1" y="26753"/>
                    <a:pt x="1435" y="28822"/>
                  </a:cubicBezTo>
                  <a:cubicBezTo>
                    <a:pt x="2202" y="29922"/>
                    <a:pt x="3503" y="30523"/>
                    <a:pt x="4804" y="30823"/>
                  </a:cubicBezTo>
                  <a:cubicBezTo>
                    <a:pt x="5826" y="31061"/>
                    <a:pt x="6809" y="31163"/>
                    <a:pt x="7775" y="31163"/>
                  </a:cubicBezTo>
                  <a:cubicBezTo>
                    <a:pt x="9523" y="31163"/>
                    <a:pt x="11215" y="30829"/>
                    <a:pt x="12977" y="30356"/>
                  </a:cubicBezTo>
                  <a:cubicBezTo>
                    <a:pt x="16379" y="29422"/>
                    <a:pt x="19815" y="28555"/>
                    <a:pt x="23251" y="27788"/>
                  </a:cubicBezTo>
                  <a:cubicBezTo>
                    <a:pt x="30122" y="26286"/>
                    <a:pt x="37094" y="25119"/>
                    <a:pt x="44099" y="24318"/>
                  </a:cubicBezTo>
                  <a:cubicBezTo>
                    <a:pt x="45333" y="24185"/>
                    <a:pt x="46567" y="24052"/>
                    <a:pt x="47701" y="23551"/>
                  </a:cubicBezTo>
                  <a:cubicBezTo>
                    <a:pt x="48869" y="23084"/>
                    <a:pt x="49903" y="22217"/>
                    <a:pt x="50236" y="21049"/>
                  </a:cubicBezTo>
                  <a:cubicBezTo>
                    <a:pt x="50370" y="20582"/>
                    <a:pt x="50437" y="20082"/>
                    <a:pt x="50603" y="19648"/>
                  </a:cubicBezTo>
                  <a:cubicBezTo>
                    <a:pt x="50870" y="18915"/>
                    <a:pt x="51504" y="18381"/>
                    <a:pt x="52104" y="17880"/>
                  </a:cubicBezTo>
                  <a:cubicBezTo>
                    <a:pt x="54606" y="15679"/>
                    <a:pt x="56841" y="13177"/>
                    <a:pt x="58709" y="10408"/>
                  </a:cubicBezTo>
                  <a:cubicBezTo>
                    <a:pt x="59443" y="9308"/>
                    <a:pt x="59910" y="8440"/>
                    <a:pt x="61111" y="7840"/>
                  </a:cubicBezTo>
                  <a:cubicBezTo>
                    <a:pt x="62445" y="7206"/>
                    <a:pt x="63546" y="7039"/>
                    <a:pt x="63880" y="5338"/>
                  </a:cubicBezTo>
                  <a:cubicBezTo>
                    <a:pt x="64146" y="3937"/>
                    <a:pt x="64580" y="2236"/>
                    <a:pt x="63446" y="1202"/>
                  </a:cubicBezTo>
                  <a:cubicBezTo>
                    <a:pt x="62178" y="101"/>
                    <a:pt x="60077" y="34"/>
                    <a:pt x="58476" y="1"/>
                  </a:cubicBezTo>
                  <a:cubicBezTo>
                    <a:pt x="58392" y="1"/>
                    <a:pt x="58308" y="0"/>
                    <a:pt x="5822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4"/>
            <p:cNvSpPr/>
            <p:nvPr/>
          </p:nvSpPr>
          <p:spPr>
            <a:xfrm>
              <a:off x="407100" y="1061225"/>
              <a:ext cx="1178375" cy="369275"/>
            </a:xfrm>
            <a:custGeom>
              <a:rect b="b" l="l" r="r" t="t"/>
              <a:pathLst>
                <a:path extrusionOk="0" h="14771" w="47135">
                  <a:moveTo>
                    <a:pt x="36928" y="0"/>
                  </a:moveTo>
                  <a:cubicBezTo>
                    <a:pt x="36372" y="0"/>
                    <a:pt x="35816" y="10"/>
                    <a:pt x="35259" y="23"/>
                  </a:cubicBezTo>
                  <a:cubicBezTo>
                    <a:pt x="31657" y="90"/>
                    <a:pt x="28021" y="390"/>
                    <a:pt x="24418" y="924"/>
                  </a:cubicBezTo>
                  <a:cubicBezTo>
                    <a:pt x="21816" y="1324"/>
                    <a:pt x="19248" y="1825"/>
                    <a:pt x="16779" y="2725"/>
                  </a:cubicBezTo>
                  <a:cubicBezTo>
                    <a:pt x="14211" y="3693"/>
                    <a:pt x="11809" y="5127"/>
                    <a:pt x="9207" y="6094"/>
                  </a:cubicBezTo>
                  <a:cubicBezTo>
                    <a:pt x="7906" y="6561"/>
                    <a:pt x="6272" y="6928"/>
                    <a:pt x="4704" y="7495"/>
                  </a:cubicBezTo>
                  <a:cubicBezTo>
                    <a:pt x="4170" y="7862"/>
                    <a:pt x="3670" y="8263"/>
                    <a:pt x="3136" y="8663"/>
                  </a:cubicBezTo>
                  <a:cubicBezTo>
                    <a:pt x="1502" y="9864"/>
                    <a:pt x="1" y="11698"/>
                    <a:pt x="1468" y="13767"/>
                  </a:cubicBezTo>
                  <a:cubicBezTo>
                    <a:pt x="1702" y="14134"/>
                    <a:pt x="2035" y="14434"/>
                    <a:pt x="2402" y="14701"/>
                  </a:cubicBezTo>
                  <a:cubicBezTo>
                    <a:pt x="2602" y="14734"/>
                    <a:pt x="2836" y="14767"/>
                    <a:pt x="3069" y="14767"/>
                  </a:cubicBezTo>
                  <a:cubicBezTo>
                    <a:pt x="3166" y="14770"/>
                    <a:pt x="3263" y="14771"/>
                    <a:pt x="3360" y="14771"/>
                  </a:cubicBezTo>
                  <a:cubicBezTo>
                    <a:pt x="4635" y="14771"/>
                    <a:pt x="5930" y="14565"/>
                    <a:pt x="7139" y="14100"/>
                  </a:cubicBezTo>
                  <a:cubicBezTo>
                    <a:pt x="8006" y="13767"/>
                    <a:pt x="8874" y="13300"/>
                    <a:pt x="9774" y="13066"/>
                  </a:cubicBezTo>
                  <a:cubicBezTo>
                    <a:pt x="10108" y="12983"/>
                    <a:pt x="10459" y="12933"/>
                    <a:pt x="10804" y="12933"/>
                  </a:cubicBezTo>
                  <a:cubicBezTo>
                    <a:pt x="11425" y="12933"/>
                    <a:pt x="12026" y="13093"/>
                    <a:pt x="12476" y="13500"/>
                  </a:cubicBezTo>
                  <a:cubicBezTo>
                    <a:pt x="13043" y="12332"/>
                    <a:pt x="14344" y="11732"/>
                    <a:pt x="15545" y="11332"/>
                  </a:cubicBezTo>
                  <a:cubicBezTo>
                    <a:pt x="19281" y="10064"/>
                    <a:pt x="23184" y="9530"/>
                    <a:pt x="27053" y="8997"/>
                  </a:cubicBezTo>
                  <a:cubicBezTo>
                    <a:pt x="32657" y="8196"/>
                    <a:pt x="38261" y="7429"/>
                    <a:pt x="43865" y="6628"/>
                  </a:cubicBezTo>
                  <a:cubicBezTo>
                    <a:pt x="44766" y="6495"/>
                    <a:pt x="45767" y="6328"/>
                    <a:pt x="46367" y="5661"/>
                  </a:cubicBezTo>
                  <a:cubicBezTo>
                    <a:pt x="47134" y="4794"/>
                    <a:pt x="46967" y="3359"/>
                    <a:pt x="46234" y="2459"/>
                  </a:cubicBezTo>
                  <a:cubicBezTo>
                    <a:pt x="45500" y="1525"/>
                    <a:pt x="44366" y="1057"/>
                    <a:pt x="43231" y="724"/>
                  </a:cubicBezTo>
                  <a:cubicBezTo>
                    <a:pt x="41192" y="141"/>
                    <a:pt x="39069" y="0"/>
                    <a:pt x="3692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4"/>
            <p:cNvSpPr/>
            <p:nvPr/>
          </p:nvSpPr>
          <p:spPr>
            <a:xfrm>
              <a:off x="1577950" y="871600"/>
              <a:ext cx="194325" cy="380350"/>
            </a:xfrm>
            <a:custGeom>
              <a:rect b="b" l="l" r="r" t="t"/>
              <a:pathLst>
                <a:path extrusionOk="0" h="15214" w="7773">
                  <a:moveTo>
                    <a:pt x="4630" y="0"/>
                  </a:moveTo>
                  <a:cubicBezTo>
                    <a:pt x="4224" y="0"/>
                    <a:pt x="3849" y="254"/>
                    <a:pt x="3503" y="537"/>
                  </a:cubicBezTo>
                  <a:cubicBezTo>
                    <a:pt x="1835" y="1938"/>
                    <a:pt x="0" y="5140"/>
                    <a:pt x="300" y="7375"/>
                  </a:cubicBezTo>
                  <a:cubicBezTo>
                    <a:pt x="667" y="10010"/>
                    <a:pt x="1401" y="12679"/>
                    <a:pt x="2302" y="15214"/>
                  </a:cubicBezTo>
                  <a:cubicBezTo>
                    <a:pt x="2802" y="14747"/>
                    <a:pt x="3202" y="14213"/>
                    <a:pt x="3402" y="13546"/>
                  </a:cubicBezTo>
                  <a:cubicBezTo>
                    <a:pt x="3569" y="13112"/>
                    <a:pt x="3603" y="12612"/>
                    <a:pt x="3769" y="12178"/>
                  </a:cubicBezTo>
                  <a:cubicBezTo>
                    <a:pt x="4070" y="11445"/>
                    <a:pt x="4670" y="10911"/>
                    <a:pt x="5270" y="10410"/>
                  </a:cubicBezTo>
                  <a:cubicBezTo>
                    <a:pt x="6138" y="9643"/>
                    <a:pt x="6972" y="8843"/>
                    <a:pt x="7772" y="8009"/>
                  </a:cubicBezTo>
                  <a:cubicBezTo>
                    <a:pt x="7272" y="5974"/>
                    <a:pt x="6738" y="3939"/>
                    <a:pt x="6238" y="1938"/>
                  </a:cubicBezTo>
                  <a:cubicBezTo>
                    <a:pt x="6004" y="1070"/>
                    <a:pt x="5571" y="36"/>
                    <a:pt x="4703" y="3"/>
                  </a:cubicBezTo>
                  <a:cubicBezTo>
                    <a:pt x="4679" y="1"/>
                    <a:pt x="4654" y="0"/>
                    <a:pt x="463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4"/>
            <p:cNvSpPr/>
            <p:nvPr/>
          </p:nvSpPr>
          <p:spPr>
            <a:xfrm>
              <a:off x="436300" y="684850"/>
              <a:ext cx="1568625" cy="688925"/>
            </a:xfrm>
            <a:custGeom>
              <a:rect b="b" l="l" r="r" t="t"/>
              <a:pathLst>
                <a:path extrusionOk="0" h="27557" w="62745">
                  <a:moveTo>
                    <a:pt x="57056" y="0"/>
                  </a:moveTo>
                  <a:cubicBezTo>
                    <a:pt x="50101" y="0"/>
                    <a:pt x="43120" y="1367"/>
                    <a:pt x="36660" y="4004"/>
                  </a:cubicBezTo>
                  <a:cubicBezTo>
                    <a:pt x="35826" y="4337"/>
                    <a:pt x="34992" y="4704"/>
                    <a:pt x="34091" y="4804"/>
                  </a:cubicBezTo>
                  <a:cubicBezTo>
                    <a:pt x="33841" y="4842"/>
                    <a:pt x="33590" y="4855"/>
                    <a:pt x="33340" y="4855"/>
                  </a:cubicBezTo>
                  <a:cubicBezTo>
                    <a:pt x="32690" y="4855"/>
                    <a:pt x="32039" y="4762"/>
                    <a:pt x="31389" y="4738"/>
                  </a:cubicBezTo>
                  <a:cubicBezTo>
                    <a:pt x="31229" y="4731"/>
                    <a:pt x="31066" y="4727"/>
                    <a:pt x="30902" y="4727"/>
                  </a:cubicBezTo>
                  <a:cubicBezTo>
                    <a:pt x="28705" y="4727"/>
                    <a:pt x="26173" y="5336"/>
                    <a:pt x="24217" y="6205"/>
                  </a:cubicBezTo>
                  <a:cubicBezTo>
                    <a:pt x="21682" y="7340"/>
                    <a:pt x="19314" y="10075"/>
                    <a:pt x="17179" y="11809"/>
                  </a:cubicBezTo>
                  <a:cubicBezTo>
                    <a:pt x="12209" y="15879"/>
                    <a:pt x="7172" y="19882"/>
                    <a:pt x="1968" y="23718"/>
                  </a:cubicBezTo>
                  <a:cubicBezTo>
                    <a:pt x="1168" y="24285"/>
                    <a:pt x="400" y="25052"/>
                    <a:pt x="0" y="25886"/>
                  </a:cubicBezTo>
                  <a:cubicBezTo>
                    <a:pt x="1234" y="26653"/>
                    <a:pt x="2569" y="27354"/>
                    <a:pt x="4003" y="27521"/>
                  </a:cubicBezTo>
                  <a:cubicBezTo>
                    <a:pt x="4229" y="27545"/>
                    <a:pt x="4457" y="27556"/>
                    <a:pt x="4685" y="27556"/>
                  </a:cubicBezTo>
                  <a:cubicBezTo>
                    <a:pt x="5701" y="27556"/>
                    <a:pt x="6731" y="27338"/>
                    <a:pt x="7739" y="27120"/>
                  </a:cubicBezTo>
                  <a:cubicBezTo>
                    <a:pt x="13510" y="25819"/>
                    <a:pt x="19314" y="24318"/>
                    <a:pt x="25185" y="23418"/>
                  </a:cubicBezTo>
                  <a:cubicBezTo>
                    <a:pt x="31122" y="22484"/>
                    <a:pt x="37060" y="21383"/>
                    <a:pt x="42931" y="20115"/>
                  </a:cubicBezTo>
                  <a:cubicBezTo>
                    <a:pt x="44665" y="19715"/>
                    <a:pt x="46567" y="19215"/>
                    <a:pt x="47401" y="17680"/>
                  </a:cubicBezTo>
                  <a:cubicBezTo>
                    <a:pt x="47901" y="16746"/>
                    <a:pt x="47901" y="15612"/>
                    <a:pt x="48235" y="14611"/>
                  </a:cubicBezTo>
                  <a:cubicBezTo>
                    <a:pt x="48568" y="13711"/>
                    <a:pt x="49169" y="12944"/>
                    <a:pt x="49802" y="12210"/>
                  </a:cubicBezTo>
                  <a:cubicBezTo>
                    <a:pt x="52871" y="8474"/>
                    <a:pt x="56140" y="5071"/>
                    <a:pt x="60610" y="3103"/>
                  </a:cubicBezTo>
                  <a:cubicBezTo>
                    <a:pt x="61377" y="2736"/>
                    <a:pt x="62211" y="2403"/>
                    <a:pt x="62745" y="1769"/>
                  </a:cubicBezTo>
                  <a:cubicBezTo>
                    <a:pt x="62611" y="1569"/>
                    <a:pt x="62478" y="1369"/>
                    <a:pt x="62278" y="1202"/>
                  </a:cubicBezTo>
                  <a:cubicBezTo>
                    <a:pt x="61010" y="101"/>
                    <a:pt x="58909" y="34"/>
                    <a:pt x="57308" y="1"/>
                  </a:cubicBezTo>
                  <a:cubicBezTo>
                    <a:pt x="57224" y="1"/>
                    <a:pt x="57140" y="0"/>
                    <a:pt x="5705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4"/>
            <p:cNvSpPr/>
            <p:nvPr/>
          </p:nvSpPr>
          <p:spPr>
            <a:xfrm>
              <a:off x="578050" y="684850"/>
              <a:ext cx="1426050" cy="522900"/>
            </a:xfrm>
            <a:custGeom>
              <a:rect b="b" l="l" r="r" t="t"/>
              <a:pathLst>
                <a:path extrusionOk="0" h="20916" w="57042">
                  <a:moveTo>
                    <a:pt x="51386" y="0"/>
                  </a:moveTo>
                  <a:cubicBezTo>
                    <a:pt x="44431" y="0"/>
                    <a:pt x="37450" y="1367"/>
                    <a:pt x="30990" y="4004"/>
                  </a:cubicBezTo>
                  <a:cubicBezTo>
                    <a:pt x="30156" y="4337"/>
                    <a:pt x="29322" y="4704"/>
                    <a:pt x="28421" y="4804"/>
                  </a:cubicBezTo>
                  <a:cubicBezTo>
                    <a:pt x="28171" y="4842"/>
                    <a:pt x="27920" y="4855"/>
                    <a:pt x="27670" y="4855"/>
                  </a:cubicBezTo>
                  <a:cubicBezTo>
                    <a:pt x="27020" y="4855"/>
                    <a:pt x="26369" y="4762"/>
                    <a:pt x="25719" y="4738"/>
                  </a:cubicBezTo>
                  <a:cubicBezTo>
                    <a:pt x="25559" y="4731"/>
                    <a:pt x="25396" y="4727"/>
                    <a:pt x="25232" y="4727"/>
                  </a:cubicBezTo>
                  <a:cubicBezTo>
                    <a:pt x="23035" y="4727"/>
                    <a:pt x="20503" y="5336"/>
                    <a:pt x="18547" y="6205"/>
                  </a:cubicBezTo>
                  <a:cubicBezTo>
                    <a:pt x="16012" y="7340"/>
                    <a:pt x="13644" y="10075"/>
                    <a:pt x="11509" y="11809"/>
                  </a:cubicBezTo>
                  <a:cubicBezTo>
                    <a:pt x="7706" y="14912"/>
                    <a:pt x="3904" y="17947"/>
                    <a:pt x="1" y="20916"/>
                  </a:cubicBezTo>
                  <a:cubicBezTo>
                    <a:pt x="101" y="20883"/>
                    <a:pt x="201" y="20849"/>
                    <a:pt x="334" y="20783"/>
                  </a:cubicBezTo>
                  <a:cubicBezTo>
                    <a:pt x="2469" y="19782"/>
                    <a:pt x="4504" y="17880"/>
                    <a:pt x="6472" y="16513"/>
                  </a:cubicBezTo>
                  <a:cubicBezTo>
                    <a:pt x="8607" y="15012"/>
                    <a:pt x="10742" y="13544"/>
                    <a:pt x="12877" y="12043"/>
                  </a:cubicBezTo>
                  <a:cubicBezTo>
                    <a:pt x="14811" y="10675"/>
                    <a:pt x="16846" y="9308"/>
                    <a:pt x="19181" y="8907"/>
                  </a:cubicBezTo>
                  <a:cubicBezTo>
                    <a:pt x="19615" y="8834"/>
                    <a:pt x="20054" y="8798"/>
                    <a:pt x="20493" y="8798"/>
                  </a:cubicBezTo>
                  <a:cubicBezTo>
                    <a:pt x="22042" y="8798"/>
                    <a:pt x="23585" y="9250"/>
                    <a:pt x="24885" y="10108"/>
                  </a:cubicBezTo>
                  <a:cubicBezTo>
                    <a:pt x="25185" y="10275"/>
                    <a:pt x="25486" y="10475"/>
                    <a:pt x="25786" y="10475"/>
                  </a:cubicBezTo>
                  <a:cubicBezTo>
                    <a:pt x="26086" y="10442"/>
                    <a:pt x="26320" y="10242"/>
                    <a:pt x="26553" y="10041"/>
                  </a:cubicBezTo>
                  <a:cubicBezTo>
                    <a:pt x="29755" y="7306"/>
                    <a:pt x="33892" y="6039"/>
                    <a:pt x="37928" y="4804"/>
                  </a:cubicBezTo>
                  <a:cubicBezTo>
                    <a:pt x="41797" y="3637"/>
                    <a:pt x="45733" y="2469"/>
                    <a:pt x="49770" y="2203"/>
                  </a:cubicBezTo>
                  <a:cubicBezTo>
                    <a:pt x="50511" y="2160"/>
                    <a:pt x="51248" y="2148"/>
                    <a:pt x="51983" y="2148"/>
                  </a:cubicBezTo>
                  <a:cubicBezTo>
                    <a:pt x="52966" y="2148"/>
                    <a:pt x="53945" y="2170"/>
                    <a:pt x="54922" y="2170"/>
                  </a:cubicBezTo>
                  <a:cubicBezTo>
                    <a:pt x="55518" y="2170"/>
                    <a:pt x="56113" y="2162"/>
                    <a:pt x="56708" y="2136"/>
                  </a:cubicBezTo>
                  <a:cubicBezTo>
                    <a:pt x="56841" y="2036"/>
                    <a:pt x="56941" y="1902"/>
                    <a:pt x="57042" y="1769"/>
                  </a:cubicBezTo>
                  <a:cubicBezTo>
                    <a:pt x="56941" y="1569"/>
                    <a:pt x="56808" y="1369"/>
                    <a:pt x="56608" y="1202"/>
                  </a:cubicBezTo>
                  <a:cubicBezTo>
                    <a:pt x="55340" y="101"/>
                    <a:pt x="53239" y="34"/>
                    <a:pt x="51638" y="1"/>
                  </a:cubicBezTo>
                  <a:cubicBezTo>
                    <a:pt x="51554" y="1"/>
                    <a:pt x="51470" y="0"/>
                    <a:pt x="5138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 name="Google Shape;17;p24"/>
          <p:cNvGrpSpPr/>
          <p:nvPr/>
        </p:nvGrpSpPr>
        <p:grpSpPr>
          <a:xfrm rot="-1264546">
            <a:off x="2304769" y="4565867"/>
            <a:ext cx="1373492" cy="922919"/>
            <a:chOff x="2302238" y="842175"/>
            <a:chExt cx="1373500" cy="922925"/>
          </a:xfrm>
        </p:grpSpPr>
        <p:sp>
          <p:nvSpPr>
            <p:cNvPr id="18" name="Google Shape;18;p24"/>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4"/>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4"/>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4"/>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4"/>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4"/>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4"/>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4"/>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4"/>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4"/>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4"/>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4"/>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4"/>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4"/>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4"/>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4"/>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4"/>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4"/>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4"/>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4"/>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4"/>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4"/>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4"/>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4"/>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4"/>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4"/>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4"/>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4"/>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4"/>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4"/>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4"/>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4"/>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4"/>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4"/>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4"/>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4"/>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4"/>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4"/>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4"/>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4"/>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4"/>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4"/>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p24"/>
          <p:cNvGrpSpPr/>
          <p:nvPr/>
        </p:nvGrpSpPr>
        <p:grpSpPr>
          <a:xfrm>
            <a:off x="2184775" y="-268825"/>
            <a:ext cx="1361850" cy="879500"/>
            <a:chOff x="538050" y="1430388"/>
            <a:chExt cx="1361850" cy="879500"/>
          </a:xfrm>
        </p:grpSpPr>
        <p:sp>
          <p:nvSpPr>
            <p:cNvPr id="61" name="Google Shape;61;p24"/>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4"/>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4"/>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4"/>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 name="Google Shape;65;p24"/>
          <p:cNvGrpSpPr/>
          <p:nvPr/>
        </p:nvGrpSpPr>
        <p:grpSpPr>
          <a:xfrm rot="1974586">
            <a:off x="8036526" y="1149006"/>
            <a:ext cx="1373455" cy="922895"/>
            <a:chOff x="2302238" y="842175"/>
            <a:chExt cx="1373500" cy="922925"/>
          </a:xfrm>
        </p:grpSpPr>
        <p:sp>
          <p:nvSpPr>
            <p:cNvPr id="66" name="Google Shape;66;p24"/>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4"/>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4"/>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4"/>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4"/>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4"/>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4"/>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4"/>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4"/>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4"/>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4"/>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4"/>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4"/>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4"/>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4"/>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4"/>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4"/>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4"/>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4"/>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4"/>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4"/>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4"/>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4"/>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4"/>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4"/>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4"/>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4"/>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4"/>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4"/>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4"/>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4"/>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4"/>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4"/>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4"/>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4"/>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4"/>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4"/>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4"/>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4"/>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4"/>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4"/>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4"/>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8" name="Google Shape;108;p24"/>
          <p:cNvSpPr/>
          <p:nvPr/>
        </p:nvSpPr>
        <p:spPr>
          <a:xfrm>
            <a:off x="8693337" y="1250525"/>
            <a:ext cx="612650" cy="2370250"/>
          </a:xfrm>
          <a:custGeom>
            <a:rect b="b" l="l" r="r" t="t"/>
            <a:pathLst>
              <a:path extrusionOk="0" h="94810" w="24506">
                <a:moveTo>
                  <a:pt x="21172" y="0"/>
                </a:moveTo>
                <a:cubicBezTo>
                  <a:pt x="21215" y="4292"/>
                  <a:pt x="24954" y="15254"/>
                  <a:pt x="21427" y="25749"/>
                </a:cubicBezTo>
                <a:cubicBezTo>
                  <a:pt x="17900" y="36244"/>
                  <a:pt x="-502" y="51461"/>
                  <a:pt x="11" y="62971"/>
                </a:cubicBezTo>
                <a:cubicBezTo>
                  <a:pt x="524" y="74481"/>
                  <a:pt x="20424" y="89504"/>
                  <a:pt x="24506" y="94810"/>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p24"/>
          <p:cNvGrpSpPr/>
          <p:nvPr/>
        </p:nvGrpSpPr>
        <p:grpSpPr>
          <a:xfrm>
            <a:off x="8145313" y="-97619"/>
            <a:ext cx="941225" cy="660534"/>
            <a:chOff x="8145313" y="-97619"/>
            <a:chExt cx="941225" cy="660534"/>
          </a:xfrm>
        </p:grpSpPr>
        <p:sp>
          <p:nvSpPr>
            <p:cNvPr id="110" name="Google Shape;110;p24"/>
            <p:cNvSpPr/>
            <p:nvPr/>
          </p:nvSpPr>
          <p:spPr>
            <a:xfrm flipH="1" rot="-2542547">
              <a:off x="8500418" y="81605"/>
              <a:ext cx="203861" cy="1161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4"/>
            <p:cNvSpPr/>
            <p:nvPr/>
          </p:nvSpPr>
          <p:spPr>
            <a:xfrm flipH="1" rot="-4689059">
              <a:off x="8140206" y="126102"/>
              <a:ext cx="156331" cy="1164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4"/>
            <p:cNvSpPr/>
            <p:nvPr/>
          </p:nvSpPr>
          <p:spPr>
            <a:xfrm flipH="1" rot="-2886029">
              <a:off x="8286619" y="-41018"/>
              <a:ext cx="203945" cy="1161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4"/>
            <p:cNvSpPr/>
            <p:nvPr/>
          </p:nvSpPr>
          <p:spPr>
            <a:xfrm flipH="1" rot="-5930150">
              <a:off x="8308014" y="316892"/>
              <a:ext cx="189448"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4"/>
            <p:cNvSpPr/>
            <p:nvPr/>
          </p:nvSpPr>
          <p:spPr>
            <a:xfrm flipH="1" rot="-5933377">
              <a:off x="8179512" y="463414"/>
              <a:ext cx="118423"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4"/>
            <p:cNvSpPr/>
            <p:nvPr/>
          </p:nvSpPr>
          <p:spPr>
            <a:xfrm flipH="1" rot="-261253">
              <a:off x="8576597" y="316833"/>
              <a:ext cx="118542" cy="7100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4"/>
            <p:cNvSpPr/>
            <p:nvPr/>
          </p:nvSpPr>
          <p:spPr>
            <a:xfrm flipH="1" rot="-1854841">
              <a:off x="8839916" y="135394"/>
              <a:ext cx="118540" cy="7105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4"/>
            <p:cNvSpPr/>
            <p:nvPr/>
          </p:nvSpPr>
          <p:spPr>
            <a:xfrm flipH="1" rot="-2542547">
              <a:off x="8888334" y="312132"/>
              <a:ext cx="203861" cy="6223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18" name="Shape 118"/>
        <p:cNvGrpSpPr/>
        <p:nvPr/>
      </p:nvGrpSpPr>
      <p:grpSpPr>
        <a:xfrm>
          <a:off x="0" y="0"/>
          <a:ext cx="0" cy="0"/>
          <a:chOff x="0" y="0"/>
          <a:chExt cx="0" cy="0"/>
        </a:xfrm>
      </p:grpSpPr>
      <p:sp>
        <p:nvSpPr>
          <p:cNvPr id="119" name="Google Shape;119;p25"/>
          <p:cNvSpPr txBox="1"/>
          <p:nvPr>
            <p:ph idx="1" type="subTitle"/>
          </p:nvPr>
        </p:nvSpPr>
        <p:spPr>
          <a:xfrm>
            <a:off x="1942738" y="1929719"/>
            <a:ext cx="2258700" cy="22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2000">
                <a:latin typeface="Catamaran Black"/>
                <a:ea typeface="Catamaran Black"/>
                <a:cs typeface="Catamaran Black"/>
                <a:sym typeface="Catamaran Black"/>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120" name="Google Shape;120;p25"/>
          <p:cNvSpPr txBox="1"/>
          <p:nvPr>
            <p:ph idx="2" type="subTitle"/>
          </p:nvPr>
        </p:nvSpPr>
        <p:spPr>
          <a:xfrm>
            <a:off x="1942739" y="2285729"/>
            <a:ext cx="2255700" cy="39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solidFill>
                  <a:schemeClr val="accent2"/>
                </a:solidFill>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121" name="Google Shape;121;p25"/>
          <p:cNvSpPr txBox="1"/>
          <p:nvPr>
            <p:ph idx="3" type="subTitle"/>
          </p:nvPr>
        </p:nvSpPr>
        <p:spPr>
          <a:xfrm>
            <a:off x="1942737" y="3415940"/>
            <a:ext cx="2255700" cy="22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2000">
                <a:latin typeface="Catamaran Black"/>
                <a:ea typeface="Catamaran Black"/>
                <a:cs typeface="Catamaran Black"/>
                <a:sym typeface="Catamaran Black"/>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122" name="Google Shape;122;p25"/>
          <p:cNvSpPr txBox="1"/>
          <p:nvPr>
            <p:ph idx="4" type="subTitle"/>
          </p:nvPr>
        </p:nvSpPr>
        <p:spPr>
          <a:xfrm>
            <a:off x="1942739" y="3772866"/>
            <a:ext cx="2255700" cy="402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solidFill>
                  <a:schemeClr val="accent2"/>
                </a:solidFill>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123" name="Google Shape;123;p25"/>
          <p:cNvSpPr txBox="1"/>
          <p:nvPr>
            <p:ph type="title"/>
          </p:nvPr>
        </p:nvSpPr>
        <p:spPr>
          <a:xfrm>
            <a:off x="867075" y="1980250"/>
            <a:ext cx="1087500" cy="73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Arial"/>
              <a:buNone/>
              <a:defRPr b="1" sz="60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24" name="Google Shape;124;p25"/>
          <p:cNvSpPr txBox="1"/>
          <p:nvPr>
            <p:ph idx="5" type="title"/>
          </p:nvPr>
        </p:nvSpPr>
        <p:spPr>
          <a:xfrm>
            <a:off x="866925" y="3457675"/>
            <a:ext cx="1087500" cy="73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Arial"/>
              <a:buNone/>
              <a:defRPr b="1" sz="60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25" name="Google Shape;125;p25"/>
          <p:cNvSpPr txBox="1"/>
          <p:nvPr>
            <p:ph idx="6" type="title"/>
          </p:nvPr>
        </p:nvSpPr>
        <p:spPr>
          <a:xfrm>
            <a:off x="713225" y="548640"/>
            <a:ext cx="7717500" cy="2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800"/>
              <a:buFont typeface="Dosis"/>
              <a:buNone/>
              <a:defRPr b="1"/>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126" name="Google Shape;126;p25"/>
          <p:cNvSpPr txBox="1"/>
          <p:nvPr>
            <p:ph idx="7" type="subTitle"/>
          </p:nvPr>
        </p:nvSpPr>
        <p:spPr>
          <a:xfrm>
            <a:off x="5975190" y="1929719"/>
            <a:ext cx="2258700" cy="22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2000">
                <a:latin typeface="Catamaran Black"/>
                <a:ea typeface="Catamaran Black"/>
                <a:cs typeface="Catamaran Black"/>
                <a:sym typeface="Catamaran Black"/>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127" name="Google Shape;127;p25"/>
          <p:cNvSpPr txBox="1"/>
          <p:nvPr>
            <p:ph idx="8" type="subTitle"/>
          </p:nvPr>
        </p:nvSpPr>
        <p:spPr>
          <a:xfrm>
            <a:off x="5975190" y="2285729"/>
            <a:ext cx="2255700" cy="39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solidFill>
                  <a:schemeClr val="accent2"/>
                </a:solidFill>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128" name="Google Shape;128;p25"/>
          <p:cNvSpPr txBox="1"/>
          <p:nvPr>
            <p:ph idx="9" type="subTitle"/>
          </p:nvPr>
        </p:nvSpPr>
        <p:spPr>
          <a:xfrm>
            <a:off x="5975190" y="3415940"/>
            <a:ext cx="2258700" cy="22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2000">
                <a:latin typeface="Catamaran Black"/>
                <a:ea typeface="Catamaran Black"/>
                <a:cs typeface="Catamaran Black"/>
                <a:sym typeface="Catamaran Black"/>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129" name="Google Shape;129;p25"/>
          <p:cNvSpPr txBox="1"/>
          <p:nvPr>
            <p:ph idx="13" type="subTitle"/>
          </p:nvPr>
        </p:nvSpPr>
        <p:spPr>
          <a:xfrm>
            <a:off x="5975190" y="3772866"/>
            <a:ext cx="2255700" cy="402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solidFill>
                  <a:schemeClr val="accent2"/>
                </a:solidFill>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130" name="Google Shape;130;p25"/>
          <p:cNvSpPr txBox="1"/>
          <p:nvPr>
            <p:ph idx="14" type="title"/>
          </p:nvPr>
        </p:nvSpPr>
        <p:spPr>
          <a:xfrm>
            <a:off x="4711726" y="1980250"/>
            <a:ext cx="1087500" cy="73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Arial"/>
              <a:buNone/>
              <a:defRPr b="1" sz="60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25"/>
          <p:cNvSpPr txBox="1"/>
          <p:nvPr>
            <p:ph idx="15" type="title"/>
          </p:nvPr>
        </p:nvSpPr>
        <p:spPr>
          <a:xfrm>
            <a:off x="4712626" y="3457675"/>
            <a:ext cx="1087500" cy="73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Arial"/>
              <a:buNone/>
              <a:defRPr b="1" sz="60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grpSp>
        <p:nvGrpSpPr>
          <p:cNvPr id="132" name="Google Shape;132;p25"/>
          <p:cNvGrpSpPr/>
          <p:nvPr/>
        </p:nvGrpSpPr>
        <p:grpSpPr>
          <a:xfrm rot="-1897328">
            <a:off x="8430672" y="472299"/>
            <a:ext cx="1697026" cy="1035295"/>
            <a:chOff x="1894025" y="3393550"/>
            <a:chExt cx="1697075" cy="1035325"/>
          </a:xfrm>
        </p:grpSpPr>
        <p:sp>
          <p:nvSpPr>
            <p:cNvPr id="133" name="Google Shape;133;p25"/>
            <p:cNvSpPr/>
            <p:nvPr/>
          </p:nvSpPr>
          <p:spPr>
            <a:xfrm>
              <a:off x="1894025" y="3393550"/>
              <a:ext cx="1697075" cy="1035325"/>
            </a:xfrm>
            <a:custGeom>
              <a:rect b="b" l="l" r="r" t="t"/>
              <a:pathLst>
                <a:path extrusionOk="0" h="41413" w="67883">
                  <a:moveTo>
                    <a:pt x="34981" y="1"/>
                  </a:moveTo>
                  <a:cubicBezTo>
                    <a:pt x="33264" y="1"/>
                    <a:pt x="31592" y="379"/>
                    <a:pt x="29655" y="1074"/>
                  </a:cubicBezTo>
                  <a:cubicBezTo>
                    <a:pt x="25952" y="2375"/>
                    <a:pt x="22617" y="4510"/>
                    <a:pt x="19381" y="6678"/>
                  </a:cubicBezTo>
                  <a:cubicBezTo>
                    <a:pt x="14344" y="10114"/>
                    <a:pt x="9074" y="13216"/>
                    <a:pt x="4203" y="16919"/>
                  </a:cubicBezTo>
                  <a:cubicBezTo>
                    <a:pt x="3136" y="17719"/>
                    <a:pt x="2102" y="18553"/>
                    <a:pt x="1335" y="19654"/>
                  </a:cubicBezTo>
                  <a:cubicBezTo>
                    <a:pt x="0" y="21656"/>
                    <a:pt x="401" y="25325"/>
                    <a:pt x="2669" y="26593"/>
                  </a:cubicBezTo>
                  <a:cubicBezTo>
                    <a:pt x="3436" y="27026"/>
                    <a:pt x="4337" y="27126"/>
                    <a:pt x="5171" y="27293"/>
                  </a:cubicBezTo>
                  <a:cubicBezTo>
                    <a:pt x="6905" y="27693"/>
                    <a:pt x="8507" y="28461"/>
                    <a:pt x="10108" y="29194"/>
                  </a:cubicBezTo>
                  <a:cubicBezTo>
                    <a:pt x="17179" y="32530"/>
                    <a:pt x="24218" y="35832"/>
                    <a:pt x="31289" y="39168"/>
                  </a:cubicBezTo>
                  <a:cubicBezTo>
                    <a:pt x="33295" y="40123"/>
                    <a:pt x="35422" y="41412"/>
                    <a:pt x="37699" y="41412"/>
                  </a:cubicBezTo>
                  <a:cubicBezTo>
                    <a:pt x="37808" y="41412"/>
                    <a:pt x="37918" y="41409"/>
                    <a:pt x="38028" y="41403"/>
                  </a:cubicBezTo>
                  <a:cubicBezTo>
                    <a:pt x="40863" y="41236"/>
                    <a:pt x="43298" y="39468"/>
                    <a:pt x="45299" y="37467"/>
                  </a:cubicBezTo>
                  <a:cubicBezTo>
                    <a:pt x="47101" y="35666"/>
                    <a:pt x="48669" y="33564"/>
                    <a:pt x="50770" y="32096"/>
                  </a:cubicBezTo>
                  <a:cubicBezTo>
                    <a:pt x="52972" y="30495"/>
                    <a:pt x="55473" y="29328"/>
                    <a:pt x="57608" y="27593"/>
                  </a:cubicBezTo>
                  <a:cubicBezTo>
                    <a:pt x="58976" y="26492"/>
                    <a:pt x="60243" y="25225"/>
                    <a:pt x="61711" y="24258"/>
                  </a:cubicBezTo>
                  <a:cubicBezTo>
                    <a:pt x="62979" y="23424"/>
                    <a:pt x="64380" y="22790"/>
                    <a:pt x="65547" y="21789"/>
                  </a:cubicBezTo>
                  <a:cubicBezTo>
                    <a:pt x="67482" y="20121"/>
                    <a:pt x="67882" y="16986"/>
                    <a:pt x="67515" y="14551"/>
                  </a:cubicBezTo>
                  <a:cubicBezTo>
                    <a:pt x="67449" y="14117"/>
                    <a:pt x="67215" y="13683"/>
                    <a:pt x="66848" y="13316"/>
                  </a:cubicBezTo>
                  <a:cubicBezTo>
                    <a:pt x="65514" y="11882"/>
                    <a:pt x="62612" y="10881"/>
                    <a:pt x="61311" y="10181"/>
                  </a:cubicBezTo>
                  <a:cubicBezTo>
                    <a:pt x="58642" y="8746"/>
                    <a:pt x="55907" y="7412"/>
                    <a:pt x="53172" y="6145"/>
                  </a:cubicBezTo>
                  <a:cubicBezTo>
                    <a:pt x="48635" y="4076"/>
                    <a:pt x="43965" y="2208"/>
                    <a:pt x="39195" y="707"/>
                  </a:cubicBezTo>
                  <a:cubicBezTo>
                    <a:pt x="37667" y="227"/>
                    <a:pt x="36310" y="1"/>
                    <a:pt x="3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5"/>
            <p:cNvSpPr/>
            <p:nvPr/>
          </p:nvSpPr>
          <p:spPr>
            <a:xfrm>
              <a:off x="1894025" y="3729775"/>
              <a:ext cx="1697075" cy="699100"/>
            </a:xfrm>
            <a:custGeom>
              <a:rect b="b" l="l" r="r" t="t"/>
              <a:pathLst>
                <a:path extrusionOk="0" h="27964" w="67883">
                  <a:moveTo>
                    <a:pt x="66948" y="1"/>
                  </a:moveTo>
                  <a:cubicBezTo>
                    <a:pt x="66781" y="534"/>
                    <a:pt x="66515" y="1035"/>
                    <a:pt x="66214" y="1502"/>
                  </a:cubicBezTo>
                  <a:cubicBezTo>
                    <a:pt x="65547" y="2636"/>
                    <a:pt x="64847" y="3737"/>
                    <a:pt x="63946" y="4704"/>
                  </a:cubicBezTo>
                  <a:cubicBezTo>
                    <a:pt x="62979" y="5705"/>
                    <a:pt x="61811" y="6505"/>
                    <a:pt x="60644" y="7273"/>
                  </a:cubicBezTo>
                  <a:cubicBezTo>
                    <a:pt x="56874" y="9875"/>
                    <a:pt x="53105" y="12443"/>
                    <a:pt x="49369" y="15012"/>
                  </a:cubicBezTo>
                  <a:cubicBezTo>
                    <a:pt x="48268" y="15745"/>
                    <a:pt x="47167" y="16513"/>
                    <a:pt x="46233" y="17413"/>
                  </a:cubicBezTo>
                  <a:cubicBezTo>
                    <a:pt x="44999" y="18647"/>
                    <a:pt x="44032" y="20182"/>
                    <a:pt x="42564" y="21116"/>
                  </a:cubicBezTo>
                  <a:cubicBezTo>
                    <a:pt x="41326" y="21912"/>
                    <a:pt x="39911" y="22206"/>
                    <a:pt x="38442" y="22206"/>
                  </a:cubicBezTo>
                  <a:cubicBezTo>
                    <a:pt x="36587" y="22206"/>
                    <a:pt x="34644" y="21737"/>
                    <a:pt x="32857" y="21216"/>
                  </a:cubicBezTo>
                  <a:cubicBezTo>
                    <a:pt x="31023" y="20682"/>
                    <a:pt x="28921" y="20282"/>
                    <a:pt x="27153" y="19515"/>
                  </a:cubicBezTo>
                  <a:cubicBezTo>
                    <a:pt x="25419" y="18714"/>
                    <a:pt x="23884" y="17580"/>
                    <a:pt x="22050" y="16846"/>
                  </a:cubicBezTo>
                  <a:lnTo>
                    <a:pt x="12042" y="12943"/>
                  </a:lnTo>
                  <a:cubicBezTo>
                    <a:pt x="11375" y="12677"/>
                    <a:pt x="10675" y="12410"/>
                    <a:pt x="9974" y="12143"/>
                  </a:cubicBezTo>
                  <a:cubicBezTo>
                    <a:pt x="7939" y="11342"/>
                    <a:pt x="5738" y="10442"/>
                    <a:pt x="4537" y="8607"/>
                  </a:cubicBezTo>
                  <a:cubicBezTo>
                    <a:pt x="4103" y="7940"/>
                    <a:pt x="3803" y="7206"/>
                    <a:pt x="3336" y="6572"/>
                  </a:cubicBezTo>
                  <a:cubicBezTo>
                    <a:pt x="3003" y="6072"/>
                    <a:pt x="2536" y="5605"/>
                    <a:pt x="1969" y="5405"/>
                  </a:cubicBezTo>
                  <a:cubicBezTo>
                    <a:pt x="1735" y="5671"/>
                    <a:pt x="1535" y="5905"/>
                    <a:pt x="1368" y="6172"/>
                  </a:cubicBezTo>
                  <a:cubicBezTo>
                    <a:pt x="0" y="8173"/>
                    <a:pt x="401" y="11876"/>
                    <a:pt x="2669" y="13144"/>
                  </a:cubicBezTo>
                  <a:cubicBezTo>
                    <a:pt x="3436" y="13577"/>
                    <a:pt x="4337" y="13677"/>
                    <a:pt x="5171" y="13844"/>
                  </a:cubicBezTo>
                  <a:cubicBezTo>
                    <a:pt x="6905" y="14244"/>
                    <a:pt x="8540" y="14978"/>
                    <a:pt x="10141" y="15745"/>
                  </a:cubicBezTo>
                  <a:cubicBezTo>
                    <a:pt x="17179" y="19048"/>
                    <a:pt x="24251" y="22383"/>
                    <a:pt x="31289" y="25719"/>
                  </a:cubicBezTo>
                  <a:cubicBezTo>
                    <a:pt x="33327" y="26674"/>
                    <a:pt x="35425" y="27963"/>
                    <a:pt x="37728" y="27963"/>
                  </a:cubicBezTo>
                  <a:cubicBezTo>
                    <a:pt x="37839" y="27963"/>
                    <a:pt x="37950" y="27960"/>
                    <a:pt x="38061" y="27954"/>
                  </a:cubicBezTo>
                  <a:cubicBezTo>
                    <a:pt x="40863" y="27787"/>
                    <a:pt x="43298" y="25986"/>
                    <a:pt x="45299" y="24018"/>
                  </a:cubicBezTo>
                  <a:cubicBezTo>
                    <a:pt x="47101" y="22217"/>
                    <a:pt x="48669" y="20115"/>
                    <a:pt x="50770" y="18614"/>
                  </a:cubicBezTo>
                  <a:cubicBezTo>
                    <a:pt x="53005" y="17046"/>
                    <a:pt x="55473" y="15879"/>
                    <a:pt x="57608" y="14144"/>
                  </a:cubicBezTo>
                  <a:cubicBezTo>
                    <a:pt x="58976" y="13043"/>
                    <a:pt x="60243" y="11776"/>
                    <a:pt x="61711" y="10809"/>
                  </a:cubicBezTo>
                  <a:cubicBezTo>
                    <a:pt x="62979" y="9975"/>
                    <a:pt x="64380" y="9341"/>
                    <a:pt x="65547" y="8340"/>
                  </a:cubicBezTo>
                  <a:cubicBezTo>
                    <a:pt x="67482" y="6672"/>
                    <a:pt x="67882" y="3537"/>
                    <a:pt x="67515" y="1102"/>
                  </a:cubicBezTo>
                  <a:cubicBezTo>
                    <a:pt x="67449" y="701"/>
                    <a:pt x="67248" y="334"/>
                    <a:pt x="669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5"/>
            <p:cNvSpPr/>
            <p:nvPr/>
          </p:nvSpPr>
          <p:spPr>
            <a:xfrm>
              <a:off x="3018150" y="3834850"/>
              <a:ext cx="564600" cy="498725"/>
            </a:xfrm>
            <a:custGeom>
              <a:rect b="b" l="l" r="r" t="t"/>
              <a:pathLst>
                <a:path extrusionOk="0" h="19949" w="22584">
                  <a:moveTo>
                    <a:pt x="22584" y="1"/>
                  </a:moveTo>
                  <a:cubicBezTo>
                    <a:pt x="19982" y="1935"/>
                    <a:pt x="17547" y="4104"/>
                    <a:pt x="15412" y="6539"/>
                  </a:cubicBezTo>
                  <a:cubicBezTo>
                    <a:pt x="15070" y="6907"/>
                    <a:pt x="14623" y="7297"/>
                    <a:pt x="14188" y="7297"/>
                  </a:cubicBezTo>
                  <a:cubicBezTo>
                    <a:pt x="14072" y="7297"/>
                    <a:pt x="13957" y="7269"/>
                    <a:pt x="13844" y="7206"/>
                  </a:cubicBezTo>
                  <a:cubicBezTo>
                    <a:pt x="13410" y="6939"/>
                    <a:pt x="13377" y="6339"/>
                    <a:pt x="13144" y="5938"/>
                  </a:cubicBezTo>
                  <a:cubicBezTo>
                    <a:pt x="12943" y="5638"/>
                    <a:pt x="12643" y="5471"/>
                    <a:pt x="12310" y="5405"/>
                  </a:cubicBezTo>
                  <a:cubicBezTo>
                    <a:pt x="11943" y="5672"/>
                    <a:pt x="11576" y="5905"/>
                    <a:pt x="11209" y="6172"/>
                  </a:cubicBezTo>
                  <a:cubicBezTo>
                    <a:pt x="11109" y="7273"/>
                    <a:pt x="11509" y="8474"/>
                    <a:pt x="11109" y="9541"/>
                  </a:cubicBezTo>
                  <a:cubicBezTo>
                    <a:pt x="10709" y="10542"/>
                    <a:pt x="9708" y="11142"/>
                    <a:pt x="8807" y="11642"/>
                  </a:cubicBezTo>
                  <a:cubicBezTo>
                    <a:pt x="7540" y="12376"/>
                    <a:pt x="6239" y="13110"/>
                    <a:pt x="4971" y="13811"/>
                  </a:cubicBezTo>
                  <a:cubicBezTo>
                    <a:pt x="4537" y="14059"/>
                    <a:pt x="4000" y="14294"/>
                    <a:pt x="3528" y="14294"/>
                  </a:cubicBezTo>
                  <a:cubicBezTo>
                    <a:pt x="3238" y="14294"/>
                    <a:pt x="2972" y="14206"/>
                    <a:pt x="2770" y="13977"/>
                  </a:cubicBezTo>
                  <a:cubicBezTo>
                    <a:pt x="2369" y="13510"/>
                    <a:pt x="2503" y="12843"/>
                    <a:pt x="2469" y="12210"/>
                  </a:cubicBezTo>
                  <a:lnTo>
                    <a:pt x="2469" y="12210"/>
                  </a:lnTo>
                  <a:cubicBezTo>
                    <a:pt x="2036" y="12543"/>
                    <a:pt x="1635" y="12877"/>
                    <a:pt x="1268" y="13244"/>
                  </a:cubicBezTo>
                  <a:cubicBezTo>
                    <a:pt x="835" y="13677"/>
                    <a:pt x="401" y="14178"/>
                    <a:pt x="1" y="14645"/>
                  </a:cubicBezTo>
                  <a:cubicBezTo>
                    <a:pt x="168" y="15512"/>
                    <a:pt x="301" y="16379"/>
                    <a:pt x="368" y="17280"/>
                  </a:cubicBezTo>
                  <a:cubicBezTo>
                    <a:pt x="435" y="18180"/>
                    <a:pt x="334" y="19081"/>
                    <a:pt x="234" y="19948"/>
                  </a:cubicBezTo>
                  <a:cubicBezTo>
                    <a:pt x="268" y="19915"/>
                    <a:pt x="301" y="19848"/>
                    <a:pt x="334" y="19815"/>
                  </a:cubicBezTo>
                  <a:cubicBezTo>
                    <a:pt x="2136" y="18014"/>
                    <a:pt x="3704" y="15912"/>
                    <a:pt x="5805" y="14444"/>
                  </a:cubicBezTo>
                  <a:cubicBezTo>
                    <a:pt x="8040" y="12843"/>
                    <a:pt x="10508" y="11676"/>
                    <a:pt x="12643" y="9975"/>
                  </a:cubicBezTo>
                  <a:cubicBezTo>
                    <a:pt x="14011" y="8840"/>
                    <a:pt x="15278" y="7606"/>
                    <a:pt x="16746" y="6606"/>
                  </a:cubicBezTo>
                  <a:cubicBezTo>
                    <a:pt x="18014" y="5772"/>
                    <a:pt x="19415" y="5138"/>
                    <a:pt x="20582" y="4137"/>
                  </a:cubicBezTo>
                  <a:cubicBezTo>
                    <a:pt x="20716" y="4037"/>
                    <a:pt x="20849" y="3904"/>
                    <a:pt x="20949" y="3770"/>
                  </a:cubicBezTo>
                  <a:cubicBezTo>
                    <a:pt x="20983" y="3737"/>
                    <a:pt x="21016" y="3670"/>
                    <a:pt x="21049" y="3637"/>
                  </a:cubicBezTo>
                  <a:cubicBezTo>
                    <a:pt x="21149" y="3537"/>
                    <a:pt x="21216" y="3437"/>
                    <a:pt x="21283" y="3337"/>
                  </a:cubicBezTo>
                  <a:cubicBezTo>
                    <a:pt x="21349" y="3303"/>
                    <a:pt x="21383" y="3270"/>
                    <a:pt x="21416" y="3203"/>
                  </a:cubicBezTo>
                  <a:cubicBezTo>
                    <a:pt x="21483" y="3103"/>
                    <a:pt x="21550" y="3003"/>
                    <a:pt x="21616" y="2903"/>
                  </a:cubicBezTo>
                  <a:cubicBezTo>
                    <a:pt x="21650" y="2836"/>
                    <a:pt x="21650" y="2803"/>
                    <a:pt x="21683" y="2736"/>
                  </a:cubicBezTo>
                  <a:cubicBezTo>
                    <a:pt x="21750" y="2603"/>
                    <a:pt x="21850" y="2469"/>
                    <a:pt x="21883" y="2336"/>
                  </a:cubicBezTo>
                  <a:cubicBezTo>
                    <a:pt x="21917" y="2336"/>
                    <a:pt x="21917" y="2302"/>
                    <a:pt x="21917" y="2269"/>
                  </a:cubicBezTo>
                  <a:cubicBezTo>
                    <a:pt x="22083" y="1935"/>
                    <a:pt x="22217" y="1569"/>
                    <a:pt x="22317" y="1168"/>
                  </a:cubicBezTo>
                  <a:cubicBezTo>
                    <a:pt x="22384" y="1001"/>
                    <a:pt x="22417" y="801"/>
                    <a:pt x="22450" y="601"/>
                  </a:cubicBezTo>
                  <a:cubicBezTo>
                    <a:pt x="22450" y="601"/>
                    <a:pt x="22450" y="601"/>
                    <a:pt x="22484" y="568"/>
                  </a:cubicBezTo>
                  <a:cubicBezTo>
                    <a:pt x="22517" y="368"/>
                    <a:pt x="22550" y="201"/>
                    <a:pt x="2258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1911525" y="3844025"/>
              <a:ext cx="833125" cy="511725"/>
            </a:xfrm>
            <a:custGeom>
              <a:rect b="b" l="l" r="r" t="t"/>
              <a:pathLst>
                <a:path extrusionOk="0" h="20469" w="33325">
                  <a:moveTo>
                    <a:pt x="2136" y="1"/>
                  </a:moveTo>
                  <a:cubicBezTo>
                    <a:pt x="1569" y="501"/>
                    <a:pt x="1068" y="1001"/>
                    <a:pt x="635" y="1635"/>
                  </a:cubicBezTo>
                  <a:cubicBezTo>
                    <a:pt x="335" y="2102"/>
                    <a:pt x="101" y="2669"/>
                    <a:pt x="1" y="3303"/>
                  </a:cubicBezTo>
                  <a:cubicBezTo>
                    <a:pt x="2336" y="4771"/>
                    <a:pt x="4204" y="6739"/>
                    <a:pt x="6839" y="7940"/>
                  </a:cubicBezTo>
                  <a:cubicBezTo>
                    <a:pt x="9641" y="9207"/>
                    <a:pt x="12610" y="10075"/>
                    <a:pt x="15412" y="11409"/>
                  </a:cubicBezTo>
                  <a:cubicBezTo>
                    <a:pt x="18414" y="12810"/>
                    <a:pt x="21183" y="14678"/>
                    <a:pt x="24252" y="15912"/>
                  </a:cubicBezTo>
                  <a:cubicBezTo>
                    <a:pt x="26153" y="16646"/>
                    <a:pt x="28321" y="17313"/>
                    <a:pt x="29188" y="19148"/>
                  </a:cubicBezTo>
                  <a:cubicBezTo>
                    <a:pt x="29389" y="19548"/>
                    <a:pt x="29522" y="20048"/>
                    <a:pt x="29922" y="20315"/>
                  </a:cubicBezTo>
                  <a:cubicBezTo>
                    <a:pt x="30074" y="20421"/>
                    <a:pt x="30243" y="20469"/>
                    <a:pt x="30421" y="20469"/>
                  </a:cubicBezTo>
                  <a:cubicBezTo>
                    <a:pt x="31029" y="20469"/>
                    <a:pt x="31749" y="19918"/>
                    <a:pt x="32291" y="19248"/>
                  </a:cubicBezTo>
                  <a:cubicBezTo>
                    <a:pt x="32924" y="18447"/>
                    <a:pt x="33325" y="17513"/>
                    <a:pt x="33058" y="17013"/>
                  </a:cubicBezTo>
                  <a:cubicBezTo>
                    <a:pt x="32958" y="16779"/>
                    <a:pt x="32791" y="16613"/>
                    <a:pt x="32591" y="16446"/>
                  </a:cubicBezTo>
                  <a:cubicBezTo>
                    <a:pt x="29922" y="14178"/>
                    <a:pt x="26420" y="13277"/>
                    <a:pt x="23151" y="12043"/>
                  </a:cubicBezTo>
                  <a:cubicBezTo>
                    <a:pt x="20149" y="10909"/>
                    <a:pt x="17247" y="9474"/>
                    <a:pt x="14378" y="8073"/>
                  </a:cubicBezTo>
                  <a:cubicBezTo>
                    <a:pt x="12944" y="7373"/>
                    <a:pt x="11476" y="6639"/>
                    <a:pt x="10041" y="5972"/>
                  </a:cubicBezTo>
                  <a:cubicBezTo>
                    <a:pt x="8874" y="5471"/>
                    <a:pt x="7440" y="5138"/>
                    <a:pt x="6439" y="4404"/>
                  </a:cubicBezTo>
                  <a:cubicBezTo>
                    <a:pt x="4938" y="3303"/>
                    <a:pt x="4004" y="1535"/>
                    <a:pt x="2569" y="334"/>
                  </a:cubicBezTo>
                  <a:cubicBezTo>
                    <a:pt x="2436" y="201"/>
                    <a:pt x="2303" y="101"/>
                    <a:pt x="213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5"/>
            <p:cNvSpPr/>
            <p:nvPr/>
          </p:nvSpPr>
          <p:spPr>
            <a:xfrm>
              <a:off x="1912375" y="3393550"/>
              <a:ext cx="1669550" cy="526400"/>
            </a:xfrm>
            <a:custGeom>
              <a:rect b="b" l="l" r="r" t="t"/>
              <a:pathLst>
                <a:path extrusionOk="0" h="21056" w="66782">
                  <a:moveTo>
                    <a:pt x="34247" y="1"/>
                  </a:moveTo>
                  <a:cubicBezTo>
                    <a:pt x="32530" y="1"/>
                    <a:pt x="30858" y="379"/>
                    <a:pt x="28921" y="1074"/>
                  </a:cubicBezTo>
                  <a:cubicBezTo>
                    <a:pt x="25218" y="2375"/>
                    <a:pt x="21883" y="4510"/>
                    <a:pt x="18647" y="6678"/>
                  </a:cubicBezTo>
                  <a:cubicBezTo>
                    <a:pt x="13610" y="10114"/>
                    <a:pt x="8340" y="13216"/>
                    <a:pt x="3469" y="16919"/>
                  </a:cubicBezTo>
                  <a:cubicBezTo>
                    <a:pt x="2402" y="17719"/>
                    <a:pt x="1368" y="18553"/>
                    <a:pt x="601" y="19654"/>
                  </a:cubicBezTo>
                  <a:cubicBezTo>
                    <a:pt x="334" y="20054"/>
                    <a:pt x="134" y="20522"/>
                    <a:pt x="0" y="21055"/>
                  </a:cubicBezTo>
                  <a:cubicBezTo>
                    <a:pt x="1301" y="19854"/>
                    <a:pt x="2669" y="18720"/>
                    <a:pt x="4103" y="17653"/>
                  </a:cubicBezTo>
                  <a:cubicBezTo>
                    <a:pt x="7839" y="14917"/>
                    <a:pt x="11909" y="12649"/>
                    <a:pt x="16045" y="10581"/>
                  </a:cubicBezTo>
                  <a:cubicBezTo>
                    <a:pt x="18413" y="9414"/>
                    <a:pt x="20782" y="8313"/>
                    <a:pt x="23184" y="7212"/>
                  </a:cubicBezTo>
                  <a:cubicBezTo>
                    <a:pt x="24470" y="6592"/>
                    <a:pt x="25931" y="5987"/>
                    <a:pt x="27315" y="5987"/>
                  </a:cubicBezTo>
                  <a:cubicBezTo>
                    <a:pt x="27941" y="5987"/>
                    <a:pt x="28550" y="6110"/>
                    <a:pt x="29121" y="6411"/>
                  </a:cubicBezTo>
                  <a:cubicBezTo>
                    <a:pt x="30022" y="6845"/>
                    <a:pt x="30689" y="7679"/>
                    <a:pt x="31523" y="8213"/>
                  </a:cubicBezTo>
                  <a:cubicBezTo>
                    <a:pt x="32154" y="8589"/>
                    <a:pt x="32882" y="8770"/>
                    <a:pt x="33611" y="8770"/>
                  </a:cubicBezTo>
                  <a:cubicBezTo>
                    <a:pt x="34695" y="8770"/>
                    <a:pt x="35782" y="8370"/>
                    <a:pt x="36560" y="7612"/>
                  </a:cubicBezTo>
                  <a:cubicBezTo>
                    <a:pt x="37060" y="7112"/>
                    <a:pt x="37427" y="6445"/>
                    <a:pt x="38061" y="6078"/>
                  </a:cubicBezTo>
                  <a:cubicBezTo>
                    <a:pt x="38595" y="5711"/>
                    <a:pt x="39295" y="5644"/>
                    <a:pt x="39962" y="5611"/>
                  </a:cubicBezTo>
                  <a:cubicBezTo>
                    <a:pt x="40346" y="5588"/>
                    <a:pt x="40729" y="5577"/>
                    <a:pt x="41109" y="5577"/>
                  </a:cubicBezTo>
                  <a:cubicBezTo>
                    <a:pt x="50134" y="5577"/>
                    <a:pt x="58043" y="11830"/>
                    <a:pt x="66781" y="14551"/>
                  </a:cubicBezTo>
                  <a:cubicBezTo>
                    <a:pt x="66715" y="14117"/>
                    <a:pt x="66448" y="13683"/>
                    <a:pt x="66114" y="13316"/>
                  </a:cubicBezTo>
                  <a:cubicBezTo>
                    <a:pt x="64780" y="11882"/>
                    <a:pt x="61878" y="10881"/>
                    <a:pt x="60577" y="10181"/>
                  </a:cubicBezTo>
                  <a:cubicBezTo>
                    <a:pt x="57908" y="8746"/>
                    <a:pt x="55173" y="7412"/>
                    <a:pt x="52438" y="6145"/>
                  </a:cubicBezTo>
                  <a:cubicBezTo>
                    <a:pt x="47901" y="4076"/>
                    <a:pt x="43231" y="2208"/>
                    <a:pt x="38461" y="707"/>
                  </a:cubicBezTo>
                  <a:cubicBezTo>
                    <a:pt x="36933" y="227"/>
                    <a:pt x="35576" y="1"/>
                    <a:pt x="3424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8" name="Google Shape;138;p25"/>
          <p:cNvGrpSpPr/>
          <p:nvPr/>
        </p:nvGrpSpPr>
        <p:grpSpPr>
          <a:xfrm rot="-9037224">
            <a:off x="-179394" y="4521369"/>
            <a:ext cx="1600346" cy="939562"/>
            <a:chOff x="1939900" y="2001425"/>
            <a:chExt cx="1600325" cy="939550"/>
          </a:xfrm>
        </p:grpSpPr>
        <p:sp>
          <p:nvSpPr>
            <p:cNvPr id="139" name="Google Shape;139;p25"/>
            <p:cNvSpPr/>
            <p:nvPr/>
          </p:nvSpPr>
          <p:spPr>
            <a:xfrm>
              <a:off x="1939900" y="2001425"/>
              <a:ext cx="1600325" cy="939550"/>
            </a:xfrm>
            <a:custGeom>
              <a:rect b="b" l="l" r="r" t="t"/>
              <a:pathLst>
                <a:path extrusionOk="0" h="37582" w="64013">
                  <a:moveTo>
                    <a:pt x="53040" y="0"/>
                  </a:moveTo>
                  <a:cubicBezTo>
                    <a:pt x="52834" y="0"/>
                    <a:pt x="52630" y="14"/>
                    <a:pt x="52438" y="35"/>
                  </a:cubicBezTo>
                  <a:cubicBezTo>
                    <a:pt x="48401" y="536"/>
                    <a:pt x="44565" y="2037"/>
                    <a:pt x="40629" y="3071"/>
                  </a:cubicBezTo>
                  <a:cubicBezTo>
                    <a:pt x="36860" y="4071"/>
                    <a:pt x="33457" y="3805"/>
                    <a:pt x="29655" y="4005"/>
                  </a:cubicBezTo>
                  <a:cubicBezTo>
                    <a:pt x="27420" y="4138"/>
                    <a:pt x="25151" y="4739"/>
                    <a:pt x="22950" y="4772"/>
                  </a:cubicBezTo>
                  <a:cubicBezTo>
                    <a:pt x="22928" y="4772"/>
                    <a:pt x="22907" y="4773"/>
                    <a:pt x="22886" y="4773"/>
                  </a:cubicBezTo>
                  <a:cubicBezTo>
                    <a:pt x="21755" y="4773"/>
                    <a:pt x="20472" y="4112"/>
                    <a:pt x="19293" y="4112"/>
                  </a:cubicBezTo>
                  <a:cubicBezTo>
                    <a:pt x="18956" y="4112"/>
                    <a:pt x="18627" y="4166"/>
                    <a:pt x="18313" y="4305"/>
                  </a:cubicBezTo>
                  <a:cubicBezTo>
                    <a:pt x="17379" y="4739"/>
                    <a:pt x="17012" y="5839"/>
                    <a:pt x="16445" y="6707"/>
                  </a:cubicBezTo>
                  <a:cubicBezTo>
                    <a:pt x="15711" y="7741"/>
                    <a:pt x="14577" y="8475"/>
                    <a:pt x="13310" y="8641"/>
                  </a:cubicBezTo>
                  <a:cubicBezTo>
                    <a:pt x="13160" y="8671"/>
                    <a:pt x="13003" y="8688"/>
                    <a:pt x="12846" y="8688"/>
                  </a:cubicBezTo>
                  <a:cubicBezTo>
                    <a:pt x="12653" y="8688"/>
                    <a:pt x="12459" y="8663"/>
                    <a:pt x="12276" y="8608"/>
                  </a:cubicBezTo>
                  <a:cubicBezTo>
                    <a:pt x="11842" y="8441"/>
                    <a:pt x="11508" y="8108"/>
                    <a:pt x="11175" y="7807"/>
                  </a:cubicBezTo>
                  <a:cubicBezTo>
                    <a:pt x="10240" y="6986"/>
                    <a:pt x="9040" y="6381"/>
                    <a:pt x="7821" y="6381"/>
                  </a:cubicBezTo>
                  <a:cubicBezTo>
                    <a:pt x="7605" y="6381"/>
                    <a:pt x="7388" y="6400"/>
                    <a:pt x="7172" y="6440"/>
                  </a:cubicBezTo>
                  <a:cubicBezTo>
                    <a:pt x="5771" y="6740"/>
                    <a:pt x="4537" y="8208"/>
                    <a:pt x="4937" y="9609"/>
                  </a:cubicBezTo>
                  <a:cubicBezTo>
                    <a:pt x="5070" y="10209"/>
                    <a:pt x="5504" y="10810"/>
                    <a:pt x="5271" y="11377"/>
                  </a:cubicBezTo>
                  <a:cubicBezTo>
                    <a:pt x="5137" y="11777"/>
                    <a:pt x="4703" y="12010"/>
                    <a:pt x="4337" y="12211"/>
                  </a:cubicBezTo>
                  <a:cubicBezTo>
                    <a:pt x="3002" y="12878"/>
                    <a:pt x="1635" y="13512"/>
                    <a:pt x="701" y="14612"/>
                  </a:cubicBezTo>
                  <a:cubicBezTo>
                    <a:pt x="334" y="15079"/>
                    <a:pt x="0" y="15680"/>
                    <a:pt x="167" y="16247"/>
                  </a:cubicBezTo>
                  <a:cubicBezTo>
                    <a:pt x="300" y="16814"/>
                    <a:pt x="834" y="17181"/>
                    <a:pt x="1268" y="17614"/>
                  </a:cubicBezTo>
                  <a:cubicBezTo>
                    <a:pt x="2135" y="18482"/>
                    <a:pt x="2502" y="19816"/>
                    <a:pt x="2202" y="21017"/>
                  </a:cubicBezTo>
                  <a:cubicBezTo>
                    <a:pt x="1901" y="22251"/>
                    <a:pt x="1001" y="23652"/>
                    <a:pt x="1835" y="24620"/>
                  </a:cubicBezTo>
                  <a:cubicBezTo>
                    <a:pt x="2335" y="25187"/>
                    <a:pt x="3202" y="25220"/>
                    <a:pt x="3836" y="25687"/>
                  </a:cubicBezTo>
                  <a:cubicBezTo>
                    <a:pt x="4937" y="26521"/>
                    <a:pt x="4804" y="28522"/>
                    <a:pt x="6038" y="29189"/>
                  </a:cubicBezTo>
                  <a:cubicBezTo>
                    <a:pt x="6234" y="29291"/>
                    <a:pt x="6448" y="29338"/>
                    <a:pt x="6664" y="29338"/>
                  </a:cubicBezTo>
                  <a:cubicBezTo>
                    <a:pt x="7365" y="29338"/>
                    <a:pt x="8078" y="28844"/>
                    <a:pt x="8206" y="28155"/>
                  </a:cubicBezTo>
                  <a:cubicBezTo>
                    <a:pt x="8473" y="26955"/>
                    <a:pt x="7272" y="25487"/>
                    <a:pt x="8139" y="24586"/>
                  </a:cubicBezTo>
                  <a:cubicBezTo>
                    <a:pt x="8367" y="24359"/>
                    <a:pt x="8670" y="24262"/>
                    <a:pt x="8986" y="24262"/>
                  </a:cubicBezTo>
                  <a:cubicBezTo>
                    <a:pt x="9366" y="24262"/>
                    <a:pt x="9765" y="24401"/>
                    <a:pt x="10074" y="24620"/>
                  </a:cubicBezTo>
                  <a:cubicBezTo>
                    <a:pt x="12276" y="26087"/>
                    <a:pt x="11842" y="30023"/>
                    <a:pt x="14210" y="31191"/>
                  </a:cubicBezTo>
                  <a:cubicBezTo>
                    <a:pt x="14547" y="31363"/>
                    <a:pt x="14915" y="31443"/>
                    <a:pt x="15287" y="31443"/>
                  </a:cubicBezTo>
                  <a:cubicBezTo>
                    <a:pt x="16425" y="31443"/>
                    <a:pt x="17586" y="30696"/>
                    <a:pt x="17913" y="29590"/>
                  </a:cubicBezTo>
                  <a:cubicBezTo>
                    <a:pt x="18180" y="28622"/>
                    <a:pt x="17980" y="27455"/>
                    <a:pt x="18680" y="26754"/>
                  </a:cubicBezTo>
                  <a:cubicBezTo>
                    <a:pt x="18962" y="26488"/>
                    <a:pt x="19331" y="26369"/>
                    <a:pt x="19713" y="26369"/>
                  </a:cubicBezTo>
                  <a:cubicBezTo>
                    <a:pt x="20146" y="26369"/>
                    <a:pt x="20594" y="26522"/>
                    <a:pt x="20948" y="26788"/>
                  </a:cubicBezTo>
                  <a:cubicBezTo>
                    <a:pt x="21616" y="27255"/>
                    <a:pt x="22016" y="28022"/>
                    <a:pt x="22316" y="28789"/>
                  </a:cubicBezTo>
                  <a:cubicBezTo>
                    <a:pt x="22850" y="30157"/>
                    <a:pt x="23217" y="31591"/>
                    <a:pt x="23917" y="32892"/>
                  </a:cubicBezTo>
                  <a:cubicBezTo>
                    <a:pt x="24584" y="34193"/>
                    <a:pt x="25652" y="35394"/>
                    <a:pt x="27053" y="35794"/>
                  </a:cubicBezTo>
                  <a:cubicBezTo>
                    <a:pt x="27174" y="35814"/>
                    <a:pt x="27296" y="35847"/>
                    <a:pt x="27418" y="35847"/>
                  </a:cubicBezTo>
                  <a:cubicBezTo>
                    <a:pt x="27496" y="35847"/>
                    <a:pt x="27575" y="35833"/>
                    <a:pt x="27653" y="35794"/>
                  </a:cubicBezTo>
                  <a:cubicBezTo>
                    <a:pt x="28087" y="35661"/>
                    <a:pt x="28154" y="35060"/>
                    <a:pt x="28187" y="34593"/>
                  </a:cubicBezTo>
                  <a:cubicBezTo>
                    <a:pt x="28287" y="33159"/>
                    <a:pt x="28787" y="31691"/>
                    <a:pt x="29921" y="30824"/>
                  </a:cubicBezTo>
                  <a:cubicBezTo>
                    <a:pt x="30451" y="30419"/>
                    <a:pt x="31132" y="30203"/>
                    <a:pt x="31797" y="30203"/>
                  </a:cubicBezTo>
                  <a:cubicBezTo>
                    <a:pt x="32557" y="30203"/>
                    <a:pt x="33295" y="30486"/>
                    <a:pt x="33758" y="31091"/>
                  </a:cubicBezTo>
                  <a:cubicBezTo>
                    <a:pt x="35025" y="32792"/>
                    <a:pt x="33457" y="35794"/>
                    <a:pt x="35092" y="37162"/>
                  </a:cubicBezTo>
                  <a:cubicBezTo>
                    <a:pt x="35436" y="37453"/>
                    <a:pt x="35841" y="37581"/>
                    <a:pt x="36260" y="37581"/>
                  </a:cubicBezTo>
                  <a:cubicBezTo>
                    <a:pt x="37424" y="37581"/>
                    <a:pt x="38693" y="36596"/>
                    <a:pt x="39061" y="35394"/>
                  </a:cubicBezTo>
                  <a:cubicBezTo>
                    <a:pt x="39362" y="34393"/>
                    <a:pt x="39261" y="33359"/>
                    <a:pt x="39328" y="32325"/>
                  </a:cubicBezTo>
                  <a:cubicBezTo>
                    <a:pt x="39362" y="31291"/>
                    <a:pt x="39595" y="30190"/>
                    <a:pt x="40329" y="29456"/>
                  </a:cubicBezTo>
                  <a:cubicBezTo>
                    <a:pt x="40698" y="29070"/>
                    <a:pt x="41261" y="28850"/>
                    <a:pt x="41799" y="28850"/>
                  </a:cubicBezTo>
                  <a:cubicBezTo>
                    <a:pt x="42283" y="28850"/>
                    <a:pt x="42746" y="29028"/>
                    <a:pt x="43031" y="29423"/>
                  </a:cubicBezTo>
                  <a:cubicBezTo>
                    <a:pt x="43264" y="29723"/>
                    <a:pt x="43364" y="30090"/>
                    <a:pt x="43565" y="30390"/>
                  </a:cubicBezTo>
                  <a:cubicBezTo>
                    <a:pt x="43895" y="30886"/>
                    <a:pt x="44494" y="31126"/>
                    <a:pt x="45108" y="31126"/>
                  </a:cubicBezTo>
                  <a:cubicBezTo>
                    <a:pt x="45486" y="31126"/>
                    <a:pt x="45869" y="31035"/>
                    <a:pt x="46200" y="30857"/>
                  </a:cubicBezTo>
                  <a:cubicBezTo>
                    <a:pt x="47034" y="30390"/>
                    <a:pt x="47567" y="29456"/>
                    <a:pt x="47868" y="28556"/>
                  </a:cubicBezTo>
                  <a:cubicBezTo>
                    <a:pt x="48168" y="27688"/>
                    <a:pt x="48335" y="26754"/>
                    <a:pt x="48968" y="26154"/>
                  </a:cubicBezTo>
                  <a:cubicBezTo>
                    <a:pt x="49515" y="25650"/>
                    <a:pt x="50227" y="25518"/>
                    <a:pt x="50997" y="25518"/>
                  </a:cubicBezTo>
                  <a:cubicBezTo>
                    <a:pt x="51842" y="25518"/>
                    <a:pt x="52757" y="25677"/>
                    <a:pt x="53600" y="25677"/>
                  </a:cubicBezTo>
                  <a:cubicBezTo>
                    <a:pt x="54379" y="25677"/>
                    <a:pt x="55096" y="25542"/>
                    <a:pt x="55640" y="25020"/>
                  </a:cubicBezTo>
                  <a:cubicBezTo>
                    <a:pt x="57208" y="23452"/>
                    <a:pt x="55640" y="20083"/>
                    <a:pt x="57474" y="18849"/>
                  </a:cubicBezTo>
                  <a:cubicBezTo>
                    <a:pt x="58408" y="18248"/>
                    <a:pt x="59743" y="18615"/>
                    <a:pt x="60743" y="18081"/>
                  </a:cubicBezTo>
                  <a:cubicBezTo>
                    <a:pt x="61544" y="17648"/>
                    <a:pt x="61944" y="16680"/>
                    <a:pt x="61944" y="15746"/>
                  </a:cubicBezTo>
                  <a:cubicBezTo>
                    <a:pt x="61911" y="14846"/>
                    <a:pt x="61544" y="13979"/>
                    <a:pt x="61077" y="13178"/>
                  </a:cubicBezTo>
                  <a:cubicBezTo>
                    <a:pt x="60844" y="12711"/>
                    <a:pt x="60543" y="12244"/>
                    <a:pt x="60543" y="11710"/>
                  </a:cubicBezTo>
                  <a:cubicBezTo>
                    <a:pt x="60577" y="10009"/>
                    <a:pt x="63512" y="9675"/>
                    <a:pt x="63846" y="7974"/>
                  </a:cubicBezTo>
                  <a:cubicBezTo>
                    <a:pt x="64012" y="7140"/>
                    <a:pt x="63412" y="6340"/>
                    <a:pt x="62678" y="5939"/>
                  </a:cubicBezTo>
                  <a:cubicBezTo>
                    <a:pt x="62044" y="5639"/>
                    <a:pt x="61344" y="5673"/>
                    <a:pt x="60743" y="5372"/>
                  </a:cubicBezTo>
                  <a:cubicBezTo>
                    <a:pt x="60643" y="5306"/>
                    <a:pt x="60543" y="5239"/>
                    <a:pt x="60443" y="5172"/>
                  </a:cubicBezTo>
                  <a:cubicBezTo>
                    <a:pt x="60043" y="4839"/>
                    <a:pt x="59809" y="4372"/>
                    <a:pt x="59176" y="4205"/>
                  </a:cubicBezTo>
                  <a:cubicBezTo>
                    <a:pt x="58909" y="4127"/>
                    <a:pt x="58635" y="4101"/>
                    <a:pt x="58357" y="4101"/>
                  </a:cubicBezTo>
                  <a:cubicBezTo>
                    <a:pt x="57801" y="4101"/>
                    <a:pt x="57230" y="4205"/>
                    <a:pt x="56674" y="4205"/>
                  </a:cubicBezTo>
                  <a:cubicBezTo>
                    <a:pt x="56639" y="4206"/>
                    <a:pt x="56604" y="4207"/>
                    <a:pt x="56569" y="4207"/>
                  </a:cubicBezTo>
                  <a:cubicBezTo>
                    <a:pt x="55758" y="4207"/>
                    <a:pt x="54832" y="3837"/>
                    <a:pt x="54672" y="3037"/>
                  </a:cubicBezTo>
                  <a:cubicBezTo>
                    <a:pt x="54506" y="2304"/>
                    <a:pt x="55039" y="1570"/>
                    <a:pt x="54806" y="869"/>
                  </a:cubicBezTo>
                  <a:cubicBezTo>
                    <a:pt x="54570" y="187"/>
                    <a:pt x="53797" y="0"/>
                    <a:pt x="5304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5"/>
            <p:cNvSpPr/>
            <p:nvPr/>
          </p:nvSpPr>
          <p:spPr>
            <a:xfrm>
              <a:off x="2039125" y="2461050"/>
              <a:ext cx="381125" cy="273850"/>
            </a:xfrm>
            <a:custGeom>
              <a:rect b="b" l="l" r="r" t="t"/>
              <a:pathLst>
                <a:path extrusionOk="0" h="10954" w="15245">
                  <a:moveTo>
                    <a:pt x="13268" y="0"/>
                  </a:moveTo>
                  <a:cubicBezTo>
                    <a:pt x="12542" y="0"/>
                    <a:pt x="11696" y="163"/>
                    <a:pt x="10875" y="697"/>
                  </a:cubicBezTo>
                  <a:cubicBezTo>
                    <a:pt x="9074" y="1865"/>
                    <a:pt x="2069" y="6168"/>
                    <a:pt x="1" y="7435"/>
                  </a:cubicBezTo>
                  <a:cubicBezTo>
                    <a:pt x="968" y="8336"/>
                    <a:pt x="868" y="10171"/>
                    <a:pt x="2069" y="10804"/>
                  </a:cubicBezTo>
                  <a:cubicBezTo>
                    <a:pt x="2265" y="10906"/>
                    <a:pt x="2479" y="10953"/>
                    <a:pt x="2695" y="10953"/>
                  </a:cubicBezTo>
                  <a:cubicBezTo>
                    <a:pt x="3396" y="10953"/>
                    <a:pt x="4109" y="10459"/>
                    <a:pt x="4237" y="9770"/>
                  </a:cubicBezTo>
                  <a:cubicBezTo>
                    <a:pt x="4504" y="8570"/>
                    <a:pt x="3303" y="7102"/>
                    <a:pt x="4170" y="6201"/>
                  </a:cubicBezTo>
                  <a:cubicBezTo>
                    <a:pt x="4398" y="5974"/>
                    <a:pt x="4701" y="5877"/>
                    <a:pt x="5017" y="5877"/>
                  </a:cubicBezTo>
                  <a:cubicBezTo>
                    <a:pt x="5397" y="5877"/>
                    <a:pt x="5796" y="6016"/>
                    <a:pt x="6105" y="6235"/>
                  </a:cubicBezTo>
                  <a:cubicBezTo>
                    <a:pt x="6539" y="6535"/>
                    <a:pt x="6872" y="6935"/>
                    <a:pt x="7172" y="7369"/>
                  </a:cubicBezTo>
                  <a:cubicBezTo>
                    <a:pt x="9407" y="5434"/>
                    <a:pt x="15245" y="397"/>
                    <a:pt x="15245" y="397"/>
                  </a:cubicBezTo>
                  <a:cubicBezTo>
                    <a:pt x="15245" y="397"/>
                    <a:pt x="14402" y="0"/>
                    <a:pt x="1326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5"/>
            <p:cNvSpPr/>
            <p:nvPr/>
          </p:nvSpPr>
          <p:spPr>
            <a:xfrm>
              <a:off x="2722125" y="2547675"/>
              <a:ext cx="200150" cy="393300"/>
            </a:xfrm>
            <a:custGeom>
              <a:rect b="b" l="l" r="r" t="t"/>
              <a:pathLst>
                <a:path extrusionOk="0" h="15732" w="8006">
                  <a:moveTo>
                    <a:pt x="167" y="1"/>
                  </a:moveTo>
                  <a:cubicBezTo>
                    <a:pt x="134" y="34"/>
                    <a:pt x="100" y="68"/>
                    <a:pt x="100" y="134"/>
                  </a:cubicBezTo>
                  <a:cubicBezTo>
                    <a:pt x="0" y="902"/>
                    <a:pt x="100" y="1735"/>
                    <a:pt x="267" y="2469"/>
                  </a:cubicBezTo>
                  <a:cubicBezTo>
                    <a:pt x="367" y="2836"/>
                    <a:pt x="467" y="3203"/>
                    <a:pt x="534" y="3603"/>
                  </a:cubicBezTo>
                  <a:cubicBezTo>
                    <a:pt x="701" y="5205"/>
                    <a:pt x="901" y="6806"/>
                    <a:pt x="1134" y="8407"/>
                  </a:cubicBezTo>
                  <a:cubicBezTo>
                    <a:pt x="1668" y="8507"/>
                    <a:pt x="2135" y="8807"/>
                    <a:pt x="2469" y="9241"/>
                  </a:cubicBezTo>
                  <a:cubicBezTo>
                    <a:pt x="3736" y="10942"/>
                    <a:pt x="2168" y="13911"/>
                    <a:pt x="3803" y="15312"/>
                  </a:cubicBezTo>
                  <a:cubicBezTo>
                    <a:pt x="4147" y="15603"/>
                    <a:pt x="4552" y="15731"/>
                    <a:pt x="4971" y="15731"/>
                  </a:cubicBezTo>
                  <a:cubicBezTo>
                    <a:pt x="6135" y="15731"/>
                    <a:pt x="7404" y="14746"/>
                    <a:pt x="7772" y="13544"/>
                  </a:cubicBezTo>
                  <a:cubicBezTo>
                    <a:pt x="7906" y="13110"/>
                    <a:pt x="7972" y="12643"/>
                    <a:pt x="8006" y="12176"/>
                  </a:cubicBezTo>
                  <a:cubicBezTo>
                    <a:pt x="7639" y="11643"/>
                    <a:pt x="7305" y="11075"/>
                    <a:pt x="6938" y="10542"/>
                  </a:cubicBezTo>
                  <a:cubicBezTo>
                    <a:pt x="6071" y="9207"/>
                    <a:pt x="5204" y="7873"/>
                    <a:pt x="4370" y="6472"/>
                  </a:cubicBezTo>
                  <a:cubicBezTo>
                    <a:pt x="3636" y="5271"/>
                    <a:pt x="2969" y="4004"/>
                    <a:pt x="2202" y="2803"/>
                  </a:cubicBezTo>
                  <a:cubicBezTo>
                    <a:pt x="1601" y="1802"/>
                    <a:pt x="1268" y="735"/>
                    <a:pt x="300" y="34"/>
                  </a:cubicBezTo>
                  <a:cubicBezTo>
                    <a:pt x="267" y="34"/>
                    <a:pt x="200" y="1"/>
                    <a:pt x="16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5"/>
            <p:cNvSpPr/>
            <p:nvPr/>
          </p:nvSpPr>
          <p:spPr>
            <a:xfrm>
              <a:off x="2071650" y="2363350"/>
              <a:ext cx="82575" cy="97300"/>
            </a:xfrm>
            <a:custGeom>
              <a:rect b="b" l="l" r="r" t="t"/>
              <a:pathLst>
                <a:path extrusionOk="0" h="3892" w="3303">
                  <a:moveTo>
                    <a:pt x="2091" y="0"/>
                  </a:moveTo>
                  <a:cubicBezTo>
                    <a:pt x="963" y="0"/>
                    <a:pt x="280" y="1177"/>
                    <a:pt x="67" y="2270"/>
                  </a:cubicBezTo>
                  <a:cubicBezTo>
                    <a:pt x="1" y="2737"/>
                    <a:pt x="1" y="3271"/>
                    <a:pt x="367" y="3604"/>
                  </a:cubicBezTo>
                  <a:cubicBezTo>
                    <a:pt x="553" y="3790"/>
                    <a:pt x="824" y="3892"/>
                    <a:pt x="1094" y="3892"/>
                  </a:cubicBezTo>
                  <a:cubicBezTo>
                    <a:pt x="1164" y="3892"/>
                    <a:pt x="1233" y="3885"/>
                    <a:pt x="1301" y="3871"/>
                  </a:cubicBezTo>
                  <a:cubicBezTo>
                    <a:pt x="1668" y="3805"/>
                    <a:pt x="1969" y="3638"/>
                    <a:pt x="2235" y="3404"/>
                  </a:cubicBezTo>
                  <a:cubicBezTo>
                    <a:pt x="2869" y="2871"/>
                    <a:pt x="3270" y="2037"/>
                    <a:pt x="3303" y="1203"/>
                  </a:cubicBezTo>
                  <a:cubicBezTo>
                    <a:pt x="3303" y="1003"/>
                    <a:pt x="3270" y="769"/>
                    <a:pt x="3169" y="569"/>
                  </a:cubicBezTo>
                  <a:cubicBezTo>
                    <a:pt x="3036" y="302"/>
                    <a:pt x="2736" y="135"/>
                    <a:pt x="2436" y="35"/>
                  </a:cubicBezTo>
                  <a:cubicBezTo>
                    <a:pt x="2316" y="11"/>
                    <a:pt x="2201" y="0"/>
                    <a:pt x="209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5"/>
            <p:cNvSpPr/>
            <p:nvPr/>
          </p:nvSpPr>
          <p:spPr>
            <a:xfrm>
              <a:off x="3318375" y="2183125"/>
              <a:ext cx="133450" cy="60700"/>
            </a:xfrm>
            <a:custGeom>
              <a:rect b="b" l="l" r="r" t="t"/>
              <a:pathLst>
                <a:path extrusionOk="0" h="2428" w="5338">
                  <a:moveTo>
                    <a:pt x="3260" y="1"/>
                  </a:moveTo>
                  <a:cubicBezTo>
                    <a:pt x="2300" y="1"/>
                    <a:pt x="1092" y="346"/>
                    <a:pt x="334" y="740"/>
                  </a:cubicBezTo>
                  <a:cubicBezTo>
                    <a:pt x="267" y="773"/>
                    <a:pt x="167" y="806"/>
                    <a:pt x="134" y="873"/>
                  </a:cubicBezTo>
                  <a:cubicBezTo>
                    <a:pt x="0" y="1073"/>
                    <a:pt x="101" y="1340"/>
                    <a:pt x="234" y="1507"/>
                  </a:cubicBezTo>
                  <a:cubicBezTo>
                    <a:pt x="568" y="1940"/>
                    <a:pt x="1068" y="2207"/>
                    <a:pt x="1602" y="2341"/>
                  </a:cubicBezTo>
                  <a:cubicBezTo>
                    <a:pt x="1940" y="2404"/>
                    <a:pt x="2278" y="2427"/>
                    <a:pt x="2617" y="2427"/>
                  </a:cubicBezTo>
                  <a:cubicBezTo>
                    <a:pt x="2812" y="2427"/>
                    <a:pt x="3007" y="2420"/>
                    <a:pt x="3203" y="2407"/>
                  </a:cubicBezTo>
                  <a:cubicBezTo>
                    <a:pt x="3536" y="2374"/>
                    <a:pt x="3903" y="2341"/>
                    <a:pt x="4203" y="2207"/>
                  </a:cubicBezTo>
                  <a:cubicBezTo>
                    <a:pt x="5338" y="1674"/>
                    <a:pt x="4871" y="173"/>
                    <a:pt x="3770" y="39"/>
                  </a:cubicBezTo>
                  <a:cubicBezTo>
                    <a:pt x="3612" y="13"/>
                    <a:pt x="3440" y="1"/>
                    <a:pt x="326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5"/>
            <p:cNvSpPr/>
            <p:nvPr/>
          </p:nvSpPr>
          <p:spPr>
            <a:xfrm>
              <a:off x="3239975" y="2353250"/>
              <a:ext cx="93000" cy="66600"/>
            </a:xfrm>
            <a:custGeom>
              <a:rect b="b" l="l" r="r" t="t"/>
              <a:pathLst>
                <a:path extrusionOk="0" h="2664" w="3720">
                  <a:moveTo>
                    <a:pt x="1983" y="1"/>
                  </a:moveTo>
                  <a:cubicBezTo>
                    <a:pt x="1295" y="1"/>
                    <a:pt x="541" y="380"/>
                    <a:pt x="301" y="940"/>
                  </a:cubicBezTo>
                  <a:cubicBezTo>
                    <a:pt x="1" y="1540"/>
                    <a:pt x="401" y="2140"/>
                    <a:pt x="935" y="2474"/>
                  </a:cubicBezTo>
                  <a:cubicBezTo>
                    <a:pt x="1170" y="2605"/>
                    <a:pt x="1426" y="2664"/>
                    <a:pt x="1680" y="2664"/>
                  </a:cubicBezTo>
                  <a:cubicBezTo>
                    <a:pt x="2720" y="2664"/>
                    <a:pt x="3720" y="1672"/>
                    <a:pt x="3103" y="573"/>
                  </a:cubicBezTo>
                  <a:cubicBezTo>
                    <a:pt x="2876" y="171"/>
                    <a:pt x="2444" y="1"/>
                    <a:pt x="19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5"/>
            <p:cNvSpPr/>
            <p:nvPr/>
          </p:nvSpPr>
          <p:spPr>
            <a:xfrm>
              <a:off x="2953650" y="2521900"/>
              <a:ext cx="62875" cy="72500"/>
            </a:xfrm>
            <a:custGeom>
              <a:rect b="b" l="l" r="r" t="t"/>
              <a:pathLst>
                <a:path extrusionOk="0" h="2900" w="2515">
                  <a:moveTo>
                    <a:pt x="1348" y="1"/>
                  </a:moveTo>
                  <a:cubicBezTo>
                    <a:pt x="659" y="1"/>
                    <a:pt x="1" y="730"/>
                    <a:pt x="46" y="1566"/>
                  </a:cubicBezTo>
                  <a:cubicBezTo>
                    <a:pt x="79" y="2066"/>
                    <a:pt x="346" y="2533"/>
                    <a:pt x="746" y="2766"/>
                  </a:cubicBezTo>
                  <a:cubicBezTo>
                    <a:pt x="913" y="2833"/>
                    <a:pt x="1080" y="2900"/>
                    <a:pt x="1247" y="2900"/>
                  </a:cubicBezTo>
                  <a:cubicBezTo>
                    <a:pt x="1513" y="2900"/>
                    <a:pt x="1780" y="2733"/>
                    <a:pt x="1980" y="2500"/>
                  </a:cubicBezTo>
                  <a:cubicBezTo>
                    <a:pt x="2147" y="2299"/>
                    <a:pt x="2247" y="2033"/>
                    <a:pt x="2347" y="1766"/>
                  </a:cubicBezTo>
                  <a:cubicBezTo>
                    <a:pt x="2447" y="1365"/>
                    <a:pt x="2514" y="898"/>
                    <a:pt x="2281" y="565"/>
                  </a:cubicBezTo>
                  <a:cubicBezTo>
                    <a:pt x="2012" y="166"/>
                    <a:pt x="1676" y="1"/>
                    <a:pt x="13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5"/>
            <p:cNvSpPr/>
            <p:nvPr/>
          </p:nvSpPr>
          <p:spPr>
            <a:xfrm>
              <a:off x="3107000" y="2444575"/>
              <a:ext cx="63075" cy="62400"/>
            </a:xfrm>
            <a:custGeom>
              <a:rect b="b" l="l" r="r" t="t"/>
              <a:pathLst>
                <a:path extrusionOk="0" h="2496" w="2523">
                  <a:moveTo>
                    <a:pt x="1254" y="0"/>
                  </a:moveTo>
                  <a:cubicBezTo>
                    <a:pt x="637" y="0"/>
                    <a:pt x="1" y="445"/>
                    <a:pt x="49" y="1423"/>
                  </a:cubicBezTo>
                  <a:cubicBezTo>
                    <a:pt x="81" y="1959"/>
                    <a:pt x="530" y="2496"/>
                    <a:pt x="1059" y="2496"/>
                  </a:cubicBezTo>
                  <a:cubicBezTo>
                    <a:pt x="1089" y="2496"/>
                    <a:pt x="1120" y="2494"/>
                    <a:pt x="1150" y="2490"/>
                  </a:cubicBezTo>
                  <a:cubicBezTo>
                    <a:pt x="1317" y="2457"/>
                    <a:pt x="1484" y="2390"/>
                    <a:pt x="1651" y="2290"/>
                  </a:cubicBezTo>
                  <a:cubicBezTo>
                    <a:pt x="1984" y="2090"/>
                    <a:pt x="2251" y="1756"/>
                    <a:pt x="2318" y="1356"/>
                  </a:cubicBezTo>
                  <a:cubicBezTo>
                    <a:pt x="2522" y="486"/>
                    <a:pt x="1899" y="0"/>
                    <a:pt x="125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5"/>
            <p:cNvSpPr/>
            <p:nvPr/>
          </p:nvSpPr>
          <p:spPr>
            <a:xfrm>
              <a:off x="2379375" y="2521700"/>
              <a:ext cx="100100" cy="81425"/>
            </a:xfrm>
            <a:custGeom>
              <a:rect b="b" l="l" r="r" t="t"/>
              <a:pathLst>
                <a:path extrusionOk="0" h="3257" w="4004">
                  <a:moveTo>
                    <a:pt x="2369" y="0"/>
                  </a:moveTo>
                  <a:cubicBezTo>
                    <a:pt x="2335" y="0"/>
                    <a:pt x="2301" y="2"/>
                    <a:pt x="2269" y="6"/>
                  </a:cubicBezTo>
                  <a:cubicBezTo>
                    <a:pt x="1535" y="73"/>
                    <a:pt x="734" y="1007"/>
                    <a:pt x="334" y="1574"/>
                  </a:cubicBezTo>
                  <a:cubicBezTo>
                    <a:pt x="167" y="1807"/>
                    <a:pt x="0" y="2141"/>
                    <a:pt x="34" y="2441"/>
                  </a:cubicBezTo>
                  <a:cubicBezTo>
                    <a:pt x="67" y="2875"/>
                    <a:pt x="501" y="3208"/>
                    <a:pt x="934" y="3241"/>
                  </a:cubicBezTo>
                  <a:cubicBezTo>
                    <a:pt x="1001" y="3252"/>
                    <a:pt x="1067" y="3256"/>
                    <a:pt x="1133" y="3256"/>
                  </a:cubicBezTo>
                  <a:cubicBezTo>
                    <a:pt x="1500" y="3256"/>
                    <a:pt x="1863" y="3111"/>
                    <a:pt x="2202" y="2941"/>
                  </a:cubicBezTo>
                  <a:cubicBezTo>
                    <a:pt x="2569" y="2774"/>
                    <a:pt x="2902" y="2541"/>
                    <a:pt x="3236" y="2274"/>
                  </a:cubicBezTo>
                  <a:cubicBezTo>
                    <a:pt x="3636" y="1974"/>
                    <a:pt x="4003" y="1507"/>
                    <a:pt x="3903" y="1040"/>
                  </a:cubicBezTo>
                  <a:cubicBezTo>
                    <a:pt x="3777" y="505"/>
                    <a:pt x="2940" y="0"/>
                    <a:pt x="236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5"/>
            <p:cNvSpPr/>
            <p:nvPr/>
          </p:nvSpPr>
          <p:spPr>
            <a:xfrm>
              <a:off x="2307650" y="2670225"/>
              <a:ext cx="65900" cy="61850"/>
            </a:xfrm>
            <a:custGeom>
              <a:rect b="b" l="l" r="r" t="t"/>
              <a:pathLst>
                <a:path extrusionOk="0" h="2474" w="2636">
                  <a:moveTo>
                    <a:pt x="1798" y="1"/>
                  </a:moveTo>
                  <a:cubicBezTo>
                    <a:pt x="1312" y="1"/>
                    <a:pt x="742" y="484"/>
                    <a:pt x="434" y="836"/>
                  </a:cubicBezTo>
                  <a:cubicBezTo>
                    <a:pt x="301" y="1003"/>
                    <a:pt x="167" y="1170"/>
                    <a:pt x="134" y="1370"/>
                  </a:cubicBezTo>
                  <a:cubicBezTo>
                    <a:pt x="1" y="1870"/>
                    <a:pt x="468" y="2437"/>
                    <a:pt x="1001" y="2471"/>
                  </a:cubicBezTo>
                  <a:cubicBezTo>
                    <a:pt x="1027" y="2472"/>
                    <a:pt x="1053" y="2473"/>
                    <a:pt x="1079" y="2473"/>
                  </a:cubicBezTo>
                  <a:cubicBezTo>
                    <a:pt x="1614" y="2473"/>
                    <a:pt x="2081" y="2149"/>
                    <a:pt x="2336" y="1704"/>
                  </a:cubicBezTo>
                  <a:cubicBezTo>
                    <a:pt x="2536" y="1337"/>
                    <a:pt x="2636" y="870"/>
                    <a:pt x="2436" y="469"/>
                  </a:cubicBezTo>
                  <a:cubicBezTo>
                    <a:pt x="2277" y="129"/>
                    <a:pt x="2049" y="1"/>
                    <a:pt x="179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5"/>
            <p:cNvSpPr/>
            <p:nvPr/>
          </p:nvSpPr>
          <p:spPr>
            <a:xfrm>
              <a:off x="2866375" y="2562700"/>
              <a:ext cx="141800" cy="169300"/>
            </a:xfrm>
            <a:custGeom>
              <a:rect b="b" l="l" r="r" t="t"/>
              <a:pathLst>
                <a:path extrusionOk="0" h="6772" w="5672">
                  <a:moveTo>
                    <a:pt x="1" y="0"/>
                  </a:moveTo>
                  <a:lnTo>
                    <a:pt x="3537" y="6772"/>
                  </a:lnTo>
                  <a:cubicBezTo>
                    <a:pt x="3890" y="6530"/>
                    <a:pt x="4325" y="6392"/>
                    <a:pt x="4746" y="6392"/>
                  </a:cubicBezTo>
                  <a:cubicBezTo>
                    <a:pt x="5081" y="6392"/>
                    <a:pt x="5406" y="6480"/>
                    <a:pt x="5672" y="6672"/>
                  </a:cubicBezTo>
                  <a:lnTo>
                    <a:pt x="1" y="0"/>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5"/>
            <p:cNvSpPr/>
            <p:nvPr/>
          </p:nvSpPr>
          <p:spPr>
            <a:xfrm>
              <a:off x="2722950" y="2542675"/>
              <a:ext cx="66750" cy="245200"/>
            </a:xfrm>
            <a:custGeom>
              <a:rect b="b" l="l" r="r" t="t"/>
              <a:pathLst>
                <a:path extrusionOk="0" h="9808" w="2670">
                  <a:moveTo>
                    <a:pt x="0" y="1"/>
                  </a:moveTo>
                  <a:lnTo>
                    <a:pt x="0" y="8574"/>
                  </a:lnTo>
                  <a:cubicBezTo>
                    <a:pt x="154" y="8552"/>
                    <a:pt x="308" y="8540"/>
                    <a:pt x="462" y="8540"/>
                  </a:cubicBezTo>
                  <a:cubicBezTo>
                    <a:pt x="1241" y="8540"/>
                    <a:pt x="1990" y="8828"/>
                    <a:pt x="2436" y="9441"/>
                  </a:cubicBezTo>
                  <a:cubicBezTo>
                    <a:pt x="2536" y="9541"/>
                    <a:pt x="2602" y="9674"/>
                    <a:pt x="2669" y="9808"/>
                  </a:cubicBezTo>
                  <a:lnTo>
                    <a:pt x="0" y="1"/>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5"/>
            <p:cNvSpPr/>
            <p:nvPr/>
          </p:nvSpPr>
          <p:spPr>
            <a:xfrm>
              <a:off x="2431075" y="2509325"/>
              <a:ext cx="192650" cy="268550"/>
            </a:xfrm>
            <a:custGeom>
              <a:rect b="b" l="l" r="r" t="t"/>
              <a:pathLst>
                <a:path extrusionOk="0" h="10742" w="7706">
                  <a:moveTo>
                    <a:pt x="7706" y="0"/>
                  </a:moveTo>
                  <a:lnTo>
                    <a:pt x="0" y="6071"/>
                  </a:lnTo>
                  <a:cubicBezTo>
                    <a:pt x="48" y="6068"/>
                    <a:pt x="95" y="6066"/>
                    <a:pt x="142" y="6066"/>
                  </a:cubicBezTo>
                  <a:cubicBezTo>
                    <a:pt x="561" y="6066"/>
                    <a:pt x="972" y="6198"/>
                    <a:pt x="1301" y="6438"/>
                  </a:cubicBezTo>
                  <a:cubicBezTo>
                    <a:pt x="1969" y="6939"/>
                    <a:pt x="2369" y="7706"/>
                    <a:pt x="2669" y="8473"/>
                  </a:cubicBezTo>
                  <a:cubicBezTo>
                    <a:pt x="2969" y="9207"/>
                    <a:pt x="3203" y="9974"/>
                    <a:pt x="3470" y="10741"/>
                  </a:cubicBezTo>
                  <a:lnTo>
                    <a:pt x="7706" y="0"/>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5"/>
            <p:cNvSpPr/>
            <p:nvPr/>
          </p:nvSpPr>
          <p:spPr>
            <a:xfrm>
              <a:off x="2178400" y="2470950"/>
              <a:ext cx="241850" cy="225200"/>
            </a:xfrm>
            <a:custGeom>
              <a:rect b="b" l="l" r="r" t="t"/>
              <a:pathLst>
                <a:path extrusionOk="0" h="9008" w="9674">
                  <a:moveTo>
                    <a:pt x="9674" y="1"/>
                  </a:moveTo>
                  <a:lnTo>
                    <a:pt x="0" y="5572"/>
                  </a:lnTo>
                  <a:cubicBezTo>
                    <a:pt x="200" y="5638"/>
                    <a:pt x="401" y="5738"/>
                    <a:pt x="534" y="5839"/>
                  </a:cubicBezTo>
                  <a:cubicBezTo>
                    <a:pt x="1568" y="6539"/>
                    <a:pt x="2035" y="7773"/>
                    <a:pt x="2469" y="9007"/>
                  </a:cubicBezTo>
                  <a:lnTo>
                    <a:pt x="9674" y="1"/>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5"/>
            <p:cNvSpPr/>
            <p:nvPr/>
          </p:nvSpPr>
          <p:spPr>
            <a:xfrm>
              <a:off x="1974075" y="2322750"/>
              <a:ext cx="120950" cy="127325"/>
            </a:xfrm>
            <a:custGeom>
              <a:rect b="b" l="l" r="r" t="t"/>
              <a:pathLst>
                <a:path extrusionOk="0" h="5093" w="4838">
                  <a:moveTo>
                    <a:pt x="3866" y="0"/>
                  </a:moveTo>
                  <a:cubicBezTo>
                    <a:pt x="3767" y="0"/>
                    <a:pt x="3667" y="19"/>
                    <a:pt x="3570" y="58"/>
                  </a:cubicBezTo>
                  <a:cubicBezTo>
                    <a:pt x="3203" y="192"/>
                    <a:pt x="2869" y="458"/>
                    <a:pt x="2503" y="625"/>
                  </a:cubicBezTo>
                  <a:cubicBezTo>
                    <a:pt x="2002" y="825"/>
                    <a:pt x="1535" y="1059"/>
                    <a:pt x="1068" y="1326"/>
                  </a:cubicBezTo>
                  <a:cubicBezTo>
                    <a:pt x="534" y="1693"/>
                    <a:pt x="1" y="2226"/>
                    <a:pt x="34" y="2860"/>
                  </a:cubicBezTo>
                  <a:cubicBezTo>
                    <a:pt x="67" y="3260"/>
                    <a:pt x="334" y="3594"/>
                    <a:pt x="568" y="3928"/>
                  </a:cubicBezTo>
                  <a:lnTo>
                    <a:pt x="1035" y="4561"/>
                  </a:lnTo>
                  <a:cubicBezTo>
                    <a:pt x="1168" y="4728"/>
                    <a:pt x="1302" y="4928"/>
                    <a:pt x="1535" y="5028"/>
                  </a:cubicBezTo>
                  <a:cubicBezTo>
                    <a:pt x="1630" y="5072"/>
                    <a:pt x="1728" y="5092"/>
                    <a:pt x="1826" y="5092"/>
                  </a:cubicBezTo>
                  <a:cubicBezTo>
                    <a:pt x="2175" y="5092"/>
                    <a:pt x="2520" y="4841"/>
                    <a:pt x="2703" y="4528"/>
                  </a:cubicBezTo>
                  <a:cubicBezTo>
                    <a:pt x="2936" y="4161"/>
                    <a:pt x="3003" y="3661"/>
                    <a:pt x="3136" y="3227"/>
                  </a:cubicBezTo>
                  <a:cubicBezTo>
                    <a:pt x="3336" y="2593"/>
                    <a:pt x="3670" y="2026"/>
                    <a:pt x="4104" y="1559"/>
                  </a:cubicBezTo>
                  <a:cubicBezTo>
                    <a:pt x="4404" y="1226"/>
                    <a:pt x="4838" y="792"/>
                    <a:pt x="4504" y="325"/>
                  </a:cubicBezTo>
                  <a:cubicBezTo>
                    <a:pt x="4339" y="112"/>
                    <a:pt x="4106" y="0"/>
                    <a:pt x="386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5"/>
            <p:cNvSpPr/>
            <p:nvPr/>
          </p:nvSpPr>
          <p:spPr>
            <a:xfrm>
              <a:off x="1989925" y="2513700"/>
              <a:ext cx="147625" cy="105050"/>
            </a:xfrm>
            <a:custGeom>
              <a:rect b="b" l="l" r="r" t="t"/>
              <a:pathLst>
                <a:path extrusionOk="0" h="4202" w="5905">
                  <a:moveTo>
                    <a:pt x="4981" y="1"/>
                  </a:moveTo>
                  <a:cubicBezTo>
                    <a:pt x="3288" y="1"/>
                    <a:pt x="1413" y="982"/>
                    <a:pt x="434" y="2327"/>
                  </a:cubicBezTo>
                  <a:cubicBezTo>
                    <a:pt x="201" y="2661"/>
                    <a:pt x="1" y="3094"/>
                    <a:pt x="234" y="3461"/>
                  </a:cubicBezTo>
                  <a:cubicBezTo>
                    <a:pt x="334" y="3628"/>
                    <a:pt x="534" y="3728"/>
                    <a:pt x="701" y="3828"/>
                  </a:cubicBezTo>
                  <a:cubicBezTo>
                    <a:pt x="1127" y="4030"/>
                    <a:pt x="1597" y="4201"/>
                    <a:pt x="2043" y="4201"/>
                  </a:cubicBezTo>
                  <a:cubicBezTo>
                    <a:pt x="2260" y="4201"/>
                    <a:pt x="2472" y="4160"/>
                    <a:pt x="2669" y="4062"/>
                  </a:cubicBezTo>
                  <a:cubicBezTo>
                    <a:pt x="3103" y="3828"/>
                    <a:pt x="3370" y="3428"/>
                    <a:pt x="3670" y="3061"/>
                  </a:cubicBezTo>
                  <a:cubicBezTo>
                    <a:pt x="4270" y="2261"/>
                    <a:pt x="5071" y="1627"/>
                    <a:pt x="5638" y="826"/>
                  </a:cubicBezTo>
                  <a:cubicBezTo>
                    <a:pt x="5771" y="593"/>
                    <a:pt x="5905" y="259"/>
                    <a:pt x="5671" y="92"/>
                  </a:cubicBezTo>
                  <a:cubicBezTo>
                    <a:pt x="5605" y="59"/>
                    <a:pt x="5538" y="26"/>
                    <a:pt x="5438" y="26"/>
                  </a:cubicBezTo>
                  <a:cubicBezTo>
                    <a:pt x="5288" y="9"/>
                    <a:pt x="5135" y="1"/>
                    <a:pt x="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5"/>
            <p:cNvSpPr/>
            <p:nvPr/>
          </p:nvSpPr>
          <p:spPr>
            <a:xfrm>
              <a:off x="2597025" y="2571575"/>
              <a:ext cx="99275" cy="277175"/>
            </a:xfrm>
            <a:custGeom>
              <a:rect b="b" l="l" r="r" t="t"/>
              <a:pathLst>
                <a:path extrusionOk="0" h="11087" w="3971">
                  <a:moveTo>
                    <a:pt x="3025" y="0"/>
                  </a:moveTo>
                  <a:cubicBezTo>
                    <a:pt x="2455" y="0"/>
                    <a:pt x="2088" y="939"/>
                    <a:pt x="1869" y="1347"/>
                  </a:cubicBezTo>
                  <a:cubicBezTo>
                    <a:pt x="1168" y="2814"/>
                    <a:pt x="868" y="4415"/>
                    <a:pt x="568" y="5983"/>
                  </a:cubicBezTo>
                  <a:cubicBezTo>
                    <a:pt x="267" y="7551"/>
                    <a:pt x="1" y="9152"/>
                    <a:pt x="301" y="10720"/>
                  </a:cubicBezTo>
                  <a:cubicBezTo>
                    <a:pt x="334" y="10820"/>
                    <a:pt x="334" y="10887"/>
                    <a:pt x="401" y="10953"/>
                  </a:cubicBezTo>
                  <a:cubicBezTo>
                    <a:pt x="468" y="11053"/>
                    <a:pt x="601" y="11087"/>
                    <a:pt x="734" y="11087"/>
                  </a:cubicBezTo>
                  <a:cubicBezTo>
                    <a:pt x="1101" y="11087"/>
                    <a:pt x="1402" y="10820"/>
                    <a:pt x="1568" y="10486"/>
                  </a:cubicBezTo>
                  <a:cubicBezTo>
                    <a:pt x="1735" y="10186"/>
                    <a:pt x="1802" y="9819"/>
                    <a:pt x="1869" y="9486"/>
                  </a:cubicBezTo>
                  <a:cubicBezTo>
                    <a:pt x="2102" y="8585"/>
                    <a:pt x="2536" y="7751"/>
                    <a:pt x="3069" y="7051"/>
                  </a:cubicBezTo>
                  <a:cubicBezTo>
                    <a:pt x="3370" y="6684"/>
                    <a:pt x="3737" y="6317"/>
                    <a:pt x="3837" y="5850"/>
                  </a:cubicBezTo>
                  <a:cubicBezTo>
                    <a:pt x="3903" y="5650"/>
                    <a:pt x="3903" y="5416"/>
                    <a:pt x="3937" y="5216"/>
                  </a:cubicBezTo>
                  <a:cubicBezTo>
                    <a:pt x="3970" y="4149"/>
                    <a:pt x="3937" y="3081"/>
                    <a:pt x="3803" y="2047"/>
                  </a:cubicBezTo>
                  <a:cubicBezTo>
                    <a:pt x="3770" y="1513"/>
                    <a:pt x="3837" y="146"/>
                    <a:pt x="3136" y="12"/>
                  </a:cubicBezTo>
                  <a:cubicBezTo>
                    <a:pt x="3098" y="4"/>
                    <a:pt x="3061" y="0"/>
                    <a:pt x="302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5"/>
            <p:cNvSpPr/>
            <p:nvPr/>
          </p:nvSpPr>
          <p:spPr>
            <a:xfrm>
              <a:off x="3169925" y="2024800"/>
              <a:ext cx="105950" cy="75450"/>
            </a:xfrm>
            <a:custGeom>
              <a:rect b="b" l="l" r="r" t="t"/>
              <a:pathLst>
                <a:path extrusionOk="0" h="3018" w="4238">
                  <a:moveTo>
                    <a:pt x="3737" y="1"/>
                  </a:moveTo>
                  <a:cubicBezTo>
                    <a:pt x="2770" y="1"/>
                    <a:pt x="1802" y="635"/>
                    <a:pt x="935" y="1002"/>
                  </a:cubicBezTo>
                  <a:cubicBezTo>
                    <a:pt x="268" y="1302"/>
                    <a:pt x="1" y="2603"/>
                    <a:pt x="768" y="2936"/>
                  </a:cubicBezTo>
                  <a:cubicBezTo>
                    <a:pt x="868" y="3003"/>
                    <a:pt x="1002" y="3003"/>
                    <a:pt x="1102" y="3003"/>
                  </a:cubicBezTo>
                  <a:cubicBezTo>
                    <a:pt x="1204" y="3012"/>
                    <a:pt x="1309" y="3017"/>
                    <a:pt x="1413" y="3017"/>
                  </a:cubicBezTo>
                  <a:cubicBezTo>
                    <a:pt x="2056" y="3017"/>
                    <a:pt x="2720" y="2838"/>
                    <a:pt x="3237" y="2436"/>
                  </a:cubicBezTo>
                  <a:cubicBezTo>
                    <a:pt x="3837" y="1969"/>
                    <a:pt x="4237" y="1235"/>
                    <a:pt x="4171" y="468"/>
                  </a:cubicBezTo>
                  <a:cubicBezTo>
                    <a:pt x="4171" y="334"/>
                    <a:pt x="4137" y="168"/>
                    <a:pt x="4004" y="68"/>
                  </a:cubicBezTo>
                  <a:cubicBezTo>
                    <a:pt x="3937" y="34"/>
                    <a:pt x="3837" y="1"/>
                    <a:pt x="373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5"/>
            <p:cNvSpPr/>
            <p:nvPr/>
          </p:nvSpPr>
          <p:spPr>
            <a:xfrm>
              <a:off x="3328375" y="2123875"/>
              <a:ext cx="109500" cy="39925"/>
            </a:xfrm>
            <a:custGeom>
              <a:rect b="b" l="l" r="r" t="t"/>
              <a:pathLst>
                <a:path extrusionOk="0" h="1597" w="4380">
                  <a:moveTo>
                    <a:pt x="2279" y="1"/>
                  </a:moveTo>
                  <a:cubicBezTo>
                    <a:pt x="1734" y="1"/>
                    <a:pt x="1236" y="50"/>
                    <a:pt x="1068" y="74"/>
                  </a:cubicBezTo>
                  <a:cubicBezTo>
                    <a:pt x="835" y="107"/>
                    <a:pt x="568" y="141"/>
                    <a:pt x="368" y="274"/>
                  </a:cubicBezTo>
                  <a:cubicBezTo>
                    <a:pt x="134" y="441"/>
                    <a:pt x="1" y="675"/>
                    <a:pt x="34" y="941"/>
                  </a:cubicBezTo>
                  <a:cubicBezTo>
                    <a:pt x="67" y="1108"/>
                    <a:pt x="234" y="1275"/>
                    <a:pt x="401" y="1375"/>
                  </a:cubicBezTo>
                  <a:cubicBezTo>
                    <a:pt x="568" y="1442"/>
                    <a:pt x="768" y="1475"/>
                    <a:pt x="968" y="1508"/>
                  </a:cubicBezTo>
                  <a:cubicBezTo>
                    <a:pt x="1350" y="1556"/>
                    <a:pt x="1739" y="1596"/>
                    <a:pt x="2122" y="1596"/>
                  </a:cubicBezTo>
                  <a:cubicBezTo>
                    <a:pt x="2541" y="1596"/>
                    <a:pt x="2953" y="1548"/>
                    <a:pt x="3336" y="1408"/>
                  </a:cubicBezTo>
                  <a:cubicBezTo>
                    <a:pt x="3637" y="1308"/>
                    <a:pt x="3937" y="1175"/>
                    <a:pt x="4037" y="908"/>
                  </a:cubicBezTo>
                  <a:cubicBezTo>
                    <a:pt x="4379" y="159"/>
                    <a:pt x="3254" y="1"/>
                    <a:pt x="227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5"/>
            <p:cNvSpPr/>
            <p:nvPr/>
          </p:nvSpPr>
          <p:spPr>
            <a:xfrm>
              <a:off x="3296700" y="2284100"/>
              <a:ext cx="148450" cy="80825"/>
            </a:xfrm>
            <a:custGeom>
              <a:rect b="b" l="l" r="r" t="t"/>
              <a:pathLst>
                <a:path extrusionOk="0" h="3233" w="5938">
                  <a:moveTo>
                    <a:pt x="2837" y="1"/>
                  </a:moveTo>
                  <a:cubicBezTo>
                    <a:pt x="2042" y="1"/>
                    <a:pt x="1239" y="117"/>
                    <a:pt x="534" y="370"/>
                  </a:cubicBezTo>
                  <a:cubicBezTo>
                    <a:pt x="367" y="437"/>
                    <a:pt x="167" y="503"/>
                    <a:pt x="100" y="670"/>
                  </a:cubicBezTo>
                  <a:cubicBezTo>
                    <a:pt x="0" y="904"/>
                    <a:pt x="100" y="1170"/>
                    <a:pt x="267" y="1371"/>
                  </a:cubicBezTo>
                  <a:cubicBezTo>
                    <a:pt x="534" y="1738"/>
                    <a:pt x="968" y="2038"/>
                    <a:pt x="1401" y="2271"/>
                  </a:cubicBezTo>
                  <a:cubicBezTo>
                    <a:pt x="2302" y="2772"/>
                    <a:pt x="3336" y="3072"/>
                    <a:pt x="4337" y="3205"/>
                  </a:cubicBezTo>
                  <a:cubicBezTo>
                    <a:pt x="4456" y="3222"/>
                    <a:pt x="4583" y="3233"/>
                    <a:pt x="4709" y="3233"/>
                  </a:cubicBezTo>
                  <a:cubicBezTo>
                    <a:pt x="5075" y="3233"/>
                    <a:pt x="5439" y="3144"/>
                    <a:pt x="5638" y="2872"/>
                  </a:cubicBezTo>
                  <a:cubicBezTo>
                    <a:pt x="5938" y="2405"/>
                    <a:pt x="5904" y="1471"/>
                    <a:pt x="5704" y="970"/>
                  </a:cubicBezTo>
                  <a:cubicBezTo>
                    <a:pt x="5537" y="537"/>
                    <a:pt x="5204" y="370"/>
                    <a:pt x="4770" y="236"/>
                  </a:cubicBezTo>
                  <a:cubicBezTo>
                    <a:pt x="4174" y="84"/>
                    <a:pt x="3509" y="1"/>
                    <a:pt x="283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5"/>
            <p:cNvSpPr/>
            <p:nvPr/>
          </p:nvSpPr>
          <p:spPr>
            <a:xfrm>
              <a:off x="3179100" y="2502700"/>
              <a:ext cx="127625" cy="91300"/>
            </a:xfrm>
            <a:custGeom>
              <a:rect b="b" l="l" r="r" t="t"/>
              <a:pathLst>
                <a:path extrusionOk="0" h="3652" w="5105">
                  <a:moveTo>
                    <a:pt x="1256" y="0"/>
                  </a:moveTo>
                  <a:cubicBezTo>
                    <a:pt x="830" y="0"/>
                    <a:pt x="419" y="93"/>
                    <a:pt x="201" y="432"/>
                  </a:cubicBezTo>
                  <a:cubicBezTo>
                    <a:pt x="34" y="666"/>
                    <a:pt x="1" y="999"/>
                    <a:pt x="34" y="1300"/>
                  </a:cubicBezTo>
                  <a:cubicBezTo>
                    <a:pt x="168" y="2100"/>
                    <a:pt x="901" y="2701"/>
                    <a:pt x="1635" y="3134"/>
                  </a:cubicBezTo>
                  <a:cubicBezTo>
                    <a:pt x="2069" y="3368"/>
                    <a:pt x="2569" y="3601"/>
                    <a:pt x="3070" y="3635"/>
                  </a:cubicBezTo>
                  <a:cubicBezTo>
                    <a:pt x="3152" y="3645"/>
                    <a:pt x="3236" y="3651"/>
                    <a:pt x="3321" y="3651"/>
                  </a:cubicBezTo>
                  <a:cubicBezTo>
                    <a:pt x="3750" y="3651"/>
                    <a:pt x="4192" y="3507"/>
                    <a:pt x="4471" y="3201"/>
                  </a:cubicBezTo>
                  <a:cubicBezTo>
                    <a:pt x="5004" y="2634"/>
                    <a:pt x="5104" y="1366"/>
                    <a:pt x="4404" y="866"/>
                  </a:cubicBezTo>
                  <a:cubicBezTo>
                    <a:pt x="3770" y="366"/>
                    <a:pt x="2536" y="165"/>
                    <a:pt x="1735" y="32"/>
                  </a:cubicBezTo>
                  <a:cubicBezTo>
                    <a:pt x="1580" y="14"/>
                    <a:pt x="1417" y="0"/>
                    <a:pt x="125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5"/>
            <p:cNvSpPr/>
            <p:nvPr/>
          </p:nvSpPr>
          <p:spPr>
            <a:xfrm>
              <a:off x="3029000" y="2571275"/>
              <a:ext cx="115100" cy="133025"/>
            </a:xfrm>
            <a:custGeom>
              <a:rect b="b" l="l" r="r" t="t"/>
              <a:pathLst>
                <a:path extrusionOk="0" h="5321" w="4604">
                  <a:moveTo>
                    <a:pt x="2528" y="1"/>
                  </a:moveTo>
                  <a:cubicBezTo>
                    <a:pt x="2275" y="1"/>
                    <a:pt x="2018" y="34"/>
                    <a:pt x="1768" y="91"/>
                  </a:cubicBezTo>
                  <a:cubicBezTo>
                    <a:pt x="1235" y="258"/>
                    <a:pt x="701" y="525"/>
                    <a:pt x="367" y="1025"/>
                  </a:cubicBezTo>
                  <a:cubicBezTo>
                    <a:pt x="67" y="1459"/>
                    <a:pt x="1" y="1992"/>
                    <a:pt x="67" y="2526"/>
                  </a:cubicBezTo>
                  <a:cubicBezTo>
                    <a:pt x="134" y="3026"/>
                    <a:pt x="367" y="3493"/>
                    <a:pt x="601" y="3960"/>
                  </a:cubicBezTo>
                  <a:cubicBezTo>
                    <a:pt x="834" y="4394"/>
                    <a:pt x="1135" y="4828"/>
                    <a:pt x="1568" y="5095"/>
                  </a:cubicBezTo>
                  <a:cubicBezTo>
                    <a:pt x="1797" y="5235"/>
                    <a:pt x="2063" y="5320"/>
                    <a:pt x="2322" y="5320"/>
                  </a:cubicBezTo>
                  <a:cubicBezTo>
                    <a:pt x="2554" y="5320"/>
                    <a:pt x="2780" y="5252"/>
                    <a:pt x="2969" y="5095"/>
                  </a:cubicBezTo>
                  <a:cubicBezTo>
                    <a:pt x="3236" y="4894"/>
                    <a:pt x="3370" y="4561"/>
                    <a:pt x="3503" y="4261"/>
                  </a:cubicBezTo>
                  <a:cubicBezTo>
                    <a:pt x="3803" y="3493"/>
                    <a:pt x="4103" y="2726"/>
                    <a:pt x="4370" y="1959"/>
                  </a:cubicBezTo>
                  <a:cubicBezTo>
                    <a:pt x="4604" y="1359"/>
                    <a:pt x="4370" y="892"/>
                    <a:pt x="3870" y="458"/>
                  </a:cubicBezTo>
                  <a:cubicBezTo>
                    <a:pt x="3496" y="127"/>
                    <a:pt x="3019" y="1"/>
                    <a:pt x="25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25"/>
          <p:cNvGrpSpPr/>
          <p:nvPr/>
        </p:nvGrpSpPr>
        <p:grpSpPr>
          <a:xfrm rot="-5400000">
            <a:off x="-635212" y="1192563"/>
            <a:ext cx="1361850" cy="879500"/>
            <a:chOff x="538050" y="1430388"/>
            <a:chExt cx="1361850" cy="879500"/>
          </a:xfrm>
        </p:grpSpPr>
        <p:sp>
          <p:nvSpPr>
            <p:cNvPr id="162" name="Google Shape;162;p25"/>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5"/>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5"/>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5"/>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6" name="Google Shape;166;p25"/>
          <p:cNvSpPr/>
          <p:nvPr/>
        </p:nvSpPr>
        <p:spPr>
          <a:xfrm rot="-6161282">
            <a:off x="6648863" y="3226925"/>
            <a:ext cx="1024467" cy="3537525"/>
          </a:xfrm>
          <a:custGeom>
            <a:rect b="b" l="l" r="r" t="t"/>
            <a:pathLst>
              <a:path extrusionOk="0" h="96799" w="54682">
                <a:moveTo>
                  <a:pt x="8263" y="1503"/>
                </a:moveTo>
                <a:cubicBezTo>
                  <a:pt x="11476" y="1595"/>
                  <a:pt x="19830" y="-2077"/>
                  <a:pt x="27542" y="2054"/>
                </a:cubicBezTo>
                <a:cubicBezTo>
                  <a:pt x="35254" y="6185"/>
                  <a:pt x="53340" y="20048"/>
                  <a:pt x="54533" y="26291"/>
                </a:cubicBezTo>
                <a:cubicBezTo>
                  <a:pt x="55727" y="32534"/>
                  <a:pt x="37274" y="32901"/>
                  <a:pt x="34703" y="39511"/>
                </a:cubicBezTo>
                <a:cubicBezTo>
                  <a:pt x="32133" y="46121"/>
                  <a:pt x="40854" y="58516"/>
                  <a:pt x="39110" y="65952"/>
                </a:cubicBezTo>
                <a:cubicBezTo>
                  <a:pt x="37366" y="73388"/>
                  <a:pt x="30755" y="78988"/>
                  <a:pt x="24237" y="84129"/>
                </a:cubicBezTo>
                <a:cubicBezTo>
                  <a:pt x="17719" y="89270"/>
                  <a:pt x="4040" y="94687"/>
                  <a:pt x="0" y="96799"/>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 name="Google Shape;167;p25"/>
          <p:cNvGrpSpPr/>
          <p:nvPr/>
        </p:nvGrpSpPr>
        <p:grpSpPr>
          <a:xfrm rot="-9757282">
            <a:off x="2602679" y="4647637"/>
            <a:ext cx="1237209" cy="837864"/>
            <a:chOff x="7954342" y="56442"/>
            <a:chExt cx="1237147" cy="837822"/>
          </a:xfrm>
        </p:grpSpPr>
        <p:sp>
          <p:nvSpPr>
            <p:cNvPr id="168" name="Google Shape;168;p25"/>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5"/>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5"/>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5"/>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5"/>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5"/>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25"/>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5"/>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5"/>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7" name="Shape 177"/>
        <p:cNvGrpSpPr/>
        <p:nvPr/>
      </p:nvGrpSpPr>
      <p:grpSpPr>
        <a:xfrm>
          <a:off x="0" y="0"/>
          <a:ext cx="0" cy="0"/>
          <a:chOff x="0" y="0"/>
          <a:chExt cx="0" cy="0"/>
        </a:xfrm>
      </p:grpSpPr>
      <p:sp>
        <p:nvSpPr>
          <p:cNvPr id="178" name="Google Shape;178;p26"/>
          <p:cNvSpPr txBox="1"/>
          <p:nvPr>
            <p:ph idx="1" type="subTitle"/>
          </p:nvPr>
        </p:nvSpPr>
        <p:spPr>
          <a:xfrm>
            <a:off x="852011" y="1885950"/>
            <a:ext cx="3622500" cy="2141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accent3"/>
              </a:buClr>
              <a:buSzPts val="1000"/>
              <a:buFont typeface="Anaheim"/>
              <a:buChar char="●"/>
              <a:defRPr sz="1400"/>
            </a:lvl1pPr>
            <a:lvl2pPr lvl="1" algn="ctr">
              <a:lnSpc>
                <a:spcPct val="100000"/>
              </a:lnSpc>
              <a:spcBef>
                <a:spcPts val="0"/>
              </a:spcBef>
              <a:spcAft>
                <a:spcPts val="0"/>
              </a:spcAft>
              <a:buClr>
                <a:schemeClr val="accent3"/>
              </a:buClr>
              <a:buSzPts val="1400"/>
              <a:buFont typeface="Anaheim"/>
              <a:buChar char="○"/>
              <a:defRPr sz="2100"/>
            </a:lvl2pPr>
            <a:lvl3pPr lvl="2" algn="ctr">
              <a:lnSpc>
                <a:spcPct val="100000"/>
              </a:lnSpc>
              <a:spcBef>
                <a:spcPts val="0"/>
              </a:spcBef>
              <a:spcAft>
                <a:spcPts val="0"/>
              </a:spcAft>
              <a:buClr>
                <a:schemeClr val="accent3"/>
              </a:buClr>
              <a:buSzPts val="1400"/>
              <a:buFont typeface="Anaheim"/>
              <a:buChar char="■"/>
              <a:defRPr sz="2100"/>
            </a:lvl3pPr>
            <a:lvl4pPr lvl="3" algn="ctr">
              <a:lnSpc>
                <a:spcPct val="100000"/>
              </a:lnSpc>
              <a:spcBef>
                <a:spcPts val="0"/>
              </a:spcBef>
              <a:spcAft>
                <a:spcPts val="0"/>
              </a:spcAft>
              <a:buClr>
                <a:schemeClr val="accent3"/>
              </a:buClr>
              <a:buSzPts val="1400"/>
              <a:buFont typeface="Anaheim"/>
              <a:buChar char="●"/>
              <a:defRPr sz="2100"/>
            </a:lvl4pPr>
            <a:lvl5pPr lvl="4" algn="ctr">
              <a:lnSpc>
                <a:spcPct val="100000"/>
              </a:lnSpc>
              <a:spcBef>
                <a:spcPts val="0"/>
              </a:spcBef>
              <a:spcAft>
                <a:spcPts val="0"/>
              </a:spcAft>
              <a:buClr>
                <a:schemeClr val="accent3"/>
              </a:buClr>
              <a:buSzPts val="1400"/>
              <a:buFont typeface="Anaheim"/>
              <a:buChar char="○"/>
              <a:defRPr sz="2100"/>
            </a:lvl5pPr>
            <a:lvl6pPr lvl="5" algn="ctr">
              <a:lnSpc>
                <a:spcPct val="100000"/>
              </a:lnSpc>
              <a:spcBef>
                <a:spcPts val="0"/>
              </a:spcBef>
              <a:spcAft>
                <a:spcPts val="0"/>
              </a:spcAft>
              <a:buClr>
                <a:schemeClr val="accent3"/>
              </a:buClr>
              <a:buSzPts val="1400"/>
              <a:buFont typeface="Anaheim"/>
              <a:buChar char="■"/>
              <a:defRPr sz="2100"/>
            </a:lvl6pPr>
            <a:lvl7pPr lvl="6" algn="ctr">
              <a:lnSpc>
                <a:spcPct val="100000"/>
              </a:lnSpc>
              <a:spcBef>
                <a:spcPts val="0"/>
              </a:spcBef>
              <a:spcAft>
                <a:spcPts val="0"/>
              </a:spcAft>
              <a:buClr>
                <a:schemeClr val="accent3"/>
              </a:buClr>
              <a:buSzPts val="1400"/>
              <a:buFont typeface="Anaheim"/>
              <a:buChar char="●"/>
              <a:defRPr sz="2100"/>
            </a:lvl7pPr>
            <a:lvl8pPr lvl="7" algn="ctr">
              <a:lnSpc>
                <a:spcPct val="100000"/>
              </a:lnSpc>
              <a:spcBef>
                <a:spcPts val="0"/>
              </a:spcBef>
              <a:spcAft>
                <a:spcPts val="0"/>
              </a:spcAft>
              <a:buClr>
                <a:schemeClr val="accent3"/>
              </a:buClr>
              <a:buSzPts val="1400"/>
              <a:buFont typeface="Anaheim"/>
              <a:buChar char="○"/>
              <a:defRPr sz="2100"/>
            </a:lvl8pPr>
            <a:lvl9pPr lvl="8" algn="ctr">
              <a:lnSpc>
                <a:spcPct val="100000"/>
              </a:lnSpc>
              <a:spcBef>
                <a:spcPts val="0"/>
              </a:spcBef>
              <a:spcAft>
                <a:spcPts val="0"/>
              </a:spcAft>
              <a:buClr>
                <a:schemeClr val="accent3"/>
              </a:buClr>
              <a:buSzPts val="1400"/>
              <a:buFont typeface="Anaheim"/>
              <a:buChar char="■"/>
              <a:defRPr sz="2100"/>
            </a:lvl9pPr>
          </a:lstStyle>
          <a:p/>
        </p:txBody>
      </p:sp>
      <p:sp>
        <p:nvSpPr>
          <p:cNvPr id="179" name="Google Shape;179;p26"/>
          <p:cNvSpPr txBox="1"/>
          <p:nvPr>
            <p:ph type="title"/>
          </p:nvPr>
        </p:nvSpPr>
        <p:spPr>
          <a:xfrm>
            <a:off x="850942" y="537879"/>
            <a:ext cx="3729900" cy="740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1"/>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grpSp>
        <p:nvGrpSpPr>
          <p:cNvPr id="180" name="Google Shape;180;p26"/>
          <p:cNvGrpSpPr/>
          <p:nvPr/>
        </p:nvGrpSpPr>
        <p:grpSpPr>
          <a:xfrm>
            <a:off x="-152400" y="4271663"/>
            <a:ext cx="1684550" cy="782725"/>
            <a:chOff x="1884850" y="3105525"/>
            <a:chExt cx="1684550" cy="782725"/>
          </a:xfrm>
        </p:grpSpPr>
        <p:sp>
          <p:nvSpPr>
            <p:cNvPr id="181" name="Google Shape;181;p26"/>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6"/>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6"/>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26"/>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6"/>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6"/>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26"/>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6"/>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26"/>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26"/>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26"/>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26"/>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26"/>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6"/>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6"/>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26"/>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6"/>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6"/>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9" name="Google Shape;199;p26"/>
          <p:cNvGrpSpPr/>
          <p:nvPr/>
        </p:nvGrpSpPr>
        <p:grpSpPr>
          <a:xfrm rot="-3651081">
            <a:off x="-684364" y="2619663"/>
            <a:ext cx="1614601" cy="779112"/>
            <a:chOff x="407100" y="684850"/>
            <a:chExt cx="1614525" cy="779075"/>
          </a:xfrm>
        </p:grpSpPr>
        <p:sp>
          <p:nvSpPr>
            <p:cNvPr id="200" name="Google Shape;200;p26"/>
            <p:cNvSpPr/>
            <p:nvPr/>
          </p:nvSpPr>
          <p:spPr>
            <a:xfrm>
              <a:off x="407100" y="684850"/>
              <a:ext cx="1614525" cy="779075"/>
            </a:xfrm>
            <a:custGeom>
              <a:rect b="b" l="l" r="r" t="t"/>
              <a:pathLst>
                <a:path extrusionOk="0" h="31163" w="64581">
                  <a:moveTo>
                    <a:pt x="58224" y="0"/>
                  </a:moveTo>
                  <a:cubicBezTo>
                    <a:pt x="51269" y="0"/>
                    <a:pt x="44288" y="1367"/>
                    <a:pt x="37828" y="4004"/>
                  </a:cubicBezTo>
                  <a:cubicBezTo>
                    <a:pt x="36994" y="4337"/>
                    <a:pt x="36126" y="4704"/>
                    <a:pt x="35226" y="4804"/>
                  </a:cubicBezTo>
                  <a:cubicBezTo>
                    <a:pt x="34985" y="4842"/>
                    <a:pt x="34741" y="4855"/>
                    <a:pt x="34495" y="4855"/>
                  </a:cubicBezTo>
                  <a:cubicBezTo>
                    <a:pt x="33858" y="4855"/>
                    <a:pt x="33207" y="4762"/>
                    <a:pt x="32557" y="4738"/>
                  </a:cubicBezTo>
                  <a:cubicBezTo>
                    <a:pt x="32397" y="4731"/>
                    <a:pt x="32234" y="4727"/>
                    <a:pt x="32070" y="4727"/>
                  </a:cubicBezTo>
                  <a:cubicBezTo>
                    <a:pt x="29869" y="4727"/>
                    <a:pt x="27310" y="5336"/>
                    <a:pt x="25385" y="6205"/>
                  </a:cubicBezTo>
                  <a:cubicBezTo>
                    <a:pt x="22850" y="7340"/>
                    <a:pt x="20482" y="10075"/>
                    <a:pt x="18347" y="11809"/>
                  </a:cubicBezTo>
                  <a:cubicBezTo>
                    <a:pt x="13377" y="15879"/>
                    <a:pt x="8340" y="19882"/>
                    <a:pt x="3136" y="23718"/>
                  </a:cubicBezTo>
                  <a:cubicBezTo>
                    <a:pt x="1502" y="24919"/>
                    <a:pt x="1" y="26753"/>
                    <a:pt x="1435" y="28822"/>
                  </a:cubicBezTo>
                  <a:cubicBezTo>
                    <a:pt x="2202" y="29922"/>
                    <a:pt x="3503" y="30523"/>
                    <a:pt x="4804" y="30823"/>
                  </a:cubicBezTo>
                  <a:cubicBezTo>
                    <a:pt x="5826" y="31061"/>
                    <a:pt x="6809" y="31163"/>
                    <a:pt x="7775" y="31163"/>
                  </a:cubicBezTo>
                  <a:cubicBezTo>
                    <a:pt x="9523" y="31163"/>
                    <a:pt x="11215" y="30829"/>
                    <a:pt x="12977" y="30356"/>
                  </a:cubicBezTo>
                  <a:cubicBezTo>
                    <a:pt x="16379" y="29422"/>
                    <a:pt x="19815" y="28555"/>
                    <a:pt x="23251" y="27788"/>
                  </a:cubicBezTo>
                  <a:cubicBezTo>
                    <a:pt x="30122" y="26286"/>
                    <a:pt x="37094" y="25119"/>
                    <a:pt x="44099" y="24318"/>
                  </a:cubicBezTo>
                  <a:cubicBezTo>
                    <a:pt x="45333" y="24185"/>
                    <a:pt x="46567" y="24052"/>
                    <a:pt x="47701" y="23551"/>
                  </a:cubicBezTo>
                  <a:cubicBezTo>
                    <a:pt x="48869" y="23084"/>
                    <a:pt x="49903" y="22217"/>
                    <a:pt x="50236" y="21049"/>
                  </a:cubicBezTo>
                  <a:cubicBezTo>
                    <a:pt x="50370" y="20582"/>
                    <a:pt x="50437" y="20082"/>
                    <a:pt x="50603" y="19648"/>
                  </a:cubicBezTo>
                  <a:cubicBezTo>
                    <a:pt x="50870" y="18915"/>
                    <a:pt x="51504" y="18381"/>
                    <a:pt x="52104" y="17880"/>
                  </a:cubicBezTo>
                  <a:cubicBezTo>
                    <a:pt x="54606" y="15679"/>
                    <a:pt x="56841" y="13177"/>
                    <a:pt x="58709" y="10408"/>
                  </a:cubicBezTo>
                  <a:cubicBezTo>
                    <a:pt x="59443" y="9308"/>
                    <a:pt x="59910" y="8440"/>
                    <a:pt x="61111" y="7840"/>
                  </a:cubicBezTo>
                  <a:cubicBezTo>
                    <a:pt x="62445" y="7206"/>
                    <a:pt x="63546" y="7039"/>
                    <a:pt x="63880" y="5338"/>
                  </a:cubicBezTo>
                  <a:cubicBezTo>
                    <a:pt x="64146" y="3937"/>
                    <a:pt x="64580" y="2236"/>
                    <a:pt x="63446" y="1202"/>
                  </a:cubicBezTo>
                  <a:cubicBezTo>
                    <a:pt x="62178" y="101"/>
                    <a:pt x="60077" y="34"/>
                    <a:pt x="58476" y="1"/>
                  </a:cubicBezTo>
                  <a:cubicBezTo>
                    <a:pt x="58392" y="1"/>
                    <a:pt x="58308" y="0"/>
                    <a:pt x="5822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6"/>
            <p:cNvSpPr/>
            <p:nvPr/>
          </p:nvSpPr>
          <p:spPr>
            <a:xfrm>
              <a:off x="407100" y="1061225"/>
              <a:ext cx="1178375" cy="369275"/>
            </a:xfrm>
            <a:custGeom>
              <a:rect b="b" l="l" r="r" t="t"/>
              <a:pathLst>
                <a:path extrusionOk="0" h="14771" w="47135">
                  <a:moveTo>
                    <a:pt x="36928" y="0"/>
                  </a:moveTo>
                  <a:cubicBezTo>
                    <a:pt x="36372" y="0"/>
                    <a:pt x="35816" y="10"/>
                    <a:pt x="35259" y="23"/>
                  </a:cubicBezTo>
                  <a:cubicBezTo>
                    <a:pt x="31657" y="90"/>
                    <a:pt x="28021" y="390"/>
                    <a:pt x="24418" y="924"/>
                  </a:cubicBezTo>
                  <a:cubicBezTo>
                    <a:pt x="21816" y="1324"/>
                    <a:pt x="19248" y="1825"/>
                    <a:pt x="16779" y="2725"/>
                  </a:cubicBezTo>
                  <a:cubicBezTo>
                    <a:pt x="14211" y="3693"/>
                    <a:pt x="11809" y="5127"/>
                    <a:pt x="9207" y="6094"/>
                  </a:cubicBezTo>
                  <a:cubicBezTo>
                    <a:pt x="7906" y="6561"/>
                    <a:pt x="6272" y="6928"/>
                    <a:pt x="4704" y="7495"/>
                  </a:cubicBezTo>
                  <a:cubicBezTo>
                    <a:pt x="4170" y="7862"/>
                    <a:pt x="3670" y="8263"/>
                    <a:pt x="3136" y="8663"/>
                  </a:cubicBezTo>
                  <a:cubicBezTo>
                    <a:pt x="1502" y="9864"/>
                    <a:pt x="1" y="11698"/>
                    <a:pt x="1468" y="13767"/>
                  </a:cubicBezTo>
                  <a:cubicBezTo>
                    <a:pt x="1702" y="14134"/>
                    <a:pt x="2035" y="14434"/>
                    <a:pt x="2402" y="14701"/>
                  </a:cubicBezTo>
                  <a:cubicBezTo>
                    <a:pt x="2602" y="14734"/>
                    <a:pt x="2836" y="14767"/>
                    <a:pt x="3069" y="14767"/>
                  </a:cubicBezTo>
                  <a:cubicBezTo>
                    <a:pt x="3166" y="14770"/>
                    <a:pt x="3263" y="14771"/>
                    <a:pt x="3360" y="14771"/>
                  </a:cubicBezTo>
                  <a:cubicBezTo>
                    <a:pt x="4635" y="14771"/>
                    <a:pt x="5930" y="14565"/>
                    <a:pt x="7139" y="14100"/>
                  </a:cubicBezTo>
                  <a:cubicBezTo>
                    <a:pt x="8006" y="13767"/>
                    <a:pt x="8874" y="13300"/>
                    <a:pt x="9774" y="13066"/>
                  </a:cubicBezTo>
                  <a:cubicBezTo>
                    <a:pt x="10108" y="12983"/>
                    <a:pt x="10459" y="12933"/>
                    <a:pt x="10804" y="12933"/>
                  </a:cubicBezTo>
                  <a:cubicBezTo>
                    <a:pt x="11425" y="12933"/>
                    <a:pt x="12026" y="13093"/>
                    <a:pt x="12476" y="13500"/>
                  </a:cubicBezTo>
                  <a:cubicBezTo>
                    <a:pt x="13043" y="12332"/>
                    <a:pt x="14344" y="11732"/>
                    <a:pt x="15545" y="11332"/>
                  </a:cubicBezTo>
                  <a:cubicBezTo>
                    <a:pt x="19281" y="10064"/>
                    <a:pt x="23184" y="9530"/>
                    <a:pt x="27053" y="8997"/>
                  </a:cubicBezTo>
                  <a:cubicBezTo>
                    <a:pt x="32657" y="8196"/>
                    <a:pt x="38261" y="7429"/>
                    <a:pt x="43865" y="6628"/>
                  </a:cubicBezTo>
                  <a:cubicBezTo>
                    <a:pt x="44766" y="6495"/>
                    <a:pt x="45767" y="6328"/>
                    <a:pt x="46367" y="5661"/>
                  </a:cubicBezTo>
                  <a:cubicBezTo>
                    <a:pt x="47134" y="4794"/>
                    <a:pt x="46967" y="3359"/>
                    <a:pt x="46234" y="2459"/>
                  </a:cubicBezTo>
                  <a:cubicBezTo>
                    <a:pt x="45500" y="1525"/>
                    <a:pt x="44366" y="1057"/>
                    <a:pt x="43231" y="724"/>
                  </a:cubicBezTo>
                  <a:cubicBezTo>
                    <a:pt x="41192" y="141"/>
                    <a:pt x="39069" y="0"/>
                    <a:pt x="3692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6"/>
            <p:cNvSpPr/>
            <p:nvPr/>
          </p:nvSpPr>
          <p:spPr>
            <a:xfrm>
              <a:off x="1577950" y="871600"/>
              <a:ext cx="194325" cy="380350"/>
            </a:xfrm>
            <a:custGeom>
              <a:rect b="b" l="l" r="r" t="t"/>
              <a:pathLst>
                <a:path extrusionOk="0" h="15214" w="7773">
                  <a:moveTo>
                    <a:pt x="4630" y="0"/>
                  </a:moveTo>
                  <a:cubicBezTo>
                    <a:pt x="4224" y="0"/>
                    <a:pt x="3849" y="254"/>
                    <a:pt x="3503" y="537"/>
                  </a:cubicBezTo>
                  <a:cubicBezTo>
                    <a:pt x="1835" y="1938"/>
                    <a:pt x="0" y="5140"/>
                    <a:pt x="300" y="7375"/>
                  </a:cubicBezTo>
                  <a:cubicBezTo>
                    <a:pt x="667" y="10010"/>
                    <a:pt x="1401" y="12679"/>
                    <a:pt x="2302" y="15214"/>
                  </a:cubicBezTo>
                  <a:cubicBezTo>
                    <a:pt x="2802" y="14747"/>
                    <a:pt x="3202" y="14213"/>
                    <a:pt x="3402" y="13546"/>
                  </a:cubicBezTo>
                  <a:cubicBezTo>
                    <a:pt x="3569" y="13112"/>
                    <a:pt x="3603" y="12612"/>
                    <a:pt x="3769" y="12178"/>
                  </a:cubicBezTo>
                  <a:cubicBezTo>
                    <a:pt x="4070" y="11445"/>
                    <a:pt x="4670" y="10911"/>
                    <a:pt x="5270" y="10410"/>
                  </a:cubicBezTo>
                  <a:cubicBezTo>
                    <a:pt x="6138" y="9643"/>
                    <a:pt x="6972" y="8843"/>
                    <a:pt x="7772" y="8009"/>
                  </a:cubicBezTo>
                  <a:cubicBezTo>
                    <a:pt x="7272" y="5974"/>
                    <a:pt x="6738" y="3939"/>
                    <a:pt x="6238" y="1938"/>
                  </a:cubicBezTo>
                  <a:cubicBezTo>
                    <a:pt x="6004" y="1070"/>
                    <a:pt x="5571" y="36"/>
                    <a:pt x="4703" y="3"/>
                  </a:cubicBezTo>
                  <a:cubicBezTo>
                    <a:pt x="4679" y="1"/>
                    <a:pt x="4654" y="0"/>
                    <a:pt x="463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6"/>
            <p:cNvSpPr/>
            <p:nvPr/>
          </p:nvSpPr>
          <p:spPr>
            <a:xfrm>
              <a:off x="436300" y="684850"/>
              <a:ext cx="1568625" cy="688925"/>
            </a:xfrm>
            <a:custGeom>
              <a:rect b="b" l="l" r="r" t="t"/>
              <a:pathLst>
                <a:path extrusionOk="0" h="27557" w="62745">
                  <a:moveTo>
                    <a:pt x="57056" y="0"/>
                  </a:moveTo>
                  <a:cubicBezTo>
                    <a:pt x="50101" y="0"/>
                    <a:pt x="43120" y="1367"/>
                    <a:pt x="36660" y="4004"/>
                  </a:cubicBezTo>
                  <a:cubicBezTo>
                    <a:pt x="35826" y="4337"/>
                    <a:pt x="34992" y="4704"/>
                    <a:pt x="34091" y="4804"/>
                  </a:cubicBezTo>
                  <a:cubicBezTo>
                    <a:pt x="33841" y="4842"/>
                    <a:pt x="33590" y="4855"/>
                    <a:pt x="33340" y="4855"/>
                  </a:cubicBezTo>
                  <a:cubicBezTo>
                    <a:pt x="32690" y="4855"/>
                    <a:pt x="32039" y="4762"/>
                    <a:pt x="31389" y="4738"/>
                  </a:cubicBezTo>
                  <a:cubicBezTo>
                    <a:pt x="31229" y="4731"/>
                    <a:pt x="31066" y="4727"/>
                    <a:pt x="30902" y="4727"/>
                  </a:cubicBezTo>
                  <a:cubicBezTo>
                    <a:pt x="28705" y="4727"/>
                    <a:pt x="26173" y="5336"/>
                    <a:pt x="24217" y="6205"/>
                  </a:cubicBezTo>
                  <a:cubicBezTo>
                    <a:pt x="21682" y="7340"/>
                    <a:pt x="19314" y="10075"/>
                    <a:pt x="17179" y="11809"/>
                  </a:cubicBezTo>
                  <a:cubicBezTo>
                    <a:pt x="12209" y="15879"/>
                    <a:pt x="7172" y="19882"/>
                    <a:pt x="1968" y="23718"/>
                  </a:cubicBezTo>
                  <a:cubicBezTo>
                    <a:pt x="1168" y="24285"/>
                    <a:pt x="400" y="25052"/>
                    <a:pt x="0" y="25886"/>
                  </a:cubicBezTo>
                  <a:cubicBezTo>
                    <a:pt x="1234" y="26653"/>
                    <a:pt x="2569" y="27354"/>
                    <a:pt x="4003" y="27521"/>
                  </a:cubicBezTo>
                  <a:cubicBezTo>
                    <a:pt x="4229" y="27545"/>
                    <a:pt x="4457" y="27556"/>
                    <a:pt x="4685" y="27556"/>
                  </a:cubicBezTo>
                  <a:cubicBezTo>
                    <a:pt x="5701" y="27556"/>
                    <a:pt x="6731" y="27338"/>
                    <a:pt x="7739" y="27120"/>
                  </a:cubicBezTo>
                  <a:cubicBezTo>
                    <a:pt x="13510" y="25819"/>
                    <a:pt x="19314" y="24318"/>
                    <a:pt x="25185" y="23418"/>
                  </a:cubicBezTo>
                  <a:cubicBezTo>
                    <a:pt x="31122" y="22484"/>
                    <a:pt x="37060" y="21383"/>
                    <a:pt x="42931" y="20115"/>
                  </a:cubicBezTo>
                  <a:cubicBezTo>
                    <a:pt x="44665" y="19715"/>
                    <a:pt x="46567" y="19215"/>
                    <a:pt x="47401" y="17680"/>
                  </a:cubicBezTo>
                  <a:cubicBezTo>
                    <a:pt x="47901" y="16746"/>
                    <a:pt x="47901" y="15612"/>
                    <a:pt x="48235" y="14611"/>
                  </a:cubicBezTo>
                  <a:cubicBezTo>
                    <a:pt x="48568" y="13711"/>
                    <a:pt x="49169" y="12944"/>
                    <a:pt x="49802" y="12210"/>
                  </a:cubicBezTo>
                  <a:cubicBezTo>
                    <a:pt x="52871" y="8474"/>
                    <a:pt x="56140" y="5071"/>
                    <a:pt x="60610" y="3103"/>
                  </a:cubicBezTo>
                  <a:cubicBezTo>
                    <a:pt x="61377" y="2736"/>
                    <a:pt x="62211" y="2403"/>
                    <a:pt x="62745" y="1769"/>
                  </a:cubicBezTo>
                  <a:cubicBezTo>
                    <a:pt x="62611" y="1569"/>
                    <a:pt x="62478" y="1369"/>
                    <a:pt x="62278" y="1202"/>
                  </a:cubicBezTo>
                  <a:cubicBezTo>
                    <a:pt x="61010" y="101"/>
                    <a:pt x="58909" y="34"/>
                    <a:pt x="57308" y="1"/>
                  </a:cubicBezTo>
                  <a:cubicBezTo>
                    <a:pt x="57224" y="1"/>
                    <a:pt x="57140" y="0"/>
                    <a:pt x="5705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6"/>
            <p:cNvSpPr/>
            <p:nvPr/>
          </p:nvSpPr>
          <p:spPr>
            <a:xfrm>
              <a:off x="578050" y="684850"/>
              <a:ext cx="1426050" cy="522900"/>
            </a:xfrm>
            <a:custGeom>
              <a:rect b="b" l="l" r="r" t="t"/>
              <a:pathLst>
                <a:path extrusionOk="0" h="20916" w="57042">
                  <a:moveTo>
                    <a:pt x="51386" y="0"/>
                  </a:moveTo>
                  <a:cubicBezTo>
                    <a:pt x="44431" y="0"/>
                    <a:pt x="37450" y="1367"/>
                    <a:pt x="30990" y="4004"/>
                  </a:cubicBezTo>
                  <a:cubicBezTo>
                    <a:pt x="30156" y="4337"/>
                    <a:pt x="29322" y="4704"/>
                    <a:pt x="28421" y="4804"/>
                  </a:cubicBezTo>
                  <a:cubicBezTo>
                    <a:pt x="28171" y="4842"/>
                    <a:pt x="27920" y="4855"/>
                    <a:pt x="27670" y="4855"/>
                  </a:cubicBezTo>
                  <a:cubicBezTo>
                    <a:pt x="27020" y="4855"/>
                    <a:pt x="26369" y="4762"/>
                    <a:pt x="25719" y="4738"/>
                  </a:cubicBezTo>
                  <a:cubicBezTo>
                    <a:pt x="25559" y="4731"/>
                    <a:pt x="25396" y="4727"/>
                    <a:pt x="25232" y="4727"/>
                  </a:cubicBezTo>
                  <a:cubicBezTo>
                    <a:pt x="23035" y="4727"/>
                    <a:pt x="20503" y="5336"/>
                    <a:pt x="18547" y="6205"/>
                  </a:cubicBezTo>
                  <a:cubicBezTo>
                    <a:pt x="16012" y="7340"/>
                    <a:pt x="13644" y="10075"/>
                    <a:pt x="11509" y="11809"/>
                  </a:cubicBezTo>
                  <a:cubicBezTo>
                    <a:pt x="7706" y="14912"/>
                    <a:pt x="3904" y="17947"/>
                    <a:pt x="1" y="20916"/>
                  </a:cubicBezTo>
                  <a:cubicBezTo>
                    <a:pt x="101" y="20883"/>
                    <a:pt x="201" y="20849"/>
                    <a:pt x="334" y="20783"/>
                  </a:cubicBezTo>
                  <a:cubicBezTo>
                    <a:pt x="2469" y="19782"/>
                    <a:pt x="4504" y="17880"/>
                    <a:pt x="6472" y="16513"/>
                  </a:cubicBezTo>
                  <a:cubicBezTo>
                    <a:pt x="8607" y="15012"/>
                    <a:pt x="10742" y="13544"/>
                    <a:pt x="12877" y="12043"/>
                  </a:cubicBezTo>
                  <a:cubicBezTo>
                    <a:pt x="14811" y="10675"/>
                    <a:pt x="16846" y="9308"/>
                    <a:pt x="19181" y="8907"/>
                  </a:cubicBezTo>
                  <a:cubicBezTo>
                    <a:pt x="19615" y="8834"/>
                    <a:pt x="20054" y="8798"/>
                    <a:pt x="20493" y="8798"/>
                  </a:cubicBezTo>
                  <a:cubicBezTo>
                    <a:pt x="22042" y="8798"/>
                    <a:pt x="23585" y="9250"/>
                    <a:pt x="24885" y="10108"/>
                  </a:cubicBezTo>
                  <a:cubicBezTo>
                    <a:pt x="25185" y="10275"/>
                    <a:pt x="25486" y="10475"/>
                    <a:pt x="25786" y="10475"/>
                  </a:cubicBezTo>
                  <a:cubicBezTo>
                    <a:pt x="26086" y="10442"/>
                    <a:pt x="26320" y="10242"/>
                    <a:pt x="26553" y="10041"/>
                  </a:cubicBezTo>
                  <a:cubicBezTo>
                    <a:pt x="29755" y="7306"/>
                    <a:pt x="33892" y="6039"/>
                    <a:pt x="37928" y="4804"/>
                  </a:cubicBezTo>
                  <a:cubicBezTo>
                    <a:pt x="41797" y="3637"/>
                    <a:pt x="45733" y="2469"/>
                    <a:pt x="49770" y="2203"/>
                  </a:cubicBezTo>
                  <a:cubicBezTo>
                    <a:pt x="50511" y="2160"/>
                    <a:pt x="51248" y="2148"/>
                    <a:pt x="51983" y="2148"/>
                  </a:cubicBezTo>
                  <a:cubicBezTo>
                    <a:pt x="52966" y="2148"/>
                    <a:pt x="53945" y="2170"/>
                    <a:pt x="54922" y="2170"/>
                  </a:cubicBezTo>
                  <a:cubicBezTo>
                    <a:pt x="55518" y="2170"/>
                    <a:pt x="56113" y="2162"/>
                    <a:pt x="56708" y="2136"/>
                  </a:cubicBezTo>
                  <a:cubicBezTo>
                    <a:pt x="56841" y="2036"/>
                    <a:pt x="56941" y="1902"/>
                    <a:pt x="57042" y="1769"/>
                  </a:cubicBezTo>
                  <a:cubicBezTo>
                    <a:pt x="56941" y="1569"/>
                    <a:pt x="56808" y="1369"/>
                    <a:pt x="56608" y="1202"/>
                  </a:cubicBezTo>
                  <a:cubicBezTo>
                    <a:pt x="55340" y="101"/>
                    <a:pt x="53239" y="34"/>
                    <a:pt x="51638" y="1"/>
                  </a:cubicBezTo>
                  <a:cubicBezTo>
                    <a:pt x="51554" y="1"/>
                    <a:pt x="51470" y="0"/>
                    <a:pt x="5138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5" name="Google Shape;205;p26"/>
          <p:cNvSpPr/>
          <p:nvPr/>
        </p:nvSpPr>
        <p:spPr>
          <a:xfrm>
            <a:off x="1270750" y="4290022"/>
            <a:ext cx="3983475" cy="1801500"/>
          </a:xfrm>
          <a:custGeom>
            <a:rect b="b" l="l" r="r" t="t"/>
            <a:pathLst>
              <a:path extrusionOk="0" h="72060" w="159339">
                <a:moveTo>
                  <a:pt x="0" y="49469"/>
                </a:moveTo>
                <a:cubicBezTo>
                  <a:pt x="1479" y="47721"/>
                  <a:pt x="2286" y="47183"/>
                  <a:pt x="8875" y="38980"/>
                </a:cubicBezTo>
                <a:cubicBezTo>
                  <a:pt x="15464" y="30777"/>
                  <a:pt x="25146" y="2269"/>
                  <a:pt x="39534" y="252"/>
                </a:cubicBezTo>
                <a:cubicBezTo>
                  <a:pt x="53922" y="-1765"/>
                  <a:pt x="79875" y="22844"/>
                  <a:pt x="95205" y="26878"/>
                </a:cubicBezTo>
                <a:cubicBezTo>
                  <a:pt x="110535" y="30912"/>
                  <a:pt x="121023" y="19078"/>
                  <a:pt x="131512" y="24457"/>
                </a:cubicBezTo>
                <a:cubicBezTo>
                  <a:pt x="142001" y="29836"/>
                  <a:pt x="154372" y="51217"/>
                  <a:pt x="158137" y="59151"/>
                </a:cubicBezTo>
                <a:cubicBezTo>
                  <a:pt x="161902" y="67085"/>
                  <a:pt x="154775" y="69909"/>
                  <a:pt x="154103" y="72060"/>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3">
    <p:spTree>
      <p:nvGrpSpPr>
        <p:cNvPr id="206" name="Shape 206"/>
        <p:cNvGrpSpPr/>
        <p:nvPr/>
      </p:nvGrpSpPr>
      <p:grpSpPr>
        <a:xfrm>
          <a:off x="0" y="0"/>
          <a:ext cx="0" cy="0"/>
          <a:chOff x="0" y="0"/>
          <a:chExt cx="0" cy="0"/>
        </a:xfrm>
      </p:grpSpPr>
      <p:sp>
        <p:nvSpPr>
          <p:cNvPr id="207" name="Google Shape;207;p27"/>
          <p:cNvSpPr txBox="1"/>
          <p:nvPr>
            <p:ph idx="1" type="subTitle"/>
          </p:nvPr>
        </p:nvSpPr>
        <p:spPr>
          <a:xfrm>
            <a:off x="942688" y="2215173"/>
            <a:ext cx="1792200" cy="22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Pacifico"/>
              <a:buNone/>
              <a:defRPr b="1" sz="2000">
                <a:latin typeface="Francois One"/>
                <a:ea typeface="Francois One"/>
                <a:cs typeface="Francois One"/>
                <a:sym typeface="Francois One"/>
              </a:defRPr>
            </a:lvl1pPr>
            <a:lvl2pPr lvl="1" algn="l">
              <a:lnSpc>
                <a:spcPct val="100000"/>
              </a:lnSpc>
              <a:spcBef>
                <a:spcPts val="0"/>
              </a:spcBef>
              <a:spcAft>
                <a:spcPts val="0"/>
              </a:spcAft>
              <a:buSzPts val="1600"/>
              <a:buFont typeface="Pacifico"/>
              <a:buNone/>
              <a:defRPr>
                <a:latin typeface="Pacifico"/>
                <a:ea typeface="Pacifico"/>
                <a:cs typeface="Pacifico"/>
                <a:sym typeface="Pacifico"/>
              </a:defRPr>
            </a:lvl2pPr>
            <a:lvl3pPr lvl="2" algn="l">
              <a:lnSpc>
                <a:spcPct val="100000"/>
              </a:lnSpc>
              <a:spcBef>
                <a:spcPts val="0"/>
              </a:spcBef>
              <a:spcAft>
                <a:spcPts val="0"/>
              </a:spcAft>
              <a:buSzPts val="1600"/>
              <a:buFont typeface="Pacifico"/>
              <a:buNone/>
              <a:defRPr>
                <a:latin typeface="Pacifico"/>
                <a:ea typeface="Pacifico"/>
                <a:cs typeface="Pacifico"/>
                <a:sym typeface="Pacifico"/>
              </a:defRPr>
            </a:lvl3pPr>
            <a:lvl4pPr lvl="3" algn="l">
              <a:lnSpc>
                <a:spcPct val="100000"/>
              </a:lnSpc>
              <a:spcBef>
                <a:spcPts val="0"/>
              </a:spcBef>
              <a:spcAft>
                <a:spcPts val="0"/>
              </a:spcAft>
              <a:buSzPts val="1600"/>
              <a:buFont typeface="Pacifico"/>
              <a:buNone/>
              <a:defRPr>
                <a:latin typeface="Pacifico"/>
                <a:ea typeface="Pacifico"/>
                <a:cs typeface="Pacifico"/>
                <a:sym typeface="Pacifico"/>
              </a:defRPr>
            </a:lvl4pPr>
            <a:lvl5pPr lvl="4" algn="l">
              <a:lnSpc>
                <a:spcPct val="100000"/>
              </a:lnSpc>
              <a:spcBef>
                <a:spcPts val="0"/>
              </a:spcBef>
              <a:spcAft>
                <a:spcPts val="0"/>
              </a:spcAft>
              <a:buSzPts val="1600"/>
              <a:buFont typeface="Pacifico"/>
              <a:buNone/>
              <a:defRPr>
                <a:latin typeface="Pacifico"/>
                <a:ea typeface="Pacifico"/>
                <a:cs typeface="Pacifico"/>
                <a:sym typeface="Pacifico"/>
              </a:defRPr>
            </a:lvl5pPr>
            <a:lvl6pPr lvl="5" algn="l">
              <a:lnSpc>
                <a:spcPct val="100000"/>
              </a:lnSpc>
              <a:spcBef>
                <a:spcPts val="0"/>
              </a:spcBef>
              <a:spcAft>
                <a:spcPts val="0"/>
              </a:spcAft>
              <a:buSzPts val="1600"/>
              <a:buFont typeface="Pacifico"/>
              <a:buNone/>
              <a:defRPr>
                <a:latin typeface="Pacifico"/>
                <a:ea typeface="Pacifico"/>
                <a:cs typeface="Pacifico"/>
                <a:sym typeface="Pacifico"/>
              </a:defRPr>
            </a:lvl6pPr>
            <a:lvl7pPr lvl="6" algn="l">
              <a:lnSpc>
                <a:spcPct val="100000"/>
              </a:lnSpc>
              <a:spcBef>
                <a:spcPts val="0"/>
              </a:spcBef>
              <a:spcAft>
                <a:spcPts val="0"/>
              </a:spcAft>
              <a:buSzPts val="1600"/>
              <a:buFont typeface="Pacifico"/>
              <a:buNone/>
              <a:defRPr>
                <a:latin typeface="Pacifico"/>
                <a:ea typeface="Pacifico"/>
                <a:cs typeface="Pacifico"/>
                <a:sym typeface="Pacifico"/>
              </a:defRPr>
            </a:lvl7pPr>
            <a:lvl8pPr lvl="7" algn="l">
              <a:lnSpc>
                <a:spcPct val="100000"/>
              </a:lnSpc>
              <a:spcBef>
                <a:spcPts val="0"/>
              </a:spcBef>
              <a:spcAft>
                <a:spcPts val="0"/>
              </a:spcAft>
              <a:buSzPts val="1600"/>
              <a:buFont typeface="Pacifico"/>
              <a:buNone/>
              <a:defRPr>
                <a:latin typeface="Pacifico"/>
                <a:ea typeface="Pacifico"/>
                <a:cs typeface="Pacifico"/>
                <a:sym typeface="Pacifico"/>
              </a:defRPr>
            </a:lvl8pPr>
            <a:lvl9pPr lvl="8" algn="l">
              <a:lnSpc>
                <a:spcPct val="100000"/>
              </a:lnSpc>
              <a:spcBef>
                <a:spcPts val="0"/>
              </a:spcBef>
              <a:spcAft>
                <a:spcPts val="0"/>
              </a:spcAft>
              <a:buSzPts val="1600"/>
              <a:buFont typeface="Pacifico"/>
              <a:buNone/>
              <a:defRPr>
                <a:latin typeface="Pacifico"/>
                <a:ea typeface="Pacifico"/>
                <a:cs typeface="Pacifico"/>
                <a:sym typeface="Pacifico"/>
              </a:defRPr>
            </a:lvl9pPr>
          </a:lstStyle>
          <a:p/>
        </p:txBody>
      </p:sp>
      <p:sp>
        <p:nvSpPr>
          <p:cNvPr id="208" name="Google Shape;208;p27"/>
          <p:cNvSpPr txBox="1"/>
          <p:nvPr>
            <p:ph idx="2" type="subTitle"/>
          </p:nvPr>
        </p:nvSpPr>
        <p:spPr>
          <a:xfrm>
            <a:off x="943138" y="2534237"/>
            <a:ext cx="1791300" cy="40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accent3"/>
                </a:solidFill>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09" name="Google Shape;209;p27"/>
          <p:cNvSpPr txBox="1"/>
          <p:nvPr>
            <p:ph idx="3" type="subTitle"/>
          </p:nvPr>
        </p:nvSpPr>
        <p:spPr>
          <a:xfrm>
            <a:off x="3675875" y="2215173"/>
            <a:ext cx="1792200" cy="22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Pacifico"/>
              <a:buNone/>
              <a:defRPr b="1" sz="2000">
                <a:latin typeface="Francois One"/>
                <a:ea typeface="Francois One"/>
                <a:cs typeface="Francois One"/>
                <a:sym typeface="Francois One"/>
              </a:defRPr>
            </a:lvl1pPr>
            <a:lvl2pPr lvl="1" algn="l">
              <a:lnSpc>
                <a:spcPct val="100000"/>
              </a:lnSpc>
              <a:spcBef>
                <a:spcPts val="0"/>
              </a:spcBef>
              <a:spcAft>
                <a:spcPts val="0"/>
              </a:spcAft>
              <a:buSzPts val="1600"/>
              <a:buFont typeface="Pacifico"/>
              <a:buNone/>
              <a:defRPr>
                <a:latin typeface="Pacifico"/>
                <a:ea typeface="Pacifico"/>
                <a:cs typeface="Pacifico"/>
                <a:sym typeface="Pacifico"/>
              </a:defRPr>
            </a:lvl2pPr>
            <a:lvl3pPr lvl="2" algn="l">
              <a:lnSpc>
                <a:spcPct val="100000"/>
              </a:lnSpc>
              <a:spcBef>
                <a:spcPts val="0"/>
              </a:spcBef>
              <a:spcAft>
                <a:spcPts val="0"/>
              </a:spcAft>
              <a:buSzPts val="1600"/>
              <a:buFont typeface="Pacifico"/>
              <a:buNone/>
              <a:defRPr>
                <a:latin typeface="Pacifico"/>
                <a:ea typeface="Pacifico"/>
                <a:cs typeface="Pacifico"/>
                <a:sym typeface="Pacifico"/>
              </a:defRPr>
            </a:lvl3pPr>
            <a:lvl4pPr lvl="3" algn="l">
              <a:lnSpc>
                <a:spcPct val="100000"/>
              </a:lnSpc>
              <a:spcBef>
                <a:spcPts val="0"/>
              </a:spcBef>
              <a:spcAft>
                <a:spcPts val="0"/>
              </a:spcAft>
              <a:buSzPts val="1600"/>
              <a:buFont typeface="Pacifico"/>
              <a:buNone/>
              <a:defRPr>
                <a:latin typeface="Pacifico"/>
                <a:ea typeface="Pacifico"/>
                <a:cs typeface="Pacifico"/>
                <a:sym typeface="Pacifico"/>
              </a:defRPr>
            </a:lvl4pPr>
            <a:lvl5pPr lvl="4" algn="l">
              <a:lnSpc>
                <a:spcPct val="100000"/>
              </a:lnSpc>
              <a:spcBef>
                <a:spcPts val="0"/>
              </a:spcBef>
              <a:spcAft>
                <a:spcPts val="0"/>
              </a:spcAft>
              <a:buSzPts val="1600"/>
              <a:buFont typeface="Pacifico"/>
              <a:buNone/>
              <a:defRPr>
                <a:latin typeface="Pacifico"/>
                <a:ea typeface="Pacifico"/>
                <a:cs typeface="Pacifico"/>
                <a:sym typeface="Pacifico"/>
              </a:defRPr>
            </a:lvl5pPr>
            <a:lvl6pPr lvl="5" algn="l">
              <a:lnSpc>
                <a:spcPct val="100000"/>
              </a:lnSpc>
              <a:spcBef>
                <a:spcPts val="0"/>
              </a:spcBef>
              <a:spcAft>
                <a:spcPts val="0"/>
              </a:spcAft>
              <a:buSzPts val="1600"/>
              <a:buFont typeface="Pacifico"/>
              <a:buNone/>
              <a:defRPr>
                <a:latin typeface="Pacifico"/>
                <a:ea typeface="Pacifico"/>
                <a:cs typeface="Pacifico"/>
                <a:sym typeface="Pacifico"/>
              </a:defRPr>
            </a:lvl6pPr>
            <a:lvl7pPr lvl="6" algn="l">
              <a:lnSpc>
                <a:spcPct val="100000"/>
              </a:lnSpc>
              <a:spcBef>
                <a:spcPts val="0"/>
              </a:spcBef>
              <a:spcAft>
                <a:spcPts val="0"/>
              </a:spcAft>
              <a:buSzPts val="1600"/>
              <a:buFont typeface="Pacifico"/>
              <a:buNone/>
              <a:defRPr>
                <a:latin typeface="Pacifico"/>
                <a:ea typeface="Pacifico"/>
                <a:cs typeface="Pacifico"/>
                <a:sym typeface="Pacifico"/>
              </a:defRPr>
            </a:lvl7pPr>
            <a:lvl8pPr lvl="7" algn="l">
              <a:lnSpc>
                <a:spcPct val="100000"/>
              </a:lnSpc>
              <a:spcBef>
                <a:spcPts val="0"/>
              </a:spcBef>
              <a:spcAft>
                <a:spcPts val="0"/>
              </a:spcAft>
              <a:buSzPts val="1600"/>
              <a:buFont typeface="Pacifico"/>
              <a:buNone/>
              <a:defRPr>
                <a:latin typeface="Pacifico"/>
                <a:ea typeface="Pacifico"/>
                <a:cs typeface="Pacifico"/>
                <a:sym typeface="Pacifico"/>
              </a:defRPr>
            </a:lvl8pPr>
            <a:lvl9pPr lvl="8" algn="l">
              <a:lnSpc>
                <a:spcPct val="100000"/>
              </a:lnSpc>
              <a:spcBef>
                <a:spcPts val="0"/>
              </a:spcBef>
              <a:spcAft>
                <a:spcPts val="0"/>
              </a:spcAft>
              <a:buSzPts val="1600"/>
              <a:buFont typeface="Pacifico"/>
              <a:buNone/>
              <a:defRPr>
                <a:latin typeface="Pacifico"/>
                <a:ea typeface="Pacifico"/>
                <a:cs typeface="Pacifico"/>
                <a:sym typeface="Pacifico"/>
              </a:defRPr>
            </a:lvl9pPr>
          </a:lstStyle>
          <a:p/>
        </p:txBody>
      </p:sp>
      <p:sp>
        <p:nvSpPr>
          <p:cNvPr id="210" name="Google Shape;210;p27"/>
          <p:cNvSpPr txBox="1"/>
          <p:nvPr>
            <p:ph idx="4" type="subTitle"/>
          </p:nvPr>
        </p:nvSpPr>
        <p:spPr>
          <a:xfrm>
            <a:off x="3674675" y="2534237"/>
            <a:ext cx="1794600" cy="40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accent3"/>
                </a:solidFill>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11" name="Google Shape;211;p27"/>
          <p:cNvSpPr txBox="1"/>
          <p:nvPr>
            <p:ph idx="5" type="subTitle"/>
          </p:nvPr>
        </p:nvSpPr>
        <p:spPr>
          <a:xfrm>
            <a:off x="6409062" y="2215173"/>
            <a:ext cx="1792200" cy="22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Pacifico"/>
              <a:buNone/>
              <a:defRPr b="1" sz="2000">
                <a:latin typeface="Francois One"/>
                <a:ea typeface="Francois One"/>
                <a:cs typeface="Francois One"/>
                <a:sym typeface="Francois One"/>
              </a:defRPr>
            </a:lvl1pPr>
            <a:lvl2pPr lvl="1" algn="l">
              <a:lnSpc>
                <a:spcPct val="100000"/>
              </a:lnSpc>
              <a:spcBef>
                <a:spcPts val="0"/>
              </a:spcBef>
              <a:spcAft>
                <a:spcPts val="0"/>
              </a:spcAft>
              <a:buSzPts val="1600"/>
              <a:buFont typeface="Pacifico"/>
              <a:buNone/>
              <a:defRPr>
                <a:latin typeface="Pacifico"/>
                <a:ea typeface="Pacifico"/>
                <a:cs typeface="Pacifico"/>
                <a:sym typeface="Pacifico"/>
              </a:defRPr>
            </a:lvl2pPr>
            <a:lvl3pPr lvl="2" algn="l">
              <a:lnSpc>
                <a:spcPct val="100000"/>
              </a:lnSpc>
              <a:spcBef>
                <a:spcPts val="0"/>
              </a:spcBef>
              <a:spcAft>
                <a:spcPts val="0"/>
              </a:spcAft>
              <a:buSzPts val="1600"/>
              <a:buFont typeface="Pacifico"/>
              <a:buNone/>
              <a:defRPr>
                <a:latin typeface="Pacifico"/>
                <a:ea typeface="Pacifico"/>
                <a:cs typeface="Pacifico"/>
                <a:sym typeface="Pacifico"/>
              </a:defRPr>
            </a:lvl3pPr>
            <a:lvl4pPr lvl="3" algn="l">
              <a:lnSpc>
                <a:spcPct val="100000"/>
              </a:lnSpc>
              <a:spcBef>
                <a:spcPts val="0"/>
              </a:spcBef>
              <a:spcAft>
                <a:spcPts val="0"/>
              </a:spcAft>
              <a:buSzPts val="1600"/>
              <a:buFont typeface="Pacifico"/>
              <a:buNone/>
              <a:defRPr>
                <a:latin typeface="Pacifico"/>
                <a:ea typeface="Pacifico"/>
                <a:cs typeface="Pacifico"/>
                <a:sym typeface="Pacifico"/>
              </a:defRPr>
            </a:lvl4pPr>
            <a:lvl5pPr lvl="4" algn="l">
              <a:lnSpc>
                <a:spcPct val="100000"/>
              </a:lnSpc>
              <a:spcBef>
                <a:spcPts val="0"/>
              </a:spcBef>
              <a:spcAft>
                <a:spcPts val="0"/>
              </a:spcAft>
              <a:buSzPts val="1600"/>
              <a:buFont typeface="Pacifico"/>
              <a:buNone/>
              <a:defRPr>
                <a:latin typeface="Pacifico"/>
                <a:ea typeface="Pacifico"/>
                <a:cs typeface="Pacifico"/>
                <a:sym typeface="Pacifico"/>
              </a:defRPr>
            </a:lvl5pPr>
            <a:lvl6pPr lvl="5" algn="l">
              <a:lnSpc>
                <a:spcPct val="100000"/>
              </a:lnSpc>
              <a:spcBef>
                <a:spcPts val="0"/>
              </a:spcBef>
              <a:spcAft>
                <a:spcPts val="0"/>
              </a:spcAft>
              <a:buSzPts val="1600"/>
              <a:buFont typeface="Pacifico"/>
              <a:buNone/>
              <a:defRPr>
                <a:latin typeface="Pacifico"/>
                <a:ea typeface="Pacifico"/>
                <a:cs typeface="Pacifico"/>
                <a:sym typeface="Pacifico"/>
              </a:defRPr>
            </a:lvl6pPr>
            <a:lvl7pPr lvl="6" algn="l">
              <a:lnSpc>
                <a:spcPct val="100000"/>
              </a:lnSpc>
              <a:spcBef>
                <a:spcPts val="0"/>
              </a:spcBef>
              <a:spcAft>
                <a:spcPts val="0"/>
              </a:spcAft>
              <a:buSzPts val="1600"/>
              <a:buFont typeface="Pacifico"/>
              <a:buNone/>
              <a:defRPr>
                <a:latin typeface="Pacifico"/>
                <a:ea typeface="Pacifico"/>
                <a:cs typeface="Pacifico"/>
                <a:sym typeface="Pacifico"/>
              </a:defRPr>
            </a:lvl7pPr>
            <a:lvl8pPr lvl="7" algn="l">
              <a:lnSpc>
                <a:spcPct val="100000"/>
              </a:lnSpc>
              <a:spcBef>
                <a:spcPts val="0"/>
              </a:spcBef>
              <a:spcAft>
                <a:spcPts val="0"/>
              </a:spcAft>
              <a:buSzPts val="1600"/>
              <a:buFont typeface="Pacifico"/>
              <a:buNone/>
              <a:defRPr>
                <a:latin typeface="Pacifico"/>
                <a:ea typeface="Pacifico"/>
                <a:cs typeface="Pacifico"/>
                <a:sym typeface="Pacifico"/>
              </a:defRPr>
            </a:lvl8pPr>
            <a:lvl9pPr lvl="8" algn="l">
              <a:lnSpc>
                <a:spcPct val="100000"/>
              </a:lnSpc>
              <a:spcBef>
                <a:spcPts val="0"/>
              </a:spcBef>
              <a:spcAft>
                <a:spcPts val="0"/>
              </a:spcAft>
              <a:buSzPts val="1600"/>
              <a:buFont typeface="Pacifico"/>
              <a:buNone/>
              <a:defRPr>
                <a:latin typeface="Pacifico"/>
                <a:ea typeface="Pacifico"/>
                <a:cs typeface="Pacifico"/>
                <a:sym typeface="Pacifico"/>
              </a:defRPr>
            </a:lvl9pPr>
          </a:lstStyle>
          <a:p/>
        </p:txBody>
      </p:sp>
      <p:sp>
        <p:nvSpPr>
          <p:cNvPr id="212" name="Google Shape;212;p27"/>
          <p:cNvSpPr txBox="1"/>
          <p:nvPr>
            <p:ph idx="6" type="subTitle"/>
          </p:nvPr>
        </p:nvSpPr>
        <p:spPr>
          <a:xfrm>
            <a:off x="6407862" y="2534237"/>
            <a:ext cx="1794600" cy="40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accent3"/>
                </a:solidFill>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13" name="Google Shape;213;p27"/>
          <p:cNvSpPr txBox="1"/>
          <p:nvPr>
            <p:ph idx="7" type="subTitle"/>
          </p:nvPr>
        </p:nvSpPr>
        <p:spPr>
          <a:xfrm>
            <a:off x="942688" y="3878338"/>
            <a:ext cx="1792200" cy="22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Pacifico"/>
              <a:buNone/>
              <a:defRPr b="1" sz="2000">
                <a:latin typeface="Francois One"/>
                <a:ea typeface="Francois One"/>
                <a:cs typeface="Francois One"/>
                <a:sym typeface="Francois One"/>
              </a:defRPr>
            </a:lvl1pPr>
            <a:lvl2pPr lvl="1" algn="l">
              <a:lnSpc>
                <a:spcPct val="100000"/>
              </a:lnSpc>
              <a:spcBef>
                <a:spcPts val="0"/>
              </a:spcBef>
              <a:spcAft>
                <a:spcPts val="0"/>
              </a:spcAft>
              <a:buSzPts val="1600"/>
              <a:buFont typeface="Pacifico"/>
              <a:buNone/>
              <a:defRPr>
                <a:latin typeface="Pacifico"/>
                <a:ea typeface="Pacifico"/>
                <a:cs typeface="Pacifico"/>
                <a:sym typeface="Pacifico"/>
              </a:defRPr>
            </a:lvl2pPr>
            <a:lvl3pPr lvl="2" algn="l">
              <a:lnSpc>
                <a:spcPct val="100000"/>
              </a:lnSpc>
              <a:spcBef>
                <a:spcPts val="0"/>
              </a:spcBef>
              <a:spcAft>
                <a:spcPts val="0"/>
              </a:spcAft>
              <a:buSzPts val="1600"/>
              <a:buFont typeface="Pacifico"/>
              <a:buNone/>
              <a:defRPr>
                <a:latin typeface="Pacifico"/>
                <a:ea typeface="Pacifico"/>
                <a:cs typeface="Pacifico"/>
                <a:sym typeface="Pacifico"/>
              </a:defRPr>
            </a:lvl3pPr>
            <a:lvl4pPr lvl="3" algn="l">
              <a:lnSpc>
                <a:spcPct val="100000"/>
              </a:lnSpc>
              <a:spcBef>
                <a:spcPts val="0"/>
              </a:spcBef>
              <a:spcAft>
                <a:spcPts val="0"/>
              </a:spcAft>
              <a:buSzPts val="1600"/>
              <a:buFont typeface="Pacifico"/>
              <a:buNone/>
              <a:defRPr>
                <a:latin typeface="Pacifico"/>
                <a:ea typeface="Pacifico"/>
                <a:cs typeface="Pacifico"/>
                <a:sym typeface="Pacifico"/>
              </a:defRPr>
            </a:lvl4pPr>
            <a:lvl5pPr lvl="4" algn="l">
              <a:lnSpc>
                <a:spcPct val="100000"/>
              </a:lnSpc>
              <a:spcBef>
                <a:spcPts val="0"/>
              </a:spcBef>
              <a:spcAft>
                <a:spcPts val="0"/>
              </a:spcAft>
              <a:buSzPts val="1600"/>
              <a:buFont typeface="Pacifico"/>
              <a:buNone/>
              <a:defRPr>
                <a:latin typeface="Pacifico"/>
                <a:ea typeface="Pacifico"/>
                <a:cs typeface="Pacifico"/>
                <a:sym typeface="Pacifico"/>
              </a:defRPr>
            </a:lvl5pPr>
            <a:lvl6pPr lvl="5" algn="l">
              <a:lnSpc>
                <a:spcPct val="100000"/>
              </a:lnSpc>
              <a:spcBef>
                <a:spcPts val="0"/>
              </a:spcBef>
              <a:spcAft>
                <a:spcPts val="0"/>
              </a:spcAft>
              <a:buSzPts val="1600"/>
              <a:buFont typeface="Pacifico"/>
              <a:buNone/>
              <a:defRPr>
                <a:latin typeface="Pacifico"/>
                <a:ea typeface="Pacifico"/>
                <a:cs typeface="Pacifico"/>
                <a:sym typeface="Pacifico"/>
              </a:defRPr>
            </a:lvl6pPr>
            <a:lvl7pPr lvl="6" algn="l">
              <a:lnSpc>
                <a:spcPct val="100000"/>
              </a:lnSpc>
              <a:spcBef>
                <a:spcPts val="0"/>
              </a:spcBef>
              <a:spcAft>
                <a:spcPts val="0"/>
              </a:spcAft>
              <a:buSzPts val="1600"/>
              <a:buFont typeface="Pacifico"/>
              <a:buNone/>
              <a:defRPr>
                <a:latin typeface="Pacifico"/>
                <a:ea typeface="Pacifico"/>
                <a:cs typeface="Pacifico"/>
                <a:sym typeface="Pacifico"/>
              </a:defRPr>
            </a:lvl7pPr>
            <a:lvl8pPr lvl="7" algn="l">
              <a:lnSpc>
                <a:spcPct val="100000"/>
              </a:lnSpc>
              <a:spcBef>
                <a:spcPts val="0"/>
              </a:spcBef>
              <a:spcAft>
                <a:spcPts val="0"/>
              </a:spcAft>
              <a:buSzPts val="1600"/>
              <a:buFont typeface="Pacifico"/>
              <a:buNone/>
              <a:defRPr>
                <a:latin typeface="Pacifico"/>
                <a:ea typeface="Pacifico"/>
                <a:cs typeface="Pacifico"/>
                <a:sym typeface="Pacifico"/>
              </a:defRPr>
            </a:lvl8pPr>
            <a:lvl9pPr lvl="8" algn="l">
              <a:lnSpc>
                <a:spcPct val="100000"/>
              </a:lnSpc>
              <a:spcBef>
                <a:spcPts val="0"/>
              </a:spcBef>
              <a:spcAft>
                <a:spcPts val="0"/>
              </a:spcAft>
              <a:buSzPts val="1600"/>
              <a:buFont typeface="Pacifico"/>
              <a:buNone/>
              <a:defRPr>
                <a:latin typeface="Pacifico"/>
                <a:ea typeface="Pacifico"/>
                <a:cs typeface="Pacifico"/>
                <a:sym typeface="Pacifico"/>
              </a:defRPr>
            </a:lvl9pPr>
          </a:lstStyle>
          <a:p/>
        </p:txBody>
      </p:sp>
      <p:sp>
        <p:nvSpPr>
          <p:cNvPr id="214" name="Google Shape;214;p27"/>
          <p:cNvSpPr txBox="1"/>
          <p:nvPr>
            <p:ph idx="8" type="subTitle"/>
          </p:nvPr>
        </p:nvSpPr>
        <p:spPr>
          <a:xfrm>
            <a:off x="941488" y="4199890"/>
            <a:ext cx="1794600" cy="40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accent3"/>
                </a:solidFill>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15" name="Google Shape;215;p27"/>
          <p:cNvSpPr txBox="1"/>
          <p:nvPr>
            <p:ph idx="9" type="subTitle"/>
          </p:nvPr>
        </p:nvSpPr>
        <p:spPr>
          <a:xfrm>
            <a:off x="3675875" y="3878338"/>
            <a:ext cx="1792200" cy="22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Pacifico"/>
              <a:buNone/>
              <a:defRPr b="1" sz="2000">
                <a:latin typeface="Francois One"/>
                <a:ea typeface="Francois One"/>
                <a:cs typeface="Francois One"/>
                <a:sym typeface="Francois One"/>
              </a:defRPr>
            </a:lvl1pPr>
            <a:lvl2pPr lvl="1" algn="l">
              <a:lnSpc>
                <a:spcPct val="100000"/>
              </a:lnSpc>
              <a:spcBef>
                <a:spcPts val="0"/>
              </a:spcBef>
              <a:spcAft>
                <a:spcPts val="0"/>
              </a:spcAft>
              <a:buSzPts val="1600"/>
              <a:buFont typeface="Pacifico"/>
              <a:buNone/>
              <a:defRPr>
                <a:latin typeface="Pacifico"/>
                <a:ea typeface="Pacifico"/>
                <a:cs typeface="Pacifico"/>
                <a:sym typeface="Pacifico"/>
              </a:defRPr>
            </a:lvl2pPr>
            <a:lvl3pPr lvl="2" algn="l">
              <a:lnSpc>
                <a:spcPct val="100000"/>
              </a:lnSpc>
              <a:spcBef>
                <a:spcPts val="0"/>
              </a:spcBef>
              <a:spcAft>
                <a:spcPts val="0"/>
              </a:spcAft>
              <a:buSzPts val="1600"/>
              <a:buFont typeface="Pacifico"/>
              <a:buNone/>
              <a:defRPr>
                <a:latin typeface="Pacifico"/>
                <a:ea typeface="Pacifico"/>
                <a:cs typeface="Pacifico"/>
                <a:sym typeface="Pacifico"/>
              </a:defRPr>
            </a:lvl3pPr>
            <a:lvl4pPr lvl="3" algn="l">
              <a:lnSpc>
                <a:spcPct val="100000"/>
              </a:lnSpc>
              <a:spcBef>
                <a:spcPts val="0"/>
              </a:spcBef>
              <a:spcAft>
                <a:spcPts val="0"/>
              </a:spcAft>
              <a:buSzPts val="1600"/>
              <a:buFont typeface="Pacifico"/>
              <a:buNone/>
              <a:defRPr>
                <a:latin typeface="Pacifico"/>
                <a:ea typeface="Pacifico"/>
                <a:cs typeface="Pacifico"/>
                <a:sym typeface="Pacifico"/>
              </a:defRPr>
            </a:lvl4pPr>
            <a:lvl5pPr lvl="4" algn="l">
              <a:lnSpc>
                <a:spcPct val="100000"/>
              </a:lnSpc>
              <a:spcBef>
                <a:spcPts val="0"/>
              </a:spcBef>
              <a:spcAft>
                <a:spcPts val="0"/>
              </a:spcAft>
              <a:buSzPts val="1600"/>
              <a:buFont typeface="Pacifico"/>
              <a:buNone/>
              <a:defRPr>
                <a:latin typeface="Pacifico"/>
                <a:ea typeface="Pacifico"/>
                <a:cs typeface="Pacifico"/>
                <a:sym typeface="Pacifico"/>
              </a:defRPr>
            </a:lvl5pPr>
            <a:lvl6pPr lvl="5" algn="l">
              <a:lnSpc>
                <a:spcPct val="100000"/>
              </a:lnSpc>
              <a:spcBef>
                <a:spcPts val="0"/>
              </a:spcBef>
              <a:spcAft>
                <a:spcPts val="0"/>
              </a:spcAft>
              <a:buSzPts val="1600"/>
              <a:buFont typeface="Pacifico"/>
              <a:buNone/>
              <a:defRPr>
                <a:latin typeface="Pacifico"/>
                <a:ea typeface="Pacifico"/>
                <a:cs typeface="Pacifico"/>
                <a:sym typeface="Pacifico"/>
              </a:defRPr>
            </a:lvl6pPr>
            <a:lvl7pPr lvl="6" algn="l">
              <a:lnSpc>
                <a:spcPct val="100000"/>
              </a:lnSpc>
              <a:spcBef>
                <a:spcPts val="0"/>
              </a:spcBef>
              <a:spcAft>
                <a:spcPts val="0"/>
              </a:spcAft>
              <a:buSzPts val="1600"/>
              <a:buFont typeface="Pacifico"/>
              <a:buNone/>
              <a:defRPr>
                <a:latin typeface="Pacifico"/>
                <a:ea typeface="Pacifico"/>
                <a:cs typeface="Pacifico"/>
                <a:sym typeface="Pacifico"/>
              </a:defRPr>
            </a:lvl7pPr>
            <a:lvl8pPr lvl="7" algn="l">
              <a:lnSpc>
                <a:spcPct val="100000"/>
              </a:lnSpc>
              <a:spcBef>
                <a:spcPts val="0"/>
              </a:spcBef>
              <a:spcAft>
                <a:spcPts val="0"/>
              </a:spcAft>
              <a:buSzPts val="1600"/>
              <a:buFont typeface="Pacifico"/>
              <a:buNone/>
              <a:defRPr>
                <a:latin typeface="Pacifico"/>
                <a:ea typeface="Pacifico"/>
                <a:cs typeface="Pacifico"/>
                <a:sym typeface="Pacifico"/>
              </a:defRPr>
            </a:lvl8pPr>
            <a:lvl9pPr lvl="8" algn="l">
              <a:lnSpc>
                <a:spcPct val="100000"/>
              </a:lnSpc>
              <a:spcBef>
                <a:spcPts val="0"/>
              </a:spcBef>
              <a:spcAft>
                <a:spcPts val="0"/>
              </a:spcAft>
              <a:buSzPts val="1600"/>
              <a:buFont typeface="Pacifico"/>
              <a:buNone/>
              <a:defRPr>
                <a:latin typeface="Pacifico"/>
                <a:ea typeface="Pacifico"/>
                <a:cs typeface="Pacifico"/>
                <a:sym typeface="Pacifico"/>
              </a:defRPr>
            </a:lvl9pPr>
          </a:lstStyle>
          <a:p/>
        </p:txBody>
      </p:sp>
      <p:sp>
        <p:nvSpPr>
          <p:cNvPr id="216" name="Google Shape;216;p27"/>
          <p:cNvSpPr txBox="1"/>
          <p:nvPr>
            <p:ph idx="13" type="subTitle"/>
          </p:nvPr>
        </p:nvSpPr>
        <p:spPr>
          <a:xfrm>
            <a:off x="3674675" y="4199890"/>
            <a:ext cx="1794600" cy="40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accent3"/>
                </a:solidFill>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17" name="Google Shape;217;p27"/>
          <p:cNvSpPr txBox="1"/>
          <p:nvPr>
            <p:ph idx="14" type="subTitle"/>
          </p:nvPr>
        </p:nvSpPr>
        <p:spPr>
          <a:xfrm>
            <a:off x="6409062" y="3878338"/>
            <a:ext cx="1792200" cy="22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Pacifico"/>
              <a:buNone/>
              <a:defRPr b="1" sz="2000">
                <a:latin typeface="Francois One"/>
                <a:ea typeface="Francois One"/>
                <a:cs typeface="Francois One"/>
                <a:sym typeface="Francois One"/>
              </a:defRPr>
            </a:lvl1pPr>
            <a:lvl2pPr lvl="1" algn="l">
              <a:lnSpc>
                <a:spcPct val="100000"/>
              </a:lnSpc>
              <a:spcBef>
                <a:spcPts val="0"/>
              </a:spcBef>
              <a:spcAft>
                <a:spcPts val="0"/>
              </a:spcAft>
              <a:buSzPts val="1600"/>
              <a:buFont typeface="Pacifico"/>
              <a:buNone/>
              <a:defRPr>
                <a:latin typeface="Pacifico"/>
                <a:ea typeface="Pacifico"/>
                <a:cs typeface="Pacifico"/>
                <a:sym typeface="Pacifico"/>
              </a:defRPr>
            </a:lvl2pPr>
            <a:lvl3pPr lvl="2" algn="l">
              <a:lnSpc>
                <a:spcPct val="100000"/>
              </a:lnSpc>
              <a:spcBef>
                <a:spcPts val="0"/>
              </a:spcBef>
              <a:spcAft>
                <a:spcPts val="0"/>
              </a:spcAft>
              <a:buSzPts val="1600"/>
              <a:buFont typeface="Pacifico"/>
              <a:buNone/>
              <a:defRPr>
                <a:latin typeface="Pacifico"/>
                <a:ea typeface="Pacifico"/>
                <a:cs typeface="Pacifico"/>
                <a:sym typeface="Pacifico"/>
              </a:defRPr>
            </a:lvl3pPr>
            <a:lvl4pPr lvl="3" algn="l">
              <a:lnSpc>
                <a:spcPct val="100000"/>
              </a:lnSpc>
              <a:spcBef>
                <a:spcPts val="0"/>
              </a:spcBef>
              <a:spcAft>
                <a:spcPts val="0"/>
              </a:spcAft>
              <a:buSzPts val="1600"/>
              <a:buFont typeface="Pacifico"/>
              <a:buNone/>
              <a:defRPr>
                <a:latin typeface="Pacifico"/>
                <a:ea typeface="Pacifico"/>
                <a:cs typeface="Pacifico"/>
                <a:sym typeface="Pacifico"/>
              </a:defRPr>
            </a:lvl4pPr>
            <a:lvl5pPr lvl="4" algn="l">
              <a:lnSpc>
                <a:spcPct val="100000"/>
              </a:lnSpc>
              <a:spcBef>
                <a:spcPts val="0"/>
              </a:spcBef>
              <a:spcAft>
                <a:spcPts val="0"/>
              </a:spcAft>
              <a:buSzPts val="1600"/>
              <a:buFont typeface="Pacifico"/>
              <a:buNone/>
              <a:defRPr>
                <a:latin typeface="Pacifico"/>
                <a:ea typeface="Pacifico"/>
                <a:cs typeface="Pacifico"/>
                <a:sym typeface="Pacifico"/>
              </a:defRPr>
            </a:lvl5pPr>
            <a:lvl6pPr lvl="5" algn="l">
              <a:lnSpc>
                <a:spcPct val="100000"/>
              </a:lnSpc>
              <a:spcBef>
                <a:spcPts val="0"/>
              </a:spcBef>
              <a:spcAft>
                <a:spcPts val="0"/>
              </a:spcAft>
              <a:buSzPts val="1600"/>
              <a:buFont typeface="Pacifico"/>
              <a:buNone/>
              <a:defRPr>
                <a:latin typeface="Pacifico"/>
                <a:ea typeface="Pacifico"/>
                <a:cs typeface="Pacifico"/>
                <a:sym typeface="Pacifico"/>
              </a:defRPr>
            </a:lvl6pPr>
            <a:lvl7pPr lvl="6" algn="l">
              <a:lnSpc>
                <a:spcPct val="100000"/>
              </a:lnSpc>
              <a:spcBef>
                <a:spcPts val="0"/>
              </a:spcBef>
              <a:spcAft>
                <a:spcPts val="0"/>
              </a:spcAft>
              <a:buSzPts val="1600"/>
              <a:buFont typeface="Pacifico"/>
              <a:buNone/>
              <a:defRPr>
                <a:latin typeface="Pacifico"/>
                <a:ea typeface="Pacifico"/>
                <a:cs typeface="Pacifico"/>
                <a:sym typeface="Pacifico"/>
              </a:defRPr>
            </a:lvl7pPr>
            <a:lvl8pPr lvl="7" algn="l">
              <a:lnSpc>
                <a:spcPct val="100000"/>
              </a:lnSpc>
              <a:spcBef>
                <a:spcPts val="0"/>
              </a:spcBef>
              <a:spcAft>
                <a:spcPts val="0"/>
              </a:spcAft>
              <a:buSzPts val="1600"/>
              <a:buFont typeface="Pacifico"/>
              <a:buNone/>
              <a:defRPr>
                <a:latin typeface="Pacifico"/>
                <a:ea typeface="Pacifico"/>
                <a:cs typeface="Pacifico"/>
                <a:sym typeface="Pacifico"/>
              </a:defRPr>
            </a:lvl8pPr>
            <a:lvl9pPr lvl="8" algn="l">
              <a:lnSpc>
                <a:spcPct val="100000"/>
              </a:lnSpc>
              <a:spcBef>
                <a:spcPts val="0"/>
              </a:spcBef>
              <a:spcAft>
                <a:spcPts val="0"/>
              </a:spcAft>
              <a:buSzPts val="1600"/>
              <a:buFont typeface="Pacifico"/>
              <a:buNone/>
              <a:defRPr>
                <a:latin typeface="Pacifico"/>
                <a:ea typeface="Pacifico"/>
                <a:cs typeface="Pacifico"/>
                <a:sym typeface="Pacifico"/>
              </a:defRPr>
            </a:lvl9pPr>
          </a:lstStyle>
          <a:p/>
        </p:txBody>
      </p:sp>
      <p:sp>
        <p:nvSpPr>
          <p:cNvPr id="218" name="Google Shape;218;p27"/>
          <p:cNvSpPr txBox="1"/>
          <p:nvPr>
            <p:ph idx="15" type="subTitle"/>
          </p:nvPr>
        </p:nvSpPr>
        <p:spPr>
          <a:xfrm>
            <a:off x="6407862" y="4199890"/>
            <a:ext cx="1794600" cy="40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solidFill>
                  <a:schemeClr val="accent3"/>
                </a:solidFill>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19" name="Google Shape;219;p27"/>
          <p:cNvSpPr txBox="1"/>
          <p:nvPr>
            <p:ph type="title"/>
          </p:nvPr>
        </p:nvSpPr>
        <p:spPr>
          <a:xfrm>
            <a:off x="713225" y="548640"/>
            <a:ext cx="7717500" cy="2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800"/>
              <a:buNone/>
              <a:defRPr b="1"/>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grpSp>
        <p:nvGrpSpPr>
          <p:cNvPr id="220" name="Google Shape;220;p27"/>
          <p:cNvGrpSpPr/>
          <p:nvPr/>
        </p:nvGrpSpPr>
        <p:grpSpPr>
          <a:xfrm rot="-5172596">
            <a:off x="-301713" y="3945776"/>
            <a:ext cx="1361832" cy="879489"/>
            <a:chOff x="538050" y="1430388"/>
            <a:chExt cx="1361850" cy="879500"/>
          </a:xfrm>
        </p:grpSpPr>
        <p:sp>
          <p:nvSpPr>
            <p:cNvPr id="221" name="Google Shape;221;p27"/>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7"/>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27"/>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7"/>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 name="Google Shape;225;p27"/>
          <p:cNvGrpSpPr/>
          <p:nvPr/>
        </p:nvGrpSpPr>
        <p:grpSpPr>
          <a:xfrm>
            <a:off x="8202688" y="718250"/>
            <a:ext cx="1373500" cy="922925"/>
            <a:chOff x="2302238" y="842175"/>
            <a:chExt cx="1373500" cy="922925"/>
          </a:xfrm>
        </p:grpSpPr>
        <p:sp>
          <p:nvSpPr>
            <p:cNvPr id="226" name="Google Shape;226;p27"/>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7"/>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27"/>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7"/>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7"/>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7"/>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7"/>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7"/>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27"/>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7"/>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7"/>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7"/>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7"/>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7"/>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7"/>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7"/>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7"/>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7"/>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7"/>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7"/>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7"/>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7"/>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7"/>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7"/>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7"/>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7"/>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7"/>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7"/>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7"/>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7"/>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7"/>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7"/>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7"/>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7"/>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7"/>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7"/>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7"/>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7"/>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7"/>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7"/>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7"/>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7"/>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8" name="Google Shape;268;p27"/>
          <p:cNvGrpSpPr/>
          <p:nvPr/>
        </p:nvGrpSpPr>
        <p:grpSpPr>
          <a:xfrm rot="6414006">
            <a:off x="8135770" y="4199908"/>
            <a:ext cx="1515254" cy="1150259"/>
            <a:chOff x="4181475" y="1873500"/>
            <a:chExt cx="1515275" cy="1150275"/>
          </a:xfrm>
        </p:grpSpPr>
        <p:sp>
          <p:nvSpPr>
            <p:cNvPr id="269" name="Google Shape;269;p27"/>
            <p:cNvSpPr/>
            <p:nvPr/>
          </p:nvSpPr>
          <p:spPr>
            <a:xfrm>
              <a:off x="4181475" y="1873500"/>
              <a:ext cx="1515275" cy="1150275"/>
            </a:xfrm>
            <a:custGeom>
              <a:rect b="b" l="l" r="r" t="t"/>
              <a:pathLst>
                <a:path extrusionOk="0" h="46011" w="60611">
                  <a:moveTo>
                    <a:pt x="31142" y="0"/>
                  </a:moveTo>
                  <a:cubicBezTo>
                    <a:pt x="29904" y="0"/>
                    <a:pt x="28696" y="320"/>
                    <a:pt x="27487" y="670"/>
                  </a:cubicBezTo>
                  <a:cubicBezTo>
                    <a:pt x="24485" y="1604"/>
                    <a:pt x="21616" y="2938"/>
                    <a:pt x="18814" y="4372"/>
                  </a:cubicBezTo>
                  <a:cubicBezTo>
                    <a:pt x="13310" y="7174"/>
                    <a:pt x="8040" y="10477"/>
                    <a:pt x="3036" y="14146"/>
                  </a:cubicBezTo>
                  <a:cubicBezTo>
                    <a:pt x="1402" y="15347"/>
                    <a:pt x="1" y="16247"/>
                    <a:pt x="167" y="18482"/>
                  </a:cubicBezTo>
                  <a:cubicBezTo>
                    <a:pt x="401" y="21351"/>
                    <a:pt x="3403" y="23886"/>
                    <a:pt x="5271" y="25854"/>
                  </a:cubicBezTo>
                  <a:cubicBezTo>
                    <a:pt x="8206" y="28957"/>
                    <a:pt x="11175" y="32059"/>
                    <a:pt x="14478" y="34761"/>
                  </a:cubicBezTo>
                  <a:cubicBezTo>
                    <a:pt x="16946" y="36729"/>
                    <a:pt x="18747" y="39331"/>
                    <a:pt x="21249" y="41332"/>
                  </a:cubicBezTo>
                  <a:cubicBezTo>
                    <a:pt x="23718" y="43267"/>
                    <a:pt x="26486" y="45802"/>
                    <a:pt x="29722" y="46002"/>
                  </a:cubicBezTo>
                  <a:cubicBezTo>
                    <a:pt x="29835" y="46008"/>
                    <a:pt x="29946" y="46011"/>
                    <a:pt x="30055" y="46011"/>
                  </a:cubicBezTo>
                  <a:cubicBezTo>
                    <a:pt x="31868" y="46011"/>
                    <a:pt x="33078" y="45239"/>
                    <a:pt x="34525" y="44201"/>
                  </a:cubicBezTo>
                  <a:cubicBezTo>
                    <a:pt x="40296" y="40065"/>
                    <a:pt x="45533" y="35194"/>
                    <a:pt x="50103" y="29724"/>
                  </a:cubicBezTo>
                  <a:cubicBezTo>
                    <a:pt x="53205" y="26021"/>
                    <a:pt x="56341" y="22419"/>
                    <a:pt x="58409" y="17982"/>
                  </a:cubicBezTo>
                  <a:cubicBezTo>
                    <a:pt x="59176" y="16281"/>
                    <a:pt x="60611" y="14780"/>
                    <a:pt x="59210" y="12945"/>
                  </a:cubicBezTo>
                  <a:cubicBezTo>
                    <a:pt x="58376" y="11878"/>
                    <a:pt x="57175" y="11244"/>
                    <a:pt x="56007" y="10610"/>
                  </a:cubicBezTo>
                  <a:cubicBezTo>
                    <a:pt x="49336" y="7108"/>
                    <a:pt x="42631" y="3572"/>
                    <a:pt x="35526" y="1003"/>
                  </a:cubicBezTo>
                  <a:cubicBezTo>
                    <a:pt x="34192" y="503"/>
                    <a:pt x="32791" y="36"/>
                    <a:pt x="31323" y="2"/>
                  </a:cubicBezTo>
                  <a:cubicBezTo>
                    <a:pt x="31263" y="1"/>
                    <a:pt x="31202" y="0"/>
                    <a:pt x="3114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7"/>
            <p:cNvSpPr/>
            <p:nvPr/>
          </p:nvSpPr>
          <p:spPr>
            <a:xfrm>
              <a:off x="4185650" y="2212125"/>
              <a:ext cx="1503600" cy="811650"/>
            </a:xfrm>
            <a:custGeom>
              <a:rect b="b" l="l" r="r" t="t"/>
              <a:pathLst>
                <a:path extrusionOk="0" h="32466" w="60144">
                  <a:moveTo>
                    <a:pt x="59409" y="1"/>
                  </a:moveTo>
                  <a:cubicBezTo>
                    <a:pt x="59143" y="901"/>
                    <a:pt x="58542" y="1768"/>
                    <a:pt x="58109" y="2669"/>
                  </a:cubicBezTo>
                  <a:cubicBezTo>
                    <a:pt x="56040" y="7139"/>
                    <a:pt x="52905" y="10708"/>
                    <a:pt x="49803" y="14444"/>
                  </a:cubicBezTo>
                  <a:cubicBezTo>
                    <a:pt x="45233" y="19915"/>
                    <a:pt x="39996" y="24785"/>
                    <a:pt x="34225" y="28921"/>
                  </a:cubicBezTo>
                  <a:cubicBezTo>
                    <a:pt x="32777" y="29960"/>
                    <a:pt x="31567" y="30731"/>
                    <a:pt x="29782" y="30731"/>
                  </a:cubicBezTo>
                  <a:cubicBezTo>
                    <a:pt x="29675" y="30731"/>
                    <a:pt x="29566" y="30728"/>
                    <a:pt x="29455" y="30723"/>
                  </a:cubicBezTo>
                  <a:cubicBezTo>
                    <a:pt x="26186" y="30522"/>
                    <a:pt x="23450" y="27987"/>
                    <a:pt x="20982" y="26053"/>
                  </a:cubicBezTo>
                  <a:cubicBezTo>
                    <a:pt x="18447" y="24018"/>
                    <a:pt x="16679" y="21449"/>
                    <a:pt x="14211" y="19481"/>
                  </a:cubicBezTo>
                  <a:cubicBezTo>
                    <a:pt x="10875" y="16779"/>
                    <a:pt x="7939" y="13677"/>
                    <a:pt x="5004" y="10575"/>
                  </a:cubicBezTo>
                  <a:cubicBezTo>
                    <a:pt x="3303" y="8807"/>
                    <a:pt x="701" y="6572"/>
                    <a:pt x="34" y="4003"/>
                  </a:cubicBezTo>
                  <a:cubicBezTo>
                    <a:pt x="0" y="4304"/>
                    <a:pt x="0" y="4604"/>
                    <a:pt x="0" y="4937"/>
                  </a:cubicBezTo>
                  <a:cubicBezTo>
                    <a:pt x="234" y="7806"/>
                    <a:pt x="3236" y="10341"/>
                    <a:pt x="5104" y="12309"/>
                  </a:cubicBezTo>
                  <a:cubicBezTo>
                    <a:pt x="8039" y="15412"/>
                    <a:pt x="11008" y="18514"/>
                    <a:pt x="14311" y="21216"/>
                  </a:cubicBezTo>
                  <a:cubicBezTo>
                    <a:pt x="16779" y="23184"/>
                    <a:pt x="18580" y="25786"/>
                    <a:pt x="21082" y="27787"/>
                  </a:cubicBezTo>
                  <a:cubicBezTo>
                    <a:pt x="23551" y="29722"/>
                    <a:pt x="26319" y="32257"/>
                    <a:pt x="29555" y="32457"/>
                  </a:cubicBezTo>
                  <a:cubicBezTo>
                    <a:pt x="29668" y="32463"/>
                    <a:pt x="29779" y="32466"/>
                    <a:pt x="29888" y="32466"/>
                  </a:cubicBezTo>
                  <a:cubicBezTo>
                    <a:pt x="31701" y="32466"/>
                    <a:pt x="32911" y="31694"/>
                    <a:pt x="34358" y="30656"/>
                  </a:cubicBezTo>
                  <a:cubicBezTo>
                    <a:pt x="40129" y="26520"/>
                    <a:pt x="45366" y="21649"/>
                    <a:pt x="49936" y="16179"/>
                  </a:cubicBezTo>
                  <a:cubicBezTo>
                    <a:pt x="53038" y="12443"/>
                    <a:pt x="56174" y="8874"/>
                    <a:pt x="58242" y="4404"/>
                  </a:cubicBezTo>
                  <a:cubicBezTo>
                    <a:pt x="58909" y="2936"/>
                    <a:pt x="60143" y="1568"/>
                    <a:pt x="5940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7"/>
            <p:cNvSpPr/>
            <p:nvPr/>
          </p:nvSpPr>
          <p:spPr>
            <a:xfrm>
              <a:off x="4311575" y="1930175"/>
              <a:ext cx="1245900" cy="950075"/>
            </a:xfrm>
            <a:custGeom>
              <a:rect b="b" l="l" r="r" t="t"/>
              <a:pathLst>
                <a:path extrusionOk="0" h="38003" w="49836">
                  <a:moveTo>
                    <a:pt x="40963" y="19618"/>
                  </a:moveTo>
                  <a:cubicBezTo>
                    <a:pt x="42364" y="19618"/>
                    <a:pt x="42364" y="21786"/>
                    <a:pt x="40963" y="21786"/>
                  </a:cubicBezTo>
                  <a:cubicBezTo>
                    <a:pt x="39562" y="21786"/>
                    <a:pt x="39562" y="19618"/>
                    <a:pt x="40963" y="19618"/>
                  </a:cubicBezTo>
                  <a:close/>
                  <a:moveTo>
                    <a:pt x="36193" y="21953"/>
                  </a:moveTo>
                  <a:cubicBezTo>
                    <a:pt x="37160" y="21953"/>
                    <a:pt x="37160" y="23487"/>
                    <a:pt x="36193" y="23487"/>
                  </a:cubicBezTo>
                  <a:cubicBezTo>
                    <a:pt x="35192" y="23487"/>
                    <a:pt x="35192" y="21953"/>
                    <a:pt x="36193" y="21953"/>
                  </a:cubicBezTo>
                  <a:close/>
                  <a:moveTo>
                    <a:pt x="10575" y="23421"/>
                  </a:moveTo>
                  <a:cubicBezTo>
                    <a:pt x="11242" y="23421"/>
                    <a:pt x="11709" y="23988"/>
                    <a:pt x="11742" y="24621"/>
                  </a:cubicBezTo>
                  <a:cubicBezTo>
                    <a:pt x="11775" y="25255"/>
                    <a:pt x="11175" y="25789"/>
                    <a:pt x="10575" y="25789"/>
                  </a:cubicBezTo>
                  <a:cubicBezTo>
                    <a:pt x="9907" y="25789"/>
                    <a:pt x="9407" y="25255"/>
                    <a:pt x="9374" y="24621"/>
                  </a:cubicBezTo>
                  <a:cubicBezTo>
                    <a:pt x="9374" y="23988"/>
                    <a:pt x="9941" y="23421"/>
                    <a:pt x="10575" y="23421"/>
                  </a:cubicBezTo>
                  <a:close/>
                  <a:moveTo>
                    <a:pt x="36193" y="25022"/>
                  </a:moveTo>
                  <a:cubicBezTo>
                    <a:pt x="36526" y="25022"/>
                    <a:pt x="36827" y="25122"/>
                    <a:pt x="37127" y="25255"/>
                  </a:cubicBezTo>
                  <a:cubicBezTo>
                    <a:pt x="37127" y="25255"/>
                    <a:pt x="37160" y="25289"/>
                    <a:pt x="37160" y="25289"/>
                  </a:cubicBezTo>
                  <a:cubicBezTo>
                    <a:pt x="37661" y="25522"/>
                    <a:pt x="37961" y="26089"/>
                    <a:pt x="38027" y="26589"/>
                  </a:cubicBezTo>
                  <a:cubicBezTo>
                    <a:pt x="38094" y="27157"/>
                    <a:pt x="37927" y="27690"/>
                    <a:pt x="37527" y="28124"/>
                  </a:cubicBezTo>
                  <a:lnTo>
                    <a:pt x="37494" y="28157"/>
                  </a:lnTo>
                  <a:cubicBezTo>
                    <a:pt x="37170" y="28503"/>
                    <a:pt x="36706" y="28667"/>
                    <a:pt x="36238" y="28667"/>
                  </a:cubicBezTo>
                  <a:cubicBezTo>
                    <a:pt x="35983" y="28667"/>
                    <a:pt x="35727" y="28618"/>
                    <a:pt x="35492" y="28524"/>
                  </a:cubicBezTo>
                  <a:cubicBezTo>
                    <a:pt x="34892" y="28257"/>
                    <a:pt x="34492" y="27724"/>
                    <a:pt x="34392" y="27090"/>
                  </a:cubicBezTo>
                  <a:cubicBezTo>
                    <a:pt x="34291" y="26356"/>
                    <a:pt x="34625" y="25622"/>
                    <a:pt x="35259" y="25255"/>
                  </a:cubicBezTo>
                  <a:cubicBezTo>
                    <a:pt x="35526" y="25122"/>
                    <a:pt x="35893" y="25022"/>
                    <a:pt x="36193" y="25022"/>
                  </a:cubicBezTo>
                  <a:close/>
                  <a:moveTo>
                    <a:pt x="25703" y="1"/>
                  </a:moveTo>
                  <a:cubicBezTo>
                    <a:pt x="24696" y="1"/>
                    <a:pt x="23692" y="254"/>
                    <a:pt x="22717" y="537"/>
                  </a:cubicBezTo>
                  <a:cubicBezTo>
                    <a:pt x="20248" y="1305"/>
                    <a:pt x="17880" y="2406"/>
                    <a:pt x="15545" y="3573"/>
                  </a:cubicBezTo>
                  <a:cubicBezTo>
                    <a:pt x="11008" y="5941"/>
                    <a:pt x="6638" y="8643"/>
                    <a:pt x="2502" y="11679"/>
                  </a:cubicBezTo>
                  <a:cubicBezTo>
                    <a:pt x="1168" y="12646"/>
                    <a:pt x="0" y="13413"/>
                    <a:pt x="167" y="15248"/>
                  </a:cubicBezTo>
                  <a:cubicBezTo>
                    <a:pt x="301" y="17183"/>
                    <a:pt x="1968" y="18951"/>
                    <a:pt x="3436" y="20418"/>
                  </a:cubicBezTo>
                  <a:cubicBezTo>
                    <a:pt x="3570" y="20018"/>
                    <a:pt x="3970" y="19685"/>
                    <a:pt x="4403" y="19685"/>
                  </a:cubicBezTo>
                  <a:cubicBezTo>
                    <a:pt x="4937" y="19685"/>
                    <a:pt x="5371" y="20152"/>
                    <a:pt x="5404" y="20685"/>
                  </a:cubicBezTo>
                  <a:cubicBezTo>
                    <a:pt x="5404" y="21152"/>
                    <a:pt x="5071" y="21519"/>
                    <a:pt x="4637" y="21653"/>
                  </a:cubicBezTo>
                  <a:cubicBezTo>
                    <a:pt x="5037" y="22053"/>
                    <a:pt x="5404" y="22453"/>
                    <a:pt x="5804" y="22853"/>
                  </a:cubicBezTo>
                  <a:cubicBezTo>
                    <a:pt x="6005" y="22587"/>
                    <a:pt x="6271" y="22386"/>
                    <a:pt x="6605" y="22320"/>
                  </a:cubicBezTo>
                  <a:cubicBezTo>
                    <a:pt x="6605" y="22320"/>
                    <a:pt x="6638" y="22286"/>
                    <a:pt x="6672" y="22286"/>
                  </a:cubicBezTo>
                  <a:cubicBezTo>
                    <a:pt x="6784" y="22262"/>
                    <a:pt x="6902" y="22250"/>
                    <a:pt x="7021" y="22250"/>
                  </a:cubicBezTo>
                  <a:cubicBezTo>
                    <a:pt x="7398" y="22250"/>
                    <a:pt x="7786" y="22375"/>
                    <a:pt x="8039" y="22653"/>
                  </a:cubicBezTo>
                  <a:cubicBezTo>
                    <a:pt x="8039" y="22687"/>
                    <a:pt x="8073" y="22687"/>
                    <a:pt x="8073" y="22720"/>
                  </a:cubicBezTo>
                  <a:cubicBezTo>
                    <a:pt x="8606" y="23287"/>
                    <a:pt x="8673" y="24121"/>
                    <a:pt x="8206" y="24721"/>
                  </a:cubicBezTo>
                  <a:cubicBezTo>
                    <a:pt x="8106" y="24855"/>
                    <a:pt x="8006" y="24922"/>
                    <a:pt x="7906" y="25022"/>
                  </a:cubicBezTo>
                  <a:cubicBezTo>
                    <a:pt x="8273" y="25355"/>
                    <a:pt x="8606" y="25689"/>
                    <a:pt x="8973" y="26056"/>
                  </a:cubicBezTo>
                  <a:cubicBezTo>
                    <a:pt x="9140" y="25956"/>
                    <a:pt x="9340" y="25922"/>
                    <a:pt x="9507" y="25922"/>
                  </a:cubicBezTo>
                  <a:cubicBezTo>
                    <a:pt x="10241" y="25922"/>
                    <a:pt x="10808" y="26489"/>
                    <a:pt x="10808" y="27190"/>
                  </a:cubicBezTo>
                  <a:cubicBezTo>
                    <a:pt x="10841" y="27357"/>
                    <a:pt x="10808" y="27523"/>
                    <a:pt x="10741" y="27657"/>
                  </a:cubicBezTo>
                  <a:cubicBezTo>
                    <a:pt x="11142" y="28024"/>
                    <a:pt x="11542" y="28357"/>
                    <a:pt x="11976" y="28691"/>
                  </a:cubicBezTo>
                  <a:cubicBezTo>
                    <a:pt x="13043" y="29558"/>
                    <a:pt x="13977" y="30592"/>
                    <a:pt x="14911" y="31593"/>
                  </a:cubicBezTo>
                  <a:cubicBezTo>
                    <a:pt x="14844" y="30993"/>
                    <a:pt x="15178" y="30359"/>
                    <a:pt x="15945" y="30359"/>
                  </a:cubicBezTo>
                  <a:cubicBezTo>
                    <a:pt x="17313" y="30359"/>
                    <a:pt x="17279" y="32494"/>
                    <a:pt x="15945" y="32494"/>
                  </a:cubicBezTo>
                  <a:cubicBezTo>
                    <a:pt x="15878" y="32494"/>
                    <a:pt x="15812" y="32460"/>
                    <a:pt x="15778" y="32460"/>
                  </a:cubicBezTo>
                  <a:cubicBezTo>
                    <a:pt x="16345" y="33027"/>
                    <a:pt x="16912" y="33594"/>
                    <a:pt x="17580" y="34128"/>
                  </a:cubicBezTo>
                  <a:cubicBezTo>
                    <a:pt x="19614" y="35729"/>
                    <a:pt x="21883" y="37831"/>
                    <a:pt x="24585" y="37998"/>
                  </a:cubicBezTo>
                  <a:cubicBezTo>
                    <a:pt x="24664" y="38001"/>
                    <a:pt x="24741" y="38002"/>
                    <a:pt x="24817" y="38002"/>
                  </a:cubicBezTo>
                  <a:cubicBezTo>
                    <a:pt x="26320" y="38002"/>
                    <a:pt x="27314" y="37387"/>
                    <a:pt x="28521" y="36530"/>
                  </a:cubicBezTo>
                  <a:cubicBezTo>
                    <a:pt x="29121" y="36063"/>
                    <a:pt x="29755" y="35629"/>
                    <a:pt x="30322" y="35162"/>
                  </a:cubicBezTo>
                  <a:cubicBezTo>
                    <a:pt x="28321" y="34495"/>
                    <a:pt x="28554" y="30993"/>
                    <a:pt x="31056" y="30993"/>
                  </a:cubicBezTo>
                  <a:cubicBezTo>
                    <a:pt x="32323" y="30993"/>
                    <a:pt x="33024" y="31927"/>
                    <a:pt x="33091" y="32927"/>
                  </a:cubicBezTo>
                  <a:cubicBezTo>
                    <a:pt x="35492" y="30859"/>
                    <a:pt x="37761" y="28658"/>
                    <a:pt x="39895" y="26289"/>
                  </a:cubicBezTo>
                  <a:cubicBezTo>
                    <a:pt x="39095" y="26156"/>
                    <a:pt x="38528" y="25489"/>
                    <a:pt x="38494" y="24688"/>
                  </a:cubicBezTo>
                  <a:cubicBezTo>
                    <a:pt x="38461" y="23787"/>
                    <a:pt x="39295" y="23020"/>
                    <a:pt x="40162" y="23020"/>
                  </a:cubicBezTo>
                  <a:cubicBezTo>
                    <a:pt x="40896" y="23020"/>
                    <a:pt x="41497" y="23521"/>
                    <a:pt x="41697" y="24188"/>
                  </a:cubicBezTo>
                  <a:cubicBezTo>
                    <a:pt x="43965" y="21486"/>
                    <a:pt x="46167" y="18884"/>
                    <a:pt x="47768" y="15782"/>
                  </a:cubicBezTo>
                  <a:lnTo>
                    <a:pt x="47768" y="15782"/>
                  </a:lnTo>
                  <a:cubicBezTo>
                    <a:pt x="47705" y="15793"/>
                    <a:pt x="47641" y="15799"/>
                    <a:pt x="47577" y="15799"/>
                  </a:cubicBezTo>
                  <a:cubicBezTo>
                    <a:pt x="47267" y="15799"/>
                    <a:pt x="46955" y="15669"/>
                    <a:pt x="46734" y="15448"/>
                  </a:cubicBezTo>
                  <a:cubicBezTo>
                    <a:pt x="46200" y="14914"/>
                    <a:pt x="46300" y="13914"/>
                    <a:pt x="46967" y="13513"/>
                  </a:cubicBezTo>
                  <a:cubicBezTo>
                    <a:pt x="47001" y="13513"/>
                    <a:pt x="47034" y="13513"/>
                    <a:pt x="47067" y="13480"/>
                  </a:cubicBezTo>
                  <a:cubicBezTo>
                    <a:pt x="47246" y="13378"/>
                    <a:pt x="47440" y="13329"/>
                    <a:pt x="47634" y="13329"/>
                  </a:cubicBezTo>
                  <a:cubicBezTo>
                    <a:pt x="47945" y="13329"/>
                    <a:pt x="48255" y="13454"/>
                    <a:pt x="48502" y="13680"/>
                  </a:cubicBezTo>
                  <a:cubicBezTo>
                    <a:pt x="48602" y="13747"/>
                    <a:pt x="48668" y="13847"/>
                    <a:pt x="48735" y="13947"/>
                  </a:cubicBezTo>
                  <a:cubicBezTo>
                    <a:pt x="49302" y="12880"/>
                    <a:pt x="49836" y="11879"/>
                    <a:pt x="48935" y="10678"/>
                  </a:cubicBezTo>
                  <a:cubicBezTo>
                    <a:pt x="48268" y="9811"/>
                    <a:pt x="47267" y="9277"/>
                    <a:pt x="46300" y="8777"/>
                  </a:cubicBezTo>
                  <a:cubicBezTo>
                    <a:pt x="40763" y="5841"/>
                    <a:pt x="35225" y="2939"/>
                    <a:pt x="29355" y="804"/>
                  </a:cubicBezTo>
                  <a:cubicBezTo>
                    <a:pt x="28254" y="404"/>
                    <a:pt x="27086" y="37"/>
                    <a:pt x="25885" y="4"/>
                  </a:cubicBezTo>
                  <a:cubicBezTo>
                    <a:pt x="25825" y="2"/>
                    <a:pt x="25764" y="1"/>
                    <a:pt x="2570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2" name="Google Shape;272;p27"/>
          <p:cNvGrpSpPr/>
          <p:nvPr/>
        </p:nvGrpSpPr>
        <p:grpSpPr>
          <a:xfrm flipH="1" rot="-127571">
            <a:off x="-10804" y="22715"/>
            <a:ext cx="1237132" cy="837812"/>
            <a:chOff x="7954342" y="56442"/>
            <a:chExt cx="1237147" cy="837822"/>
          </a:xfrm>
        </p:grpSpPr>
        <p:sp>
          <p:nvSpPr>
            <p:cNvPr id="273" name="Google Shape;273;p27"/>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7"/>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7"/>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7"/>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7"/>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7"/>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7"/>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7"/>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7"/>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2" name="Google Shape;282;p27"/>
          <p:cNvSpPr/>
          <p:nvPr/>
        </p:nvSpPr>
        <p:spPr>
          <a:xfrm flipH="1" rot="-8660381">
            <a:off x="-713854" y="1373220"/>
            <a:ext cx="1267220" cy="2042021"/>
          </a:xfrm>
          <a:custGeom>
            <a:rect b="b" l="l" r="r" t="t"/>
            <a:pathLst>
              <a:path extrusionOk="0" h="81679" w="30801">
                <a:moveTo>
                  <a:pt x="29746" y="6214"/>
                </a:moveTo>
                <a:cubicBezTo>
                  <a:pt x="27910" y="5663"/>
                  <a:pt x="18637" y="-4803"/>
                  <a:pt x="18729" y="2909"/>
                </a:cubicBezTo>
                <a:cubicBezTo>
                  <a:pt x="18821" y="10621"/>
                  <a:pt x="33419" y="39356"/>
                  <a:pt x="30297" y="52484"/>
                </a:cubicBezTo>
                <a:cubicBezTo>
                  <a:pt x="27176" y="65612"/>
                  <a:pt x="5050" y="76813"/>
                  <a:pt x="0" y="81679"/>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1">
    <p:spTree>
      <p:nvGrpSpPr>
        <p:cNvPr id="283" name="Shape 283"/>
        <p:cNvGrpSpPr/>
        <p:nvPr/>
      </p:nvGrpSpPr>
      <p:grpSpPr>
        <a:xfrm>
          <a:off x="0" y="0"/>
          <a:ext cx="0" cy="0"/>
          <a:chOff x="0" y="0"/>
          <a:chExt cx="0" cy="0"/>
        </a:xfrm>
      </p:grpSpPr>
      <p:sp>
        <p:nvSpPr>
          <p:cNvPr id="284" name="Google Shape;284;p28"/>
          <p:cNvSpPr txBox="1"/>
          <p:nvPr>
            <p:ph type="title"/>
          </p:nvPr>
        </p:nvSpPr>
        <p:spPr>
          <a:xfrm>
            <a:off x="1163100" y="548650"/>
            <a:ext cx="6817800" cy="29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1"/>
            </a:lvl1pPr>
            <a:lvl2pPr lvl="1" algn="ctr">
              <a:lnSpc>
                <a:spcPct val="100000"/>
              </a:lnSpc>
              <a:spcBef>
                <a:spcPts val="0"/>
              </a:spcBef>
              <a:spcAft>
                <a:spcPts val="0"/>
              </a:spcAft>
              <a:buClr>
                <a:schemeClr val="accent1"/>
              </a:buClr>
              <a:buSzPts val="2800"/>
              <a:buNone/>
              <a:defRPr>
                <a:solidFill>
                  <a:schemeClr val="accent1"/>
                </a:solidFill>
              </a:defRPr>
            </a:lvl2pPr>
            <a:lvl3pPr lvl="2" algn="ctr">
              <a:lnSpc>
                <a:spcPct val="100000"/>
              </a:lnSpc>
              <a:spcBef>
                <a:spcPts val="0"/>
              </a:spcBef>
              <a:spcAft>
                <a:spcPts val="0"/>
              </a:spcAft>
              <a:buClr>
                <a:schemeClr val="accent1"/>
              </a:buClr>
              <a:buSzPts val="2800"/>
              <a:buNone/>
              <a:defRPr>
                <a:solidFill>
                  <a:schemeClr val="accent1"/>
                </a:solidFill>
              </a:defRPr>
            </a:lvl3pPr>
            <a:lvl4pPr lvl="3" algn="ctr">
              <a:lnSpc>
                <a:spcPct val="100000"/>
              </a:lnSpc>
              <a:spcBef>
                <a:spcPts val="0"/>
              </a:spcBef>
              <a:spcAft>
                <a:spcPts val="0"/>
              </a:spcAft>
              <a:buClr>
                <a:schemeClr val="accent1"/>
              </a:buClr>
              <a:buSzPts val="2800"/>
              <a:buNone/>
              <a:defRPr>
                <a:solidFill>
                  <a:schemeClr val="accent1"/>
                </a:solidFill>
              </a:defRPr>
            </a:lvl4pPr>
            <a:lvl5pPr lvl="4" algn="ctr">
              <a:lnSpc>
                <a:spcPct val="100000"/>
              </a:lnSpc>
              <a:spcBef>
                <a:spcPts val="0"/>
              </a:spcBef>
              <a:spcAft>
                <a:spcPts val="0"/>
              </a:spcAft>
              <a:buClr>
                <a:schemeClr val="accent1"/>
              </a:buClr>
              <a:buSzPts val="2800"/>
              <a:buNone/>
              <a:defRPr>
                <a:solidFill>
                  <a:schemeClr val="accent1"/>
                </a:solidFill>
              </a:defRPr>
            </a:lvl5pPr>
            <a:lvl6pPr lvl="5" algn="ctr">
              <a:lnSpc>
                <a:spcPct val="100000"/>
              </a:lnSpc>
              <a:spcBef>
                <a:spcPts val="0"/>
              </a:spcBef>
              <a:spcAft>
                <a:spcPts val="0"/>
              </a:spcAft>
              <a:buClr>
                <a:schemeClr val="accent1"/>
              </a:buClr>
              <a:buSzPts val="2800"/>
              <a:buNone/>
              <a:defRPr>
                <a:solidFill>
                  <a:schemeClr val="accent1"/>
                </a:solidFill>
              </a:defRPr>
            </a:lvl6pPr>
            <a:lvl7pPr lvl="6" algn="ctr">
              <a:lnSpc>
                <a:spcPct val="100000"/>
              </a:lnSpc>
              <a:spcBef>
                <a:spcPts val="0"/>
              </a:spcBef>
              <a:spcAft>
                <a:spcPts val="0"/>
              </a:spcAft>
              <a:buClr>
                <a:schemeClr val="accent1"/>
              </a:buClr>
              <a:buSzPts val="2800"/>
              <a:buNone/>
              <a:defRPr>
                <a:solidFill>
                  <a:schemeClr val="accent1"/>
                </a:solidFill>
              </a:defRPr>
            </a:lvl7pPr>
            <a:lvl8pPr lvl="7" algn="ctr">
              <a:lnSpc>
                <a:spcPct val="100000"/>
              </a:lnSpc>
              <a:spcBef>
                <a:spcPts val="0"/>
              </a:spcBef>
              <a:spcAft>
                <a:spcPts val="0"/>
              </a:spcAft>
              <a:buClr>
                <a:schemeClr val="accent1"/>
              </a:buClr>
              <a:buSzPts val="2800"/>
              <a:buNone/>
              <a:defRPr>
                <a:solidFill>
                  <a:schemeClr val="accent1"/>
                </a:solidFill>
              </a:defRPr>
            </a:lvl8pPr>
            <a:lvl9pPr lvl="8" algn="ctr">
              <a:lnSpc>
                <a:spcPct val="100000"/>
              </a:lnSpc>
              <a:spcBef>
                <a:spcPts val="0"/>
              </a:spcBef>
              <a:spcAft>
                <a:spcPts val="0"/>
              </a:spcAft>
              <a:buClr>
                <a:schemeClr val="accent1"/>
              </a:buClr>
              <a:buSzPts val="2800"/>
              <a:buNone/>
              <a:defRPr>
                <a:solidFill>
                  <a:schemeClr val="accent1"/>
                </a:solidFill>
              </a:defRPr>
            </a:lvl9pPr>
          </a:lstStyle>
          <a:p/>
        </p:txBody>
      </p:sp>
      <p:sp>
        <p:nvSpPr>
          <p:cNvPr id="285" name="Google Shape;285;p28"/>
          <p:cNvSpPr txBox="1"/>
          <p:nvPr>
            <p:ph idx="1" type="body"/>
          </p:nvPr>
        </p:nvSpPr>
        <p:spPr>
          <a:xfrm>
            <a:off x="1338750" y="1781550"/>
            <a:ext cx="6466500" cy="2567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3"/>
              </a:buClr>
              <a:buSzPts val="1200"/>
              <a:buFont typeface="Dosis"/>
              <a:buChar char="●"/>
              <a:defRPr sz="1100"/>
            </a:lvl1pPr>
            <a:lvl2pPr indent="-304800" lvl="1" marL="914400" algn="l">
              <a:lnSpc>
                <a:spcPct val="100000"/>
              </a:lnSpc>
              <a:spcBef>
                <a:spcPts val="0"/>
              </a:spcBef>
              <a:spcAft>
                <a:spcPts val="0"/>
              </a:spcAft>
              <a:buClr>
                <a:srgbClr val="434343"/>
              </a:buClr>
              <a:buSzPts val="1200"/>
              <a:buFont typeface="Roboto Condensed Light"/>
              <a:buChar char="○"/>
              <a:defRPr/>
            </a:lvl2pPr>
            <a:lvl3pPr indent="-304800" lvl="2" marL="1371600" algn="l">
              <a:lnSpc>
                <a:spcPct val="100000"/>
              </a:lnSpc>
              <a:spcBef>
                <a:spcPts val="0"/>
              </a:spcBef>
              <a:spcAft>
                <a:spcPts val="0"/>
              </a:spcAft>
              <a:buClr>
                <a:srgbClr val="434343"/>
              </a:buClr>
              <a:buSzPts val="1200"/>
              <a:buFont typeface="Roboto Condensed Light"/>
              <a:buChar char="■"/>
              <a:defRPr/>
            </a:lvl3pPr>
            <a:lvl4pPr indent="-304800" lvl="3" marL="1828800" algn="l">
              <a:lnSpc>
                <a:spcPct val="100000"/>
              </a:lnSpc>
              <a:spcBef>
                <a:spcPts val="0"/>
              </a:spcBef>
              <a:spcAft>
                <a:spcPts val="0"/>
              </a:spcAft>
              <a:buClr>
                <a:srgbClr val="434343"/>
              </a:buClr>
              <a:buSzPts val="1200"/>
              <a:buFont typeface="Roboto Condensed Light"/>
              <a:buChar char="●"/>
              <a:defRPr/>
            </a:lvl4pPr>
            <a:lvl5pPr indent="-304800" lvl="4" marL="2286000" algn="l">
              <a:lnSpc>
                <a:spcPct val="100000"/>
              </a:lnSpc>
              <a:spcBef>
                <a:spcPts val="0"/>
              </a:spcBef>
              <a:spcAft>
                <a:spcPts val="0"/>
              </a:spcAft>
              <a:buClr>
                <a:srgbClr val="434343"/>
              </a:buClr>
              <a:buSzPts val="1200"/>
              <a:buFont typeface="Roboto Condensed Light"/>
              <a:buChar char="○"/>
              <a:defRPr/>
            </a:lvl5pPr>
            <a:lvl6pPr indent="-304800" lvl="5" marL="2743200" algn="l">
              <a:lnSpc>
                <a:spcPct val="100000"/>
              </a:lnSpc>
              <a:spcBef>
                <a:spcPts val="0"/>
              </a:spcBef>
              <a:spcAft>
                <a:spcPts val="0"/>
              </a:spcAft>
              <a:buClr>
                <a:srgbClr val="434343"/>
              </a:buClr>
              <a:buSzPts val="1200"/>
              <a:buFont typeface="Roboto Condensed Light"/>
              <a:buChar char="■"/>
              <a:defRPr/>
            </a:lvl6pPr>
            <a:lvl7pPr indent="-304800" lvl="6" marL="3200400" algn="l">
              <a:lnSpc>
                <a:spcPct val="100000"/>
              </a:lnSpc>
              <a:spcBef>
                <a:spcPts val="0"/>
              </a:spcBef>
              <a:spcAft>
                <a:spcPts val="0"/>
              </a:spcAft>
              <a:buClr>
                <a:srgbClr val="434343"/>
              </a:buClr>
              <a:buSzPts val="1200"/>
              <a:buFont typeface="Roboto Condensed Light"/>
              <a:buChar char="●"/>
              <a:defRPr/>
            </a:lvl7pPr>
            <a:lvl8pPr indent="-304800" lvl="7" marL="3657600" algn="l">
              <a:lnSpc>
                <a:spcPct val="100000"/>
              </a:lnSpc>
              <a:spcBef>
                <a:spcPts val="0"/>
              </a:spcBef>
              <a:spcAft>
                <a:spcPts val="0"/>
              </a:spcAft>
              <a:buClr>
                <a:srgbClr val="434343"/>
              </a:buClr>
              <a:buSzPts val="1200"/>
              <a:buFont typeface="Roboto Condensed Light"/>
              <a:buChar char="○"/>
              <a:defRPr/>
            </a:lvl8pPr>
            <a:lvl9pPr indent="-304800" lvl="8" marL="4114800" algn="l">
              <a:lnSpc>
                <a:spcPct val="100000"/>
              </a:lnSpc>
              <a:spcBef>
                <a:spcPts val="0"/>
              </a:spcBef>
              <a:spcAft>
                <a:spcPts val="0"/>
              </a:spcAft>
              <a:buClr>
                <a:srgbClr val="434343"/>
              </a:buClr>
              <a:buSzPts val="1200"/>
              <a:buFont typeface="Roboto Condensed Light"/>
              <a:buChar char="■"/>
              <a:defRPr/>
            </a:lvl9pPr>
          </a:lstStyle>
          <a:p/>
        </p:txBody>
      </p:sp>
      <p:grpSp>
        <p:nvGrpSpPr>
          <p:cNvPr id="286" name="Google Shape;286;p28"/>
          <p:cNvGrpSpPr/>
          <p:nvPr/>
        </p:nvGrpSpPr>
        <p:grpSpPr>
          <a:xfrm>
            <a:off x="5085938" y="4525763"/>
            <a:ext cx="1614525" cy="779075"/>
            <a:chOff x="407100" y="684850"/>
            <a:chExt cx="1614525" cy="779075"/>
          </a:xfrm>
        </p:grpSpPr>
        <p:sp>
          <p:nvSpPr>
            <p:cNvPr id="287" name="Google Shape;287;p28"/>
            <p:cNvSpPr/>
            <p:nvPr/>
          </p:nvSpPr>
          <p:spPr>
            <a:xfrm>
              <a:off x="407100" y="684850"/>
              <a:ext cx="1614525" cy="779075"/>
            </a:xfrm>
            <a:custGeom>
              <a:rect b="b" l="l" r="r" t="t"/>
              <a:pathLst>
                <a:path extrusionOk="0" h="31163" w="64581">
                  <a:moveTo>
                    <a:pt x="58224" y="0"/>
                  </a:moveTo>
                  <a:cubicBezTo>
                    <a:pt x="51269" y="0"/>
                    <a:pt x="44288" y="1367"/>
                    <a:pt x="37828" y="4004"/>
                  </a:cubicBezTo>
                  <a:cubicBezTo>
                    <a:pt x="36994" y="4337"/>
                    <a:pt x="36126" y="4704"/>
                    <a:pt x="35226" y="4804"/>
                  </a:cubicBezTo>
                  <a:cubicBezTo>
                    <a:pt x="34985" y="4842"/>
                    <a:pt x="34741" y="4855"/>
                    <a:pt x="34495" y="4855"/>
                  </a:cubicBezTo>
                  <a:cubicBezTo>
                    <a:pt x="33858" y="4855"/>
                    <a:pt x="33207" y="4762"/>
                    <a:pt x="32557" y="4738"/>
                  </a:cubicBezTo>
                  <a:cubicBezTo>
                    <a:pt x="32397" y="4731"/>
                    <a:pt x="32234" y="4727"/>
                    <a:pt x="32070" y="4727"/>
                  </a:cubicBezTo>
                  <a:cubicBezTo>
                    <a:pt x="29869" y="4727"/>
                    <a:pt x="27310" y="5336"/>
                    <a:pt x="25385" y="6205"/>
                  </a:cubicBezTo>
                  <a:cubicBezTo>
                    <a:pt x="22850" y="7340"/>
                    <a:pt x="20482" y="10075"/>
                    <a:pt x="18347" y="11809"/>
                  </a:cubicBezTo>
                  <a:cubicBezTo>
                    <a:pt x="13377" y="15879"/>
                    <a:pt x="8340" y="19882"/>
                    <a:pt x="3136" y="23718"/>
                  </a:cubicBezTo>
                  <a:cubicBezTo>
                    <a:pt x="1502" y="24919"/>
                    <a:pt x="1" y="26753"/>
                    <a:pt x="1435" y="28822"/>
                  </a:cubicBezTo>
                  <a:cubicBezTo>
                    <a:pt x="2202" y="29922"/>
                    <a:pt x="3503" y="30523"/>
                    <a:pt x="4804" y="30823"/>
                  </a:cubicBezTo>
                  <a:cubicBezTo>
                    <a:pt x="5826" y="31061"/>
                    <a:pt x="6809" y="31163"/>
                    <a:pt x="7775" y="31163"/>
                  </a:cubicBezTo>
                  <a:cubicBezTo>
                    <a:pt x="9523" y="31163"/>
                    <a:pt x="11215" y="30829"/>
                    <a:pt x="12977" y="30356"/>
                  </a:cubicBezTo>
                  <a:cubicBezTo>
                    <a:pt x="16379" y="29422"/>
                    <a:pt x="19815" y="28555"/>
                    <a:pt x="23251" y="27788"/>
                  </a:cubicBezTo>
                  <a:cubicBezTo>
                    <a:pt x="30122" y="26286"/>
                    <a:pt x="37094" y="25119"/>
                    <a:pt x="44099" y="24318"/>
                  </a:cubicBezTo>
                  <a:cubicBezTo>
                    <a:pt x="45333" y="24185"/>
                    <a:pt x="46567" y="24052"/>
                    <a:pt x="47701" y="23551"/>
                  </a:cubicBezTo>
                  <a:cubicBezTo>
                    <a:pt x="48869" y="23084"/>
                    <a:pt x="49903" y="22217"/>
                    <a:pt x="50236" y="21049"/>
                  </a:cubicBezTo>
                  <a:cubicBezTo>
                    <a:pt x="50370" y="20582"/>
                    <a:pt x="50437" y="20082"/>
                    <a:pt x="50603" y="19648"/>
                  </a:cubicBezTo>
                  <a:cubicBezTo>
                    <a:pt x="50870" y="18915"/>
                    <a:pt x="51504" y="18381"/>
                    <a:pt x="52104" y="17880"/>
                  </a:cubicBezTo>
                  <a:cubicBezTo>
                    <a:pt x="54606" y="15679"/>
                    <a:pt x="56841" y="13177"/>
                    <a:pt x="58709" y="10408"/>
                  </a:cubicBezTo>
                  <a:cubicBezTo>
                    <a:pt x="59443" y="9308"/>
                    <a:pt x="59910" y="8440"/>
                    <a:pt x="61111" y="7840"/>
                  </a:cubicBezTo>
                  <a:cubicBezTo>
                    <a:pt x="62445" y="7206"/>
                    <a:pt x="63546" y="7039"/>
                    <a:pt x="63880" y="5338"/>
                  </a:cubicBezTo>
                  <a:cubicBezTo>
                    <a:pt x="64146" y="3937"/>
                    <a:pt x="64580" y="2236"/>
                    <a:pt x="63446" y="1202"/>
                  </a:cubicBezTo>
                  <a:cubicBezTo>
                    <a:pt x="62178" y="101"/>
                    <a:pt x="60077" y="34"/>
                    <a:pt x="58476" y="1"/>
                  </a:cubicBezTo>
                  <a:cubicBezTo>
                    <a:pt x="58392" y="1"/>
                    <a:pt x="58308" y="0"/>
                    <a:pt x="5822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8"/>
            <p:cNvSpPr/>
            <p:nvPr/>
          </p:nvSpPr>
          <p:spPr>
            <a:xfrm>
              <a:off x="407100" y="1061225"/>
              <a:ext cx="1178375" cy="369275"/>
            </a:xfrm>
            <a:custGeom>
              <a:rect b="b" l="l" r="r" t="t"/>
              <a:pathLst>
                <a:path extrusionOk="0" h="14771" w="47135">
                  <a:moveTo>
                    <a:pt x="36928" y="0"/>
                  </a:moveTo>
                  <a:cubicBezTo>
                    <a:pt x="36372" y="0"/>
                    <a:pt x="35816" y="10"/>
                    <a:pt x="35259" y="23"/>
                  </a:cubicBezTo>
                  <a:cubicBezTo>
                    <a:pt x="31657" y="90"/>
                    <a:pt x="28021" y="390"/>
                    <a:pt x="24418" y="924"/>
                  </a:cubicBezTo>
                  <a:cubicBezTo>
                    <a:pt x="21816" y="1324"/>
                    <a:pt x="19248" y="1825"/>
                    <a:pt x="16779" y="2725"/>
                  </a:cubicBezTo>
                  <a:cubicBezTo>
                    <a:pt x="14211" y="3693"/>
                    <a:pt x="11809" y="5127"/>
                    <a:pt x="9207" y="6094"/>
                  </a:cubicBezTo>
                  <a:cubicBezTo>
                    <a:pt x="7906" y="6561"/>
                    <a:pt x="6272" y="6928"/>
                    <a:pt x="4704" y="7495"/>
                  </a:cubicBezTo>
                  <a:cubicBezTo>
                    <a:pt x="4170" y="7862"/>
                    <a:pt x="3670" y="8263"/>
                    <a:pt x="3136" y="8663"/>
                  </a:cubicBezTo>
                  <a:cubicBezTo>
                    <a:pt x="1502" y="9864"/>
                    <a:pt x="1" y="11698"/>
                    <a:pt x="1468" y="13767"/>
                  </a:cubicBezTo>
                  <a:cubicBezTo>
                    <a:pt x="1702" y="14134"/>
                    <a:pt x="2035" y="14434"/>
                    <a:pt x="2402" y="14701"/>
                  </a:cubicBezTo>
                  <a:cubicBezTo>
                    <a:pt x="2602" y="14734"/>
                    <a:pt x="2836" y="14767"/>
                    <a:pt x="3069" y="14767"/>
                  </a:cubicBezTo>
                  <a:cubicBezTo>
                    <a:pt x="3166" y="14770"/>
                    <a:pt x="3263" y="14771"/>
                    <a:pt x="3360" y="14771"/>
                  </a:cubicBezTo>
                  <a:cubicBezTo>
                    <a:pt x="4635" y="14771"/>
                    <a:pt x="5930" y="14565"/>
                    <a:pt x="7139" y="14100"/>
                  </a:cubicBezTo>
                  <a:cubicBezTo>
                    <a:pt x="8006" y="13767"/>
                    <a:pt x="8874" y="13300"/>
                    <a:pt x="9774" y="13066"/>
                  </a:cubicBezTo>
                  <a:cubicBezTo>
                    <a:pt x="10108" y="12983"/>
                    <a:pt x="10459" y="12933"/>
                    <a:pt x="10804" y="12933"/>
                  </a:cubicBezTo>
                  <a:cubicBezTo>
                    <a:pt x="11425" y="12933"/>
                    <a:pt x="12026" y="13093"/>
                    <a:pt x="12476" y="13500"/>
                  </a:cubicBezTo>
                  <a:cubicBezTo>
                    <a:pt x="13043" y="12332"/>
                    <a:pt x="14344" y="11732"/>
                    <a:pt x="15545" y="11332"/>
                  </a:cubicBezTo>
                  <a:cubicBezTo>
                    <a:pt x="19281" y="10064"/>
                    <a:pt x="23184" y="9530"/>
                    <a:pt x="27053" y="8997"/>
                  </a:cubicBezTo>
                  <a:cubicBezTo>
                    <a:pt x="32657" y="8196"/>
                    <a:pt x="38261" y="7429"/>
                    <a:pt x="43865" y="6628"/>
                  </a:cubicBezTo>
                  <a:cubicBezTo>
                    <a:pt x="44766" y="6495"/>
                    <a:pt x="45767" y="6328"/>
                    <a:pt x="46367" y="5661"/>
                  </a:cubicBezTo>
                  <a:cubicBezTo>
                    <a:pt x="47134" y="4794"/>
                    <a:pt x="46967" y="3359"/>
                    <a:pt x="46234" y="2459"/>
                  </a:cubicBezTo>
                  <a:cubicBezTo>
                    <a:pt x="45500" y="1525"/>
                    <a:pt x="44366" y="1057"/>
                    <a:pt x="43231" y="724"/>
                  </a:cubicBezTo>
                  <a:cubicBezTo>
                    <a:pt x="41192" y="141"/>
                    <a:pt x="39069" y="0"/>
                    <a:pt x="3692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8"/>
            <p:cNvSpPr/>
            <p:nvPr/>
          </p:nvSpPr>
          <p:spPr>
            <a:xfrm>
              <a:off x="1577950" y="871600"/>
              <a:ext cx="194325" cy="380350"/>
            </a:xfrm>
            <a:custGeom>
              <a:rect b="b" l="l" r="r" t="t"/>
              <a:pathLst>
                <a:path extrusionOk="0" h="15214" w="7773">
                  <a:moveTo>
                    <a:pt x="4630" y="0"/>
                  </a:moveTo>
                  <a:cubicBezTo>
                    <a:pt x="4224" y="0"/>
                    <a:pt x="3849" y="254"/>
                    <a:pt x="3503" y="537"/>
                  </a:cubicBezTo>
                  <a:cubicBezTo>
                    <a:pt x="1835" y="1938"/>
                    <a:pt x="0" y="5140"/>
                    <a:pt x="300" y="7375"/>
                  </a:cubicBezTo>
                  <a:cubicBezTo>
                    <a:pt x="667" y="10010"/>
                    <a:pt x="1401" y="12679"/>
                    <a:pt x="2302" y="15214"/>
                  </a:cubicBezTo>
                  <a:cubicBezTo>
                    <a:pt x="2802" y="14747"/>
                    <a:pt x="3202" y="14213"/>
                    <a:pt x="3402" y="13546"/>
                  </a:cubicBezTo>
                  <a:cubicBezTo>
                    <a:pt x="3569" y="13112"/>
                    <a:pt x="3603" y="12612"/>
                    <a:pt x="3769" y="12178"/>
                  </a:cubicBezTo>
                  <a:cubicBezTo>
                    <a:pt x="4070" y="11445"/>
                    <a:pt x="4670" y="10911"/>
                    <a:pt x="5270" y="10410"/>
                  </a:cubicBezTo>
                  <a:cubicBezTo>
                    <a:pt x="6138" y="9643"/>
                    <a:pt x="6972" y="8843"/>
                    <a:pt x="7772" y="8009"/>
                  </a:cubicBezTo>
                  <a:cubicBezTo>
                    <a:pt x="7272" y="5974"/>
                    <a:pt x="6738" y="3939"/>
                    <a:pt x="6238" y="1938"/>
                  </a:cubicBezTo>
                  <a:cubicBezTo>
                    <a:pt x="6004" y="1070"/>
                    <a:pt x="5571" y="36"/>
                    <a:pt x="4703" y="3"/>
                  </a:cubicBezTo>
                  <a:cubicBezTo>
                    <a:pt x="4679" y="1"/>
                    <a:pt x="4654" y="0"/>
                    <a:pt x="463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8"/>
            <p:cNvSpPr/>
            <p:nvPr/>
          </p:nvSpPr>
          <p:spPr>
            <a:xfrm>
              <a:off x="436300" y="684850"/>
              <a:ext cx="1568625" cy="688925"/>
            </a:xfrm>
            <a:custGeom>
              <a:rect b="b" l="l" r="r" t="t"/>
              <a:pathLst>
                <a:path extrusionOk="0" h="27557" w="62745">
                  <a:moveTo>
                    <a:pt x="57056" y="0"/>
                  </a:moveTo>
                  <a:cubicBezTo>
                    <a:pt x="50101" y="0"/>
                    <a:pt x="43120" y="1367"/>
                    <a:pt x="36660" y="4004"/>
                  </a:cubicBezTo>
                  <a:cubicBezTo>
                    <a:pt x="35826" y="4337"/>
                    <a:pt x="34992" y="4704"/>
                    <a:pt x="34091" y="4804"/>
                  </a:cubicBezTo>
                  <a:cubicBezTo>
                    <a:pt x="33841" y="4842"/>
                    <a:pt x="33590" y="4855"/>
                    <a:pt x="33340" y="4855"/>
                  </a:cubicBezTo>
                  <a:cubicBezTo>
                    <a:pt x="32690" y="4855"/>
                    <a:pt x="32039" y="4762"/>
                    <a:pt x="31389" y="4738"/>
                  </a:cubicBezTo>
                  <a:cubicBezTo>
                    <a:pt x="31229" y="4731"/>
                    <a:pt x="31066" y="4727"/>
                    <a:pt x="30902" y="4727"/>
                  </a:cubicBezTo>
                  <a:cubicBezTo>
                    <a:pt x="28705" y="4727"/>
                    <a:pt x="26173" y="5336"/>
                    <a:pt x="24217" y="6205"/>
                  </a:cubicBezTo>
                  <a:cubicBezTo>
                    <a:pt x="21682" y="7340"/>
                    <a:pt x="19314" y="10075"/>
                    <a:pt x="17179" y="11809"/>
                  </a:cubicBezTo>
                  <a:cubicBezTo>
                    <a:pt x="12209" y="15879"/>
                    <a:pt x="7172" y="19882"/>
                    <a:pt x="1968" y="23718"/>
                  </a:cubicBezTo>
                  <a:cubicBezTo>
                    <a:pt x="1168" y="24285"/>
                    <a:pt x="400" y="25052"/>
                    <a:pt x="0" y="25886"/>
                  </a:cubicBezTo>
                  <a:cubicBezTo>
                    <a:pt x="1234" y="26653"/>
                    <a:pt x="2569" y="27354"/>
                    <a:pt x="4003" y="27521"/>
                  </a:cubicBezTo>
                  <a:cubicBezTo>
                    <a:pt x="4229" y="27545"/>
                    <a:pt x="4457" y="27556"/>
                    <a:pt x="4685" y="27556"/>
                  </a:cubicBezTo>
                  <a:cubicBezTo>
                    <a:pt x="5701" y="27556"/>
                    <a:pt x="6731" y="27338"/>
                    <a:pt x="7739" y="27120"/>
                  </a:cubicBezTo>
                  <a:cubicBezTo>
                    <a:pt x="13510" y="25819"/>
                    <a:pt x="19314" y="24318"/>
                    <a:pt x="25185" y="23418"/>
                  </a:cubicBezTo>
                  <a:cubicBezTo>
                    <a:pt x="31122" y="22484"/>
                    <a:pt x="37060" y="21383"/>
                    <a:pt x="42931" y="20115"/>
                  </a:cubicBezTo>
                  <a:cubicBezTo>
                    <a:pt x="44665" y="19715"/>
                    <a:pt x="46567" y="19215"/>
                    <a:pt x="47401" y="17680"/>
                  </a:cubicBezTo>
                  <a:cubicBezTo>
                    <a:pt x="47901" y="16746"/>
                    <a:pt x="47901" y="15612"/>
                    <a:pt x="48235" y="14611"/>
                  </a:cubicBezTo>
                  <a:cubicBezTo>
                    <a:pt x="48568" y="13711"/>
                    <a:pt x="49169" y="12944"/>
                    <a:pt x="49802" y="12210"/>
                  </a:cubicBezTo>
                  <a:cubicBezTo>
                    <a:pt x="52871" y="8474"/>
                    <a:pt x="56140" y="5071"/>
                    <a:pt x="60610" y="3103"/>
                  </a:cubicBezTo>
                  <a:cubicBezTo>
                    <a:pt x="61377" y="2736"/>
                    <a:pt x="62211" y="2403"/>
                    <a:pt x="62745" y="1769"/>
                  </a:cubicBezTo>
                  <a:cubicBezTo>
                    <a:pt x="62611" y="1569"/>
                    <a:pt x="62478" y="1369"/>
                    <a:pt x="62278" y="1202"/>
                  </a:cubicBezTo>
                  <a:cubicBezTo>
                    <a:pt x="61010" y="101"/>
                    <a:pt x="58909" y="34"/>
                    <a:pt x="57308" y="1"/>
                  </a:cubicBezTo>
                  <a:cubicBezTo>
                    <a:pt x="57224" y="1"/>
                    <a:pt x="57140" y="0"/>
                    <a:pt x="5705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8"/>
            <p:cNvSpPr/>
            <p:nvPr/>
          </p:nvSpPr>
          <p:spPr>
            <a:xfrm>
              <a:off x="578050" y="684850"/>
              <a:ext cx="1426050" cy="522900"/>
            </a:xfrm>
            <a:custGeom>
              <a:rect b="b" l="l" r="r" t="t"/>
              <a:pathLst>
                <a:path extrusionOk="0" h="20916" w="57042">
                  <a:moveTo>
                    <a:pt x="51386" y="0"/>
                  </a:moveTo>
                  <a:cubicBezTo>
                    <a:pt x="44431" y="0"/>
                    <a:pt x="37450" y="1367"/>
                    <a:pt x="30990" y="4004"/>
                  </a:cubicBezTo>
                  <a:cubicBezTo>
                    <a:pt x="30156" y="4337"/>
                    <a:pt x="29322" y="4704"/>
                    <a:pt x="28421" y="4804"/>
                  </a:cubicBezTo>
                  <a:cubicBezTo>
                    <a:pt x="28171" y="4842"/>
                    <a:pt x="27920" y="4855"/>
                    <a:pt x="27670" y="4855"/>
                  </a:cubicBezTo>
                  <a:cubicBezTo>
                    <a:pt x="27020" y="4855"/>
                    <a:pt x="26369" y="4762"/>
                    <a:pt x="25719" y="4738"/>
                  </a:cubicBezTo>
                  <a:cubicBezTo>
                    <a:pt x="25559" y="4731"/>
                    <a:pt x="25396" y="4727"/>
                    <a:pt x="25232" y="4727"/>
                  </a:cubicBezTo>
                  <a:cubicBezTo>
                    <a:pt x="23035" y="4727"/>
                    <a:pt x="20503" y="5336"/>
                    <a:pt x="18547" y="6205"/>
                  </a:cubicBezTo>
                  <a:cubicBezTo>
                    <a:pt x="16012" y="7340"/>
                    <a:pt x="13644" y="10075"/>
                    <a:pt x="11509" y="11809"/>
                  </a:cubicBezTo>
                  <a:cubicBezTo>
                    <a:pt x="7706" y="14912"/>
                    <a:pt x="3904" y="17947"/>
                    <a:pt x="1" y="20916"/>
                  </a:cubicBezTo>
                  <a:cubicBezTo>
                    <a:pt x="101" y="20883"/>
                    <a:pt x="201" y="20849"/>
                    <a:pt x="334" y="20783"/>
                  </a:cubicBezTo>
                  <a:cubicBezTo>
                    <a:pt x="2469" y="19782"/>
                    <a:pt x="4504" y="17880"/>
                    <a:pt x="6472" y="16513"/>
                  </a:cubicBezTo>
                  <a:cubicBezTo>
                    <a:pt x="8607" y="15012"/>
                    <a:pt x="10742" y="13544"/>
                    <a:pt x="12877" y="12043"/>
                  </a:cubicBezTo>
                  <a:cubicBezTo>
                    <a:pt x="14811" y="10675"/>
                    <a:pt x="16846" y="9308"/>
                    <a:pt x="19181" y="8907"/>
                  </a:cubicBezTo>
                  <a:cubicBezTo>
                    <a:pt x="19615" y="8834"/>
                    <a:pt x="20054" y="8798"/>
                    <a:pt x="20493" y="8798"/>
                  </a:cubicBezTo>
                  <a:cubicBezTo>
                    <a:pt x="22042" y="8798"/>
                    <a:pt x="23585" y="9250"/>
                    <a:pt x="24885" y="10108"/>
                  </a:cubicBezTo>
                  <a:cubicBezTo>
                    <a:pt x="25185" y="10275"/>
                    <a:pt x="25486" y="10475"/>
                    <a:pt x="25786" y="10475"/>
                  </a:cubicBezTo>
                  <a:cubicBezTo>
                    <a:pt x="26086" y="10442"/>
                    <a:pt x="26320" y="10242"/>
                    <a:pt x="26553" y="10041"/>
                  </a:cubicBezTo>
                  <a:cubicBezTo>
                    <a:pt x="29755" y="7306"/>
                    <a:pt x="33892" y="6039"/>
                    <a:pt x="37928" y="4804"/>
                  </a:cubicBezTo>
                  <a:cubicBezTo>
                    <a:pt x="41797" y="3637"/>
                    <a:pt x="45733" y="2469"/>
                    <a:pt x="49770" y="2203"/>
                  </a:cubicBezTo>
                  <a:cubicBezTo>
                    <a:pt x="50511" y="2160"/>
                    <a:pt x="51248" y="2148"/>
                    <a:pt x="51983" y="2148"/>
                  </a:cubicBezTo>
                  <a:cubicBezTo>
                    <a:pt x="52966" y="2148"/>
                    <a:pt x="53945" y="2170"/>
                    <a:pt x="54922" y="2170"/>
                  </a:cubicBezTo>
                  <a:cubicBezTo>
                    <a:pt x="55518" y="2170"/>
                    <a:pt x="56113" y="2162"/>
                    <a:pt x="56708" y="2136"/>
                  </a:cubicBezTo>
                  <a:cubicBezTo>
                    <a:pt x="56841" y="2036"/>
                    <a:pt x="56941" y="1902"/>
                    <a:pt x="57042" y="1769"/>
                  </a:cubicBezTo>
                  <a:cubicBezTo>
                    <a:pt x="56941" y="1569"/>
                    <a:pt x="56808" y="1369"/>
                    <a:pt x="56608" y="1202"/>
                  </a:cubicBezTo>
                  <a:cubicBezTo>
                    <a:pt x="55340" y="101"/>
                    <a:pt x="53239" y="34"/>
                    <a:pt x="51638" y="1"/>
                  </a:cubicBezTo>
                  <a:cubicBezTo>
                    <a:pt x="51554" y="1"/>
                    <a:pt x="51470" y="0"/>
                    <a:pt x="5138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2" name="Google Shape;292;p28"/>
          <p:cNvGrpSpPr/>
          <p:nvPr/>
        </p:nvGrpSpPr>
        <p:grpSpPr>
          <a:xfrm rot="936986">
            <a:off x="93235" y="4475547"/>
            <a:ext cx="1361871" cy="879513"/>
            <a:chOff x="538050" y="1430388"/>
            <a:chExt cx="1361850" cy="879500"/>
          </a:xfrm>
        </p:grpSpPr>
        <p:sp>
          <p:nvSpPr>
            <p:cNvPr id="293" name="Google Shape;293;p28"/>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8"/>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8"/>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8"/>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7" name="Google Shape;297;p28"/>
          <p:cNvGrpSpPr/>
          <p:nvPr/>
        </p:nvGrpSpPr>
        <p:grpSpPr>
          <a:xfrm rot="-1974111">
            <a:off x="8112749" y="1148859"/>
            <a:ext cx="1373496" cy="922922"/>
            <a:chOff x="2302238" y="842175"/>
            <a:chExt cx="1373500" cy="922925"/>
          </a:xfrm>
        </p:grpSpPr>
        <p:sp>
          <p:nvSpPr>
            <p:cNvPr id="298" name="Google Shape;298;p28"/>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8"/>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8"/>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8"/>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8"/>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8"/>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8"/>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8"/>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8"/>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8"/>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8"/>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8"/>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8"/>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8"/>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8"/>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8"/>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8"/>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8"/>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28"/>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8"/>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28"/>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8"/>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8"/>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8"/>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28"/>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8"/>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8"/>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8"/>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28"/>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8"/>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8"/>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8"/>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8"/>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8"/>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8"/>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8"/>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8"/>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8"/>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8"/>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8"/>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8"/>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8"/>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0" name="Google Shape;340;p28"/>
          <p:cNvSpPr/>
          <p:nvPr/>
        </p:nvSpPr>
        <p:spPr>
          <a:xfrm rot="-9965746">
            <a:off x="-3" y="-59053"/>
            <a:ext cx="612651" cy="2370253"/>
          </a:xfrm>
          <a:custGeom>
            <a:rect b="b" l="l" r="r" t="t"/>
            <a:pathLst>
              <a:path extrusionOk="0" h="94810" w="24506">
                <a:moveTo>
                  <a:pt x="21172" y="0"/>
                </a:moveTo>
                <a:cubicBezTo>
                  <a:pt x="21215" y="4292"/>
                  <a:pt x="24954" y="15254"/>
                  <a:pt x="21427" y="25749"/>
                </a:cubicBezTo>
                <a:cubicBezTo>
                  <a:pt x="17900" y="36244"/>
                  <a:pt x="-502" y="51461"/>
                  <a:pt x="11" y="62971"/>
                </a:cubicBezTo>
                <a:cubicBezTo>
                  <a:pt x="524" y="74481"/>
                  <a:pt x="20424" y="89504"/>
                  <a:pt x="24506" y="94810"/>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1" name="Google Shape;341;p28"/>
          <p:cNvGrpSpPr/>
          <p:nvPr/>
        </p:nvGrpSpPr>
        <p:grpSpPr>
          <a:xfrm rot="3986056">
            <a:off x="8252173" y="4246497"/>
            <a:ext cx="941223" cy="660532"/>
            <a:chOff x="8145313" y="-97619"/>
            <a:chExt cx="941225" cy="660534"/>
          </a:xfrm>
        </p:grpSpPr>
        <p:sp>
          <p:nvSpPr>
            <p:cNvPr id="342" name="Google Shape;342;p28"/>
            <p:cNvSpPr/>
            <p:nvPr/>
          </p:nvSpPr>
          <p:spPr>
            <a:xfrm flipH="1" rot="-2542547">
              <a:off x="8500418" y="81605"/>
              <a:ext cx="203861" cy="1161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8"/>
            <p:cNvSpPr/>
            <p:nvPr/>
          </p:nvSpPr>
          <p:spPr>
            <a:xfrm flipH="1" rot="-4689059">
              <a:off x="8140206" y="126102"/>
              <a:ext cx="156331" cy="1164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8"/>
            <p:cNvSpPr/>
            <p:nvPr/>
          </p:nvSpPr>
          <p:spPr>
            <a:xfrm flipH="1" rot="-2886029">
              <a:off x="8286619" y="-41018"/>
              <a:ext cx="203945" cy="1161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8"/>
            <p:cNvSpPr/>
            <p:nvPr/>
          </p:nvSpPr>
          <p:spPr>
            <a:xfrm flipH="1" rot="-5930150">
              <a:off x="8308014" y="316892"/>
              <a:ext cx="189448"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8"/>
            <p:cNvSpPr/>
            <p:nvPr/>
          </p:nvSpPr>
          <p:spPr>
            <a:xfrm flipH="1" rot="-5933377">
              <a:off x="8179512" y="463414"/>
              <a:ext cx="118423"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8"/>
            <p:cNvSpPr/>
            <p:nvPr/>
          </p:nvSpPr>
          <p:spPr>
            <a:xfrm flipH="1" rot="-261253">
              <a:off x="8576597" y="316833"/>
              <a:ext cx="118542" cy="7100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8"/>
            <p:cNvSpPr/>
            <p:nvPr/>
          </p:nvSpPr>
          <p:spPr>
            <a:xfrm flipH="1" rot="-1854841">
              <a:off x="8839916" y="135394"/>
              <a:ext cx="118540" cy="7105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8"/>
            <p:cNvSpPr/>
            <p:nvPr/>
          </p:nvSpPr>
          <p:spPr>
            <a:xfrm flipH="1" rot="-2542547">
              <a:off x="8888334" y="312132"/>
              <a:ext cx="203861" cy="6223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0" name="Shape 350"/>
        <p:cNvGrpSpPr/>
        <p:nvPr/>
      </p:nvGrpSpPr>
      <p:grpSpPr>
        <a:xfrm>
          <a:off x="0" y="0"/>
          <a:ext cx="0" cy="0"/>
          <a:chOff x="0" y="0"/>
          <a:chExt cx="0" cy="0"/>
        </a:xfrm>
      </p:grpSpPr>
      <p:sp>
        <p:nvSpPr>
          <p:cNvPr id="351" name="Google Shape;351;p29"/>
          <p:cNvSpPr txBox="1"/>
          <p:nvPr>
            <p:ph type="title"/>
          </p:nvPr>
        </p:nvSpPr>
        <p:spPr>
          <a:xfrm>
            <a:off x="713225" y="548640"/>
            <a:ext cx="7717500" cy="2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1"/>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grpSp>
        <p:nvGrpSpPr>
          <p:cNvPr id="352" name="Google Shape;352;p29"/>
          <p:cNvGrpSpPr/>
          <p:nvPr/>
        </p:nvGrpSpPr>
        <p:grpSpPr>
          <a:xfrm>
            <a:off x="2685200" y="4549238"/>
            <a:ext cx="1684550" cy="782725"/>
            <a:chOff x="1884850" y="3105525"/>
            <a:chExt cx="1684550" cy="782725"/>
          </a:xfrm>
        </p:grpSpPr>
        <p:sp>
          <p:nvSpPr>
            <p:cNvPr id="353" name="Google Shape;353;p29"/>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9"/>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9"/>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9"/>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9"/>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9"/>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9"/>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9"/>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29"/>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9"/>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9"/>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9"/>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9"/>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9"/>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29"/>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29"/>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9"/>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29"/>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1" name="Google Shape;371;p29"/>
          <p:cNvGrpSpPr/>
          <p:nvPr/>
        </p:nvGrpSpPr>
        <p:grpSpPr>
          <a:xfrm rot="-2700000">
            <a:off x="-593028" y="589094"/>
            <a:ext cx="1600310" cy="939541"/>
            <a:chOff x="1939900" y="2001425"/>
            <a:chExt cx="1600325" cy="939550"/>
          </a:xfrm>
        </p:grpSpPr>
        <p:sp>
          <p:nvSpPr>
            <p:cNvPr id="372" name="Google Shape;372;p29"/>
            <p:cNvSpPr/>
            <p:nvPr/>
          </p:nvSpPr>
          <p:spPr>
            <a:xfrm>
              <a:off x="1939900" y="2001425"/>
              <a:ext cx="1600325" cy="939550"/>
            </a:xfrm>
            <a:custGeom>
              <a:rect b="b" l="l" r="r" t="t"/>
              <a:pathLst>
                <a:path extrusionOk="0" h="37582" w="64013">
                  <a:moveTo>
                    <a:pt x="53040" y="0"/>
                  </a:moveTo>
                  <a:cubicBezTo>
                    <a:pt x="52834" y="0"/>
                    <a:pt x="52630" y="14"/>
                    <a:pt x="52438" y="35"/>
                  </a:cubicBezTo>
                  <a:cubicBezTo>
                    <a:pt x="48401" y="536"/>
                    <a:pt x="44565" y="2037"/>
                    <a:pt x="40629" y="3071"/>
                  </a:cubicBezTo>
                  <a:cubicBezTo>
                    <a:pt x="36860" y="4071"/>
                    <a:pt x="33457" y="3805"/>
                    <a:pt x="29655" y="4005"/>
                  </a:cubicBezTo>
                  <a:cubicBezTo>
                    <a:pt x="27420" y="4138"/>
                    <a:pt x="25151" y="4739"/>
                    <a:pt x="22950" y="4772"/>
                  </a:cubicBezTo>
                  <a:cubicBezTo>
                    <a:pt x="22928" y="4772"/>
                    <a:pt x="22907" y="4773"/>
                    <a:pt x="22886" y="4773"/>
                  </a:cubicBezTo>
                  <a:cubicBezTo>
                    <a:pt x="21755" y="4773"/>
                    <a:pt x="20472" y="4112"/>
                    <a:pt x="19293" y="4112"/>
                  </a:cubicBezTo>
                  <a:cubicBezTo>
                    <a:pt x="18956" y="4112"/>
                    <a:pt x="18627" y="4166"/>
                    <a:pt x="18313" y="4305"/>
                  </a:cubicBezTo>
                  <a:cubicBezTo>
                    <a:pt x="17379" y="4739"/>
                    <a:pt x="17012" y="5839"/>
                    <a:pt x="16445" y="6707"/>
                  </a:cubicBezTo>
                  <a:cubicBezTo>
                    <a:pt x="15711" y="7741"/>
                    <a:pt x="14577" y="8475"/>
                    <a:pt x="13310" y="8641"/>
                  </a:cubicBezTo>
                  <a:cubicBezTo>
                    <a:pt x="13160" y="8671"/>
                    <a:pt x="13003" y="8688"/>
                    <a:pt x="12846" y="8688"/>
                  </a:cubicBezTo>
                  <a:cubicBezTo>
                    <a:pt x="12653" y="8688"/>
                    <a:pt x="12459" y="8663"/>
                    <a:pt x="12276" y="8608"/>
                  </a:cubicBezTo>
                  <a:cubicBezTo>
                    <a:pt x="11842" y="8441"/>
                    <a:pt x="11508" y="8108"/>
                    <a:pt x="11175" y="7807"/>
                  </a:cubicBezTo>
                  <a:cubicBezTo>
                    <a:pt x="10240" y="6986"/>
                    <a:pt x="9040" y="6381"/>
                    <a:pt x="7821" y="6381"/>
                  </a:cubicBezTo>
                  <a:cubicBezTo>
                    <a:pt x="7605" y="6381"/>
                    <a:pt x="7388" y="6400"/>
                    <a:pt x="7172" y="6440"/>
                  </a:cubicBezTo>
                  <a:cubicBezTo>
                    <a:pt x="5771" y="6740"/>
                    <a:pt x="4537" y="8208"/>
                    <a:pt x="4937" y="9609"/>
                  </a:cubicBezTo>
                  <a:cubicBezTo>
                    <a:pt x="5070" y="10209"/>
                    <a:pt x="5504" y="10810"/>
                    <a:pt x="5271" y="11377"/>
                  </a:cubicBezTo>
                  <a:cubicBezTo>
                    <a:pt x="5137" y="11777"/>
                    <a:pt x="4703" y="12010"/>
                    <a:pt x="4337" y="12211"/>
                  </a:cubicBezTo>
                  <a:cubicBezTo>
                    <a:pt x="3002" y="12878"/>
                    <a:pt x="1635" y="13512"/>
                    <a:pt x="701" y="14612"/>
                  </a:cubicBezTo>
                  <a:cubicBezTo>
                    <a:pt x="334" y="15079"/>
                    <a:pt x="0" y="15680"/>
                    <a:pt x="167" y="16247"/>
                  </a:cubicBezTo>
                  <a:cubicBezTo>
                    <a:pt x="300" y="16814"/>
                    <a:pt x="834" y="17181"/>
                    <a:pt x="1268" y="17614"/>
                  </a:cubicBezTo>
                  <a:cubicBezTo>
                    <a:pt x="2135" y="18482"/>
                    <a:pt x="2502" y="19816"/>
                    <a:pt x="2202" y="21017"/>
                  </a:cubicBezTo>
                  <a:cubicBezTo>
                    <a:pt x="1901" y="22251"/>
                    <a:pt x="1001" y="23652"/>
                    <a:pt x="1835" y="24620"/>
                  </a:cubicBezTo>
                  <a:cubicBezTo>
                    <a:pt x="2335" y="25187"/>
                    <a:pt x="3202" y="25220"/>
                    <a:pt x="3836" y="25687"/>
                  </a:cubicBezTo>
                  <a:cubicBezTo>
                    <a:pt x="4937" y="26521"/>
                    <a:pt x="4804" y="28522"/>
                    <a:pt x="6038" y="29189"/>
                  </a:cubicBezTo>
                  <a:cubicBezTo>
                    <a:pt x="6234" y="29291"/>
                    <a:pt x="6448" y="29338"/>
                    <a:pt x="6664" y="29338"/>
                  </a:cubicBezTo>
                  <a:cubicBezTo>
                    <a:pt x="7365" y="29338"/>
                    <a:pt x="8078" y="28844"/>
                    <a:pt x="8206" y="28155"/>
                  </a:cubicBezTo>
                  <a:cubicBezTo>
                    <a:pt x="8473" y="26955"/>
                    <a:pt x="7272" y="25487"/>
                    <a:pt x="8139" y="24586"/>
                  </a:cubicBezTo>
                  <a:cubicBezTo>
                    <a:pt x="8367" y="24359"/>
                    <a:pt x="8670" y="24262"/>
                    <a:pt x="8986" y="24262"/>
                  </a:cubicBezTo>
                  <a:cubicBezTo>
                    <a:pt x="9366" y="24262"/>
                    <a:pt x="9765" y="24401"/>
                    <a:pt x="10074" y="24620"/>
                  </a:cubicBezTo>
                  <a:cubicBezTo>
                    <a:pt x="12276" y="26087"/>
                    <a:pt x="11842" y="30023"/>
                    <a:pt x="14210" y="31191"/>
                  </a:cubicBezTo>
                  <a:cubicBezTo>
                    <a:pt x="14547" y="31363"/>
                    <a:pt x="14915" y="31443"/>
                    <a:pt x="15287" y="31443"/>
                  </a:cubicBezTo>
                  <a:cubicBezTo>
                    <a:pt x="16425" y="31443"/>
                    <a:pt x="17586" y="30696"/>
                    <a:pt x="17913" y="29590"/>
                  </a:cubicBezTo>
                  <a:cubicBezTo>
                    <a:pt x="18180" y="28622"/>
                    <a:pt x="17980" y="27455"/>
                    <a:pt x="18680" y="26754"/>
                  </a:cubicBezTo>
                  <a:cubicBezTo>
                    <a:pt x="18962" y="26488"/>
                    <a:pt x="19331" y="26369"/>
                    <a:pt x="19713" y="26369"/>
                  </a:cubicBezTo>
                  <a:cubicBezTo>
                    <a:pt x="20146" y="26369"/>
                    <a:pt x="20594" y="26522"/>
                    <a:pt x="20948" y="26788"/>
                  </a:cubicBezTo>
                  <a:cubicBezTo>
                    <a:pt x="21616" y="27255"/>
                    <a:pt x="22016" y="28022"/>
                    <a:pt x="22316" y="28789"/>
                  </a:cubicBezTo>
                  <a:cubicBezTo>
                    <a:pt x="22850" y="30157"/>
                    <a:pt x="23217" y="31591"/>
                    <a:pt x="23917" y="32892"/>
                  </a:cubicBezTo>
                  <a:cubicBezTo>
                    <a:pt x="24584" y="34193"/>
                    <a:pt x="25652" y="35394"/>
                    <a:pt x="27053" y="35794"/>
                  </a:cubicBezTo>
                  <a:cubicBezTo>
                    <a:pt x="27174" y="35814"/>
                    <a:pt x="27296" y="35847"/>
                    <a:pt x="27418" y="35847"/>
                  </a:cubicBezTo>
                  <a:cubicBezTo>
                    <a:pt x="27496" y="35847"/>
                    <a:pt x="27575" y="35833"/>
                    <a:pt x="27653" y="35794"/>
                  </a:cubicBezTo>
                  <a:cubicBezTo>
                    <a:pt x="28087" y="35661"/>
                    <a:pt x="28154" y="35060"/>
                    <a:pt x="28187" y="34593"/>
                  </a:cubicBezTo>
                  <a:cubicBezTo>
                    <a:pt x="28287" y="33159"/>
                    <a:pt x="28787" y="31691"/>
                    <a:pt x="29921" y="30824"/>
                  </a:cubicBezTo>
                  <a:cubicBezTo>
                    <a:pt x="30451" y="30419"/>
                    <a:pt x="31132" y="30203"/>
                    <a:pt x="31797" y="30203"/>
                  </a:cubicBezTo>
                  <a:cubicBezTo>
                    <a:pt x="32557" y="30203"/>
                    <a:pt x="33295" y="30486"/>
                    <a:pt x="33758" y="31091"/>
                  </a:cubicBezTo>
                  <a:cubicBezTo>
                    <a:pt x="35025" y="32792"/>
                    <a:pt x="33457" y="35794"/>
                    <a:pt x="35092" y="37162"/>
                  </a:cubicBezTo>
                  <a:cubicBezTo>
                    <a:pt x="35436" y="37453"/>
                    <a:pt x="35841" y="37581"/>
                    <a:pt x="36260" y="37581"/>
                  </a:cubicBezTo>
                  <a:cubicBezTo>
                    <a:pt x="37424" y="37581"/>
                    <a:pt x="38693" y="36596"/>
                    <a:pt x="39061" y="35394"/>
                  </a:cubicBezTo>
                  <a:cubicBezTo>
                    <a:pt x="39362" y="34393"/>
                    <a:pt x="39261" y="33359"/>
                    <a:pt x="39328" y="32325"/>
                  </a:cubicBezTo>
                  <a:cubicBezTo>
                    <a:pt x="39362" y="31291"/>
                    <a:pt x="39595" y="30190"/>
                    <a:pt x="40329" y="29456"/>
                  </a:cubicBezTo>
                  <a:cubicBezTo>
                    <a:pt x="40698" y="29070"/>
                    <a:pt x="41261" y="28850"/>
                    <a:pt x="41799" y="28850"/>
                  </a:cubicBezTo>
                  <a:cubicBezTo>
                    <a:pt x="42283" y="28850"/>
                    <a:pt x="42746" y="29028"/>
                    <a:pt x="43031" y="29423"/>
                  </a:cubicBezTo>
                  <a:cubicBezTo>
                    <a:pt x="43264" y="29723"/>
                    <a:pt x="43364" y="30090"/>
                    <a:pt x="43565" y="30390"/>
                  </a:cubicBezTo>
                  <a:cubicBezTo>
                    <a:pt x="43895" y="30886"/>
                    <a:pt x="44494" y="31126"/>
                    <a:pt x="45108" y="31126"/>
                  </a:cubicBezTo>
                  <a:cubicBezTo>
                    <a:pt x="45486" y="31126"/>
                    <a:pt x="45869" y="31035"/>
                    <a:pt x="46200" y="30857"/>
                  </a:cubicBezTo>
                  <a:cubicBezTo>
                    <a:pt x="47034" y="30390"/>
                    <a:pt x="47567" y="29456"/>
                    <a:pt x="47868" y="28556"/>
                  </a:cubicBezTo>
                  <a:cubicBezTo>
                    <a:pt x="48168" y="27688"/>
                    <a:pt x="48335" y="26754"/>
                    <a:pt x="48968" y="26154"/>
                  </a:cubicBezTo>
                  <a:cubicBezTo>
                    <a:pt x="49515" y="25650"/>
                    <a:pt x="50227" y="25518"/>
                    <a:pt x="50997" y="25518"/>
                  </a:cubicBezTo>
                  <a:cubicBezTo>
                    <a:pt x="51842" y="25518"/>
                    <a:pt x="52757" y="25677"/>
                    <a:pt x="53600" y="25677"/>
                  </a:cubicBezTo>
                  <a:cubicBezTo>
                    <a:pt x="54379" y="25677"/>
                    <a:pt x="55096" y="25542"/>
                    <a:pt x="55640" y="25020"/>
                  </a:cubicBezTo>
                  <a:cubicBezTo>
                    <a:pt x="57208" y="23452"/>
                    <a:pt x="55640" y="20083"/>
                    <a:pt x="57474" y="18849"/>
                  </a:cubicBezTo>
                  <a:cubicBezTo>
                    <a:pt x="58408" y="18248"/>
                    <a:pt x="59743" y="18615"/>
                    <a:pt x="60743" y="18081"/>
                  </a:cubicBezTo>
                  <a:cubicBezTo>
                    <a:pt x="61544" y="17648"/>
                    <a:pt x="61944" y="16680"/>
                    <a:pt x="61944" y="15746"/>
                  </a:cubicBezTo>
                  <a:cubicBezTo>
                    <a:pt x="61911" y="14846"/>
                    <a:pt x="61544" y="13979"/>
                    <a:pt x="61077" y="13178"/>
                  </a:cubicBezTo>
                  <a:cubicBezTo>
                    <a:pt x="60844" y="12711"/>
                    <a:pt x="60543" y="12244"/>
                    <a:pt x="60543" y="11710"/>
                  </a:cubicBezTo>
                  <a:cubicBezTo>
                    <a:pt x="60577" y="10009"/>
                    <a:pt x="63512" y="9675"/>
                    <a:pt x="63846" y="7974"/>
                  </a:cubicBezTo>
                  <a:cubicBezTo>
                    <a:pt x="64012" y="7140"/>
                    <a:pt x="63412" y="6340"/>
                    <a:pt x="62678" y="5939"/>
                  </a:cubicBezTo>
                  <a:cubicBezTo>
                    <a:pt x="62044" y="5639"/>
                    <a:pt x="61344" y="5673"/>
                    <a:pt x="60743" y="5372"/>
                  </a:cubicBezTo>
                  <a:cubicBezTo>
                    <a:pt x="60643" y="5306"/>
                    <a:pt x="60543" y="5239"/>
                    <a:pt x="60443" y="5172"/>
                  </a:cubicBezTo>
                  <a:cubicBezTo>
                    <a:pt x="60043" y="4839"/>
                    <a:pt x="59809" y="4372"/>
                    <a:pt x="59176" y="4205"/>
                  </a:cubicBezTo>
                  <a:cubicBezTo>
                    <a:pt x="58909" y="4127"/>
                    <a:pt x="58635" y="4101"/>
                    <a:pt x="58357" y="4101"/>
                  </a:cubicBezTo>
                  <a:cubicBezTo>
                    <a:pt x="57801" y="4101"/>
                    <a:pt x="57230" y="4205"/>
                    <a:pt x="56674" y="4205"/>
                  </a:cubicBezTo>
                  <a:cubicBezTo>
                    <a:pt x="56639" y="4206"/>
                    <a:pt x="56604" y="4207"/>
                    <a:pt x="56569" y="4207"/>
                  </a:cubicBezTo>
                  <a:cubicBezTo>
                    <a:pt x="55758" y="4207"/>
                    <a:pt x="54832" y="3837"/>
                    <a:pt x="54672" y="3037"/>
                  </a:cubicBezTo>
                  <a:cubicBezTo>
                    <a:pt x="54506" y="2304"/>
                    <a:pt x="55039" y="1570"/>
                    <a:pt x="54806" y="869"/>
                  </a:cubicBezTo>
                  <a:cubicBezTo>
                    <a:pt x="54570" y="187"/>
                    <a:pt x="53797" y="0"/>
                    <a:pt x="5304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29"/>
            <p:cNvSpPr/>
            <p:nvPr/>
          </p:nvSpPr>
          <p:spPr>
            <a:xfrm>
              <a:off x="2039125" y="2461050"/>
              <a:ext cx="381125" cy="273850"/>
            </a:xfrm>
            <a:custGeom>
              <a:rect b="b" l="l" r="r" t="t"/>
              <a:pathLst>
                <a:path extrusionOk="0" h="10954" w="15245">
                  <a:moveTo>
                    <a:pt x="13268" y="0"/>
                  </a:moveTo>
                  <a:cubicBezTo>
                    <a:pt x="12542" y="0"/>
                    <a:pt x="11696" y="163"/>
                    <a:pt x="10875" y="697"/>
                  </a:cubicBezTo>
                  <a:cubicBezTo>
                    <a:pt x="9074" y="1865"/>
                    <a:pt x="2069" y="6168"/>
                    <a:pt x="1" y="7435"/>
                  </a:cubicBezTo>
                  <a:cubicBezTo>
                    <a:pt x="968" y="8336"/>
                    <a:pt x="868" y="10171"/>
                    <a:pt x="2069" y="10804"/>
                  </a:cubicBezTo>
                  <a:cubicBezTo>
                    <a:pt x="2265" y="10906"/>
                    <a:pt x="2479" y="10953"/>
                    <a:pt x="2695" y="10953"/>
                  </a:cubicBezTo>
                  <a:cubicBezTo>
                    <a:pt x="3396" y="10953"/>
                    <a:pt x="4109" y="10459"/>
                    <a:pt x="4237" y="9770"/>
                  </a:cubicBezTo>
                  <a:cubicBezTo>
                    <a:pt x="4504" y="8570"/>
                    <a:pt x="3303" y="7102"/>
                    <a:pt x="4170" y="6201"/>
                  </a:cubicBezTo>
                  <a:cubicBezTo>
                    <a:pt x="4398" y="5974"/>
                    <a:pt x="4701" y="5877"/>
                    <a:pt x="5017" y="5877"/>
                  </a:cubicBezTo>
                  <a:cubicBezTo>
                    <a:pt x="5397" y="5877"/>
                    <a:pt x="5796" y="6016"/>
                    <a:pt x="6105" y="6235"/>
                  </a:cubicBezTo>
                  <a:cubicBezTo>
                    <a:pt x="6539" y="6535"/>
                    <a:pt x="6872" y="6935"/>
                    <a:pt x="7172" y="7369"/>
                  </a:cubicBezTo>
                  <a:cubicBezTo>
                    <a:pt x="9407" y="5434"/>
                    <a:pt x="15245" y="397"/>
                    <a:pt x="15245" y="397"/>
                  </a:cubicBezTo>
                  <a:cubicBezTo>
                    <a:pt x="15245" y="397"/>
                    <a:pt x="14402" y="0"/>
                    <a:pt x="1326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29"/>
            <p:cNvSpPr/>
            <p:nvPr/>
          </p:nvSpPr>
          <p:spPr>
            <a:xfrm>
              <a:off x="2722125" y="2547675"/>
              <a:ext cx="200150" cy="393300"/>
            </a:xfrm>
            <a:custGeom>
              <a:rect b="b" l="l" r="r" t="t"/>
              <a:pathLst>
                <a:path extrusionOk="0" h="15732" w="8006">
                  <a:moveTo>
                    <a:pt x="167" y="1"/>
                  </a:moveTo>
                  <a:cubicBezTo>
                    <a:pt x="134" y="34"/>
                    <a:pt x="100" y="68"/>
                    <a:pt x="100" y="134"/>
                  </a:cubicBezTo>
                  <a:cubicBezTo>
                    <a:pt x="0" y="902"/>
                    <a:pt x="100" y="1735"/>
                    <a:pt x="267" y="2469"/>
                  </a:cubicBezTo>
                  <a:cubicBezTo>
                    <a:pt x="367" y="2836"/>
                    <a:pt x="467" y="3203"/>
                    <a:pt x="534" y="3603"/>
                  </a:cubicBezTo>
                  <a:cubicBezTo>
                    <a:pt x="701" y="5205"/>
                    <a:pt x="901" y="6806"/>
                    <a:pt x="1134" y="8407"/>
                  </a:cubicBezTo>
                  <a:cubicBezTo>
                    <a:pt x="1668" y="8507"/>
                    <a:pt x="2135" y="8807"/>
                    <a:pt x="2469" y="9241"/>
                  </a:cubicBezTo>
                  <a:cubicBezTo>
                    <a:pt x="3736" y="10942"/>
                    <a:pt x="2168" y="13911"/>
                    <a:pt x="3803" y="15312"/>
                  </a:cubicBezTo>
                  <a:cubicBezTo>
                    <a:pt x="4147" y="15603"/>
                    <a:pt x="4552" y="15731"/>
                    <a:pt x="4971" y="15731"/>
                  </a:cubicBezTo>
                  <a:cubicBezTo>
                    <a:pt x="6135" y="15731"/>
                    <a:pt x="7404" y="14746"/>
                    <a:pt x="7772" y="13544"/>
                  </a:cubicBezTo>
                  <a:cubicBezTo>
                    <a:pt x="7906" y="13110"/>
                    <a:pt x="7972" y="12643"/>
                    <a:pt x="8006" y="12176"/>
                  </a:cubicBezTo>
                  <a:cubicBezTo>
                    <a:pt x="7639" y="11643"/>
                    <a:pt x="7305" y="11075"/>
                    <a:pt x="6938" y="10542"/>
                  </a:cubicBezTo>
                  <a:cubicBezTo>
                    <a:pt x="6071" y="9207"/>
                    <a:pt x="5204" y="7873"/>
                    <a:pt x="4370" y="6472"/>
                  </a:cubicBezTo>
                  <a:cubicBezTo>
                    <a:pt x="3636" y="5271"/>
                    <a:pt x="2969" y="4004"/>
                    <a:pt x="2202" y="2803"/>
                  </a:cubicBezTo>
                  <a:cubicBezTo>
                    <a:pt x="1601" y="1802"/>
                    <a:pt x="1268" y="735"/>
                    <a:pt x="300" y="34"/>
                  </a:cubicBezTo>
                  <a:cubicBezTo>
                    <a:pt x="267" y="34"/>
                    <a:pt x="200" y="1"/>
                    <a:pt x="16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29"/>
            <p:cNvSpPr/>
            <p:nvPr/>
          </p:nvSpPr>
          <p:spPr>
            <a:xfrm>
              <a:off x="2071650" y="2363350"/>
              <a:ext cx="82575" cy="97300"/>
            </a:xfrm>
            <a:custGeom>
              <a:rect b="b" l="l" r="r" t="t"/>
              <a:pathLst>
                <a:path extrusionOk="0" h="3892" w="3303">
                  <a:moveTo>
                    <a:pt x="2091" y="0"/>
                  </a:moveTo>
                  <a:cubicBezTo>
                    <a:pt x="963" y="0"/>
                    <a:pt x="280" y="1177"/>
                    <a:pt x="67" y="2270"/>
                  </a:cubicBezTo>
                  <a:cubicBezTo>
                    <a:pt x="1" y="2737"/>
                    <a:pt x="1" y="3271"/>
                    <a:pt x="367" y="3604"/>
                  </a:cubicBezTo>
                  <a:cubicBezTo>
                    <a:pt x="553" y="3790"/>
                    <a:pt x="824" y="3892"/>
                    <a:pt x="1094" y="3892"/>
                  </a:cubicBezTo>
                  <a:cubicBezTo>
                    <a:pt x="1164" y="3892"/>
                    <a:pt x="1233" y="3885"/>
                    <a:pt x="1301" y="3871"/>
                  </a:cubicBezTo>
                  <a:cubicBezTo>
                    <a:pt x="1668" y="3805"/>
                    <a:pt x="1969" y="3638"/>
                    <a:pt x="2235" y="3404"/>
                  </a:cubicBezTo>
                  <a:cubicBezTo>
                    <a:pt x="2869" y="2871"/>
                    <a:pt x="3270" y="2037"/>
                    <a:pt x="3303" y="1203"/>
                  </a:cubicBezTo>
                  <a:cubicBezTo>
                    <a:pt x="3303" y="1003"/>
                    <a:pt x="3270" y="769"/>
                    <a:pt x="3169" y="569"/>
                  </a:cubicBezTo>
                  <a:cubicBezTo>
                    <a:pt x="3036" y="302"/>
                    <a:pt x="2736" y="135"/>
                    <a:pt x="2436" y="35"/>
                  </a:cubicBezTo>
                  <a:cubicBezTo>
                    <a:pt x="2316" y="11"/>
                    <a:pt x="2201" y="0"/>
                    <a:pt x="209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29"/>
            <p:cNvSpPr/>
            <p:nvPr/>
          </p:nvSpPr>
          <p:spPr>
            <a:xfrm>
              <a:off x="3318375" y="2183125"/>
              <a:ext cx="133450" cy="60700"/>
            </a:xfrm>
            <a:custGeom>
              <a:rect b="b" l="l" r="r" t="t"/>
              <a:pathLst>
                <a:path extrusionOk="0" h="2428" w="5338">
                  <a:moveTo>
                    <a:pt x="3260" y="1"/>
                  </a:moveTo>
                  <a:cubicBezTo>
                    <a:pt x="2300" y="1"/>
                    <a:pt x="1092" y="346"/>
                    <a:pt x="334" y="740"/>
                  </a:cubicBezTo>
                  <a:cubicBezTo>
                    <a:pt x="267" y="773"/>
                    <a:pt x="167" y="806"/>
                    <a:pt x="134" y="873"/>
                  </a:cubicBezTo>
                  <a:cubicBezTo>
                    <a:pt x="0" y="1073"/>
                    <a:pt x="101" y="1340"/>
                    <a:pt x="234" y="1507"/>
                  </a:cubicBezTo>
                  <a:cubicBezTo>
                    <a:pt x="568" y="1940"/>
                    <a:pt x="1068" y="2207"/>
                    <a:pt x="1602" y="2341"/>
                  </a:cubicBezTo>
                  <a:cubicBezTo>
                    <a:pt x="1940" y="2404"/>
                    <a:pt x="2278" y="2427"/>
                    <a:pt x="2617" y="2427"/>
                  </a:cubicBezTo>
                  <a:cubicBezTo>
                    <a:pt x="2812" y="2427"/>
                    <a:pt x="3007" y="2420"/>
                    <a:pt x="3203" y="2407"/>
                  </a:cubicBezTo>
                  <a:cubicBezTo>
                    <a:pt x="3536" y="2374"/>
                    <a:pt x="3903" y="2341"/>
                    <a:pt x="4203" y="2207"/>
                  </a:cubicBezTo>
                  <a:cubicBezTo>
                    <a:pt x="5338" y="1674"/>
                    <a:pt x="4871" y="173"/>
                    <a:pt x="3770" y="39"/>
                  </a:cubicBezTo>
                  <a:cubicBezTo>
                    <a:pt x="3612" y="13"/>
                    <a:pt x="3440" y="1"/>
                    <a:pt x="326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9"/>
            <p:cNvSpPr/>
            <p:nvPr/>
          </p:nvSpPr>
          <p:spPr>
            <a:xfrm>
              <a:off x="3239975" y="2353250"/>
              <a:ext cx="93000" cy="66600"/>
            </a:xfrm>
            <a:custGeom>
              <a:rect b="b" l="l" r="r" t="t"/>
              <a:pathLst>
                <a:path extrusionOk="0" h="2664" w="3720">
                  <a:moveTo>
                    <a:pt x="1983" y="1"/>
                  </a:moveTo>
                  <a:cubicBezTo>
                    <a:pt x="1295" y="1"/>
                    <a:pt x="541" y="380"/>
                    <a:pt x="301" y="940"/>
                  </a:cubicBezTo>
                  <a:cubicBezTo>
                    <a:pt x="1" y="1540"/>
                    <a:pt x="401" y="2140"/>
                    <a:pt x="935" y="2474"/>
                  </a:cubicBezTo>
                  <a:cubicBezTo>
                    <a:pt x="1170" y="2605"/>
                    <a:pt x="1426" y="2664"/>
                    <a:pt x="1680" y="2664"/>
                  </a:cubicBezTo>
                  <a:cubicBezTo>
                    <a:pt x="2720" y="2664"/>
                    <a:pt x="3720" y="1672"/>
                    <a:pt x="3103" y="573"/>
                  </a:cubicBezTo>
                  <a:cubicBezTo>
                    <a:pt x="2876" y="171"/>
                    <a:pt x="2444" y="1"/>
                    <a:pt x="19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9"/>
            <p:cNvSpPr/>
            <p:nvPr/>
          </p:nvSpPr>
          <p:spPr>
            <a:xfrm>
              <a:off x="2953650" y="2521900"/>
              <a:ext cx="62875" cy="72500"/>
            </a:xfrm>
            <a:custGeom>
              <a:rect b="b" l="l" r="r" t="t"/>
              <a:pathLst>
                <a:path extrusionOk="0" h="2900" w="2515">
                  <a:moveTo>
                    <a:pt x="1348" y="1"/>
                  </a:moveTo>
                  <a:cubicBezTo>
                    <a:pt x="659" y="1"/>
                    <a:pt x="1" y="730"/>
                    <a:pt x="46" y="1566"/>
                  </a:cubicBezTo>
                  <a:cubicBezTo>
                    <a:pt x="79" y="2066"/>
                    <a:pt x="346" y="2533"/>
                    <a:pt x="746" y="2766"/>
                  </a:cubicBezTo>
                  <a:cubicBezTo>
                    <a:pt x="913" y="2833"/>
                    <a:pt x="1080" y="2900"/>
                    <a:pt x="1247" y="2900"/>
                  </a:cubicBezTo>
                  <a:cubicBezTo>
                    <a:pt x="1513" y="2900"/>
                    <a:pt x="1780" y="2733"/>
                    <a:pt x="1980" y="2500"/>
                  </a:cubicBezTo>
                  <a:cubicBezTo>
                    <a:pt x="2147" y="2299"/>
                    <a:pt x="2247" y="2033"/>
                    <a:pt x="2347" y="1766"/>
                  </a:cubicBezTo>
                  <a:cubicBezTo>
                    <a:pt x="2447" y="1365"/>
                    <a:pt x="2514" y="898"/>
                    <a:pt x="2281" y="565"/>
                  </a:cubicBezTo>
                  <a:cubicBezTo>
                    <a:pt x="2012" y="166"/>
                    <a:pt x="1676" y="1"/>
                    <a:pt x="13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29"/>
            <p:cNvSpPr/>
            <p:nvPr/>
          </p:nvSpPr>
          <p:spPr>
            <a:xfrm>
              <a:off x="3107000" y="2444575"/>
              <a:ext cx="63075" cy="62400"/>
            </a:xfrm>
            <a:custGeom>
              <a:rect b="b" l="l" r="r" t="t"/>
              <a:pathLst>
                <a:path extrusionOk="0" h="2496" w="2523">
                  <a:moveTo>
                    <a:pt x="1254" y="0"/>
                  </a:moveTo>
                  <a:cubicBezTo>
                    <a:pt x="637" y="0"/>
                    <a:pt x="1" y="445"/>
                    <a:pt x="49" y="1423"/>
                  </a:cubicBezTo>
                  <a:cubicBezTo>
                    <a:pt x="81" y="1959"/>
                    <a:pt x="530" y="2496"/>
                    <a:pt x="1059" y="2496"/>
                  </a:cubicBezTo>
                  <a:cubicBezTo>
                    <a:pt x="1089" y="2496"/>
                    <a:pt x="1120" y="2494"/>
                    <a:pt x="1150" y="2490"/>
                  </a:cubicBezTo>
                  <a:cubicBezTo>
                    <a:pt x="1317" y="2457"/>
                    <a:pt x="1484" y="2390"/>
                    <a:pt x="1651" y="2290"/>
                  </a:cubicBezTo>
                  <a:cubicBezTo>
                    <a:pt x="1984" y="2090"/>
                    <a:pt x="2251" y="1756"/>
                    <a:pt x="2318" y="1356"/>
                  </a:cubicBezTo>
                  <a:cubicBezTo>
                    <a:pt x="2522" y="486"/>
                    <a:pt x="1899" y="0"/>
                    <a:pt x="125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29"/>
            <p:cNvSpPr/>
            <p:nvPr/>
          </p:nvSpPr>
          <p:spPr>
            <a:xfrm>
              <a:off x="2379375" y="2521700"/>
              <a:ext cx="100100" cy="81425"/>
            </a:xfrm>
            <a:custGeom>
              <a:rect b="b" l="l" r="r" t="t"/>
              <a:pathLst>
                <a:path extrusionOk="0" h="3257" w="4004">
                  <a:moveTo>
                    <a:pt x="2369" y="0"/>
                  </a:moveTo>
                  <a:cubicBezTo>
                    <a:pt x="2335" y="0"/>
                    <a:pt x="2301" y="2"/>
                    <a:pt x="2269" y="6"/>
                  </a:cubicBezTo>
                  <a:cubicBezTo>
                    <a:pt x="1535" y="73"/>
                    <a:pt x="734" y="1007"/>
                    <a:pt x="334" y="1574"/>
                  </a:cubicBezTo>
                  <a:cubicBezTo>
                    <a:pt x="167" y="1807"/>
                    <a:pt x="0" y="2141"/>
                    <a:pt x="34" y="2441"/>
                  </a:cubicBezTo>
                  <a:cubicBezTo>
                    <a:pt x="67" y="2875"/>
                    <a:pt x="501" y="3208"/>
                    <a:pt x="934" y="3241"/>
                  </a:cubicBezTo>
                  <a:cubicBezTo>
                    <a:pt x="1001" y="3252"/>
                    <a:pt x="1067" y="3256"/>
                    <a:pt x="1133" y="3256"/>
                  </a:cubicBezTo>
                  <a:cubicBezTo>
                    <a:pt x="1500" y="3256"/>
                    <a:pt x="1863" y="3111"/>
                    <a:pt x="2202" y="2941"/>
                  </a:cubicBezTo>
                  <a:cubicBezTo>
                    <a:pt x="2569" y="2774"/>
                    <a:pt x="2902" y="2541"/>
                    <a:pt x="3236" y="2274"/>
                  </a:cubicBezTo>
                  <a:cubicBezTo>
                    <a:pt x="3636" y="1974"/>
                    <a:pt x="4003" y="1507"/>
                    <a:pt x="3903" y="1040"/>
                  </a:cubicBezTo>
                  <a:cubicBezTo>
                    <a:pt x="3777" y="505"/>
                    <a:pt x="2940" y="0"/>
                    <a:pt x="236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29"/>
            <p:cNvSpPr/>
            <p:nvPr/>
          </p:nvSpPr>
          <p:spPr>
            <a:xfrm>
              <a:off x="2307650" y="2670225"/>
              <a:ext cx="65900" cy="61850"/>
            </a:xfrm>
            <a:custGeom>
              <a:rect b="b" l="l" r="r" t="t"/>
              <a:pathLst>
                <a:path extrusionOk="0" h="2474" w="2636">
                  <a:moveTo>
                    <a:pt x="1798" y="1"/>
                  </a:moveTo>
                  <a:cubicBezTo>
                    <a:pt x="1312" y="1"/>
                    <a:pt x="742" y="484"/>
                    <a:pt x="434" y="836"/>
                  </a:cubicBezTo>
                  <a:cubicBezTo>
                    <a:pt x="301" y="1003"/>
                    <a:pt x="167" y="1170"/>
                    <a:pt x="134" y="1370"/>
                  </a:cubicBezTo>
                  <a:cubicBezTo>
                    <a:pt x="1" y="1870"/>
                    <a:pt x="468" y="2437"/>
                    <a:pt x="1001" y="2471"/>
                  </a:cubicBezTo>
                  <a:cubicBezTo>
                    <a:pt x="1027" y="2472"/>
                    <a:pt x="1053" y="2473"/>
                    <a:pt x="1079" y="2473"/>
                  </a:cubicBezTo>
                  <a:cubicBezTo>
                    <a:pt x="1614" y="2473"/>
                    <a:pt x="2081" y="2149"/>
                    <a:pt x="2336" y="1704"/>
                  </a:cubicBezTo>
                  <a:cubicBezTo>
                    <a:pt x="2536" y="1337"/>
                    <a:pt x="2636" y="870"/>
                    <a:pt x="2436" y="469"/>
                  </a:cubicBezTo>
                  <a:cubicBezTo>
                    <a:pt x="2277" y="129"/>
                    <a:pt x="2049" y="1"/>
                    <a:pt x="179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9"/>
            <p:cNvSpPr/>
            <p:nvPr/>
          </p:nvSpPr>
          <p:spPr>
            <a:xfrm>
              <a:off x="2866375" y="2562700"/>
              <a:ext cx="141800" cy="169300"/>
            </a:xfrm>
            <a:custGeom>
              <a:rect b="b" l="l" r="r" t="t"/>
              <a:pathLst>
                <a:path extrusionOk="0" h="6772" w="5672">
                  <a:moveTo>
                    <a:pt x="1" y="0"/>
                  </a:moveTo>
                  <a:lnTo>
                    <a:pt x="3537" y="6772"/>
                  </a:lnTo>
                  <a:cubicBezTo>
                    <a:pt x="3890" y="6530"/>
                    <a:pt x="4325" y="6392"/>
                    <a:pt x="4746" y="6392"/>
                  </a:cubicBezTo>
                  <a:cubicBezTo>
                    <a:pt x="5081" y="6392"/>
                    <a:pt x="5406" y="6480"/>
                    <a:pt x="5672" y="6672"/>
                  </a:cubicBezTo>
                  <a:lnTo>
                    <a:pt x="1" y="0"/>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29"/>
            <p:cNvSpPr/>
            <p:nvPr/>
          </p:nvSpPr>
          <p:spPr>
            <a:xfrm>
              <a:off x="2722950" y="2542675"/>
              <a:ext cx="66750" cy="245200"/>
            </a:xfrm>
            <a:custGeom>
              <a:rect b="b" l="l" r="r" t="t"/>
              <a:pathLst>
                <a:path extrusionOk="0" h="9808" w="2670">
                  <a:moveTo>
                    <a:pt x="0" y="1"/>
                  </a:moveTo>
                  <a:lnTo>
                    <a:pt x="0" y="8574"/>
                  </a:lnTo>
                  <a:cubicBezTo>
                    <a:pt x="154" y="8552"/>
                    <a:pt x="308" y="8540"/>
                    <a:pt x="462" y="8540"/>
                  </a:cubicBezTo>
                  <a:cubicBezTo>
                    <a:pt x="1241" y="8540"/>
                    <a:pt x="1990" y="8828"/>
                    <a:pt x="2436" y="9441"/>
                  </a:cubicBezTo>
                  <a:cubicBezTo>
                    <a:pt x="2536" y="9541"/>
                    <a:pt x="2602" y="9674"/>
                    <a:pt x="2669" y="9808"/>
                  </a:cubicBezTo>
                  <a:lnTo>
                    <a:pt x="0" y="1"/>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29"/>
            <p:cNvSpPr/>
            <p:nvPr/>
          </p:nvSpPr>
          <p:spPr>
            <a:xfrm>
              <a:off x="2431075" y="2509325"/>
              <a:ext cx="192650" cy="268550"/>
            </a:xfrm>
            <a:custGeom>
              <a:rect b="b" l="l" r="r" t="t"/>
              <a:pathLst>
                <a:path extrusionOk="0" h="10742" w="7706">
                  <a:moveTo>
                    <a:pt x="7706" y="0"/>
                  </a:moveTo>
                  <a:lnTo>
                    <a:pt x="0" y="6071"/>
                  </a:lnTo>
                  <a:cubicBezTo>
                    <a:pt x="48" y="6068"/>
                    <a:pt x="95" y="6066"/>
                    <a:pt x="142" y="6066"/>
                  </a:cubicBezTo>
                  <a:cubicBezTo>
                    <a:pt x="561" y="6066"/>
                    <a:pt x="972" y="6198"/>
                    <a:pt x="1301" y="6438"/>
                  </a:cubicBezTo>
                  <a:cubicBezTo>
                    <a:pt x="1969" y="6939"/>
                    <a:pt x="2369" y="7706"/>
                    <a:pt x="2669" y="8473"/>
                  </a:cubicBezTo>
                  <a:cubicBezTo>
                    <a:pt x="2969" y="9207"/>
                    <a:pt x="3203" y="9974"/>
                    <a:pt x="3470" y="10741"/>
                  </a:cubicBezTo>
                  <a:lnTo>
                    <a:pt x="7706" y="0"/>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9"/>
            <p:cNvSpPr/>
            <p:nvPr/>
          </p:nvSpPr>
          <p:spPr>
            <a:xfrm>
              <a:off x="2178400" y="2470950"/>
              <a:ext cx="241850" cy="225200"/>
            </a:xfrm>
            <a:custGeom>
              <a:rect b="b" l="l" r="r" t="t"/>
              <a:pathLst>
                <a:path extrusionOk="0" h="9008" w="9674">
                  <a:moveTo>
                    <a:pt x="9674" y="1"/>
                  </a:moveTo>
                  <a:lnTo>
                    <a:pt x="0" y="5572"/>
                  </a:lnTo>
                  <a:cubicBezTo>
                    <a:pt x="200" y="5638"/>
                    <a:pt x="401" y="5738"/>
                    <a:pt x="534" y="5839"/>
                  </a:cubicBezTo>
                  <a:cubicBezTo>
                    <a:pt x="1568" y="6539"/>
                    <a:pt x="2035" y="7773"/>
                    <a:pt x="2469" y="9007"/>
                  </a:cubicBezTo>
                  <a:lnTo>
                    <a:pt x="9674" y="1"/>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29"/>
            <p:cNvSpPr/>
            <p:nvPr/>
          </p:nvSpPr>
          <p:spPr>
            <a:xfrm>
              <a:off x="1974075" y="2322750"/>
              <a:ext cx="120950" cy="127325"/>
            </a:xfrm>
            <a:custGeom>
              <a:rect b="b" l="l" r="r" t="t"/>
              <a:pathLst>
                <a:path extrusionOk="0" h="5093" w="4838">
                  <a:moveTo>
                    <a:pt x="3866" y="0"/>
                  </a:moveTo>
                  <a:cubicBezTo>
                    <a:pt x="3767" y="0"/>
                    <a:pt x="3667" y="19"/>
                    <a:pt x="3570" y="58"/>
                  </a:cubicBezTo>
                  <a:cubicBezTo>
                    <a:pt x="3203" y="192"/>
                    <a:pt x="2869" y="458"/>
                    <a:pt x="2503" y="625"/>
                  </a:cubicBezTo>
                  <a:cubicBezTo>
                    <a:pt x="2002" y="825"/>
                    <a:pt x="1535" y="1059"/>
                    <a:pt x="1068" y="1326"/>
                  </a:cubicBezTo>
                  <a:cubicBezTo>
                    <a:pt x="534" y="1693"/>
                    <a:pt x="1" y="2226"/>
                    <a:pt x="34" y="2860"/>
                  </a:cubicBezTo>
                  <a:cubicBezTo>
                    <a:pt x="67" y="3260"/>
                    <a:pt x="334" y="3594"/>
                    <a:pt x="568" y="3928"/>
                  </a:cubicBezTo>
                  <a:lnTo>
                    <a:pt x="1035" y="4561"/>
                  </a:lnTo>
                  <a:cubicBezTo>
                    <a:pt x="1168" y="4728"/>
                    <a:pt x="1302" y="4928"/>
                    <a:pt x="1535" y="5028"/>
                  </a:cubicBezTo>
                  <a:cubicBezTo>
                    <a:pt x="1630" y="5072"/>
                    <a:pt x="1728" y="5092"/>
                    <a:pt x="1826" y="5092"/>
                  </a:cubicBezTo>
                  <a:cubicBezTo>
                    <a:pt x="2175" y="5092"/>
                    <a:pt x="2520" y="4841"/>
                    <a:pt x="2703" y="4528"/>
                  </a:cubicBezTo>
                  <a:cubicBezTo>
                    <a:pt x="2936" y="4161"/>
                    <a:pt x="3003" y="3661"/>
                    <a:pt x="3136" y="3227"/>
                  </a:cubicBezTo>
                  <a:cubicBezTo>
                    <a:pt x="3336" y="2593"/>
                    <a:pt x="3670" y="2026"/>
                    <a:pt x="4104" y="1559"/>
                  </a:cubicBezTo>
                  <a:cubicBezTo>
                    <a:pt x="4404" y="1226"/>
                    <a:pt x="4838" y="792"/>
                    <a:pt x="4504" y="325"/>
                  </a:cubicBezTo>
                  <a:cubicBezTo>
                    <a:pt x="4339" y="112"/>
                    <a:pt x="4106" y="0"/>
                    <a:pt x="386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29"/>
            <p:cNvSpPr/>
            <p:nvPr/>
          </p:nvSpPr>
          <p:spPr>
            <a:xfrm>
              <a:off x="1989925" y="2513700"/>
              <a:ext cx="147625" cy="105050"/>
            </a:xfrm>
            <a:custGeom>
              <a:rect b="b" l="l" r="r" t="t"/>
              <a:pathLst>
                <a:path extrusionOk="0" h="4202" w="5905">
                  <a:moveTo>
                    <a:pt x="4981" y="1"/>
                  </a:moveTo>
                  <a:cubicBezTo>
                    <a:pt x="3288" y="1"/>
                    <a:pt x="1413" y="982"/>
                    <a:pt x="434" y="2327"/>
                  </a:cubicBezTo>
                  <a:cubicBezTo>
                    <a:pt x="201" y="2661"/>
                    <a:pt x="1" y="3094"/>
                    <a:pt x="234" y="3461"/>
                  </a:cubicBezTo>
                  <a:cubicBezTo>
                    <a:pt x="334" y="3628"/>
                    <a:pt x="534" y="3728"/>
                    <a:pt x="701" y="3828"/>
                  </a:cubicBezTo>
                  <a:cubicBezTo>
                    <a:pt x="1127" y="4030"/>
                    <a:pt x="1597" y="4201"/>
                    <a:pt x="2043" y="4201"/>
                  </a:cubicBezTo>
                  <a:cubicBezTo>
                    <a:pt x="2260" y="4201"/>
                    <a:pt x="2472" y="4160"/>
                    <a:pt x="2669" y="4062"/>
                  </a:cubicBezTo>
                  <a:cubicBezTo>
                    <a:pt x="3103" y="3828"/>
                    <a:pt x="3370" y="3428"/>
                    <a:pt x="3670" y="3061"/>
                  </a:cubicBezTo>
                  <a:cubicBezTo>
                    <a:pt x="4270" y="2261"/>
                    <a:pt x="5071" y="1627"/>
                    <a:pt x="5638" y="826"/>
                  </a:cubicBezTo>
                  <a:cubicBezTo>
                    <a:pt x="5771" y="593"/>
                    <a:pt x="5905" y="259"/>
                    <a:pt x="5671" y="92"/>
                  </a:cubicBezTo>
                  <a:cubicBezTo>
                    <a:pt x="5605" y="59"/>
                    <a:pt x="5538" y="26"/>
                    <a:pt x="5438" y="26"/>
                  </a:cubicBezTo>
                  <a:cubicBezTo>
                    <a:pt x="5288" y="9"/>
                    <a:pt x="5135" y="1"/>
                    <a:pt x="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29"/>
            <p:cNvSpPr/>
            <p:nvPr/>
          </p:nvSpPr>
          <p:spPr>
            <a:xfrm>
              <a:off x="2597025" y="2571575"/>
              <a:ext cx="99275" cy="277175"/>
            </a:xfrm>
            <a:custGeom>
              <a:rect b="b" l="l" r="r" t="t"/>
              <a:pathLst>
                <a:path extrusionOk="0" h="11087" w="3971">
                  <a:moveTo>
                    <a:pt x="3025" y="0"/>
                  </a:moveTo>
                  <a:cubicBezTo>
                    <a:pt x="2455" y="0"/>
                    <a:pt x="2088" y="939"/>
                    <a:pt x="1869" y="1347"/>
                  </a:cubicBezTo>
                  <a:cubicBezTo>
                    <a:pt x="1168" y="2814"/>
                    <a:pt x="868" y="4415"/>
                    <a:pt x="568" y="5983"/>
                  </a:cubicBezTo>
                  <a:cubicBezTo>
                    <a:pt x="267" y="7551"/>
                    <a:pt x="1" y="9152"/>
                    <a:pt x="301" y="10720"/>
                  </a:cubicBezTo>
                  <a:cubicBezTo>
                    <a:pt x="334" y="10820"/>
                    <a:pt x="334" y="10887"/>
                    <a:pt x="401" y="10953"/>
                  </a:cubicBezTo>
                  <a:cubicBezTo>
                    <a:pt x="468" y="11053"/>
                    <a:pt x="601" y="11087"/>
                    <a:pt x="734" y="11087"/>
                  </a:cubicBezTo>
                  <a:cubicBezTo>
                    <a:pt x="1101" y="11087"/>
                    <a:pt x="1402" y="10820"/>
                    <a:pt x="1568" y="10486"/>
                  </a:cubicBezTo>
                  <a:cubicBezTo>
                    <a:pt x="1735" y="10186"/>
                    <a:pt x="1802" y="9819"/>
                    <a:pt x="1869" y="9486"/>
                  </a:cubicBezTo>
                  <a:cubicBezTo>
                    <a:pt x="2102" y="8585"/>
                    <a:pt x="2536" y="7751"/>
                    <a:pt x="3069" y="7051"/>
                  </a:cubicBezTo>
                  <a:cubicBezTo>
                    <a:pt x="3370" y="6684"/>
                    <a:pt x="3737" y="6317"/>
                    <a:pt x="3837" y="5850"/>
                  </a:cubicBezTo>
                  <a:cubicBezTo>
                    <a:pt x="3903" y="5650"/>
                    <a:pt x="3903" y="5416"/>
                    <a:pt x="3937" y="5216"/>
                  </a:cubicBezTo>
                  <a:cubicBezTo>
                    <a:pt x="3970" y="4149"/>
                    <a:pt x="3937" y="3081"/>
                    <a:pt x="3803" y="2047"/>
                  </a:cubicBezTo>
                  <a:cubicBezTo>
                    <a:pt x="3770" y="1513"/>
                    <a:pt x="3837" y="146"/>
                    <a:pt x="3136" y="12"/>
                  </a:cubicBezTo>
                  <a:cubicBezTo>
                    <a:pt x="3098" y="4"/>
                    <a:pt x="3061" y="0"/>
                    <a:pt x="302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9"/>
            <p:cNvSpPr/>
            <p:nvPr/>
          </p:nvSpPr>
          <p:spPr>
            <a:xfrm>
              <a:off x="3169925" y="2024800"/>
              <a:ext cx="105950" cy="75450"/>
            </a:xfrm>
            <a:custGeom>
              <a:rect b="b" l="l" r="r" t="t"/>
              <a:pathLst>
                <a:path extrusionOk="0" h="3018" w="4238">
                  <a:moveTo>
                    <a:pt x="3737" y="1"/>
                  </a:moveTo>
                  <a:cubicBezTo>
                    <a:pt x="2770" y="1"/>
                    <a:pt x="1802" y="635"/>
                    <a:pt x="935" y="1002"/>
                  </a:cubicBezTo>
                  <a:cubicBezTo>
                    <a:pt x="268" y="1302"/>
                    <a:pt x="1" y="2603"/>
                    <a:pt x="768" y="2936"/>
                  </a:cubicBezTo>
                  <a:cubicBezTo>
                    <a:pt x="868" y="3003"/>
                    <a:pt x="1002" y="3003"/>
                    <a:pt x="1102" y="3003"/>
                  </a:cubicBezTo>
                  <a:cubicBezTo>
                    <a:pt x="1204" y="3012"/>
                    <a:pt x="1309" y="3017"/>
                    <a:pt x="1413" y="3017"/>
                  </a:cubicBezTo>
                  <a:cubicBezTo>
                    <a:pt x="2056" y="3017"/>
                    <a:pt x="2720" y="2838"/>
                    <a:pt x="3237" y="2436"/>
                  </a:cubicBezTo>
                  <a:cubicBezTo>
                    <a:pt x="3837" y="1969"/>
                    <a:pt x="4237" y="1235"/>
                    <a:pt x="4171" y="468"/>
                  </a:cubicBezTo>
                  <a:cubicBezTo>
                    <a:pt x="4171" y="334"/>
                    <a:pt x="4137" y="168"/>
                    <a:pt x="4004" y="68"/>
                  </a:cubicBezTo>
                  <a:cubicBezTo>
                    <a:pt x="3937" y="34"/>
                    <a:pt x="3837" y="1"/>
                    <a:pt x="373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29"/>
            <p:cNvSpPr/>
            <p:nvPr/>
          </p:nvSpPr>
          <p:spPr>
            <a:xfrm>
              <a:off x="3328375" y="2123875"/>
              <a:ext cx="109500" cy="39925"/>
            </a:xfrm>
            <a:custGeom>
              <a:rect b="b" l="l" r="r" t="t"/>
              <a:pathLst>
                <a:path extrusionOk="0" h="1597" w="4380">
                  <a:moveTo>
                    <a:pt x="2279" y="1"/>
                  </a:moveTo>
                  <a:cubicBezTo>
                    <a:pt x="1734" y="1"/>
                    <a:pt x="1236" y="50"/>
                    <a:pt x="1068" y="74"/>
                  </a:cubicBezTo>
                  <a:cubicBezTo>
                    <a:pt x="835" y="107"/>
                    <a:pt x="568" y="141"/>
                    <a:pt x="368" y="274"/>
                  </a:cubicBezTo>
                  <a:cubicBezTo>
                    <a:pt x="134" y="441"/>
                    <a:pt x="1" y="675"/>
                    <a:pt x="34" y="941"/>
                  </a:cubicBezTo>
                  <a:cubicBezTo>
                    <a:pt x="67" y="1108"/>
                    <a:pt x="234" y="1275"/>
                    <a:pt x="401" y="1375"/>
                  </a:cubicBezTo>
                  <a:cubicBezTo>
                    <a:pt x="568" y="1442"/>
                    <a:pt x="768" y="1475"/>
                    <a:pt x="968" y="1508"/>
                  </a:cubicBezTo>
                  <a:cubicBezTo>
                    <a:pt x="1350" y="1556"/>
                    <a:pt x="1739" y="1596"/>
                    <a:pt x="2122" y="1596"/>
                  </a:cubicBezTo>
                  <a:cubicBezTo>
                    <a:pt x="2541" y="1596"/>
                    <a:pt x="2953" y="1548"/>
                    <a:pt x="3336" y="1408"/>
                  </a:cubicBezTo>
                  <a:cubicBezTo>
                    <a:pt x="3637" y="1308"/>
                    <a:pt x="3937" y="1175"/>
                    <a:pt x="4037" y="908"/>
                  </a:cubicBezTo>
                  <a:cubicBezTo>
                    <a:pt x="4379" y="159"/>
                    <a:pt x="3254" y="1"/>
                    <a:pt x="227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29"/>
            <p:cNvSpPr/>
            <p:nvPr/>
          </p:nvSpPr>
          <p:spPr>
            <a:xfrm>
              <a:off x="3296700" y="2284100"/>
              <a:ext cx="148450" cy="80825"/>
            </a:xfrm>
            <a:custGeom>
              <a:rect b="b" l="l" r="r" t="t"/>
              <a:pathLst>
                <a:path extrusionOk="0" h="3233" w="5938">
                  <a:moveTo>
                    <a:pt x="2837" y="1"/>
                  </a:moveTo>
                  <a:cubicBezTo>
                    <a:pt x="2042" y="1"/>
                    <a:pt x="1239" y="117"/>
                    <a:pt x="534" y="370"/>
                  </a:cubicBezTo>
                  <a:cubicBezTo>
                    <a:pt x="367" y="437"/>
                    <a:pt x="167" y="503"/>
                    <a:pt x="100" y="670"/>
                  </a:cubicBezTo>
                  <a:cubicBezTo>
                    <a:pt x="0" y="904"/>
                    <a:pt x="100" y="1170"/>
                    <a:pt x="267" y="1371"/>
                  </a:cubicBezTo>
                  <a:cubicBezTo>
                    <a:pt x="534" y="1738"/>
                    <a:pt x="968" y="2038"/>
                    <a:pt x="1401" y="2271"/>
                  </a:cubicBezTo>
                  <a:cubicBezTo>
                    <a:pt x="2302" y="2772"/>
                    <a:pt x="3336" y="3072"/>
                    <a:pt x="4337" y="3205"/>
                  </a:cubicBezTo>
                  <a:cubicBezTo>
                    <a:pt x="4456" y="3222"/>
                    <a:pt x="4583" y="3233"/>
                    <a:pt x="4709" y="3233"/>
                  </a:cubicBezTo>
                  <a:cubicBezTo>
                    <a:pt x="5075" y="3233"/>
                    <a:pt x="5439" y="3144"/>
                    <a:pt x="5638" y="2872"/>
                  </a:cubicBezTo>
                  <a:cubicBezTo>
                    <a:pt x="5938" y="2405"/>
                    <a:pt x="5904" y="1471"/>
                    <a:pt x="5704" y="970"/>
                  </a:cubicBezTo>
                  <a:cubicBezTo>
                    <a:pt x="5537" y="537"/>
                    <a:pt x="5204" y="370"/>
                    <a:pt x="4770" y="236"/>
                  </a:cubicBezTo>
                  <a:cubicBezTo>
                    <a:pt x="4174" y="84"/>
                    <a:pt x="3509" y="1"/>
                    <a:pt x="283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29"/>
            <p:cNvSpPr/>
            <p:nvPr/>
          </p:nvSpPr>
          <p:spPr>
            <a:xfrm>
              <a:off x="3179100" y="2502700"/>
              <a:ext cx="127625" cy="91300"/>
            </a:xfrm>
            <a:custGeom>
              <a:rect b="b" l="l" r="r" t="t"/>
              <a:pathLst>
                <a:path extrusionOk="0" h="3652" w="5105">
                  <a:moveTo>
                    <a:pt x="1256" y="0"/>
                  </a:moveTo>
                  <a:cubicBezTo>
                    <a:pt x="830" y="0"/>
                    <a:pt x="419" y="93"/>
                    <a:pt x="201" y="432"/>
                  </a:cubicBezTo>
                  <a:cubicBezTo>
                    <a:pt x="34" y="666"/>
                    <a:pt x="1" y="999"/>
                    <a:pt x="34" y="1300"/>
                  </a:cubicBezTo>
                  <a:cubicBezTo>
                    <a:pt x="168" y="2100"/>
                    <a:pt x="901" y="2701"/>
                    <a:pt x="1635" y="3134"/>
                  </a:cubicBezTo>
                  <a:cubicBezTo>
                    <a:pt x="2069" y="3368"/>
                    <a:pt x="2569" y="3601"/>
                    <a:pt x="3070" y="3635"/>
                  </a:cubicBezTo>
                  <a:cubicBezTo>
                    <a:pt x="3152" y="3645"/>
                    <a:pt x="3236" y="3651"/>
                    <a:pt x="3321" y="3651"/>
                  </a:cubicBezTo>
                  <a:cubicBezTo>
                    <a:pt x="3750" y="3651"/>
                    <a:pt x="4192" y="3507"/>
                    <a:pt x="4471" y="3201"/>
                  </a:cubicBezTo>
                  <a:cubicBezTo>
                    <a:pt x="5004" y="2634"/>
                    <a:pt x="5104" y="1366"/>
                    <a:pt x="4404" y="866"/>
                  </a:cubicBezTo>
                  <a:cubicBezTo>
                    <a:pt x="3770" y="366"/>
                    <a:pt x="2536" y="165"/>
                    <a:pt x="1735" y="32"/>
                  </a:cubicBezTo>
                  <a:cubicBezTo>
                    <a:pt x="1580" y="14"/>
                    <a:pt x="1417" y="0"/>
                    <a:pt x="125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9"/>
            <p:cNvSpPr/>
            <p:nvPr/>
          </p:nvSpPr>
          <p:spPr>
            <a:xfrm>
              <a:off x="3029000" y="2571275"/>
              <a:ext cx="115100" cy="133025"/>
            </a:xfrm>
            <a:custGeom>
              <a:rect b="b" l="l" r="r" t="t"/>
              <a:pathLst>
                <a:path extrusionOk="0" h="5321" w="4604">
                  <a:moveTo>
                    <a:pt x="2528" y="1"/>
                  </a:moveTo>
                  <a:cubicBezTo>
                    <a:pt x="2275" y="1"/>
                    <a:pt x="2018" y="34"/>
                    <a:pt x="1768" y="91"/>
                  </a:cubicBezTo>
                  <a:cubicBezTo>
                    <a:pt x="1235" y="258"/>
                    <a:pt x="701" y="525"/>
                    <a:pt x="367" y="1025"/>
                  </a:cubicBezTo>
                  <a:cubicBezTo>
                    <a:pt x="67" y="1459"/>
                    <a:pt x="1" y="1992"/>
                    <a:pt x="67" y="2526"/>
                  </a:cubicBezTo>
                  <a:cubicBezTo>
                    <a:pt x="134" y="3026"/>
                    <a:pt x="367" y="3493"/>
                    <a:pt x="601" y="3960"/>
                  </a:cubicBezTo>
                  <a:cubicBezTo>
                    <a:pt x="834" y="4394"/>
                    <a:pt x="1135" y="4828"/>
                    <a:pt x="1568" y="5095"/>
                  </a:cubicBezTo>
                  <a:cubicBezTo>
                    <a:pt x="1797" y="5235"/>
                    <a:pt x="2063" y="5320"/>
                    <a:pt x="2322" y="5320"/>
                  </a:cubicBezTo>
                  <a:cubicBezTo>
                    <a:pt x="2554" y="5320"/>
                    <a:pt x="2780" y="5252"/>
                    <a:pt x="2969" y="5095"/>
                  </a:cubicBezTo>
                  <a:cubicBezTo>
                    <a:pt x="3236" y="4894"/>
                    <a:pt x="3370" y="4561"/>
                    <a:pt x="3503" y="4261"/>
                  </a:cubicBezTo>
                  <a:cubicBezTo>
                    <a:pt x="3803" y="3493"/>
                    <a:pt x="4103" y="2726"/>
                    <a:pt x="4370" y="1959"/>
                  </a:cubicBezTo>
                  <a:cubicBezTo>
                    <a:pt x="4604" y="1359"/>
                    <a:pt x="4370" y="892"/>
                    <a:pt x="3870" y="458"/>
                  </a:cubicBezTo>
                  <a:cubicBezTo>
                    <a:pt x="3496" y="127"/>
                    <a:pt x="3019" y="1"/>
                    <a:pt x="25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4" name="Google Shape;394;p29"/>
          <p:cNvGrpSpPr/>
          <p:nvPr/>
        </p:nvGrpSpPr>
        <p:grpSpPr>
          <a:xfrm>
            <a:off x="8092475" y="2464925"/>
            <a:ext cx="1515275" cy="1150275"/>
            <a:chOff x="4181475" y="1873500"/>
            <a:chExt cx="1515275" cy="1150275"/>
          </a:xfrm>
        </p:grpSpPr>
        <p:sp>
          <p:nvSpPr>
            <p:cNvPr id="395" name="Google Shape;395;p29"/>
            <p:cNvSpPr/>
            <p:nvPr/>
          </p:nvSpPr>
          <p:spPr>
            <a:xfrm>
              <a:off x="4181475" y="1873500"/>
              <a:ext cx="1515275" cy="1150275"/>
            </a:xfrm>
            <a:custGeom>
              <a:rect b="b" l="l" r="r" t="t"/>
              <a:pathLst>
                <a:path extrusionOk="0" h="46011" w="60611">
                  <a:moveTo>
                    <a:pt x="31142" y="0"/>
                  </a:moveTo>
                  <a:cubicBezTo>
                    <a:pt x="29904" y="0"/>
                    <a:pt x="28696" y="320"/>
                    <a:pt x="27487" y="670"/>
                  </a:cubicBezTo>
                  <a:cubicBezTo>
                    <a:pt x="24485" y="1604"/>
                    <a:pt x="21616" y="2938"/>
                    <a:pt x="18814" y="4372"/>
                  </a:cubicBezTo>
                  <a:cubicBezTo>
                    <a:pt x="13310" y="7174"/>
                    <a:pt x="8040" y="10477"/>
                    <a:pt x="3036" y="14146"/>
                  </a:cubicBezTo>
                  <a:cubicBezTo>
                    <a:pt x="1402" y="15347"/>
                    <a:pt x="1" y="16247"/>
                    <a:pt x="167" y="18482"/>
                  </a:cubicBezTo>
                  <a:cubicBezTo>
                    <a:pt x="401" y="21351"/>
                    <a:pt x="3403" y="23886"/>
                    <a:pt x="5271" y="25854"/>
                  </a:cubicBezTo>
                  <a:cubicBezTo>
                    <a:pt x="8206" y="28957"/>
                    <a:pt x="11175" y="32059"/>
                    <a:pt x="14478" y="34761"/>
                  </a:cubicBezTo>
                  <a:cubicBezTo>
                    <a:pt x="16946" y="36729"/>
                    <a:pt x="18747" y="39331"/>
                    <a:pt x="21249" y="41332"/>
                  </a:cubicBezTo>
                  <a:cubicBezTo>
                    <a:pt x="23718" y="43267"/>
                    <a:pt x="26486" y="45802"/>
                    <a:pt x="29722" y="46002"/>
                  </a:cubicBezTo>
                  <a:cubicBezTo>
                    <a:pt x="29835" y="46008"/>
                    <a:pt x="29946" y="46011"/>
                    <a:pt x="30055" y="46011"/>
                  </a:cubicBezTo>
                  <a:cubicBezTo>
                    <a:pt x="31868" y="46011"/>
                    <a:pt x="33078" y="45239"/>
                    <a:pt x="34525" y="44201"/>
                  </a:cubicBezTo>
                  <a:cubicBezTo>
                    <a:pt x="40296" y="40065"/>
                    <a:pt x="45533" y="35194"/>
                    <a:pt x="50103" y="29724"/>
                  </a:cubicBezTo>
                  <a:cubicBezTo>
                    <a:pt x="53205" y="26021"/>
                    <a:pt x="56341" y="22419"/>
                    <a:pt x="58409" y="17982"/>
                  </a:cubicBezTo>
                  <a:cubicBezTo>
                    <a:pt x="59176" y="16281"/>
                    <a:pt x="60611" y="14780"/>
                    <a:pt x="59210" y="12945"/>
                  </a:cubicBezTo>
                  <a:cubicBezTo>
                    <a:pt x="58376" y="11878"/>
                    <a:pt x="57175" y="11244"/>
                    <a:pt x="56007" y="10610"/>
                  </a:cubicBezTo>
                  <a:cubicBezTo>
                    <a:pt x="49336" y="7108"/>
                    <a:pt x="42631" y="3572"/>
                    <a:pt x="35526" y="1003"/>
                  </a:cubicBezTo>
                  <a:cubicBezTo>
                    <a:pt x="34192" y="503"/>
                    <a:pt x="32791" y="36"/>
                    <a:pt x="31323" y="2"/>
                  </a:cubicBezTo>
                  <a:cubicBezTo>
                    <a:pt x="31263" y="1"/>
                    <a:pt x="31202" y="0"/>
                    <a:pt x="3114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29"/>
            <p:cNvSpPr/>
            <p:nvPr/>
          </p:nvSpPr>
          <p:spPr>
            <a:xfrm>
              <a:off x="4185650" y="2212125"/>
              <a:ext cx="1503600" cy="811650"/>
            </a:xfrm>
            <a:custGeom>
              <a:rect b="b" l="l" r="r" t="t"/>
              <a:pathLst>
                <a:path extrusionOk="0" h="32466" w="60144">
                  <a:moveTo>
                    <a:pt x="59409" y="1"/>
                  </a:moveTo>
                  <a:cubicBezTo>
                    <a:pt x="59143" y="901"/>
                    <a:pt x="58542" y="1768"/>
                    <a:pt x="58109" y="2669"/>
                  </a:cubicBezTo>
                  <a:cubicBezTo>
                    <a:pt x="56040" y="7139"/>
                    <a:pt x="52905" y="10708"/>
                    <a:pt x="49803" y="14444"/>
                  </a:cubicBezTo>
                  <a:cubicBezTo>
                    <a:pt x="45233" y="19915"/>
                    <a:pt x="39996" y="24785"/>
                    <a:pt x="34225" y="28921"/>
                  </a:cubicBezTo>
                  <a:cubicBezTo>
                    <a:pt x="32777" y="29960"/>
                    <a:pt x="31567" y="30731"/>
                    <a:pt x="29782" y="30731"/>
                  </a:cubicBezTo>
                  <a:cubicBezTo>
                    <a:pt x="29675" y="30731"/>
                    <a:pt x="29566" y="30728"/>
                    <a:pt x="29455" y="30723"/>
                  </a:cubicBezTo>
                  <a:cubicBezTo>
                    <a:pt x="26186" y="30522"/>
                    <a:pt x="23450" y="27987"/>
                    <a:pt x="20982" y="26053"/>
                  </a:cubicBezTo>
                  <a:cubicBezTo>
                    <a:pt x="18447" y="24018"/>
                    <a:pt x="16679" y="21449"/>
                    <a:pt x="14211" y="19481"/>
                  </a:cubicBezTo>
                  <a:cubicBezTo>
                    <a:pt x="10875" y="16779"/>
                    <a:pt x="7939" y="13677"/>
                    <a:pt x="5004" y="10575"/>
                  </a:cubicBezTo>
                  <a:cubicBezTo>
                    <a:pt x="3303" y="8807"/>
                    <a:pt x="701" y="6572"/>
                    <a:pt x="34" y="4003"/>
                  </a:cubicBezTo>
                  <a:cubicBezTo>
                    <a:pt x="0" y="4304"/>
                    <a:pt x="0" y="4604"/>
                    <a:pt x="0" y="4937"/>
                  </a:cubicBezTo>
                  <a:cubicBezTo>
                    <a:pt x="234" y="7806"/>
                    <a:pt x="3236" y="10341"/>
                    <a:pt x="5104" y="12309"/>
                  </a:cubicBezTo>
                  <a:cubicBezTo>
                    <a:pt x="8039" y="15412"/>
                    <a:pt x="11008" y="18514"/>
                    <a:pt x="14311" y="21216"/>
                  </a:cubicBezTo>
                  <a:cubicBezTo>
                    <a:pt x="16779" y="23184"/>
                    <a:pt x="18580" y="25786"/>
                    <a:pt x="21082" y="27787"/>
                  </a:cubicBezTo>
                  <a:cubicBezTo>
                    <a:pt x="23551" y="29722"/>
                    <a:pt x="26319" y="32257"/>
                    <a:pt x="29555" y="32457"/>
                  </a:cubicBezTo>
                  <a:cubicBezTo>
                    <a:pt x="29668" y="32463"/>
                    <a:pt x="29779" y="32466"/>
                    <a:pt x="29888" y="32466"/>
                  </a:cubicBezTo>
                  <a:cubicBezTo>
                    <a:pt x="31701" y="32466"/>
                    <a:pt x="32911" y="31694"/>
                    <a:pt x="34358" y="30656"/>
                  </a:cubicBezTo>
                  <a:cubicBezTo>
                    <a:pt x="40129" y="26520"/>
                    <a:pt x="45366" y="21649"/>
                    <a:pt x="49936" y="16179"/>
                  </a:cubicBezTo>
                  <a:cubicBezTo>
                    <a:pt x="53038" y="12443"/>
                    <a:pt x="56174" y="8874"/>
                    <a:pt x="58242" y="4404"/>
                  </a:cubicBezTo>
                  <a:cubicBezTo>
                    <a:pt x="58909" y="2936"/>
                    <a:pt x="60143" y="1568"/>
                    <a:pt x="5940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29"/>
            <p:cNvSpPr/>
            <p:nvPr/>
          </p:nvSpPr>
          <p:spPr>
            <a:xfrm>
              <a:off x="4311575" y="1930175"/>
              <a:ext cx="1245900" cy="950075"/>
            </a:xfrm>
            <a:custGeom>
              <a:rect b="b" l="l" r="r" t="t"/>
              <a:pathLst>
                <a:path extrusionOk="0" h="38003" w="49836">
                  <a:moveTo>
                    <a:pt x="40963" y="19618"/>
                  </a:moveTo>
                  <a:cubicBezTo>
                    <a:pt x="42364" y="19618"/>
                    <a:pt x="42364" y="21786"/>
                    <a:pt x="40963" y="21786"/>
                  </a:cubicBezTo>
                  <a:cubicBezTo>
                    <a:pt x="39562" y="21786"/>
                    <a:pt x="39562" y="19618"/>
                    <a:pt x="40963" y="19618"/>
                  </a:cubicBezTo>
                  <a:close/>
                  <a:moveTo>
                    <a:pt x="36193" y="21953"/>
                  </a:moveTo>
                  <a:cubicBezTo>
                    <a:pt x="37160" y="21953"/>
                    <a:pt x="37160" y="23487"/>
                    <a:pt x="36193" y="23487"/>
                  </a:cubicBezTo>
                  <a:cubicBezTo>
                    <a:pt x="35192" y="23487"/>
                    <a:pt x="35192" y="21953"/>
                    <a:pt x="36193" y="21953"/>
                  </a:cubicBezTo>
                  <a:close/>
                  <a:moveTo>
                    <a:pt x="10575" y="23421"/>
                  </a:moveTo>
                  <a:cubicBezTo>
                    <a:pt x="11242" y="23421"/>
                    <a:pt x="11709" y="23988"/>
                    <a:pt x="11742" y="24621"/>
                  </a:cubicBezTo>
                  <a:cubicBezTo>
                    <a:pt x="11775" y="25255"/>
                    <a:pt x="11175" y="25789"/>
                    <a:pt x="10575" y="25789"/>
                  </a:cubicBezTo>
                  <a:cubicBezTo>
                    <a:pt x="9907" y="25789"/>
                    <a:pt x="9407" y="25255"/>
                    <a:pt x="9374" y="24621"/>
                  </a:cubicBezTo>
                  <a:cubicBezTo>
                    <a:pt x="9374" y="23988"/>
                    <a:pt x="9941" y="23421"/>
                    <a:pt x="10575" y="23421"/>
                  </a:cubicBezTo>
                  <a:close/>
                  <a:moveTo>
                    <a:pt x="36193" y="25022"/>
                  </a:moveTo>
                  <a:cubicBezTo>
                    <a:pt x="36526" y="25022"/>
                    <a:pt x="36827" y="25122"/>
                    <a:pt x="37127" y="25255"/>
                  </a:cubicBezTo>
                  <a:cubicBezTo>
                    <a:pt x="37127" y="25255"/>
                    <a:pt x="37160" y="25289"/>
                    <a:pt x="37160" y="25289"/>
                  </a:cubicBezTo>
                  <a:cubicBezTo>
                    <a:pt x="37661" y="25522"/>
                    <a:pt x="37961" y="26089"/>
                    <a:pt x="38027" y="26589"/>
                  </a:cubicBezTo>
                  <a:cubicBezTo>
                    <a:pt x="38094" y="27157"/>
                    <a:pt x="37927" y="27690"/>
                    <a:pt x="37527" y="28124"/>
                  </a:cubicBezTo>
                  <a:lnTo>
                    <a:pt x="37494" y="28157"/>
                  </a:lnTo>
                  <a:cubicBezTo>
                    <a:pt x="37170" y="28503"/>
                    <a:pt x="36706" y="28667"/>
                    <a:pt x="36238" y="28667"/>
                  </a:cubicBezTo>
                  <a:cubicBezTo>
                    <a:pt x="35983" y="28667"/>
                    <a:pt x="35727" y="28618"/>
                    <a:pt x="35492" y="28524"/>
                  </a:cubicBezTo>
                  <a:cubicBezTo>
                    <a:pt x="34892" y="28257"/>
                    <a:pt x="34492" y="27724"/>
                    <a:pt x="34392" y="27090"/>
                  </a:cubicBezTo>
                  <a:cubicBezTo>
                    <a:pt x="34291" y="26356"/>
                    <a:pt x="34625" y="25622"/>
                    <a:pt x="35259" y="25255"/>
                  </a:cubicBezTo>
                  <a:cubicBezTo>
                    <a:pt x="35526" y="25122"/>
                    <a:pt x="35893" y="25022"/>
                    <a:pt x="36193" y="25022"/>
                  </a:cubicBezTo>
                  <a:close/>
                  <a:moveTo>
                    <a:pt x="25703" y="1"/>
                  </a:moveTo>
                  <a:cubicBezTo>
                    <a:pt x="24696" y="1"/>
                    <a:pt x="23692" y="254"/>
                    <a:pt x="22717" y="537"/>
                  </a:cubicBezTo>
                  <a:cubicBezTo>
                    <a:pt x="20248" y="1305"/>
                    <a:pt x="17880" y="2406"/>
                    <a:pt x="15545" y="3573"/>
                  </a:cubicBezTo>
                  <a:cubicBezTo>
                    <a:pt x="11008" y="5941"/>
                    <a:pt x="6638" y="8643"/>
                    <a:pt x="2502" y="11679"/>
                  </a:cubicBezTo>
                  <a:cubicBezTo>
                    <a:pt x="1168" y="12646"/>
                    <a:pt x="0" y="13413"/>
                    <a:pt x="167" y="15248"/>
                  </a:cubicBezTo>
                  <a:cubicBezTo>
                    <a:pt x="301" y="17183"/>
                    <a:pt x="1968" y="18951"/>
                    <a:pt x="3436" y="20418"/>
                  </a:cubicBezTo>
                  <a:cubicBezTo>
                    <a:pt x="3570" y="20018"/>
                    <a:pt x="3970" y="19685"/>
                    <a:pt x="4403" y="19685"/>
                  </a:cubicBezTo>
                  <a:cubicBezTo>
                    <a:pt x="4937" y="19685"/>
                    <a:pt x="5371" y="20152"/>
                    <a:pt x="5404" y="20685"/>
                  </a:cubicBezTo>
                  <a:cubicBezTo>
                    <a:pt x="5404" y="21152"/>
                    <a:pt x="5071" y="21519"/>
                    <a:pt x="4637" y="21653"/>
                  </a:cubicBezTo>
                  <a:cubicBezTo>
                    <a:pt x="5037" y="22053"/>
                    <a:pt x="5404" y="22453"/>
                    <a:pt x="5804" y="22853"/>
                  </a:cubicBezTo>
                  <a:cubicBezTo>
                    <a:pt x="6005" y="22587"/>
                    <a:pt x="6271" y="22386"/>
                    <a:pt x="6605" y="22320"/>
                  </a:cubicBezTo>
                  <a:cubicBezTo>
                    <a:pt x="6605" y="22320"/>
                    <a:pt x="6638" y="22286"/>
                    <a:pt x="6672" y="22286"/>
                  </a:cubicBezTo>
                  <a:cubicBezTo>
                    <a:pt x="6784" y="22262"/>
                    <a:pt x="6902" y="22250"/>
                    <a:pt x="7021" y="22250"/>
                  </a:cubicBezTo>
                  <a:cubicBezTo>
                    <a:pt x="7398" y="22250"/>
                    <a:pt x="7786" y="22375"/>
                    <a:pt x="8039" y="22653"/>
                  </a:cubicBezTo>
                  <a:cubicBezTo>
                    <a:pt x="8039" y="22687"/>
                    <a:pt x="8073" y="22687"/>
                    <a:pt x="8073" y="22720"/>
                  </a:cubicBezTo>
                  <a:cubicBezTo>
                    <a:pt x="8606" y="23287"/>
                    <a:pt x="8673" y="24121"/>
                    <a:pt x="8206" y="24721"/>
                  </a:cubicBezTo>
                  <a:cubicBezTo>
                    <a:pt x="8106" y="24855"/>
                    <a:pt x="8006" y="24922"/>
                    <a:pt x="7906" y="25022"/>
                  </a:cubicBezTo>
                  <a:cubicBezTo>
                    <a:pt x="8273" y="25355"/>
                    <a:pt x="8606" y="25689"/>
                    <a:pt x="8973" y="26056"/>
                  </a:cubicBezTo>
                  <a:cubicBezTo>
                    <a:pt x="9140" y="25956"/>
                    <a:pt x="9340" y="25922"/>
                    <a:pt x="9507" y="25922"/>
                  </a:cubicBezTo>
                  <a:cubicBezTo>
                    <a:pt x="10241" y="25922"/>
                    <a:pt x="10808" y="26489"/>
                    <a:pt x="10808" y="27190"/>
                  </a:cubicBezTo>
                  <a:cubicBezTo>
                    <a:pt x="10841" y="27357"/>
                    <a:pt x="10808" y="27523"/>
                    <a:pt x="10741" y="27657"/>
                  </a:cubicBezTo>
                  <a:cubicBezTo>
                    <a:pt x="11142" y="28024"/>
                    <a:pt x="11542" y="28357"/>
                    <a:pt x="11976" y="28691"/>
                  </a:cubicBezTo>
                  <a:cubicBezTo>
                    <a:pt x="13043" y="29558"/>
                    <a:pt x="13977" y="30592"/>
                    <a:pt x="14911" y="31593"/>
                  </a:cubicBezTo>
                  <a:cubicBezTo>
                    <a:pt x="14844" y="30993"/>
                    <a:pt x="15178" y="30359"/>
                    <a:pt x="15945" y="30359"/>
                  </a:cubicBezTo>
                  <a:cubicBezTo>
                    <a:pt x="17313" y="30359"/>
                    <a:pt x="17279" y="32494"/>
                    <a:pt x="15945" y="32494"/>
                  </a:cubicBezTo>
                  <a:cubicBezTo>
                    <a:pt x="15878" y="32494"/>
                    <a:pt x="15812" y="32460"/>
                    <a:pt x="15778" y="32460"/>
                  </a:cubicBezTo>
                  <a:cubicBezTo>
                    <a:pt x="16345" y="33027"/>
                    <a:pt x="16912" y="33594"/>
                    <a:pt x="17580" y="34128"/>
                  </a:cubicBezTo>
                  <a:cubicBezTo>
                    <a:pt x="19614" y="35729"/>
                    <a:pt x="21883" y="37831"/>
                    <a:pt x="24585" y="37998"/>
                  </a:cubicBezTo>
                  <a:cubicBezTo>
                    <a:pt x="24664" y="38001"/>
                    <a:pt x="24741" y="38002"/>
                    <a:pt x="24817" y="38002"/>
                  </a:cubicBezTo>
                  <a:cubicBezTo>
                    <a:pt x="26320" y="38002"/>
                    <a:pt x="27314" y="37387"/>
                    <a:pt x="28521" y="36530"/>
                  </a:cubicBezTo>
                  <a:cubicBezTo>
                    <a:pt x="29121" y="36063"/>
                    <a:pt x="29755" y="35629"/>
                    <a:pt x="30322" y="35162"/>
                  </a:cubicBezTo>
                  <a:cubicBezTo>
                    <a:pt x="28321" y="34495"/>
                    <a:pt x="28554" y="30993"/>
                    <a:pt x="31056" y="30993"/>
                  </a:cubicBezTo>
                  <a:cubicBezTo>
                    <a:pt x="32323" y="30993"/>
                    <a:pt x="33024" y="31927"/>
                    <a:pt x="33091" y="32927"/>
                  </a:cubicBezTo>
                  <a:cubicBezTo>
                    <a:pt x="35492" y="30859"/>
                    <a:pt x="37761" y="28658"/>
                    <a:pt x="39895" y="26289"/>
                  </a:cubicBezTo>
                  <a:cubicBezTo>
                    <a:pt x="39095" y="26156"/>
                    <a:pt x="38528" y="25489"/>
                    <a:pt x="38494" y="24688"/>
                  </a:cubicBezTo>
                  <a:cubicBezTo>
                    <a:pt x="38461" y="23787"/>
                    <a:pt x="39295" y="23020"/>
                    <a:pt x="40162" y="23020"/>
                  </a:cubicBezTo>
                  <a:cubicBezTo>
                    <a:pt x="40896" y="23020"/>
                    <a:pt x="41497" y="23521"/>
                    <a:pt x="41697" y="24188"/>
                  </a:cubicBezTo>
                  <a:cubicBezTo>
                    <a:pt x="43965" y="21486"/>
                    <a:pt x="46167" y="18884"/>
                    <a:pt x="47768" y="15782"/>
                  </a:cubicBezTo>
                  <a:lnTo>
                    <a:pt x="47768" y="15782"/>
                  </a:lnTo>
                  <a:cubicBezTo>
                    <a:pt x="47705" y="15793"/>
                    <a:pt x="47641" y="15799"/>
                    <a:pt x="47577" y="15799"/>
                  </a:cubicBezTo>
                  <a:cubicBezTo>
                    <a:pt x="47267" y="15799"/>
                    <a:pt x="46955" y="15669"/>
                    <a:pt x="46734" y="15448"/>
                  </a:cubicBezTo>
                  <a:cubicBezTo>
                    <a:pt x="46200" y="14914"/>
                    <a:pt x="46300" y="13914"/>
                    <a:pt x="46967" y="13513"/>
                  </a:cubicBezTo>
                  <a:cubicBezTo>
                    <a:pt x="47001" y="13513"/>
                    <a:pt x="47034" y="13513"/>
                    <a:pt x="47067" y="13480"/>
                  </a:cubicBezTo>
                  <a:cubicBezTo>
                    <a:pt x="47246" y="13378"/>
                    <a:pt x="47440" y="13329"/>
                    <a:pt x="47634" y="13329"/>
                  </a:cubicBezTo>
                  <a:cubicBezTo>
                    <a:pt x="47945" y="13329"/>
                    <a:pt x="48255" y="13454"/>
                    <a:pt x="48502" y="13680"/>
                  </a:cubicBezTo>
                  <a:cubicBezTo>
                    <a:pt x="48602" y="13747"/>
                    <a:pt x="48668" y="13847"/>
                    <a:pt x="48735" y="13947"/>
                  </a:cubicBezTo>
                  <a:cubicBezTo>
                    <a:pt x="49302" y="12880"/>
                    <a:pt x="49836" y="11879"/>
                    <a:pt x="48935" y="10678"/>
                  </a:cubicBezTo>
                  <a:cubicBezTo>
                    <a:pt x="48268" y="9811"/>
                    <a:pt x="47267" y="9277"/>
                    <a:pt x="46300" y="8777"/>
                  </a:cubicBezTo>
                  <a:cubicBezTo>
                    <a:pt x="40763" y="5841"/>
                    <a:pt x="35225" y="2939"/>
                    <a:pt x="29355" y="804"/>
                  </a:cubicBezTo>
                  <a:cubicBezTo>
                    <a:pt x="28254" y="404"/>
                    <a:pt x="27086" y="37"/>
                    <a:pt x="25885" y="4"/>
                  </a:cubicBezTo>
                  <a:cubicBezTo>
                    <a:pt x="25825" y="2"/>
                    <a:pt x="25764" y="1"/>
                    <a:pt x="2570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8" name="Google Shape;398;p29"/>
          <p:cNvGrpSpPr/>
          <p:nvPr/>
        </p:nvGrpSpPr>
        <p:grpSpPr>
          <a:xfrm rot="-2700000">
            <a:off x="6715815" y="4521743"/>
            <a:ext cx="1237135" cy="837814"/>
            <a:chOff x="7954342" y="56442"/>
            <a:chExt cx="1237147" cy="837822"/>
          </a:xfrm>
        </p:grpSpPr>
        <p:sp>
          <p:nvSpPr>
            <p:cNvPr id="399" name="Google Shape;399;p29"/>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9"/>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29"/>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29"/>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29"/>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29"/>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29"/>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29"/>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9"/>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8" name="Google Shape;408;p29"/>
          <p:cNvSpPr/>
          <p:nvPr/>
        </p:nvSpPr>
        <p:spPr>
          <a:xfrm>
            <a:off x="-302950" y="3523621"/>
            <a:ext cx="2140750" cy="1666300"/>
          </a:xfrm>
          <a:custGeom>
            <a:rect b="b" l="l" r="r" t="t"/>
            <a:pathLst>
              <a:path extrusionOk="0" h="66652" w="85630">
                <a:moveTo>
                  <a:pt x="0" y="0"/>
                </a:moveTo>
                <a:cubicBezTo>
                  <a:pt x="6702" y="3581"/>
                  <a:pt x="31581" y="11568"/>
                  <a:pt x="40211" y="21483"/>
                </a:cubicBezTo>
                <a:cubicBezTo>
                  <a:pt x="48841" y="31398"/>
                  <a:pt x="44618" y="53340"/>
                  <a:pt x="51779" y="59491"/>
                </a:cubicBezTo>
                <a:cubicBezTo>
                  <a:pt x="58940" y="65642"/>
                  <a:pt x="77944" y="57197"/>
                  <a:pt x="83177" y="58390"/>
                </a:cubicBezTo>
                <a:cubicBezTo>
                  <a:pt x="88410" y="59584"/>
                  <a:pt x="83177" y="65275"/>
                  <a:pt x="83177" y="66652"/>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9" name="Shape 409"/>
        <p:cNvGrpSpPr/>
        <p:nvPr/>
      </p:nvGrpSpPr>
      <p:grpSpPr>
        <a:xfrm>
          <a:off x="0" y="0"/>
          <a:ext cx="0" cy="0"/>
          <a:chOff x="0" y="0"/>
          <a:chExt cx="0" cy="0"/>
        </a:xfrm>
      </p:grpSpPr>
      <p:sp>
        <p:nvSpPr>
          <p:cNvPr id="410" name="Google Shape;410;p30"/>
          <p:cNvSpPr txBox="1"/>
          <p:nvPr>
            <p:ph type="title"/>
          </p:nvPr>
        </p:nvSpPr>
        <p:spPr>
          <a:xfrm>
            <a:off x="4572150" y="1045050"/>
            <a:ext cx="3858900" cy="1346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200"/>
              <a:buNone/>
              <a:defRPr b="1" sz="50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1" name="Google Shape;411;p30"/>
          <p:cNvSpPr txBox="1"/>
          <p:nvPr>
            <p:ph idx="1" type="subTitle"/>
          </p:nvPr>
        </p:nvSpPr>
        <p:spPr>
          <a:xfrm>
            <a:off x="4572000" y="2645037"/>
            <a:ext cx="3858900" cy="1458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000">
                <a:solidFill>
                  <a:schemeClr val="accent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grpSp>
        <p:nvGrpSpPr>
          <p:cNvPr id="412" name="Google Shape;412;p30"/>
          <p:cNvGrpSpPr/>
          <p:nvPr/>
        </p:nvGrpSpPr>
        <p:grpSpPr>
          <a:xfrm rot="6900411">
            <a:off x="8375100" y="1857338"/>
            <a:ext cx="1361764" cy="879444"/>
            <a:chOff x="538050" y="1430388"/>
            <a:chExt cx="1361850" cy="879500"/>
          </a:xfrm>
        </p:grpSpPr>
        <p:sp>
          <p:nvSpPr>
            <p:cNvPr id="413" name="Google Shape;413;p30"/>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30"/>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30"/>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30"/>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7" name="Google Shape;417;p30"/>
          <p:cNvGrpSpPr/>
          <p:nvPr/>
        </p:nvGrpSpPr>
        <p:grpSpPr>
          <a:xfrm rot="1624345">
            <a:off x="7994508" y="-198590"/>
            <a:ext cx="1614467" cy="779047"/>
            <a:chOff x="407100" y="684850"/>
            <a:chExt cx="1614525" cy="779075"/>
          </a:xfrm>
        </p:grpSpPr>
        <p:sp>
          <p:nvSpPr>
            <p:cNvPr id="418" name="Google Shape;418;p30"/>
            <p:cNvSpPr/>
            <p:nvPr/>
          </p:nvSpPr>
          <p:spPr>
            <a:xfrm>
              <a:off x="407100" y="684850"/>
              <a:ext cx="1614525" cy="779075"/>
            </a:xfrm>
            <a:custGeom>
              <a:rect b="b" l="l" r="r" t="t"/>
              <a:pathLst>
                <a:path extrusionOk="0" h="31163" w="64581">
                  <a:moveTo>
                    <a:pt x="58224" y="0"/>
                  </a:moveTo>
                  <a:cubicBezTo>
                    <a:pt x="51269" y="0"/>
                    <a:pt x="44288" y="1367"/>
                    <a:pt x="37828" y="4004"/>
                  </a:cubicBezTo>
                  <a:cubicBezTo>
                    <a:pt x="36994" y="4337"/>
                    <a:pt x="36126" y="4704"/>
                    <a:pt x="35226" y="4804"/>
                  </a:cubicBezTo>
                  <a:cubicBezTo>
                    <a:pt x="34985" y="4842"/>
                    <a:pt x="34741" y="4855"/>
                    <a:pt x="34495" y="4855"/>
                  </a:cubicBezTo>
                  <a:cubicBezTo>
                    <a:pt x="33858" y="4855"/>
                    <a:pt x="33207" y="4762"/>
                    <a:pt x="32557" y="4738"/>
                  </a:cubicBezTo>
                  <a:cubicBezTo>
                    <a:pt x="32397" y="4731"/>
                    <a:pt x="32234" y="4727"/>
                    <a:pt x="32070" y="4727"/>
                  </a:cubicBezTo>
                  <a:cubicBezTo>
                    <a:pt x="29869" y="4727"/>
                    <a:pt x="27310" y="5336"/>
                    <a:pt x="25385" y="6205"/>
                  </a:cubicBezTo>
                  <a:cubicBezTo>
                    <a:pt x="22850" y="7340"/>
                    <a:pt x="20482" y="10075"/>
                    <a:pt x="18347" y="11809"/>
                  </a:cubicBezTo>
                  <a:cubicBezTo>
                    <a:pt x="13377" y="15879"/>
                    <a:pt x="8340" y="19882"/>
                    <a:pt x="3136" y="23718"/>
                  </a:cubicBezTo>
                  <a:cubicBezTo>
                    <a:pt x="1502" y="24919"/>
                    <a:pt x="1" y="26753"/>
                    <a:pt x="1435" y="28822"/>
                  </a:cubicBezTo>
                  <a:cubicBezTo>
                    <a:pt x="2202" y="29922"/>
                    <a:pt x="3503" y="30523"/>
                    <a:pt x="4804" y="30823"/>
                  </a:cubicBezTo>
                  <a:cubicBezTo>
                    <a:pt x="5826" y="31061"/>
                    <a:pt x="6809" y="31163"/>
                    <a:pt x="7775" y="31163"/>
                  </a:cubicBezTo>
                  <a:cubicBezTo>
                    <a:pt x="9523" y="31163"/>
                    <a:pt x="11215" y="30829"/>
                    <a:pt x="12977" y="30356"/>
                  </a:cubicBezTo>
                  <a:cubicBezTo>
                    <a:pt x="16379" y="29422"/>
                    <a:pt x="19815" y="28555"/>
                    <a:pt x="23251" y="27788"/>
                  </a:cubicBezTo>
                  <a:cubicBezTo>
                    <a:pt x="30122" y="26286"/>
                    <a:pt x="37094" y="25119"/>
                    <a:pt x="44099" y="24318"/>
                  </a:cubicBezTo>
                  <a:cubicBezTo>
                    <a:pt x="45333" y="24185"/>
                    <a:pt x="46567" y="24052"/>
                    <a:pt x="47701" y="23551"/>
                  </a:cubicBezTo>
                  <a:cubicBezTo>
                    <a:pt x="48869" y="23084"/>
                    <a:pt x="49903" y="22217"/>
                    <a:pt x="50236" y="21049"/>
                  </a:cubicBezTo>
                  <a:cubicBezTo>
                    <a:pt x="50370" y="20582"/>
                    <a:pt x="50437" y="20082"/>
                    <a:pt x="50603" y="19648"/>
                  </a:cubicBezTo>
                  <a:cubicBezTo>
                    <a:pt x="50870" y="18915"/>
                    <a:pt x="51504" y="18381"/>
                    <a:pt x="52104" y="17880"/>
                  </a:cubicBezTo>
                  <a:cubicBezTo>
                    <a:pt x="54606" y="15679"/>
                    <a:pt x="56841" y="13177"/>
                    <a:pt x="58709" y="10408"/>
                  </a:cubicBezTo>
                  <a:cubicBezTo>
                    <a:pt x="59443" y="9308"/>
                    <a:pt x="59910" y="8440"/>
                    <a:pt x="61111" y="7840"/>
                  </a:cubicBezTo>
                  <a:cubicBezTo>
                    <a:pt x="62445" y="7206"/>
                    <a:pt x="63546" y="7039"/>
                    <a:pt x="63880" y="5338"/>
                  </a:cubicBezTo>
                  <a:cubicBezTo>
                    <a:pt x="64146" y="3937"/>
                    <a:pt x="64580" y="2236"/>
                    <a:pt x="63446" y="1202"/>
                  </a:cubicBezTo>
                  <a:cubicBezTo>
                    <a:pt x="62178" y="101"/>
                    <a:pt x="60077" y="34"/>
                    <a:pt x="58476" y="1"/>
                  </a:cubicBezTo>
                  <a:cubicBezTo>
                    <a:pt x="58392" y="1"/>
                    <a:pt x="58308" y="0"/>
                    <a:pt x="5822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30"/>
            <p:cNvSpPr/>
            <p:nvPr/>
          </p:nvSpPr>
          <p:spPr>
            <a:xfrm>
              <a:off x="407100" y="1061225"/>
              <a:ext cx="1178375" cy="369275"/>
            </a:xfrm>
            <a:custGeom>
              <a:rect b="b" l="l" r="r" t="t"/>
              <a:pathLst>
                <a:path extrusionOk="0" h="14771" w="47135">
                  <a:moveTo>
                    <a:pt x="36928" y="0"/>
                  </a:moveTo>
                  <a:cubicBezTo>
                    <a:pt x="36372" y="0"/>
                    <a:pt x="35816" y="10"/>
                    <a:pt x="35259" y="23"/>
                  </a:cubicBezTo>
                  <a:cubicBezTo>
                    <a:pt x="31657" y="90"/>
                    <a:pt x="28021" y="390"/>
                    <a:pt x="24418" y="924"/>
                  </a:cubicBezTo>
                  <a:cubicBezTo>
                    <a:pt x="21816" y="1324"/>
                    <a:pt x="19248" y="1825"/>
                    <a:pt x="16779" y="2725"/>
                  </a:cubicBezTo>
                  <a:cubicBezTo>
                    <a:pt x="14211" y="3693"/>
                    <a:pt x="11809" y="5127"/>
                    <a:pt x="9207" y="6094"/>
                  </a:cubicBezTo>
                  <a:cubicBezTo>
                    <a:pt x="7906" y="6561"/>
                    <a:pt x="6272" y="6928"/>
                    <a:pt x="4704" y="7495"/>
                  </a:cubicBezTo>
                  <a:cubicBezTo>
                    <a:pt x="4170" y="7862"/>
                    <a:pt x="3670" y="8263"/>
                    <a:pt x="3136" y="8663"/>
                  </a:cubicBezTo>
                  <a:cubicBezTo>
                    <a:pt x="1502" y="9864"/>
                    <a:pt x="1" y="11698"/>
                    <a:pt x="1468" y="13767"/>
                  </a:cubicBezTo>
                  <a:cubicBezTo>
                    <a:pt x="1702" y="14134"/>
                    <a:pt x="2035" y="14434"/>
                    <a:pt x="2402" y="14701"/>
                  </a:cubicBezTo>
                  <a:cubicBezTo>
                    <a:pt x="2602" y="14734"/>
                    <a:pt x="2836" y="14767"/>
                    <a:pt x="3069" y="14767"/>
                  </a:cubicBezTo>
                  <a:cubicBezTo>
                    <a:pt x="3166" y="14770"/>
                    <a:pt x="3263" y="14771"/>
                    <a:pt x="3360" y="14771"/>
                  </a:cubicBezTo>
                  <a:cubicBezTo>
                    <a:pt x="4635" y="14771"/>
                    <a:pt x="5930" y="14565"/>
                    <a:pt x="7139" y="14100"/>
                  </a:cubicBezTo>
                  <a:cubicBezTo>
                    <a:pt x="8006" y="13767"/>
                    <a:pt x="8874" y="13300"/>
                    <a:pt x="9774" y="13066"/>
                  </a:cubicBezTo>
                  <a:cubicBezTo>
                    <a:pt x="10108" y="12983"/>
                    <a:pt x="10459" y="12933"/>
                    <a:pt x="10804" y="12933"/>
                  </a:cubicBezTo>
                  <a:cubicBezTo>
                    <a:pt x="11425" y="12933"/>
                    <a:pt x="12026" y="13093"/>
                    <a:pt x="12476" y="13500"/>
                  </a:cubicBezTo>
                  <a:cubicBezTo>
                    <a:pt x="13043" y="12332"/>
                    <a:pt x="14344" y="11732"/>
                    <a:pt x="15545" y="11332"/>
                  </a:cubicBezTo>
                  <a:cubicBezTo>
                    <a:pt x="19281" y="10064"/>
                    <a:pt x="23184" y="9530"/>
                    <a:pt x="27053" y="8997"/>
                  </a:cubicBezTo>
                  <a:cubicBezTo>
                    <a:pt x="32657" y="8196"/>
                    <a:pt x="38261" y="7429"/>
                    <a:pt x="43865" y="6628"/>
                  </a:cubicBezTo>
                  <a:cubicBezTo>
                    <a:pt x="44766" y="6495"/>
                    <a:pt x="45767" y="6328"/>
                    <a:pt x="46367" y="5661"/>
                  </a:cubicBezTo>
                  <a:cubicBezTo>
                    <a:pt x="47134" y="4794"/>
                    <a:pt x="46967" y="3359"/>
                    <a:pt x="46234" y="2459"/>
                  </a:cubicBezTo>
                  <a:cubicBezTo>
                    <a:pt x="45500" y="1525"/>
                    <a:pt x="44366" y="1057"/>
                    <a:pt x="43231" y="724"/>
                  </a:cubicBezTo>
                  <a:cubicBezTo>
                    <a:pt x="41192" y="141"/>
                    <a:pt x="39069" y="0"/>
                    <a:pt x="3692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30"/>
            <p:cNvSpPr/>
            <p:nvPr/>
          </p:nvSpPr>
          <p:spPr>
            <a:xfrm>
              <a:off x="1577950" y="871600"/>
              <a:ext cx="194325" cy="380350"/>
            </a:xfrm>
            <a:custGeom>
              <a:rect b="b" l="l" r="r" t="t"/>
              <a:pathLst>
                <a:path extrusionOk="0" h="15214" w="7773">
                  <a:moveTo>
                    <a:pt x="4630" y="0"/>
                  </a:moveTo>
                  <a:cubicBezTo>
                    <a:pt x="4224" y="0"/>
                    <a:pt x="3849" y="254"/>
                    <a:pt x="3503" y="537"/>
                  </a:cubicBezTo>
                  <a:cubicBezTo>
                    <a:pt x="1835" y="1938"/>
                    <a:pt x="0" y="5140"/>
                    <a:pt x="300" y="7375"/>
                  </a:cubicBezTo>
                  <a:cubicBezTo>
                    <a:pt x="667" y="10010"/>
                    <a:pt x="1401" y="12679"/>
                    <a:pt x="2302" y="15214"/>
                  </a:cubicBezTo>
                  <a:cubicBezTo>
                    <a:pt x="2802" y="14747"/>
                    <a:pt x="3202" y="14213"/>
                    <a:pt x="3402" y="13546"/>
                  </a:cubicBezTo>
                  <a:cubicBezTo>
                    <a:pt x="3569" y="13112"/>
                    <a:pt x="3603" y="12612"/>
                    <a:pt x="3769" y="12178"/>
                  </a:cubicBezTo>
                  <a:cubicBezTo>
                    <a:pt x="4070" y="11445"/>
                    <a:pt x="4670" y="10911"/>
                    <a:pt x="5270" y="10410"/>
                  </a:cubicBezTo>
                  <a:cubicBezTo>
                    <a:pt x="6138" y="9643"/>
                    <a:pt x="6972" y="8843"/>
                    <a:pt x="7772" y="8009"/>
                  </a:cubicBezTo>
                  <a:cubicBezTo>
                    <a:pt x="7272" y="5974"/>
                    <a:pt x="6738" y="3939"/>
                    <a:pt x="6238" y="1938"/>
                  </a:cubicBezTo>
                  <a:cubicBezTo>
                    <a:pt x="6004" y="1070"/>
                    <a:pt x="5571" y="36"/>
                    <a:pt x="4703" y="3"/>
                  </a:cubicBezTo>
                  <a:cubicBezTo>
                    <a:pt x="4679" y="1"/>
                    <a:pt x="4654" y="0"/>
                    <a:pt x="463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30"/>
            <p:cNvSpPr/>
            <p:nvPr/>
          </p:nvSpPr>
          <p:spPr>
            <a:xfrm>
              <a:off x="436300" y="684850"/>
              <a:ext cx="1568625" cy="688925"/>
            </a:xfrm>
            <a:custGeom>
              <a:rect b="b" l="l" r="r" t="t"/>
              <a:pathLst>
                <a:path extrusionOk="0" h="27557" w="62745">
                  <a:moveTo>
                    <a:pt x="57056" y="0"/>
                  </a:moveTo>
                  <a:cubicBezTo>
                    <a:pt x="50101" y="0"/>
                    <a:pt x="43120" y="1367"/>
                    <a:pt x="36660" y="4004"/>
                  </a:cubicBezTo>
                  <a:cubicBezTo>
                    <a:pt x="35826" y="4337"/>
                    <a:pt x="34992" y="4704"/>
                    <a:pt x="34091" y="4804"/>
                  </a:cubicBezTo>
                  <a:cubicBezTo>
                    <a:pt x="33841" y="4842"/>
                    <a:pt x="33590" y="4855"/>
                    <a:pt x="33340" y="4855"/>
                  </a:cubicBezTo>
                  <a:cubicBezTo>
                    <a:pt x="32690" y="4855"/>
                    <a:pt x="32039" y="4762"/>
                    <a:pt x="31389" y="4738"/>
                  </a:cubicBezTo>
                  <a:cubicBezTo>
                    <a:pt x="31229" y="4731"/>
                    <a:pt x="31066" y="4727"/>
                    <a:pt x="30902" y="4727"/>
                  </a:cubicBezTo>
                  <a:cubicBezTo>
                    <a:pt x="28705" y="4727"/>
                    <a:pt x="26173" y="5336"/>
                    <a:pt x="24217" y="6205"/>
                  </a:cubicBezTo>
                  <a:cubicBezTo>
                    <a:pt x="21682" y="7340"/>
                    <a:pt x="19314" y="10075"/>
                    <a:pt x="17179" y="11809"/>
                  </a:cubicBezTo>
                  <a:cubicBezTo>
                    <a:pt x="12209" y="15879"/>
                    <a:pt x="7172" y="19882"/>
                    <a:pt x="1968" y="23718"/>
                  </a:cubicBezTo>
                  <a:cubicBezTo>
                    <a:pt x="1168" y="24285"/>
                    <a:pt x="400" y="25052"/>
                    <a:pt x="0" y="25886"/>
                  </a:cubicBezTo>
                  <a:cubicBezTo>
                    <a:pt x="1234" y="26653"/>
                    <a:pt x="2569" y="27354"/>
                    <a:pt x="4003" y="27521"/>
                  </a:cubicBezTo>
                  <a:cubicBezTo>
                    <a:pt x="4229" y="27545"/>
                    <a:pt x="4457" y="27556"/>
                    <a:pt x="4685" y="27556"/>
                  </a:cubicBezTo>
                  <a:cubicBezTo>
                    <a:pt x="5701" y="27556"/>
                    <a:pt x="6731" y="27338"/>
                    <a:pt x="7739" y="27120"/>
                  </a:cubicBezTo>
                  <a:cubicBezTo>
                    <a:pt x="13510" y="25819"/>
                    <a:pt x="19314" y="24318"/>
                    <a:pt x="25185" y="23418"/>
                  </a:cubicBezTo>
                  <a:cubicBezTo>
                    <a:pt x="31122" y="22484"/>
                    <a:pt x="37060" y="21383"/>
                    <a:pt x="42931" y="20115"/>
                  </a:cubicBezTo>
                  <a:cubicBezTo>
                    <a:pt x="44665" y="19715"/>
                    <a:pt x="46567" y="19215"/>
                    <a:pt x="47401" y="17680"/>
                  </a:cubicBezTo>
                  <a:cubicBezTo>
                    <a:pt x="47901" y="16746"/>
                    <a:pt x="47901" y="15612"/>
                    <a:pt x="48235" y="14611"/>
                  </a:cubicBezTo>
                  <a:cubicBezTo>
                    <a:pt x="48568" y="13711"/>
                    <a:pt x="49169" y="12944"/>
                    <a:pt x="49802" y="12210"/>
                  </a:cubicBezTo>
                  <a:cubicBezTo>
                    <a:pt x="52871" y="8474"/>
                    <a:pt x="56140" y="5071"/>
                    <a:pt x="60610" y="3103"/>
                  </a:cubicBezTo>
                  <a:cubicBezTo>
                    <a:pt x="61377" y="2736"/>
                    <a:pt x="62211" y="2403"/>
                    <a:pt x="62745" y="1769"/>
                  </a:cubicBezTo>
                  <a:cubicBezTo>
                    <a:pt x="62611" y="1569"/>
                    <a:pt x="62478" y="1369"/>
                    <a:pt x="62278" y="1202"/>
                  </a:cubicBezTo>
                  <a:cubicBezTo>
                    <a:pt x="61010" y="101"/>
                    <a:pt x="58909" y="34"/>
                    <a:pt x="57308" y="1"/>
                  </a:cubicBezTo>
                  <a:cubicBezTo>
                    <a:pt x="57224" y="1"/>
                    <a:pt x="57140" y="0"/>
                    <a:pt x="5705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30"/>
            <p:cNvSpPr/>
            <p:nvPr/>
          </p:nvSpPr>
          <p:spPr>
            <a:xfrm>
              <a:off x="578050" y="684850"/>
              <a:ext cx="1426050" cy="522900"/>
            </a:xfrm>
            <a:custGeom>
              <a:rect b="b" l="l" r="r" t="t"/>
              <a:pathLst>
                <a:path extrusionOk="0" h="20916" w="57042">
                  <a:moveTo>
                    <a:pt x="51386" y="0"/>
                  </a:moveTo>
                  <a:cubicBezTo>
                    <a:pt x="44431" y="0"/>
                    <a:pt x="37450" y="1367"/>
                    <a:pt x="30990" y="4004"/>
                  </a:cubicBezTo>
                  <a:cubicBezTo>
                    <a:pt x="30156" y="4337"/>
                    <a:pt x="29322" y="4704"/>
                    <a:pt x="28421" y="4804"/>
                  </a:cubicBezTo>
                  <a:cubicBezTo>
                    <a:pt x="28171" y="4842"/>
                    <a:pt x="27920" y="4855"/>
                    <a:pt x="27670" y="4855"/>
                  </a:cubicBezTo>
                  <a:cubicBezTo>
                    <a:pt x="27020" y="4855"/>
                    <a:pt x="26369" y="4762"/>
                    <a:pt x="25719" y="4738"/>
                  </a:cubicBezTo>
                  <a:cubicBezTo>
                    <a:pt x="25559" y="4731"/>
                    <a:pt x="25396" y="4727"/>
                    <a:pt x="25232" y="4727"/>
                  </a:cubicBezTo>
                  <a:cubicBezTo>
                    <a:pt x="23035" y="4727"/>
                    <a:pt x="20503" y="5336"/>
                    <a:pt x="18547" y="6205"/>
                  </a:cubicBezTo>
                  <a:cubicBezTo>
                    <a:pt x="16012" y="7340"/>
                    <a:pt x="13644" y="10075"/>
                    <a:pt x="11509" y="11809"/>
                  </a:cubicBezTo>
                  <a:cubicBezTo>
                    <a:pt x="7706" y="14912"/>
                    <a:pt x="3904" y="17947"/>
                    <a:pt x="1" y="20916"/>
                  </a:cubicBezTo>
                  <a:cubicBezTo>
                    <a:pt x="101" y="20883"/>
                    <a:pt x="201" y="20849"/>
                    <a:pt x="334" y="20783"/>
                  </a:cubicBezTo>
                  <a:cubicBezTo>
                    <a:pt x="2469" y="19782"/>
                    <a:pt x="4504" y="17880"/>
                    <a:pt x="6472" y="16513"/>
                  </a:cubicBezTo>
                  <a:cubicBezTo>
                    <a:pt x="8607" y="15012"/>
                    <a:pt x="10742" y="13544"/>
                    <a:pt x="12877" y="12043"/>
                  </a:cubicBezTo>
                  <a:cubicBezTo>
                    <a:pt x="14811" y="10675"/>
                    <a:pt x="16846" y="9308"/>
                    <a:pt x="19181" y="8907"/>
                  </a:cubicBezTo>
                  <a:cubicBezTo>
                    <a:pt x="19615" y="8834"/>
                    <a:pt x="20054" y="8798"/>
                    <a:pt x="20493" y="8798"/>
                  </a:cubicBezTo>
                  <a:cubicBezTo>
                    <a:pt x="22042" y="8798"/>
                    <a:pt x="23585" y="9250"/>
                    <a:pt x="24885" y="10108"/>
                  </a:cubicBezTo>
                  <a:cubicBezTo>
                    <a:pt x="25185" y="10275"/>
                    <a:pt x="25486" y="10475"/>
                    <a:pt x="25786" y="10475"/>
                  </a:cubicBezTo>
                  <a:cubicBezTo>
                    <a:pt x="26086" y="10442"/>
                    <a:pt x="26320" y="10242"/>
                    <a:pt x="26553" y="10041"/>
                  </a:cubicBezTo>
                  <a:cubicBezTo>
                    <a:pt x="29755" y="7306"/>
                    <a:pt x="33892" y="6039"/>
                    <a:pt x="37928" y="4804"/>
                  </a:cubicBezTo>
                  <a:cubicBezTo>
                    <a:pt x="41797" y="3637"/>
                    <a:pt x="45733" y="2469"/>
                    <a:pt x="49770" y="2203"/>
                  </a:cubicBezTo>
                  <a:cubicBezTo>
                    <a:pt x="50511" y="2160"/>
                    <a:pt x="51248" y="2148"/>
                    <a:pt x="51983" y="2148"/>
                  </a:cubicBezTo>
                  <a:cubicBezTo>
                    <a:pt x="52966" y="2148"/>
                    <a:pt x="53945" y="2170"/>
                    <a:pt x="54922" y="2170"/>
                  </a:cubicBezTo>
                  <a:cubicBezTo>
                    <a:pt x="55518" y="2170"/>
                    <a:pt x="56113" y="2162"/>
                    <a:pt x="56708" y="2136"/>
                  </a:cubicBezTo>
                  <a:cubicBezTo>
                    <a:pt x="56841" y="2036"/>
                    <a:pt x="56941" y="1902"/>
                    <a:pt x="57042" y="1769"/>
                  </a:cubicBezTo>
                  <a:cubicBezTo>
                    <a:pt x="56941" y="1569"/>
                    <a:pt x="56808" y="1369"/>
                    <a:pt x="56608" y="1202"/>
                  </a:cubicBezTo>
                  <a:cubicBezTo>
                    <a:pt x="55340" y="101"/>
                    <a:pt x="53239" y="34"/>
                    <a:pt x="51638" y="1"/>
                  </a:cubicBezTo>
                  <a:cubicBezTo>
                    <a:pt x="51554" y="1"/>
                    <a:pt x="51470" y="0"/>
                    <a:pt x="5138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3" name="Google Shape;423;p30"/>
          <p:cNvGrpSpPr/>
          <p:nvPr/>
        </p:nvGrpSpPr>
        <p:grpSpPr>
          <a:xfrm rot="9072617">
            <a:off x="3033846" y="4507692"/>
            <a:ext cx="1515287" cy="1150284"/>
            <a:chOff x="4181475" y="1873500"/>
            <a:chExt cx="1515275" cy="1150275"/>
          </a:xfrm>
        </p:grpSpPr>
        <p:sp>
          <p:nvSpPr>
            <p:cNvPr id="424" name="Google Shape;424;p30"/>
            <p:cNvSpPr/>
            <p:nvPr/>
          </p:nvSpPr>
          <p:spPr>
            <a:xfrm>
              <a:off x="4181475" y="1873500"/>
              <a:ext cx="1515275" cy="1150275"/>
            </a:xfrm>
            <a:custGeom>
              <a:rect b="b" l="l" r="r" t="t"/>
              <a:pathLst>
                <a:path extrusionOk="0" h="46011" w="60611">
                  <a:moveTo>
                    <a:pt x="31142" y="0"/>
                  </a:moveTo>
                  <a:cubicBezTo>
                    <a:pt x="29904" y="0"/>
                    <a:pt x="28696" y="320"/>
                    <a:pt x="27487" y="670"/>
                  </a:cubicBezTo>
                  <a:cubicBezTo>
                    <a:pt x="24485" y="1604"/>
                    <a:pt x="21616" y="2938"/>
                    <a:pt x="18814" y="4372"/>
                  </a:cubicBezTo>
                  <a:cubicBezTo>
                    <a:pt x="13310" y="7174"/>
                    <a:pt x="8040" y="10477"/>
                    <a:pt x="3036" y="14146"/>
                  </a:cubicBezTo>
                  <a:cubicBezTo>
                    <a:pt x="1402" y="15347"/>
                    <a:pt x="1" y="16247"/>
                    <a:pt x="167" y="18482"/>
                  </a:cubicBezTo>
                  <a:cubicBezTo>
                    <a:pt x="401" y="21351"/>
                    <a:pt x="3403" y="23886"/>
                    <a:pt x="5271" y="25854"/>
                  </a:cubicBezTo>
                  <a:cubicBezTo>
                    <a:pt x="8206" y="28957"/>
                    <a:pt x="11175" y="32059"/>
                    <a:pt x="14478" y="34761"/>
                  </a:cubicBezTo>
                  <a:cubicBezTo>
                    <a:pt x="16946" y="36729"/>
                    <a:pt x="18747" y="39331"/>
                    <a:pt x="21249" y="41332"/>
                  </a:cubicBezTo>
                  <a:cubicBezTo>
                    <a:pt x="23718" y="43267"/>
                    <a:pt x="26486" y="45802"/>
                    <a:pt x="29722" y="46002"/>
                  </a:cubicBezTo>
                  <a:cubicBezTo>
                    <a:pt x="29835" y="46008"/>
                    <a:pt x="29946" y="46011"/>
                    <a:pt x="30055" y="46011"/>
                  </a:cubicBezTo>
                  <a:cubicBezTo>
                    <a:pt x="31868" y="46011"/>
                    <a:pt x="33078" y="45239"/>
                    <a:pt x="34525" y="44201"/>
                  </a:cubicBezTo>
                  <a:cubicBezTo>
                    <a:pt x="40296" y="40065"/>
                    <a:pt x="45533" y="35194"/>
                    <a:pt x="50103" y="29724"/>
                  </a:cubicBezTo>
                  <a:cubicBezTo>
                    <a:pt x="53205" y="26021"/>
                    <a:pt x="56341" y="22419"/>
                    <a:pt x="58409" y="17982"/>
                  </a:cubicBezTo>
                  <a:cubicBezTo>
                    <a:pt x="59176" y="16281"/>
                    <a:pt x="60611" y="14780"/>
                    <a:pt x="59210" y="12945"/>
                  </a:cubicBezTo>
                  <a:cubicBezTo>
                    <a:pt x="58376" y="11878"/>
                    <a:pt x="57175" y="11244"/>
                    <a:pt x="56007" y="10610"/>
                  </a:cubicBezTo>
                  <a:cubicBezTo>
                    <a:pt x="49336" y="7108"/>
                    <a:pt x="42631" y="3572"/>
                    <a:pt x="35526" y="1003"/>
                  </a:cubicBezTo>
                  <a:cubicBezTo>
                    <a:pt x="34192" y="503"/>
                    <a:pt x="32791" y="36"/>
                    <a:pt x="31323" y="2"/>
                  </a:cubicBezTo>
                  <a:cubicBezTo>
                    <a:pt x="31263" y="1"/>
                    <a:pt x="31202" y="0"/>
                    <a:pt x="3114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30"/>
            <p:cNvSpPr/>
            <p:nvPr/>
          </p:nvSpPr>
          <p:spPr>
            <a:xfrm>
              <a:off x="4185650" y="2212125"/>
              <a:ext cx="1503600" cy="811650"/>
            </a:xfrm>
            <a:custGeom>
              <a:rect b="b" l="l" r="r" t="t"/>
              <a:pathLst>
                <a:path extrusionOk="0" h="32466" w="60144">
                  <a:moveTo>
                    <a:pt x="59409" y="1"/>
                  </a:moveTo>
                  <a:cubicBezTo>
                    <a:pt x="59143" y="901"/>
                    <a:pt x="58542" y="1768"/>
                    <a:pt x="58109" y="2669"/>
                  </a:cubicBezTo>
                  <a:cubicBezTo>
                    <a:pt x="56040" y="7139"/>
                    <a:pt x="52905" y="10708"/>
                    <a:pt x="49803" y="14444"/>
                  </a:cubicBezTo>
                  <a:cubicBezTo>
                    <a:pt x="45233" y="19915"/>
                    <a:pt x="39996" y="24785"/>
                    <a:pt x="34225" y="28921"/>
                  </a:cubicBezTo>
                  <a:cubicBezTo>
                    <a:pt x="32777" y="29960"/>
                    <a:pt x="31567" y="30731"/>
                    <a:pt x="29782" y="30731"/>
                  </a:cubicBezTo>
                  <a:cubicBezTo>
                    <a:pt x="29675" y="30731"/>
                    <a:pt x="29566" y="30728"/>
                    <a:pt x="29455" y="30723"/>
                  </a:cubicBezTo>
                  <a:cubicBezTo>
                    <a:pt x="26186" y="30522"/>
                    <a:pt x="23450" y="27987"/>
                    <a:pt x="20982" y="26053"/>
                  </a:cubicBezTo>
                  <a:cubicBezTo>
                    <a:pt x="18447" y="24018"/>
                    <a:pt x="16679" y="21449"/>
                    <a:pt x="14211" y="19481"/>
                  </a:cubicBezTo>
                  <a:cubicBezTo>
                    <a:pt x="10875" y="16779"/>
                    <a:pt x="7939" y="13677"/>
                    <a:pt x="5004" y="10575"/>
                  </a:cubicBezTo>
                  <a:cubicBezTo>
                    <a:pt x="3303" y="8807"/>
                    <a:pt x="701" y="6572"/>
                    <a:pt x="34" y="4003"/>
                  </a:cubicBezTo>
                  <a:cubicBezTo>
                    <a:pt x="0" y="4304"/>
                    <a:pt x="0" y="4604"/>
                    <a:pt x="0" y="4937"/>
                  </a:cubicBezTo>
                  <a:cubicBezTo>
                    <a:pt x="234" y="7806"/>
                    <a:pt x="3236" y="10341"/>
                    <a:pt x="5104" y="12309"/>
                  </a:cubicBezTo>
                  <a:cubicBezTo>
                    <a:pt x="8039" y="15412"/>
                    <a:pt x="11008" y="18514"/>
                    <a:pt x="14311" y="21216"/>
                  </a:cubicBezTo>
                  <a:cubicBezTo>
                    <a:pt x="16779" y="23184"/>
                    <a:pt x="18580" y="25786"/>
                    <a:pt x="21082" y="27787"/>
                  </a:cubicBezTo>
                  <a:cubicBezTo>
                    <a:pt x="23551" y="29722"/>
                    <a:pt x="26319" y="32257"/>
                    <a:pt x="29555" y="32457"/>
                  </a:cubicBezTo>
                  <a:cubicBezTo>
                    <a:pt x="29668" y="32463"/>
                    <a:pt x="29779" y="32466"/>
                    <a:pt x="29888" y="32466"/>
                  </a:cubicBezTo>
                  <a:cubicBezTo>
                    <a:pt x="31701" y="32466"/>
                    <a:pt x="32911" y="31694"/>
                    <a:pt x="34358" y="30656"/>
                  </a:cubicBezTo>
                  <a:cubicBezTo>
                    <a:pt x="40129" y="26520"/>
                    <a:pt x="45366" y="21649"/>
                    <a:pt x="49936" y="16179"/>
                  </a:cubicBezTo>
                  <a:cubicBezTo>
                    <a:pt x="53038" y="12443"/>
                    <a:pt x="56174" y="8874"/>
                    <a:pt x="58242" y="4404"/>
                  </a:cubicBezTo>
                  <a:cubicBezTo>
                    <a:pt x="58909" y="2936"/>
                    <a:pt x="60143" y="1568"/>
                    <a:pt x="5940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30"/>
            <p:cNvSpPr/>
            <p:nvPr/>
          </p:nvSpPr>
          <p:spPr>
            <a:xfrm>
              <a:off x="4311575" y="1930175"/>
              <a:ext cx="1245900" cy="950075"/>
            </a:xfrm>
            <a:custGeom>
              <a:rect b="b" l="l" r="r" t="t"/>
              <a:pathLst>
                <a:path extrusionOk="0" h="38003" w="49836">
                  <a:moveTo>
                    <a:pt x="40963" y="19618"/>
                  </a:moveTo>
                  <a:cubicBezTo>
                    <a:pt x="42364" y="19618"/>
                    <a:pt x="42364" y="21786"/>
                    <a:pt x="40963" y="21786"/>
                  </a:cubicBezTo>
                  <a:cubicBezTo>
                    <a:pt x="39562" y="21786"/>
                    <a:pt x="39562" y="19618"/>
                    <a:pt x="40963" y="19618"/>
                  </a:cubicBezTo>
                  <a:close/>
                  <a:moveTo>
                    <a:pt x="36193" y="21953"/>
                  </a:moveTo>
                  <a:cubicBezTo>
                    <a:pt x="37160" y="21953"/>
                    <a:pt x="37160" y="23487"/>
                    <a:pt x="36193" y="23487"/>
                  </a:cubicBezTo>
                  <a:cubicBezTo>
                    <a:pt x="35192" y="23487"/>
                    <a:pt x="35192" y="21953"/>
                    <a:pt x="36193" y="21953"/>
                  </a:cubicBezTo>
                  <a:close/>
                  <a:moveTo>
                    <a:pt x="10575" y="23421"/>
                  </a:moveTo>
                  <a:cubicBezTo>
                    <a:pt x="11242" y="23421"/>
                    <a:pt x="11709" y="23988"/>
                    <a:pt x="11742" y="24621"/>
                  </a:cubicBezTo>
                  <a:cubicBezTo>
                    <a:pt x="11775" y="25255"/>
                    <a:pt x="11175" y="25789"/>
                    <a:pt x="10575" y="25789"/>
                  </a:cubicBezTo>
                  <a:cubicBezTo>
                    <a:pt x="9907" y="25789"/>
                    <a:pt x="9407" y="25255"/>
                    <a:pt x="9374" y="24621"/>
                  </a:cubicBezTo>
                  <a:cubicBezTo>
                    <a:pt x="9374" y="23988"/>
                    <a:pt x="9941" y="23421"/>
                    <a:pt x="10575" y="23421"/>
                  </a:cubicBezTo>
                  <a:close/>
                  <a:moveTo>
                    <a:pt x="36193" y="25022"/>
                  </a:moveTo>
                  <a:cubicBezTo>
                    <a:pt x="36526" y="25022"/>
                    <a:pt x="36827" y="25122"/>
                    <a:pt x="37127" y="25255"/>
                  </a:cubicBezTo>
                  <a:cubicBezTo>
                    <a:pt x="37127" y="25255"/>
                    <a:pt x="37160" y="25289"/>
                    <a:pt x="37160" y="25289"/>
                  </a:cubicBezTo>
                  <a:cubicBezTo>
                    <a:pt x="37661" y="25522"/>
                    <a:pt x="37961" y="26089"/>
                    <a:pt x="38027" y="26589"/>
                  </a:cubicBezTo>
                  <a:cubicBezTo>
                    <a:pt x="38094" y="27157"/>
                    <a:pt x="37927" y="27690"/>
                    <a:pt x="37527" y="28124"/>
                  </a:cubicBezTo>
                  <a:lnTo>
                    <a:pt x="37494" y="28157"/>
                  </a:lnTo>
                  <a:cubicBezTo>
                    <a:pt x="37170" y="28503"/>
                    <a:pt x="36706" y="28667"/>
                    <a:pt x="36238" y="28667"/>
                  </a:cubicBezTo>
                  <a:cubicBezTo>
                    <a:pt x="35983" y="28667"/>
                    <a:pt x="35727" y="28618"/>
                    <a:pt x="35492" y="28524"/>
                  </a:cubicBezTo>
                  <a:cubicBezTo>
                    <a:pt x="34892" y="28257"/>
                    <a:pt x="34492" y="27724"/>
                    <a:pt x="34392" y="27090"/>
                  </a:cubicBezTo>
                  <a:cubicBezTo>
                    <a:pt x="34291" y="26356"/>
                    <a:pt x="34625" y="25622"/>
                    <a:pt x="35259" y="25255"/>
                  </a:cubicBezTo>
                  <a:cubicBezTo>
                    <a:pt x="35526" y="25122"/>
                    <a:pt x="35893" y="25022"/>
                    <a:pt x="36193" y="25022"/>
                  </a:cubicBezTo>
                  <a:close/>
                  <a:moveTo>
                    <a:pt x="25703" y="1"/>
                  </a:moveTo>
                  <a:cubicBezTo>
                    <a:pt x="24696" y="1"/>
                    <a:pt x="23692" y="254"/>
                    <a:pt x="22717" y="537"/>
                  </a:cubicBezTo>
                  <a:cubicBezTo>
                    <a:pt x="20248" y="1305"/>
                    <a:pt x="17880" y="2406"/>
                    <a:pt x="15545" y="3573"/>
                  </a:cubicBezTo>
                  <a:cubicBezTo>
                    <a:pt x="11008" y="5941"/>
                    <a:pt x="6638" y="8643"/>
                    <a:pt x="2502" y="11679"/>
                  </a:cubicBezTo>
                  <a:cubicBezTo>
                    <a:pt x="1168" y="12646"/>
                    <a:pt x="0" y="13413"/>
                    <a:pt x="167" y="15248"/>
                  </a:cubicBezTo>
                  <a:cubicBezTo>
                    <a:pt x="301" y="17183"/>
                    <a:pt x="1968" y="18951"/>
                    <a:pt x="3436" y="20418"/>
                  </a:cubicBezTo>
                  <a:cubicBezTo>
                    <a:pt x="3570" y="20018"/>
                    <a:pt x="3970" y="19685"/>
                    <a:pt x="4403" y="19685"/>
                  </a:cubicBezTo>
                  <a:cubicBezTo>
                    <a:pt x="4937" y="19685"/>
                    <a:pt x="5371" y="20152"/>
                    <a:pt x="5404" y="20685"/>
                  </a:cubicBezTo>
                  <a:cubicBezTo>
                    <a:pt x="5404" y="21152"/>
                    <a:pt x="5071" y="21519"/>
                    <a:pt x="4637" y="21653"/>
                  </a:cubicBezTo>
                  <a:cubicBezTo>
                    <a:pt x="5037" y="22053"/>
                    <a:pt x="5404" y="22453"/>
                    <a:pt x="5804" y="22853"/>
                  </a:cubicBezTo>
                  <a:cubicBezTo>
                    <a:pt x="6005" y="22587"/>
                    <a:pt x="6271" y="22386"/>
                    <a:pt x="6605" y="22320"/>
                  </a:cubicBezTo>
                  <a:cubicBezTo>
                    <a:pt x="6605" y="22320"/>
                    <a:pt x="6638" y="22286"/>
                    <a:pt x="6672" y="22286"/>
                  </a:cubicBezTo>
                  <a:cubicBezTo>
                    <a:pt x="6784" y="22262"/>
                    <a:pt x="6902" y="22250"/>
                    <a:pt x="7021" y="22250"/>
                  </a:cubicBezTo>
                  <a:cubicBezTo>
                    <a:pt x="7398" y="22250"/>
                    <a:pt x="7786" y="22375"/>
                    <a:pt x="8039" y="22653"/>
                  </a:cubicBezTo>
                  <a:cubicBezTo>
                    <a:pt x="8039" y="22687"/>
                    <a:pt x="8073" y="22687"/>
                    <a:pt x="8073" y="22720"/>
                  </a:cubicBezTo>
                  <a:cubicBezTo>
                    <a:pt x="8606" y="23287"/>
                    <a:pt x="8673" y="24121"/>
                    <a:pt x="8206" y="24721"/>
                  </a:cubicBezTo>
                  <a:cubicBezTo>
                    <a:pt x="8106" y="24855"/>
                    <a:pt x="8006" y="24922"/>
                    <a:pt x="7906" y="25022"/>
                  </a:cubicBezTo>
                  <a:cubicBezTo>
                    <a:pt x="8273" y="25355"/>
                    <a:pt x="8606" y="25689"/>
                    <a:pt x="8973" y="26056"/>
                  </a:cubicBezTo>
                  <a:cubicBezTo>
                    <a:pt x="9140" y="25956"/>
                    <a:pt x="9340" y="25922"/>
                    <a:pt x="9507" y="25922"/>
                  </a:cubicBezTo>
                  <a:cubicBezTo>
                    <a:pt x="10241" y="25922"/>
                    <a:pt x="10808" y="26489"/>
                    <a:pt x="10808" y="27190"/>
                  </a:cubicBezTo>
                  <a:cubicBezTo>
                    <a:pt x="10841" y="27357"/>
                    <a:pt x="10808" y="27523"/>
                    <a:pt x="10741" y="27657"/>
                  </a:cubicBezTo>
                  <a:cubicBezTo>
                    <a:pt x="11142" y="28024"/>
                    <a:pt x="11542" y="28357"/>
                    <a:pt x="11976" y="28691"/>
                  </a:cubicBezTo>
                  <a:cubicBezTo>
                    <a:pt x="13043" y="29558"/>
                    <a:pt x="13977" y="30592"/>
                    <a:pt x="14911" y="31593"/>
                  </a:cubicBezTo>
                  <a:cubicBezTo>
                    <a:pt x="14844" y="30993"/>
                    <a:pt x="15178" y="30359"/>
                    <a:pt x="15945" y="30359"/>
                  </a:cubicBezTo>
                  <a:cubicBezTo>
                    <a:pt x="17313" y="30359"/>
                    <a:pt x="17279" y="32494"/>
                    <a:pt x="15945" y="32494"/>
                  </a:cubicBezTo>
                  <a:cubicBezTo>
                    <a:pt x="15878" y="32494"/>
                    <a:pt x="15812" y="32460"/>
                    <a:pt x="15778" y="32460"/>
                  </a:cubicBezTo>
                  <a:cubicBezTo>
                    <a:pt x="16345" y="33027"/>
                    <a:pt x="16912" y="33594"/>
                    <a:pt x="17580" y="34128"/>
                  </a:cubicBezTo>
                  <a:cubicBezTo>
                    <a:pt x="19614" y="35729"/>
                    <a:pt x="21883" y="37831"/>
                    <a:pt x="24585" y="37998"/>
                  </a:cubicBezTo>
                  <a:cubicBezTo>
                    <a:pt x="24664" y="38001"/>
                    <a:pt x="24741" y="38002"/>
                    <a:pt x="24817" y="38002"/>
                  </a:cubicBezTo>
                  <a:cubicBezTo>
                    <a:pt x="26320" y="38002"/>
                    <a:pt x="27314" y="37387"/>
                    <a:pt x="28521" y="36530"/>
                  </a:cubicBezTo>
                  <a:cubicBezTo>
                    <a:pt x="29121" y="36063"/>
                    <a:pt x="29755" y="35629"/>
                    <a:pt x="30322" y="35162"/>
                  </a:cubicBezTo>
                  <a:cubicBezTo>
                    <a:pt x="28321" y="34495"/>
                    <a:pt x="28554" y="30993"/>
                    <a:pt x="31056" y="30993"/>
                  </a:cubicBezTo>
                  <a:cubicBezTo>
                    <a:pt x="32323" y="30993"/>
                    <a:pt x="33024" y="31927"/>
                    <a:pt x="33091" y="32927"/>
                  </a:cubicBezTo>
                  <a:cubicBezTo>
                    <a:pt x="35492" y="30859"/>
                    <a:pt x="37761" y="28658"/>
                    <a:pt x="39895" y="26289"/>
                  </a:cubicBezTo>
                  <a:cubicBezTo>
                    <a:pt x="39095" y="26156"/>
                    <a:pt x="38528" y="25489"/>
                    <a:pt x="38494" y="24688"/>
                  </a:cubicBezTo>
                  <a:cubicBezTo>
                    <a:pt x="38461" y="23787"/>
                    <a:pt x="39295" y="23020"/>
                    <a:pt x="40162" y="23020"/>
                  </a:cubicBezTo>
                  <a:cubicBezTo>
                    <a:pt x="40896" y="23020"/>
                    <a:pt x="41497" y="23521"/>
                    <a:pt x="41697" y="24188"/>
                  </a:cubicBezTo>
                  <a:cubicBezTo>
                    <a:pt x="43965" y="21486"/>
                    <a:pt x="46167" y="18884"/>
                    <a:pt x="47768" y="15782"/>
                  </a:cubicBezTo>
                  <a:lnTo>
                    <a:pt x="47768" y="15782"/>
                  </a:lnTo>
                  <a:cubicBezTo>
                    <a:pt x="47705" y="15793"/>
                    <a:pt x="47641" y="15799"/>
                    <a:pt x="47577" y="15799"/>
                  </a:cubicBezTo>
                  <a:cubicBezTo>
                    <a:pt x="47267" y="15799"/>
                    <a:pt x="46955" y="15669"/>
                    <a:pt x="46734" y="15448"/>
                  </a:cubicBezTo>
                  <a:cubicBezTo>
                    <a:pt x="46200" y="14914"/>
                    <a:pt x="46300" y="13914"/>
                    <a:pt x="46967" y="13513"/>
                  </a:cubicBezTo>
                  <a:cubicBezTo>
                    <a:pt x="47001" y="13513"/>
                    <a:pt x="47034" y="13513"/>
                    <a:pt x="47067" y="13480"/>
                  </a:cubicBezTo>
                  <a:cubicBezTo>
                    <a:pt x="47246" y="13378"/>
                    <a:pt x="47440" y="13329"/>
                    <a:pt x="47634" y="13329"/>
                  </a:cubicBezTo>
                  <a:cubicBezTo>
                    <a:pt x="47945" y="13329"/>
                    <a:pt x="48255" y="13454"/>
                    <a:pt x="48502" y="13680"/>
                  </a:cubicBezTo>
                  <a:cubicBezTo>
                    <a:pt x="48602" y="13747"/>
                    <a:pt x="48668" y="13847"/>
                    <a:pt x="48735" y="13947"/>
                  </a:cubicBezTo>
                  <a:cubicBezTo>
                    <a:pt x="49302" y="12880"/>
                    <a:pt x="49836" y="11879"/>
                    <a:pt x="48935" y="10678"/>
                  </a:cubicBezTo>
                  <a:cubicBezTo>
                    <a:pt x="48268" y="9811"/>
                    <a:pt x="47267" y="9277"/>
                    <a:pt x="46300" y="8777"/>
                  </a:cubicBezTo>
                  <a:cubicBezTo>
                    <a:pt x="40763" y="5841"/>
                    <a:pt x="35225" y="2939"/>
                    <a:pt x="29355" y="804"/>
                  </a:cubicBezTo>
                  <a:cubicBezTo>
                    <a:pt x="28254" y="404"/>
                    <a:pt x="27086" y="37"/>
                    <a:pt x="25885" y="4"/>
                  </a:cubicBezTo>
                  <a:cubicBezTo>
                    <a:pt x="25825" y="2"/>
                    <a:pt x="25764" y="1"/>
                    <a:pt x="2570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7" name="Google Shape;427;p30"/>
          <p:cNvGrpSpPr/>
          <p:nvPr/>
        </p:nvGrpSpPr>
        <p:grpSpPr>
          <a:xfrm flipH="1" rot="-127571">
            <a:off x="8107646" y="4283015"/>
            <a:ext cx="1237132" cy="837812"/>
            <a:chOff x="7954342" y="56442"/>
            <a:chExt cx="1237147" cy="837822"/>
          </a:xfrm>
        </p:grpSpPr>
        <p:sp>
          <p:nvSpPr>
            <p:cNvPr id="428" name="Google Shape;428;p30"/>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30"/>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30"/>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30"/>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30"/>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30"/>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30"/>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30"/>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30"/>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7" name="Google Shape;437;p30"/>
          <p:cNvSpPr/>
          <p:nvPr/>
        </p:nvSpPr>
        <p:spPr>
          <a:xfrm rot="10800000">
            <a:off x="4351475" y="4792325"/>
            <a:ext cx="2960775" cy="732175"/>
          </a:xfrm>
          <a:custGeom>
            <a:rect b="b" l="l" r="r" t="t"/>
            <a:pathLst>
              <a:path extrusionOk="0" h="29287" w="118431">
                <a:moveTo>
                  <a:pt x="0" y="4958"/>
                </a:moveTo>
                <a:cubicBezTo>
                  <a:pt x="6151" y="8998"/>
                  <a:pt x="24146" y="28461"/>
                  <a:pt x="36907" y="29195"/>
                </a:cubicBezTo>
                <a:cubicBezTo>
                  <a:pt x="49668" y="29929"/>
                  <a:pt x="62980" y="14230"/>
                  <a:pt x="76567" y="9364"/>
                </a:cubicBezTo>
                <a:cubicBezTo>
                  <a:pt x="90154" y="4498"/>
                  <a:pt x="111454" y="1561"/>
                  <a:pt x="118431" y="0"/>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8" name="Shape 438"/>
        <p:cNvGrpSpPr/>
        <p:nvPr/>
      </p:nvGrpSpPr>
      <p:grpSpPr>
        <a:xfrm>
          <a:off x="0" y="0"/>
          <a:ext cx="0" cy="0"/>
          <a:chOff x="0" y="0"/>
          <a:chExt cx="0" cy="0"/>
        </a:xfrm>
      </p:grpSpPr>
      <p:sp>
        <p:nvSpPr>
          <p:cNvPr id="439" name="Google Shape;439;p31"/>
          <p:cNvSpPr txBox="1"/>
          <p:nvPr>
            <p:ph type="title"/>
          </p:nvPr>
        </p:nvSpPr>
        <p:spPr>
          <a:xfrm>
            <a:off x="4222543" y="2124235"/>
            <a:ext cx="4525800" cy="1220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b="1"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40" name="Google Shape;440;p31"/>
          <p:cNvSpPr txBox="1"/>
          <p:nvPr>
            <p:ph idx="1" type="subTitle"/>
          </p:nvPr>
        </p:nvSpPr>
        <p:spPr>
          <a:xfrm>
            <a:off x="4950643" y="3720642"/>
            <a:ext cx="3069600" cy="475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600">
                <a:solidFill>
                  <a:schemeClr val="accent3"/>
                </a:solidFill>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41" name="Google Shape;441;p31"/>
          <p:cNvSpPr txBox="1"/>
          <p:nvPr>
            <p:ph idx="2" type="title"/>
          </p:nvPr>
        </p:nvSpPr>
        <p:spPr>
          <a:xfrm>
            <a:off x="5764993" y="918460"/>
            <a:ext cx="1440900" cy="759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000">
                <a:solidFill>
                  <a:schemeClr val="lt1"/>
                </a:solidFill>
              </a:defRPr>
            </a:lvl1pPr>
            <a:lvl2pPr lvl="1" algn="ctr">
              <a:lnSpc>
                <a:spcPct val="100000"/>
              </a:lnSpc>
              <a:spcBef>
                <a:spcPts val="0"/>
              </a:spcBef>
              <a:spcAft>
                <a:spcPts val="0"/>
              </a:spcAft>
              <a:buClr>
                <a:schemeClr val="dk2"/>
              </a:buClr>
              <a:buSzPts val="6000"/>
              <a:buNone/>
              <a:defRPr sz="6000">
                <a:solidFill>
                  <a:schemeClr val="dk2"/>
                </a:solidFill>
              </a:defRPr>
            </a:lvl2pPr>
            <a:lvl3pPr lvl="2" algn="ctr">
              <a:lnSpc>
                <a:spcPct val="100000"/>
              </a:lnSpc>
              <a:spcBef>
                <a:spcPts val="0"/>
              </a:spcBef>
              <a:spcAft>
                <a:spcPts val="0"/>
              </a:spcAft>
              <a:buClr>
                <a:schemeClr val="dk2"/>
              </a:buClr>
              <a:buSzPts val="6000"/>
              <a:buNone/>
              <a:defRPr sz="6000">
                <a:solidFill>
                  <a:schemeClr val="dk2"/>
                </a:solidFill>
              </a:defRPr>
            </a:lvl3pPr>
            <a:lvl4pPr lvl="3" algn="ctr">
              <a:lnSpc>
                <a:spcPct val="100000"/>
              </a:lnSpc>
              <a:spcBef>
                <a:spcPts val="0"/>
              </a:spcBef>
              <a:spcAft>
                <a:spcPts val="0"/>
              </a:spcAft>
              <a:buClr>
                <a:schemeClr val="dk2"/>
              </a:buClr>
              <a:buSzPts val="6000"/>
              <a:buNone/>
              <a:defRPr sz="6000">
                <a:solidFill>
                  <a:schemeClr val="dk2"/>
                </a:solidFill>
              </a:defRPr>
            </a:lvl4pPr>
            <a:lvl5pPr lvl="4" algn="ctr">
              <a:lnSpc>
                <a:spcPct val="100000"/>
              </a:lnSpc>
              <a:spcBef>
                <a:spcPts val="0"/>
              </a:spcBef>
              <a:spcAft>
                <a:spcPts val="0"/>
              </a:spcAft>
              <a:buClr>
                <a:schemeClr val="dk2"/>
              </a:buClr>
              <a:buSzPts val="6000"/>
              <a:buNone/>
              <a:defRPr sz="6000">
                <a:solidFill>
                  <a:schemeClr val="dk2"/>
                </a:solidFill>
              </a:defRPr>
            </a:lvl5pPr>
            <a:lvl6pPr lvl="5" algn="ctr">
              <a:lnSpc>
                <a:spcPct val="100000"/>
              </a:lnSpc>
              <a:spcBef>
                <a:spcPts val="0"/>
              </a:spcBef>
              <a:spcAft>
                <a:spcPts val="0"/>
              </a:spcAft>
              <a:buClr>
                <a:schemeClr val="dk2"/>
              </a:buClr>
              <a:buSzPts val="6000"/>
              <a:buNone/>
              <a:defRPr sz="6000">
                <a:solidFill>
                  <a:schemeClr val="dk2"/>
                </a:solidFill>
              </a:defRPr>
            </a:lvl6pPr>
            <a:lvl7pPr lvl="6" algn="ctr">
              <a:lnSpc>
                <a:spcPct val="100000"/>
              </a:lnSpc>
              <a:spcBef>
                <a:spcPts val="0"/>
              </a:spcBef>
              <a:spcAft>
                <a:spcPts val="0"/>
              </a:spcAft>
              <a:buClr>
                <a:schemeClr val="dk2"/>
              </a:buClr>
              <a:buSzPts val="6000"/>
              <a:buNone/>
              <a:defRPr sz="6000">
                <a:solidFill>
                  <a:schemeClr val="dk2"/>
                </a:solidFill>
              </a:defRPr>
            </a:lvl7pPr>
            <a:lvl8pPr lvl="7" algn="ctr">
              <a:lnSpc>
                <a:spcPct val="100000"/>
              </a:lnSpc>
              <a:spcBef>
                <a:spcPts val="0"/>
              </a:spcBef>
              <a:spcAft>
                <a:spcPts val="0"/>
              </a:spcAft>
              <a:buClr>
                <a:schemeClr val="dk2"/>
              </a:buClr>
              <a:buSzPts val="6000"/>
              <a:buNone/>
              <a:defRPr sz="6000">
                <a:solidFill>
                  <a:schemeClr val="dk2"/>
                </a:solidFill>
              </a:defRPr>
            </a:lvl8pPr>
            <a:lvl9pPr lvl="8" algn="ctr">
              <a:lnSpc>
                <a:spcPct val="100000"/>
              </a:lnSpc>
              <a:spcBef>
                <a:spcPts val="0"/>
              </a:spcBef>
              <a:spcAft>
                <a:spcPts val="0"/>
              </a:spcAft>
              <a:buClr>
                <a:schemeClr val="dk2"/>
              </a:buClr>
              <a:buSzPts val="6000"/>
              <a:buNone/>
              <a:defRPr sz="6000">
                <a:solidFill>
                  <a:schemeClr val="dk2"/>
                </a:solidFill>
              </a:defRPr>
            </a:lvl9pPr>
          </a:lstStyle>
          <a:p/>
        </p:txBody>
      </p:sp>
      <p:grpSp>
        <p:nvGrpSpPr>
          <p:cNvPr id="442" name="Google Shape;442;p31"/>
          <p:cNvGrpSpPr/>
          <p:nvPr/>
        </p:nvGrpSpPr>
        <p:grpSpPr>
          <a:xfrm>
            <a:off x="8143875" y="4007100"/>
            <a:ext cx="1515275" cy="1150275"/>
            <a:chOff x="4181475" y="1873500"/>
            <a:chExt cx="1515275" cy="1150275"/>
          </a:xfrm>
        </p:grpSpPr>
        <p:sp>
          <p:nvSpPr>
            <p:cNvPr id="443" name="Google Shape;443;p31"/>
            <p:cNvSpPr/>
            <p:nvPr/>
          </p:nvSpPr>
          <p:spPr>
            <a:xfrm>
              <a:off x="4181475" y="1873500"/>
              <a:ext cx="1515275" cy="1150275"/>
            </a:xfrm>
            <a:custGeom>
              <a:rect b="b" l="l" r="r" t="t"/>
              <a:pathLst>
                <a:path extrusionOk="0" h="46011" w="60611">
                  <a:moveTo>
                    <a:pt x="31142" y="0"/>
                  </a:moveTo>
                  <a:cubicBezTo>
                    <a:pt x="29904" y="0"/>
                    <a:pt x="28696" y="320"/>
                    <a:pt x="27487" y="670"/>
                  </a:cubicBezTo>
                  <a:cubicBezTo>
                    <a:pt x="24485" y="1604"/>
                    <a:pt x="21616" y="2938"/>
                    <a:pt x="18814" y="4372"/>
                  </a:cubicBezTo>
                  <a:cubicBezTo>
                    <a:pt x="13310" y="7174"/>
                    <a:pt x="8040" y="10477"/>
                    <a:pt x="3036" y="14146"/>
                  </a:cubicBezTo>
                  <a:cubicBezTo>
                    <a:pt x="1402" y="15347"/>
                    <a:pt x="1" y="16247"/>
                    <a:pt x="167" y="18482"/>
                  </a:cubicBezTo>
                  <a:cubicBezTo>
                    <a:pt x="401" y="21351"/>
                    <a:pt x="3403" y="23886"/>
                    <a:pt x="5271" y="25854"/>
                  </a:cubicBezTo>
                  <a:cubicBezTo>
                    <a:pt x="8206" y="28957"/>
                    <a:pt x="11175" y="32059"/>
                    <a:pt x="14478" y="34761"/>
                  </a:cubicBezTo>
                  <a:cubicBezTo>
                    <a:pt x="16946" y="36729"/>
                    <a:pt x="18747" y="39331"/>
                    <a:pt x="21249" y="41332"/>
                  </a:cubicBezTo>
                  <a:cubicBezTo>
                    <a:pt x="23718" y="43267"/>
                    <a:pt x="26486" y="45802"/>
                    <a:pt x="29722" y="46002"/>
                  </a:cubicBezTo>
                  <a:cubicBezTo>
                    <a:pt x="29835" y="46008"/>
                    <a:pt x="29946" y="46011"/>
                    <a:pt x="30055" y="46011"/>
                  </a:cubicBezTo>
                  <a:cubicBezTo>
                    <a:pt x="31868" y="46011"/>
                    <a:pt x="33078" y="45239"/>
                    <a:pt x="34525" y="44201"/>
                  </a:cubicBezTo>
                  <a:cubicBezTo>
                    <a:pt x="40296" y="40065"/>
                    <a:pt x="45533" y="35194"/>
                    <a:pt x="50103" y="29724"/>
                  </a:cubicBezTo>
                  <a:cubicBezTo>
                    <a:pt x="53205" y="26021"/>
                    <a:pt x="56341" y="22419"/>
                    <a:pt x="58409" y="17982"/>
                  </a:cubicBezTo>
                  <a:cubicBezTo>
                    <a:pt x="59176" y="16281"/>
                    <a:pt x="60611" y="14780"/>
                    <a:pt x="59210" y="12945"/>
                  </a:cubicBezTo>
                  <a:cubicBezTo>
                    <a:pt x="58376" y="11878"/>
                    <a:pt x="57175" y="11244"/>
                    <a:pt x="56007" y="10610"/>
                  </a:cubicBezTo>
                  <a:cubicBezTo>
                    <a:pt x="49336" y="7108"/>
                    <a:pt x="42631" y="3572"/>
                    <a:pt x="35526" y="1003"/>
                  </a:cubicBezTo>
                  <a:cubicBezTo>
                    <a:pt x="34192" y="503"/>
                    <a:pt x="32791" y="36"/>
                    <a:pt x="31323" y="2"/>
                  </a:cubicBezTo>
                  <a:cubicBezTo>
                    <a:pt x="31263" y="1"/>
                    <a:pt x="31202" y="0"/>
                    <a:pt x="3114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31"/>
            <p:cNvSpPr/>
            <p:nvPr/>
          </p:nvSpPr>
          <p:spPr>
            <a:xfrm>
              <a:off x="4185650" y="2212125"/>
              <a:ext cx="1503600" cy="811650"/>
            </a:xfrm>
            <a:custGeom>
              <a:rect b="b" l="l" r="r" t="t"/>
              <a:pathLst>
                <a:path extrusionOk="0" h="32466" w="60144">
                  <a:moveTo>
                    <a:pt x="59409" y="1"/>
                  </a:moveTo>
                  <a:cubicBezTo>
                    <a:pt x="59143" y="901"/>
                    <a:pt x="58542" y="1768"/>
                    <a:pt x="58109" y="2669"/>
                  </a:cubicBezTo>
                  <a:cubicBezTo>
                    <a:pt x="56040" y="7139"/>
                    <a:pt x="52905" y="10708"/>
                    <a:pt x="49803" y="14444"/>
                  </a:cubicBezTo>
                  <a:cubicBezTo>
                    <a:pt x="45233" y="19915"/>
                    <a:pt x="39996" y="24785"/>
                    <a:pt x="34225" y="28921"/>
                  </a:cubicBezTo>
                  <a:cubicBezTo>
                    <a:pt x="32777" y="29960"/>
                    <a:pt x="31567" y="30731"/>
                    <a:pt x="29782" y="30731"/>
                  </a:cubicBezTo>
                  <a:cubicBezTo>
                    <a:pt x="29675" y="30731"/>
                    <a:pt x="29566" y="30728"/>
                    <a:pt x="29455" y="30723"/>
                  </a:cubicBezTo>
                  <a:cubicBezTo>
                    <a:pt x="26186" y="30522"/>
                    <a:pt x="23450" y="27987"/>
                    <a:pt x="20982" y="26053"/>
                  </a:cubicBezTo>
                  <a:cubicBezTo>
                    <a:pt x="18447" y="24018"/>
                    <a:pt x="16679" y="21449"/>
                    <a:pt x="14211" y="19481"/>
                  </a:cubicBezTo>
                  <a:cubicBezTo>
                    <a:pt x="10875" y="16779"/>
                    <a:pt x="7939" y="13677"/>
                    <a:pt x="5004" y="10575"/>
                  </a:cubicBezTo>
                  <a:cubicBezTo>
                    <a:pt x="3303" y="8807"/>
                    <a:pt x="701" y="6572"/>
                    <a:pt x="34" y="4003"/>
                  </a:cubicBezTo>
                  <a:cubicBezTo>
                    <a:pt x="0" y="4304"/>
                    <a:pt x="0" y="4604"/>
                    <a:pt x="0" y="4937"/>
                  </a:cubicBezTo>
                  <a:cubicBezTo>
                    <a:pt x="234" y="7806"/>
                    <a:pt x="3236" y="10341"/>
                    <a:pt x="5104" y="12309"/>
                  </a:cubicBezTo>
                  <a:cubicBezTo>
                    <a:pt x="8039" y="15412"/>
                    <a:pt x="11008" y="18514"/>
                    <a:pt x="14311" y="21216"/>
                  </a:cubicBezTo>
                  <a:cubicBezTo>
                    <a:pt x="16779" y="23184"/>
                    <a:pt x="18580" y="25786"/>
                    <a:pt x="21082" y="27787"/>
                  </a:cubicBezTo>
                  <a:cubicBezTo>
                    <a:pt x="23551" y="29722"/>
                    <a:pt x="26319" y="32257"/>
                    <a:pt x="29555" y="32457"/>
                  </a:cubicBezTo>
                  <a:cubicBezTo>
                    <a:pt x="29668" y="32463"/>
                    <a:pt x="29779" y="32466"/>
                    <a:pt x="29888" y="32466"/>
                  </a:cubicBezTo>
                  <a:cubicBezTo>
                    <a:pt x="31701" y="32466"/>
                    <a:pt x="32911" y="31694"/>
                    <a:pt x="34358" y="30656"/>
                  </a:cubicBezTo>
                  <a:cubicBezTo>
                    <a:pt x="40129" y="26520"/>
                    <a:pt x="45366" y="21649"/>
                    <a:pt x="49936" y="16179"/>
                  </a:cubicBezTo>
                  <a:cubicBezTo>
                    <a:pt x="53038" y="12443"/>
                    <a:pt x="56174" y="8874"/>
                    <a:pt x="58242" y="4404"/>
                  </a:cubicBezTo>
                  <a:cubicBezTo>
                    <a:pt x="58909" y="2936"/>
                    <a:pt x="60143" y="1568"/>
                    <a:pt x="5940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31"/>
            <p:cNvSpPr/>
            <p:nvPr/>
          </p:nvSpPr>
          <p:spPr>
            <a:xfrm>
              <a:off x="4311575" y="1930175"/>
              <a:ext cx="1245900" cy="950075"/>
            </a:xfrm>
            <a:custGeom>
              <a:rect b="b" l="l" r="r" t="t"/>
              <a:pathLst>
                <a:path extrusionOk="0" h="38003" w="49836">
                  <a:moveTo>
                    <a:pt x="40963" y="19618"/>
                  </a:moveTo>
                  <a:cubicBezTo>
                    <a:pt x="42364" y="19618"/>
                    <a:pt x="42364" y="21786"/>
                    <a:pt x="40963" y="21786"/>
                  </a:cubicBezTo>
                  <a:cubicBezTo>
                    <a:pt x="39562" y="21786"/>
                    <a:pt x="39562" y="19618"/>
                    <a:pt x="40963" y="19618"/>
                  </a:cubicBezTo>
                  <a:close/>
                  <a:moveTo>
                    <a:pt x="36193" y="21953"/>
                  </a:moveTo>
                  <a:cubicBezTo>
                    <a:pt x="37160" y="21953"/>
                    <a:pt x="37160" y="23487"/>
                    <a:pt x="36193" y="23487"/>
                  </a:cubicBezTo>
                  <a:cubicBezTo>
                    <a:pt x="35192" y="23487"/>
                    <a:pt x="35192" y="21953"/>
                    <a:pt x="36193" y="21953"/>
                  </a:cubicBezTo>
                  <a:close/>
                  <a:moveTo>
                    <a:pt x="10575" y="23421"/>
                  </a:moveTo>
                  <a:cubicBezTo>
                    <a:pt x="11242" y="23421"/>
                    <a:pt x="11709" y="23988"/>
                    <a:pt x="11742" y="24621"/>
                  </a:cubicBezTo>
                  <a:cubicBezTo>
                    <a:pt x="11775" y="25255"/>
                    <a:pt x="11175" y="25789"/>
                    <a:pt x="10575" y="25789"/>
                  </a:cubicBezTo>
                  <a:cubicBezTo>
                    <a:pt x="9907" y="25789"/>
                    <a:pt x="9407" y="25255"/>
                    <a:pt x="9374" y="24621"/>
                  </a:cubicBezTo>
                  <a:cubicBezTo>
                    <a:pt x="9374" y="23988"/>
                    <a:pt x="9941" y="23421"/>
                    <a:pt x="10575" y="23421"/>
                  </a:cubicBezTo>
                  <a:close/>
                  <a:moveTo>
                    <a:pt x="36193" y="25022"/>
                  </a:moveTo>
                  <a:cubicBezTo>
                    <a:pt x="36526" y="25022"/>
                    <a:pt x="36827" y="25122"/>
                    <a:pt x="37127" y="25255"/>
                  </a:cubicBezTo>
                  <a:cubicBezTo>
                    <a:pt x="37127" y="25255"/>
                    <a:pt x="37160" y="25289"/>
                    <a:pt x="37160" y="25289"/>
                  </a:cubicBezTo>
                  <a:cubicBezTo>
                    <a:pt x="37661" y="25522"/>
                    <a:pt x="37961" y="26089"/>
                    <a:pt x="38027" y="26589"/>
                  </a:cubicBezTo>
                  <a:cubicBezTo>
                    <a:pt x="38094" y="27157"/>
                    <a:pt x="37927" y="27690"/>
                    <a:pt x="37527" y="28124"/>
                  </a:cubicBezTo>
                  <a:lnTo>
                    <a:pt x="37494" y="28157"/>
                  </a:lnTo>
                  <a:cubicBezTo>
                    <a:pt x="37170" y="28503"/>
                    <a:pt x="36706" y="28667"/>
                    <a:pt x="36238" y="28667"/>
                  </a:cubicBezTo>
                  <a:cubicBezTo>
                    <a:pt x="35983" y="28667"/>
                    <a:pt x="35727" y="28618"/>
                    <a:pt x="35492" y="28524"/>
                  </a:cubicBezTo>
                  <a:cubicBezTo>
                    <a:pt x="34892" y="28257"/>
                    <a:pt x="34492" y="27724"/>
                    <a:pt x="34392" y="27090"/>
                  </a:cubicBezTo>
                  <a:cubicBezTo>
                    <a:pt x="34291" y="26356"/>
                    <a:pt x="34625" y="25622"/>
                    <a:pt x="35259" y="25255"/>
                  </a:cubicBezTo>
                  <a:cubicBezTo>
                    <a:pt x="35526" y="25122"/>
                    <a:pt x="35893" y="25022"/>
                    <a:pt x="36193" y="25022"/>
                  </a:cubicBezTo>
                  <a:close/>
                  <a:moveTo>
                    <a:pt x="25703" y="1"/>
                  </a:moveTo>
                  <a:cubicBezTo>
                    <a:pt x="24696" y="1"/>
                    <a:pt x="23692" y="254"/>
                    <a:pt x="22717" y="537"/>
                  </a:cubicBezTo>
                  <a:cubicBezTo>
                    <a:pt x="20248" y="1305"/>
                    <a:pt x="17880" y="2406"/>
                    <a:pt x="15545" y="3573"/>
                  </a:cubicBezTo>
                  <a:cubicBezTo>
                    <a:pt x="11008" y="5941"/>
                    <a:pt x="6638" y="8643"/>
                    <a:pt x="2502" y="11679"/>
                  </a:cubicBezTo>
                  <a:cubicBezTo>
                    <a:pt x="1168" y="12646"/>
                    <a:pt x="0" y="13413"/>
                    <a:pt x="167" y="15248"/>
                  </a:cubicBezTo>
                  <a:cubicBezTo>
                    <a:pt x="301" y="17183"/>
                    <a:pt x="1968" y="18951"/>
                    <a:pt x="3436" y="20418"/>
                  </a:cubicBezTo>
                  <a:cubicBezTo>
                    <a:pt x="3570" y="20018"/>
                    <a:pt x="3970" y="19685"/>
                    <a:pt x="4403" y="19685"/>
                  </a:cubicBezTo>
                  <a:cubicBezTo>
                    <a:pt x="4937" y="19685"/>
                    <a:pt x="5371" y="20152"/>
                    <a:pt x="5404" y="20685"/>
                  </a:cubicBezTo>
                  <a:cubicBezTo>
                    <a:pt x="5404" y="21152"/>
                    <a:pt x="5071" y="21519"/>
                    <a:pt x="4637" y="21653"/>
                  </a:cubicBezTo>
                  <a:cubicBezTo>
                    <a:pt x="5037" y="22053"/>
                    <a:pt x="5404" y="22453"/>
                    <a:pt x="5804" y="22853"/>
                  </a:cubicBezTo>
                  <a:cubicBezTo>
                    <a:pt x="6005" y="22587"/>
                    <a:pt x="6271" y="22386"/>
                    <a:pt x="6605" y="22320"/>
                  </a:cubicBezTo>
                  <a:cubicBezTo>
                    <a:pt x="6605" y="22320"/>
                    <a:pt x="6638" y="22286"/>
                    <a:pt x="6672" y="22286"/>
                  </a:cubicBezTo>
                  <a:cubicBezTo>
                    <a:pt x="6784" y="22262"/>
                    <a:pt x="6902" y="22250"/>
                    <a:pt x="7021" y="22250"/>
                  </a:cubicBezTo>
                  <a:cubicBezTo>
                    <a:pt x="7398" y="22250"/>
                    <a:pt x="7786" y="22375"/>
                    <a:pt x="8039" y="22653"/>
                  </a:cubicBezTo>
                  <a:cubicBezTo>
                    <a:pt x="8039" y="22687"/>
                    <a:pt x="8073" y="22687"/>
                    <a:pt x="8073" y="22720"/>
                  </a:cubicBezTo>
                  <a:cubicBezTo>
                    <a:pt x="8606" y="23287"/>
                    <a:pt x="8673" y="24121"/>
                    <a:pt x="8206" y="24721"/>
                  </a:cubicBezTo>
                  <a:cubicBezTo>
                    <a:pt x="8106" y="24855"/>
                    <a:pt x="8006" y="24922"/>
                    <a:pt x="7906" y="25022"/>
                  </a:cubicBezTo>
                  <a:cubicBezTo>
                    <a:pt x="8273" y="25355"/>
                    <a:pt x="8606" y="25689"/>
                    <a:pt x="8973" y="26056"/>
                  </a:cubicBezTo>
                  <a:cubicBezTo>
                    <a:pt x="9140" y="25956"/>
                    <a:pt x="9340" y="25922"/>
                    <a:pt x="9507" y="25922"/>
                  </a:cubicBezTo>
                  <a:cubicBezTo>
                    <a:pt x="10241" y="25922"/>
                    <a:pt x="10808" y="26489"/>
                    <a:pt x="10808" y="27190"/>
                  </a:cubicBezTo>
                  <a:cubicBezTo>
                    <a:pt x="10841" y="27357"/>
                    <a:pt x="10808" y="27523"/>
                    <a:pt x="10741" y="27657"/>
                  </a:cubicBezTo>
                  <a:cubicBezTo>
                    <a:pt x="11142" y="28024"/>
                    <a:pt x="11542" y="28357"/>
                    <a:pt x="11976" y="28691"/>
                  </a:cubicBezTo>
                  <a:cubicBezTo>
                    <a:pt x="13043" y="29558"/>
                    <a:pt x="13977" y="30592"/>
                    <a:pt x="14911" y="31593"/>
                  </a:cubicBezTo>
                  <a:cubicBezTo>
                    <a:pt x="14844" y="30993"/>
                    <a:pt x="15178" y="30359"/>
                    <a:pt x="15945" y="30359"/>
                  </a:cubicBezTo>
                  <a:cubicBezTo>
                    <a:pt x="17313" y="30359"/>
                    <a:pt x="17279" y="32494"/>
                    <a:pt x="15945" y="32494"/>
                  </a:cubicBezTo>
                  <a:cubicBezTo>
                    <a:pt x="15878" y="32494"/>
                    <a:pt x="15812" y="32460"/>
                    <a:pt x="15778" y="32460"/>
                  </a:cubicBezTo>
                  <a:cubicBezTo>
                    <a:pt x="16345" y="33027"/>
                    <a:pt x="16912" y="33594"/>
                    <a:pt x="17580" y="34128"/>
                  </a:cubicBezTo>
                  <a:cubicBezTo>
                    <a:pt x="19614" y="35729"/>
                    <a:pt x="21883" y="37831"/>
                    <a:pt x="24585" y="37998"/>
                  </a:cubicBezTo>
                  <a:cubicBezTo>
                    <a:pt x="24664" y="38001"/>
                    <a:pt x="24741" y="38002"/>
                    <a:pt x="24817" y="38002"/>
                  </a:cubicBezTo>
                  <a:cubicBezTo>
                    <a:pt x="26320" y="38002"/>
                    <a:pt x="27314" y="37387"/>
                    <a:pt x="28521" y="36530"/>
                  </a:cubicBezTo>
                  <a:cubicBezTo>
                    <a:pt x="29121" y="36063"/>
                    <a:pt x="29755" y="35629"/>
                    <a:pt x="30322" y="35162"/>
                  </a:cubicBezTo>
                  <a:cubicBezTo>
                    <a:pt x="28321" y="34495"/>
                    <a:pt x="28554" y="30993"/>
                    <a:pt x="31056" y="30993"/>
                  </a:cubicBezTo>
                  <a:cubicBezTo>
                    <a:pt x="32323" y="30993"/>
                    <a:pt x="33024" y="31927"/>
                    <a:pt x="33091" y="32927"/>
                  </a:cubicBezTo>
                  <a:cubicBezTo>
                    <a:pt x="35492" y="30859"/>
                    <a:pt x="37761" y="28658"/>
                    <a:pt x="39895" y="26289"/>
                  </a:cubicBezTo>
                  <a:cubicBezTo>
                    <a:pt x="39095" y="26156"/>
                    <a:pt x="38528" y="25489"/>
                    <a:pt x="38494" y="24688"/>
                  </a:cubicBezTo>
                  <a:cubicBezTo>
                    <a:pt x="38461" y="23787"/>
                    <a:pt x="39295" y="23020"/>
                    <a:pt x="40162" y="23020"/>
                  </a:cubicBezTo>
                  <a:cubicBezTo>
                    <a:pt x="40896" y="23020"/>
                    <a:pt x="41497" y="23521"/>
                    <a:pt x="41697" y="24188"/>
                  </a:cubicBezTo>
                  <a:cubicBezTo>
                    <a:pt x="43965" y="21486"/>
                    <a:pt x="46167" y="18884"/>
                    <a:pt x="47768" y="15782"/>
                  </a:cubicBezTo>
                  <a:lnTo>
                    <a:pt x="47768" y="15782"/>
                  </a:lnTo>
                  <a:cubicBezTo>
                    <a:pt x="47705" y="15793"/>
                    <a:pt x="47641" y="15799"/>
                    <a:pt x="47577" y="15799"/>
                  </a:cubicBezTo>
                  <a:cubicBezTo>
                    <a:pt x="47267" y="15799"/>
                    <a:pt x="46955" y="15669"/>
                    <a:pt x="46734" y="15448"/>
                  </a:cubicBezTo>
                  <a:cubicBezTo>
                    <a:pt x="46200" y="14914"/>
                    <a:pt x="46300" y="13914"/>
                    <a:pt x="46967" y="13513"/>
                  </a:cubicBezTo>
                  <a:cubicBezTo>
                    <a:pt x="47001" y="13513"/>
                    <a:pt x="47034" y="13513"/>
                    <a:pt x="47067" y="13480"/>
                  </a:cubicBezTo>
                  <a:cubicBezTo>
                    <a:pt x="47246" y="13378"/>
                    <a:pt x="47440" y="13329"/>
                    <a:pt x="47634" y="13329"/>
                  </a:cubicBezTo>
                  <a:cubicBezTo>
                    <a:pt x="47945" y="13329"/>
                    <a:pt x="48255" y="13454"/>
                    <a:pt x="48502" y="13680"/>
                  </a:cubicBezTo>
                  <a:cubicBezTo>
                    <a:pt x="48602" y="13747"/>
                    <a:pt x="48668" y="13847"/>
                    <a:pt x="48735" y="13947"/>
                  </a:cubicBezTo>
                  <a:cubicBezTo>
                    <a:pt x="49302" y="12880"/>
                    <a:pt x="49836" y="11879"/>
                    <a:pt x="48935" y="10678"/>
                  </a:cubicBezTo>
                  <a:cubicBezTo>
                    <a:pt x="48268" y="9811"/>
                    <a:pt x="47267" y="9277"/>
                    <a:pt x="46300" y="8777"/>
                  </a:cubicBezTo>
                  <a:cubicBezTo>
                    <a:pt x="40763" y="5841"/>
                    <a:pt x="35225" y="2939"/>
                    <a:pt x="29355" y="804"/>
                  </a:cubicBezTo>
                  <a:cubicBezTo>
                    <a:pt x="28254" y="404"/>
                    <a:pt x="27086" y="37"/>
                    <a:pt x="25885" y="4"/>
                  </a:cubicBezTo>
                  <a:cubicBezTo>
                    <a:pt x="25825" y="2"/>
                    <a:pt x="25764" y="1"/>
                    <a:pt x="2570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6" name="Google Shape;446;p31"/>
          <p:cNvGrpSpPr/>
          <p:nvPr/>
        </p:nvGrpSpPr>
        <p:grpSpPr>
          <a:xfrm>
            <a:off x="3673838" y="-224625"/>
            <a:ext cx="1373500" cy="922925"/>
            <a:chOff x="2302238" y="842175"/>
            <a:chExt cx="1373500" cy="922925"/>
          </a:xfrm>
        </p:grpSpPr>
        <p:sp>
          <p:nvSpPr>
            <p:cNvPr id="447" name="Google Shape;447;p31"/>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31"/>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31"/>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31"/>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31"/>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31"/>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31"/>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31"/>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31"/>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31"/>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31"/>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31"/>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31"/>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31"/>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31"/>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31"/>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31"/>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31"/>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31"/>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31"/>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31"/>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31"/>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31"/>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31"/>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31"/>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31"/>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31"/>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31"/>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31"/>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31"/>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31"/>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31"/>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31"/>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31"/>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31"/>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31"/>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31"/>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31"/>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31"/>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31"/>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31"/>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31"/>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9" name="Google Shape;489;p31"/>
          <p:cNvGrpSpPr/>
          <p:nvPr/>
        </p:nvGrpSpPr>
        <p:grpSpPr>
          <a:xfrm>
            <a:off x="8106742" y="56442"/>
            <a:ext cx="1237147" cy="837822"/>
            <a:chOff x="7954342" y="56442"/>
            <a:chExt cx="1237147" cy="837822"/>
          </a:xfrm>
        </p:grpSpPr>
        <p:sp>
          <p:nvSpPr>
            <p:cNvPr id="490" name="Google Shape;490;p31"/>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31"/>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31"/>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31"/>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31"/>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31"/>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31"/>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31"/>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31"/>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9" name="Google Shape;499;p31"/>
          <p:cNvSpPr/>
          <p:nvPr/>
        </p:nvSpPr>
        <p:spPr>
          <a:xfrm rot="1194028">
            <a:off x="5913375" y="-39246"/>
            <a:ext cx="3891776" cy="1869013"/>
          </a:xfrm>
          <a:custGeom>
            <a:rect b="b" l="l" r="r" t="t"/>
            <a:pathLst>
              <a:path extrusionOk="0" h="59302" w="122234">
                <a:moveTo>
                  <a:pt x="0" y="0"/>
                </a:moveTo>
                <a:cubicBezTo>
                  <a:pt x="2219" y="3631"/>
                  <a:pt x="2823" y="20305"/>
                  <a:pt x="13312" y="21784"/>
                </a:cubicBezTo>
                <a:cubicBezTo>
                  <a:pt x="23801" y="23263"/>
                  <a:pt x="44778" y="2622"/>
                  <a:pt x="62932" y="8875"/>
                </a:cubicBezTo>
                <a:cubicBezTo>
                  <a:pt x="81086" y="15128"/>
                  <a:pt x="112350" y="50898"/>
                  <a:pt x="122234" y="59302"/>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9">
    <p:spTree>
      <p:nvGrpSpPr>
        <p:cNvPr id="500" name="Shape 500"/>
        <p:cNvGrpSpPr/>
        <p:nvPr/>
      </p:nvGrpSpPr>
      <p:grpSpPr>
        <a:xfrm>
          <a:off x="0" y="0"/>
          <a:ext cx="0" cy="0"/>
          <a:chOff x="0" y="0"/>
          <a:chExt cx="0" cy="0"/>
        </a:xfrm>
      </p:grpSpPr>
      <p:sp>
        <p:nvSpPr>
          <p:cNvPr id="501" name="Google Shape;501;p32"/>
          <p:cNvSpPr txBox="1"/>
          <p:nvPr>
            <p:ph type="title"/>
          </p:nvPr>
        </p:nvSpPr>
        <p:spPr>
          <a:xfrm>
            <a:off x="713225" y="548640"/>
            <a:ext cx="7717500" cy="2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atin typeface="Comfortaa Medium"/>
                <a:ea typeface="Comfortaa Medium"/>
                <a:cs typeface="Comfortaa Medium"/>
                <a:sym typeface="Comfortaa Medium"/>
              </a:defRPr>
            </a:lvl2pPr>
            <a:lvl3pPr lvl="2" algn="ctr">
              <a:lnSpc>
                <a:spcPct val="100000"/>
              </a:lnSpc>
              <a:spcBef>
                <a:spcPts val="0"/>
              </a:spcBef>
              <a:spcAft>
                <a:spcPts val="0"/>
              </a:spcAft>
              <a:buSzPts val="2800"/>
              <a:buNone/>
              <a:defRPr>
                <a:latin typeface="Comfortaa Medium"/>
                <a:ea typeface="Comfortaa Medium"/>
                <a:cs typeface="Comfortaa Medium"/>
                <a:sym typeface="Comfortaa Medium"/>
              </a:defRPr>
            </a:lvl3pPr>
            <a:lvl4pPr lvl="3" algn="ctr">
              <a:lnSpc>
                <a:spcPct val="100000"/>
              </a:lnSpc>
              <a:spcBef>
                <a:spcPts val="0"/>
              </a:spcBef>
              <a:spcAft>
                <a:spcPts val="0"/>
              </a:spcAft>
              <a:buSzPts val="2800"/>
              <a:buNone/>
              <a:defRPr>
                <a:latin typeface="Comfortaa Medium"/>
                <a:ea typeface="Comfortaa Medium"/>
                <a:cs typeface="Comfortaa Medium"/>
                <a:sym typeface="Comfortaa Medium"/>
              </a:defRPr>
            </a:lvl4pPr>
            <a:lvl5pPr lvl="4" algn="ctr">
              <a:lnSpc>
                <a:spcPct val="100000"/>
              </a:lnSpc>
              <a:spcBef>
                <a:spcPts val="0"/>
              </a:spcBef>
              <a:spcAft>
                <a:spcPts val="0"/>
              </a:spcAft>
              <a:buSzPts val="2800"/>
              <a:buNone/>
              <a:defRPr>
                <a:latin typeface="Comfortaa Medium"/>
                <a:ea typeface="Comfortaa Medium"/>
                <a:cs typeface="Comfortaa Medium"/>
                <a:sym typeface="Comfortaa Medium"/>
              </a:defRPr>
            </a:lvl5pPr>
            <a:lvl6pPr lvl="5" algn="ctr">
              <a:lnSpc>
                <a:spcPct val="100000"/>
              </a:lnSpc>
              <a:spcBef>
                <a:spcPts val="0"/>
              </a:spcBef>
              <a:spcAft>
                <a:spcPts val="0"/>
              </a:spcAft>
              <a:buSzPts val="2800"/>
              <a:buNone/>
              <a:defRPr>
                <a:latin typeface="Comfortaa Medium"/>
                <a:ea typeface="Comfortaa Medium"/>
                <a:cs typeface="Comfortaa Medium"/>
                <a:sym typeface="Comfortaa Medium"/>
              </a:defRPr>
            </a:lvl6pPr>
            <a:lvl7pPr lvl="6" algn="ctr">
              <a:lnSpc>
                <a:spcPct val="100000"/>
              </a:lnSpc>
              <a:spcBef>
                <a:spcPts val="0"/>
              </a:spcBef>
              <a:spcAft>
                <a:spcPts val="0"/>
              </a:spcAft>
              <a:buSzPts val="2800"/>
              <a:buNone/>
              <a:defRPr>
                <a:latin typeface="Comfortaa Medium"/>
                <a:ea typeface="Comfortaa Medium"/>
                <a:cs typeface="Comfortaa Medium"/>
                <a:sym typeface="Comfortaa Medium"/>
              </a:defRPr>
            </a:lvl7pPr>
            <a:lvl8pPr lvl="7" algn="ctr">
              <a:lnSpc>
                <a:spcPct val="100000"/>
              </a:lnSpc>
              <a:spcBef>
                <a:spcPts val="0"/>
              </a:spcBef>
              <a:spcAft>
                <a:spcPts val="0"/>
              </a:spcAft>
              <a:buSzPts val="2800"/>
              <a:buNone/>
              <a:defRPr>
                <a:latin typeface="Comfortaa Medium"/>
                <a:ea typeface="Comfortaa Medium"/>
                <a:cs typeface="Comfortaa Medium"/>
                <a:sym typeface="Comfortaa Medium"/>
              </a:defRPr>
            </a:lvl8pPr>
            <a:lvl9pPr lvl="8" algn="ctr">
              <a:lnSpc>
                <a:spcPct val="100000"/>
              </a:lnSpc>
              <a:spcBef>
                <a:spcPts val="0"/>
              </a:spcBef>
              <a:spcAft>
                <a:spcPts val="0"/>
              </a:spcAft>
              <a:buSzPts val="2800"/>
              <a:buNone/>
              <a:defRPr>
                <a:latin typeface="Comfortaa Medium"/>
                <a:ea typeface="Comfortaa Medium"/>
                <a:cs typeface="Comfortaa Medium"/>
                <a:sym typeface="Comfortaa Medium"/>
              </a:defRPr>
            </a:lvl9pPr>
          </a:lstStyle>
          <a:p/>
        </p:txBody>
      </p:sp>
      <p:grpSp>
        <p:nvGrpSpPr>
          <p:cNvPr id="502" name="Google Shape;502;p32"/>
          <p:cNvGrpSpPr/>
          <p:nvPr/>
        </p:nvGrpSpPr>
        <p:grpSpPr>
          <a:xfrm>
            <a:off x="8102150" y="4406038"/>
            <a:ext cx="1697075" cy="1035325"/>
            <a:chOff x="1894025" y="3393550"/>
            <a:chExt cx="1697075" cy="1035325"/>
          </a:xfrm>
        </p:grpSpPr>
        <p:sp>
          <p:nvSpPr>
            <p:cNvPr id="503" name="Google Shape;503;p32"/>
            <p:cNvSpPr/>
            <p:nvPr/>
          </p:nvSpPr>
          <p:spPr>
            <a:xfrm>
              <a:off x="1894025" y="3393550"/>
              <a:ext cx="1697075" cy="1035325"/>
            </a:xfrm>
            <a:custGeom>
              <a:rect b="b" l="l" r="r" t="t"/>
              <a:pathLst>
                <a:path extrusionOk="0" h="41413" w="67883">
                  <a:moveTo>
                    <a:pt x="34981" y="1"/>
                  </a:moveTo>
                  <a:cubicBezTo>
                    <a:pt x="33264" y="1"/>
                    <a:pt x="31592" y="379"/>
                    <a:pt x="29655" y="1074"/>
                  </a:cubicBezTo>
                  <a:cubicBezTo>
                    <a:pt x="25952" y="2375"/>
                    <a:pt x="22617" y="4510"/>
                    <a:pt x="19381" y="6678"/>
                  </a:cubicBezTo>
                  <a:cubicBezTo>
                    <a:pt x="14344" y="10114"/>
                    <a:pt x="9074" y="13216"/>
                    <a:pt x="4203" y="16919"/>
                  </a:cubicBezTo>
                  <a:cubicBezTo>
                    <a:pt x="3136" y="17719"/>
                    <a:pt x="2102" y="18553"/>
                    <a:pt x="1335" y="19654"/>
                  </a:cubicBezTo>
                  <a:cubicBezTo>
                    <a:pt x="0" y="21656"/>
                    <a:pt x="401" y="25325"/>
                    <a:pt x="2669" y="26593"/>
                  </a:cubicBezTo>
                  <a:cubicBezTo>
                    <a:pt x="3436" y="27026"/>
                    <a:pt x="4337" y="27126"/>
                    <a:pt x="5171" y="27293"/>
                  </a:cubicBezTo>
                  <a:cubicBezTo>
                    <a:pt x="6905" y="27693"/>
                    <a:pt x="8507" y="28461"/>
                    <a:pt x="10108" y="29194"/>
                  </a:cubicBezTo>
                  <a:cubicBezTo>
                    <a:pt x="17179" y="32530"/>
                    <a:pt x="24218" y="35832"/>
                    <a:pt x="31289" y="39168"/>
                  </a:cubicBezTo>
                  <a:cubicBezTo>
                    <a:pt x="33295" y="40123"/>
                    <a:pt x="35422" y="41412"/>
                    <a:pt x="37699" y="41412"/>
                  </a:cubicBezTo>
                  <a:cubicBezTo>
                    <a:pt x="37808" y="41412"/>
                    <a:pt x="37918" y="41409"/>
                    <a:pt x="38028" y="41403"/>
                  </a:cubicBezTo>
                  <a:cubicBezTo>
                    <a:pt x="40863" y="41236"/>
                    <a:pt x="43298" y="39468"/>
                    <a:pt x="45299" y="37467"/>
                  </a:cubicBezTo>
                  <a:cubicBezTo>
                    <a:pt x="47101" y="35666"/>
                    <a:pt x="48669" y="33564"/>
                    <a:pt x="50770" y="32096"/>
                  </a:cubicBezTo>
                  <a:cubicBezTo>
                    <a:pt x="52972" y="30495"/>
                    <a:pt x="55473" y="29328"/>
                    <a:pt x="57608" y="27593"/>
                  </a:cubicBezTo>
                  <a:cubicBezTo>
                    <a:pt x="58976" y="26492"/>
                    <a:pt x="60243" y="25225"/>
                    <a:pt x="61711" y="24258"/>
                  </a:cubicBezTo>
                  <a:cubicBezTo>
                    <a:pt x="62979" y="23424"/>
                    <a:pt x="64380" y="22790"/>
                    <a:pt x="65547" y="21789"/>
                  </a:cubicBezTo>
                  <a:cubicBezTo>
                    <a:pt x="67482" y="20121"/>
                    <a:pt x="67882" y="16986"/>
                    <a:pt x="67515" y="14551"/>
                  </a:cubicBezTo>
                  <a:cubicBezTo>
                    <a:pt x="67449" y="14117"/>
                    <a:pt x="67215" y="13683"/>
                    <a:pt x="66848" y="13316"/>
                  </a:cubicBezTo>
                  <a:cubicBezTo>
                    <a:pt x="65514" y="11882"/>
                    <a:pt x="62612" y="10881"/>
                    <a:pt x="61311" y="10181"/>
                  </a:cubicBezTo>
                  <a:cubicBezTo>
                    <a:pt x="58642" y="8746"/>
                    <a:pt x="55907" y="7412"/>
                    <a:pt x="53172" y="6145"/>
                  </a:cubicBezTo>
                  <a:cubicBezTo>
                    <a:pt x="48635" y="4076"/>
                    <a:pt x="43965" y="2208"/>
                    <a:pt x="39195" y="707"/>
                  </a:cubicBezTo>
                  <a:cubicBezTo>
                    <a:pt x="37667" y="227"/>
                    <a:pt x="36310" y="1"/>
                    <a:pt x="3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32"/>
            <p:cNvSpPr/>
            <p:nvPr/>
          </p:nvSpPr>
          <p:spPr>
            <a:xfrm>
              <a:off x="1894025" y="3729775"/>
              <a:ext cx="1697075" cy="699100"/>
            </a:xfrm>
            <a:custGeom>
              <a:rect b="b" l="l" r="r" t="t"/>
              <a:pathLst>
                <a:path extrusionOk="0" h="27964" w="67883">
                  <a:moveTo>
                    <a:pt x="66948" y="1"/>
                  </a:moveTo>
                  <a:cubicBezTo>
                    <a:pt x="66781" y="534"/>
                    <a:pt x="66515" y="1035"/>
                    <a:pt x="66214" y="1502"/>
                  </a:cubicBezTo>
                  <a:cubicBezTo>
                    <a:pt x="65547" y="2636"/>
                    <a:pt x="64847" y="3737"/>
                    <a:pt x="63946" y="4704"/>
                  </a:cubicBezTo>
                  <a:cubicBezTo>
                    <a:pt x="62979" y="5705"/>
                    <a:pt x="61811" y="6505"/>
                    <a:pt x="60644" y="7273"/>
                  </a:cubicBezTo>
                  <a:cubicBezTo>
                    <a:pt x="56874" y="9875"/>
                    <a:pt x="53105" y="12443"/>
                    <a:pt x="49369" y="15012"/>
                  </a:cubicBezTo>
                  <a:cubicBezTo>
                    <a:pt x="48268" y="15745"/>
                    <a:pt x="47167" y="16513"/>
                    <a:pt x="46233" y="17413"/>
                  </a:cubicBezTo>
                  <a:cubicBezTo>
                    <a:pt x="44999" y="18647"/>
                    <a:pt x="44032" y="20182"/>
                    <a:pt x="42564" y="21116"/>
                  </a:cubicBezTo>
                  <a:cubicBezTo>
                    <a:pt x="41326" y="21912"/>
                    <a:pt x="39911" y="22206"/>
                    <a:pt x="38442" y="22206"/>
                  </a:cubicBezTo>
                  <a:cubicBezTo>
                    <a:pt x="36587" y="22206"/>
                    <a:pt x="34644" y="21737"/>
                    <a:pt x="32857" y="21216"/>
                  </a:cubicBezTo>
                  <a:cubicBezTo>
                    <a:pt x="31023" y="20682"/>
                    <a:pt x="28921" y="20282"/>
                    <a:pt x="27153" y="19515"/>
                  </a:cubicBezTo>
                  <a:cubicBezTo>
                    <a:pt x="25419" y="18714"/>
                    <a:pt x="23884" y="17580"/>
                    <a:pt x="22050" y="16846"/>
                  </a:cubicBezTo>
                  <a:lnTo>
                    <a:pt x="12042" y="12943"/>
                  </a:lnTo>
                  <a:cubicBezTo>
                    <a:pt x="11375" y="12677"/>
                    <a:pt x="10675" y="12410"/>
                    <a:pt x="9974" y="12143"/>
                  </a:cubicBezTo>
                  <a:cubicBezTo>
                    <a:pt x="7939" y="11342"/>
                    <a:pt x="5738" y="10442"/>
                    <a:pt x="4537" y="8607"/>
                  </a:cubicBezTo>
                  <a:cubicBezTo>
                    <a:pt x="4103" y="7940"/>
                    <a:pt x="3803" y="7206"/>
                    <a:pt x="3336" y="6572"/>
                  </a:cubicBezTo>
                  <a:cubicBezTo>
                    <a:pt x="3003" y="6072"/>
                    <a:pt x="2536" y="5605"/>
                    <a:pt x="1969" y="5405"/>
                  </a:cubicBezTo>
                  <a:cubicBezTo>
                    <a:pt x="1735" y="5671"/>
                    <a:pt x="1535" y="5905"/>
                    <a:pt x="1368" y="6172"/>
                  </a:cubicBezTo>
                  <a:cubicBezTo>
                    <a:pt x="0" y="8173"/>
                    <a:pt x="401" y="11876"/>
                    <a:pt x="2669" y="13144"/>
                  </a:cubicBezTo>
                  <a:cubicBezTo>
                    <a:pt x="3436" y="13577"/>
                    <a:pt x="4337" y="13677"/>
                    <a:pt x="5171" y="13844"/>
                  </a:cubicBezTo>
                  <a:cubicBezTo>
                    <a:pt x="6905" y="14244"/>
                    <a:pt x="8540" y="14978"/>
                    <a:pt x="10141" y="15745"/>
                  </a:cubicBezTo>
                  <a:cubicBezTo>
                    <a:pt x="17179" y="19048"/>
                    <a:pt x="24251" y="22383"/>
                    <a:pt x="31289" y="25719"/>
                  </a:cubicBezTo>
                  <a:cubicBezTo>
                    <a:pt x="33327" y="26674"/>
                    <a:pt x="35425" y="27963"/>
                    <a:pt x="37728" y="27963"/>
                  </a:cubicBezTo>
                  <a:cubicBezTo>
                    <a:pt x="37839" y="27963"/>
                    <a:pt x="37950" y="27960"/>
                    <a:pt x="38061" y="27954"/>
                  </a:cubicBezTo>
                  <a:cubicBezTo>
                    <a:pt x="40863" y="27787"/>
                    <a:pt x="43298" y="25986"/>
                    <a:pt x="45299" y="24018"/>
                  </a:cubicBezTo>
                  <a:cubicBezTo>
                    <a:pt x="47101" y="22217"/>
                    <a:pt x="48669" y="20115"/>
                    <a:pt x="50770" y="18614"/>
                  </a:cubicBezTo>
                  <a:cubicBezTo>
                    <a:pt x="53005" y="17046"/>
                    <a:pt x="55473" y="15879"/>
                    <a:pt x="57608" y="14144"/>
                  </a:cubicBezTo>
                  <a:cubicBezTo>
                    <a:pt x="58976" y="13043"/>
                    <a:pt x="60243" y="11776"/>
                    <a:pt x="61711" y="10809"/>
                  </a:cubicBezTo>
                  <a:cubicBezTo>
                    <a:pt x="62979" y="9975"/>
                    <a:pt x="64380" y="9341"/>
                    <a:pt x="65547" y="8340"/>
                  </a:cubicBezTo>
                  <a:cubicBezTo>
                    <a:pt x="67482" y="6672"/>
                    <a:pt x="67882" y="3537"/>
                    <a:pt x="67515" y="1102"/>
                  </a:cubicBezTo>
                  <a:cubicBezTo>
                    <a:pt x="67449" y="701"/>
                    <a:pt x="67248" y="334"/>
                    <a:pt x="669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32"/>
            <p:cNvSpPr/>
            <p:nvPr/>
          </p:nvSpPr>
          <p:spPr>
            <a:xfrm>
              <a:off x="3018150" y="3834850"/>
              <a:ext cx="564600" cy="498725"/>
            </a:xfrm>
            <a:custGeom>
              <a:rect b="b" l="l" r="r" t="t"/>
              <a:pathLst>
                <a:path extrusionOk="0" h="19949" w="22584">
                  <a:moveTo>
                    <a:pt x="22584" y="1"/>
                  </a:moveTo>
                  <a:cubicBezTo>
                    <a:pt x="19982" y="1935"/>
                    <a:pt x="17547" y="4104"/>
                    <a:pt x="15412" y="6539"/>
                  </a:cubicBezTo>
                  <a:cubicBezTo>
                    <a:pt x="15070" y="6907"/>
                    <a:pt x="14623" y="7297"/>
                    <a:pt x="14188" y="7297"/>
                  </a:cubicBezTo>
                  <a:cubicBezTo>
                    <a:pt x="14072" y="7297"/>
                    <a:pt x="13957" y="7269"/>
                    <a:pt x="13844" y="7206"/>
                  </a:cubicBezTo>
                  <a:cubicBezTo>
                    <a:pt x="13410" y="6939"/>
                    <a:pt x="13377" y="6339"/>
                    <a:pt x="13144" y="5938"/>
                  </a:cubicBezTo>
                  <a:cubicBezTo>
                    <a:pt x="12943" y="5638"/>
                    <a:pt x="12643" y="5471"/>
                    <a:pt x="12310" y="5405"/>
                  </a:cubicBezTo>
                  <a:cubicBezTo>
                    <a:pt x="11943" y="5672"/>
                    <a:pt x="11576" y="5905"/>
                    <a:pt x="11209" y="6172"/>
                  </a:cubicBezTo>
                  <a:cubicBezTo>
                    <a:pt x="11109" y="7273"/>
                    <a:pt x="11509" y="8474"/>
                    <a:pt x="11109" y="9541"/>
                  </a:cubicBezTo>
                  <a:cubicBezTo>
                    <a:pt x="10709" y="10542"/>
                    <a:pt x="9708" y="11142"/>
                    <a:pt x="8807" y="11642"/>
                  </a:cubicBezTo>
                  <a:cubicBezTo>
                    <a:pt x="7540" y="12376"/>
                    <a:pt x="6239" y="13110"/>
                    <a:pt x="4971" y="13811"/>
                  </a:cubicBezTo>
                  <a:cubicBezTo>
                    <a:pt x="4537" y="14059"/>
                    <a:pt x="4000" y="14294"/>
                    <a:pt x="3528" y="14294"/>
                  </a:cubicBezTo>
                  <a:cubicBezTo>
                    <a:pt x="3238" y="14294"/>
                    <a:pt x="2972" y="14206"/>
                    <a:pt x="2770" y="13977"/>
                  </a:cubicBezTo>
                  <a:cubicBezTo>
                    <a:pt x="2369" y="13510"/>
                    <a:pt x="2503" y="12843"/>
                    <a:pt x="2469" y="12210"/>
                  </a:cubicBezTo>
                  <a:lnTo>
                    <a:pt x="2469" y="12210"/>
                  </a:lnTo>
                  <a:cubicBezTo>
                    <a:pt x="2036" y="12543"/>
                    <a:pt x="1635" y="12877"/>
                    <a:pt x="1268" y="13244"/>
                  </a:cubicBezTo>
                  <a:cubicBezTo>
                    <a:pt x="835" y="13677"/>
                    <a:pt x="401" y="14178"/>
                    <a:pt x="1" y="14645"/>
                  </a:cubicBezTo>
                  <a:cubicBezTo>
                    <a:pt x="168" y="15512"/>
                    <a:pt x="301" y="16379"/>
                    <a:pt x="368" y="17280"/>
                  </a:cubicBezTo>
                  <a:cubicBezTo>
                    <a:pt x="435" y="18180"/>
                    <a:pt x="334" y="19081"/>
                    <a:pt x="234" y="19948"/>
                  </a:cubicBezTo>
                  <a:cubicBezTo>
                    <a:pt x="268" y="19915"/>
                    <a:pt x="301" y="19848"/>
                    <a:pt x="334" y="19815"/>
                  </a:cubicBezTo>
                  <a:cubicBezTo>
                    <a:pt x="2136" y="18014"/>
                    <a:pt x="3704" y="15912"/>
                    <a:pt x="5805" y="14444"/>
                  </a:cubicBezTo>
                  <a:cubicBezTo>
                    <a:pt x="8040" y="12843"/>
                    <a:pt x="10508" y="11676"/>
                    <a:pt x="12643" y="9975"/>
                  </a:cubicBezTo>
                  <a:cubicBezTo>
                    <a:pt x="14011" y="8840"/>
                    <a:pt x="15278" y="7606"/>
                    <a:pt x="16746" y="6606"/>
                  </a:cubicBezTo>
                  <a:cubicBezTo>
                    <a:pt x="18014" y="5772"/>
                    <a:pt x="19415" y="5138"/>
                    <a:pt x="20582" y="4137"/>
                  </a:cubicBezTo>
                  <a:cubicBezTo>
                    <a:pt x="20716" y="4037"/>
                    <a:pt x="20849" y="3904"/>
                    <a:pt x="20949" y="3770"/>
                  </a:cubicBezTo>
                  <a:cubicBezTo>
                    <a:pt x="20983" y="3737"/>
                    <a:pt x="21016" y="3670"/>
                    <a:pt x="21049" y="3637"/>
                  </a:cubicBezTo>
                  <a:cubicBezTo>
                    <a:pt x="21149" y="3537"/>
                    <a:pt x="21216" y="3437"/>
                    <a:pt x="21283" y="3337"/>
                  </a:cubicBezTo>
                  <a:cubicBezTo>
                    <a:pt x="21349" y="3303"/>
                    <a:pt x="21383" y="3270"/>
                    <a:pt x="21416" y="3203"/>
                  </a:cubicBezTo>
                  <a:cubicBezTo>
                    <a:pt x="21483" y="3103"/>
                    <a:pt x="21550" y="3003"/>
                    <a:pt x="21616" y="2903"/>
                  </a:cubicBezTo>
                  <a:cubicBezTo>
                    <a:pt x="21650" y="2836"/>
                    <a:pt x="21650" y="2803"/>
                    <a:pt x="21683" y="2736"/>
                  </a:cubicBezTo>
                  <a:cubicBezTo>
                    <a:pt x="21750" y="2603"/>
                    <a:pt x="21850" y="2469"/>
                    <a:pt x="21883" y="2336"/>
                  </a:cubicBezTo>
                  <a:cubicBezTo>
                    <a:pt x="21917" y="2336"/>
                    <a:pt x="21917" y="2302"/>
                    <a:pt x="21917" y="2269"/>
                  </a:cubicBezTo>
                  <a:cubicBezTo>
                    <a:pt x="22083" y="1935"/>
                    <a:pt x="22217" y="1569"/>
                    <a:pt x="22317" y="1168"/>
                  </a:cubicBezTo>
                  <a:cubicBezTo>
                    <a:pt x="22384" y="1001"/>
                    <a:pt x="22417" y="801"/>
                    <a:pt x="22450" y="601"/>
                  </a:cubicBezTo>
                  <a:cubicBezTo>
                    <a:pt x="22450" y="601"/>
                    <a:pt x="22450" y="601"/>
                    <a:pt x="22484" y="568"/>
                  </a:cubicBezTo>
                  <a:cubicBezTo>
                    <a:pt x="22517" y="368"/>
                    <a:pt x="22550" y="201"/>
                    <a:pt x="2258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32"/>
            <p:cNvSpPr/>
            <p:nvPr/>
          </p:nvSpPr>
          <p:spPr>
            <a:xfrm>
              <a:off x="1911525" y="3844025"/>
              <a:ext cx="833125" cy="511725"/>
            </a:xfrm>
            <a:custGeom>
              <a:rect b="b" l="l" r="r" t="t"/>
              <a:pathLst>
                <a:path extrusionOk="0" h="20469" w="33325">
                  <a:moveTo>
                    <a:pt x="2136" y="1"/>
                  </a:moveTo>
                  <a:cubicBezTo>
                    <a:pt x="1569" y="501"/>
                    <a:pt x="1068" y="1001"/>
                    <a:pt x="635" y="1635"/>
                  </a:cubicBezTo>
                  <a:cubicBezTo>
                    <a:pt x="335" y="2102"/>
                    <a:pt x="101" y="2669"/>
                    <a:pt x="1" y="3303"/>
                  </a:cubicBezTo>
                  <a:cubicBezTo>
                    <a:pt x="2336" y="4771"/>
                    <a:pt x="4204" y="6739"/>
                    <a:pt x="6839" y="7940"/>
                  </a:cubicBezTo>
                  <a:cubicBezTo>
                    <a:pt x="9641" y="9207"/>
                    <a:pt x="12610" y="10075"/>
                    <a:pt x="15412" y="11409"/>
                  </a:cubicBezTo>
                  <a:cubicBezTo>
                    <a:pt x="18414" y="12810"/>
                    <a:pt x="21183" y="14678"/>
                    <a:pt x="24252" y="15912"/>
                  </a:cubicBezTo>
                  <a:cubicBezTo>
                    <a:pt x="26153" y="16646"/>
                    <a:pt x="28321" y="17313"/>
                    <a:pt x="29188" y="19148"/>
                  </a:cubicBezTo>
                  <a:cubicBezTo>
                    <a:pt x="29389" y="19548"/>
                    <a:pt x="29522" y="20048"/>
                    <a:pt x="29922" y="20315"/>
                  </a:cubicBezTo>
                  <a:cubicBezTo>
                    <a:pt x="30074" y="20421"/>
                    <a:pt x="30243" y="20469"/>
                    <a:pt x="30421" y="20469"/>
                  </a:cubicBezTo>
                  <a:cubicBezTo>
                    <a:pt x="31029" y="20469"/>
                    <a:pt x="31749" y="19918"/>
                    <a:pt x="32291" y="19248"/>
                  </a:cubicBezTo>
                  <a:cubicBezTo>
                    <a:pt x="32924" y="18447"/>
                    <a:pt x="33325" y="17513"/>
                    <a:pt x="33058" y="17013"/>
                  </a:cubicBezTo>
                  <a:cubicBezTo>
                    <a:pt x="32958" y="16779"/>
                    <a:pt x="32791" y="16613"/>
                    <a:pt x="32591" y="16446"/>
                  </a:cubicBezTo>
                  <a:cubicBezTo>
                    <a:pt x="29922" y="14178"/>
                    <a:pt x="26420" y="13277"/>
                    <a:pt x="23151" y="12043"/>
                  </a:cubicBezTo>
                  <a:cubicBezTo>
                    <a:pt x="20149" y="10909"/>
                    <a:pt x="17247" y="9474"/>
                    <a:pt x="14378" y="8073"/>
                  </a:cubicBezTo>
                  <a:cubicBezTo>
                    <a:pt x="12944" y="7373"/>
                    <a:pt x="11476" y="6639"/>
                    <a:pt x="10041" y="5972"/>
                  </a:cubicBezTo>
                  <a:cubicBezTo>
                    <a:pt x="8874" y="5471"/>
                    <a:pt x="7440" y="5138"/>
                    <a:pt x="6439" y="4404"/>
                  </a:cubicBezTo>
                  <a:cubicBezTo>
                    <a:pt x="4938" y="3303"/>
                    <a:pt x="4004" y="1535"/>
                    <a:pt x="2569" y="334"/>
                  </a:cubicBezTo>
                  <a:cubicBezTo>
                    <a:pt x="2436" y="201"/>
                    <a:pt x="2303" y="101"/>
                    <a:pt x="213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32"/>
            <p:cNvSpPr/>
            <p:nvPr/>
          </p:nvSpPr>
          <p:spPr>
            <a:xfrm>
              <a:off x="1912375" y="3393550"/>
              <a:ext cx="1669550" cy="526400"/>
            </a:xfrm>
            <a:custGeom>
              <a:rect b="b" l="l" r="r" t="t"/>
              <a:pathLst>
                <a:path extrusionOk="0" h="21056" w="66782">
                  <a:moveTo>
                    <a:pt x="34247" y="1"/>
                  </a:moveTo>
                  <a:cubicBezTo>
                    <a:pt x="32530" y="1"/>
                    <a:pt x="30858" y="379"/>
                    <a:pt x="28921" y="1074"/>
                  </a:cubicBezTo>
                  <a:cubicBezTo>
                    <a:pt x="25218" y="2375"/>
                    <a:pt x="21883" y="4510"/>
                    <a:pt x="18647" y="6678"/>
                  </a:cubicBezTo>
                  <a:cubicBezTo>
                    <a:pt x="13610" y="10114"/>
                    <a:pt x="8340" y="13216"/>
                    <a:pt x="3469" y="16919"/>
                  </a:cubicBezTo>
                  <a:cubicBezTo>
                    <a:pt x="2402" y="17719"/>
                    <a:pt x="1368" y="18553"/>
                    <a:pt x="601" y="19654"/>
                  </a:cubicBezTo>
                  <a:cubicBezTo>
                    <a:pt x="334" y="20054"/>
                    <a:pt x="134" y="20522"/>
                    <a:pt x="0" y="21055"/>
                  </a:cubicBezTo>
                  <a:cubicBezTo>
                    <a:pt x="1301" y="19854"/>
                    <a:pt x="2669" y="18720"/>
                    <a:pt x="4103" y="17653"/>
                  </a:cubicBezTo>
                  <a:cubicBezTo>
                    <a:pt x="7839" y="14917"/>
                    <a:pt x="11909" y="12649"/>
                    <a:pt x="16045" y="10581"/>
                  </a:cubicBezTo>
                  <a:cubicBezTo>
                    <a:pt x="18413" y="9414"/>
                    <a:pt x="20782" y="8313"/>
                    <a:pt x="23184" y="7212"/>
                  </a:cubicBezTo>
                  <a:cubicBezTo>
                    <a:pt x="24470" y="6592"/>
                    <a:pt x="25931" y="5987"/>
                    <a:pt x="27315" y="5987"/>
                  </a:cubicBezTo>
                  <a:cubicBezTo>
                    <a:pt x="27941" y="5987"/>
                    <a:pt x="28550" y="6110"/>
                    <a:pt x="29121" y="6411"/>
                  </a:cubicBezTo>
                  <a:cubicBezTo>
                    <a:pt x="30022" y="6845"/>
                    <a:pt x="30689" y="7679"/>
                    <a:pt x="31523" y="8213"/>
                  </a:cubicBezTo>
                  <a:cubicBezTo>
                    <a:pt x="32154" y="8589"/>
                    <a:pt x="32882" y="8770"/>
                    <a:pt x="33611" y="8770"/>
                  </a:cubicBezTo>
                  <a:cubicBezTo>
                    <a:pt x="34695" y="8770"/>
                    <a:pt x="35782" y="8370"/>
                    <a:pt x="36560" y="7612"/>
                  </a:cubicBezTo>
                  <a:cubicBezTo>
                    <a:pt x="37060" y="7112"/>
                    <a:pt x="37427" y="6445"/>
                    <a:pt x="38061" y="6078"/>
                  </a:cubicBezTo>
                  <a:cubicBezTo>
                    <a:pt x="38595" y="5711"/>
                    <a:pt x="39295" y="5644"/>
                    <a:pt x="39962" y="5611"/>
                  </a:cubicBezTo>
                  <a:cubicBezTo>
                    <a:pt x="40346" y="5588"/>
                    <a:pt x="40729" y="5577"/>
                    <a:pt x="41109" y="5577"/>
                  </a:cubicBezTo>
                  <a:cubicBezTo>
                    <a:pt x="50134" y="5577"/>
                    <a:pt x="58043" y="11830"/>
                    <a:pt x="66781" y="14551"/>
                  </a:cubicBezTo>
                  <a:cubicBezTo>
                    <a:pt x="66715" y="14117"/>
                    <a:pt x="66448" y="13683"/>
                    <a:pt x="66114" y="13316"/>
                  </a:cubicBezTo>
                  <a:cubicBezTo>
                    <a:pt x="64780" y="11882"/>
                    <a:pt x="61878" y="10881"/>
                    <a:pt x="60577" y="10181"/>
                  </a:cubicBezTo>
                  <a:cubicBezTo>
                    <a:pt x="57908" y="8746"/>
                    <a:pt x="55173" y="7412"/>
                    <a:pt x="52438" y="6145"/>
                  </a:cubicBezTo>
                  <a:cubicBezTo>
                    <a:pt x="47901" y="4076"/>
                    <a:pt x="43231" y="2208"/>
                    <a:pt x="38461" y="707"/>
                  </a:cubicBezTo>
                  <a:cubicBezTo>
                    <a:pt x="36933" y="227"/>
                    <a:pt x="35576" y="1"/>
                    <a:pt x="3424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8" name="Google Shape;508;p32"/>
          <p:cNvGrpSpPr/>
          <p:nvPr/>
        </p:nvGrpSpPr>
        <p:grpSpPr>
          <a:xfrm rot="4613443">
            <a:off x="-569333" y="423055"/>
            <a:ext cx="1684482" cy="782693"/>
            <a:chOff x="1884850" y="3105525"/>
            <a:chExt cx="1684550" cy="782725"/>
          </a:xfrm>
        </p:grpSpPr>
        <p:sp>
          <p:nvSpPr>
            <p:cNvPr id="509" name="Google Shape;509;p32"/>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32"/>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32"/>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32"/>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32"/>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32"/>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32"/>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32"/>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32"/>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32"/>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32"/>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32"/>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32"/>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32"/>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32"/>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32"/>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32"/>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32"/>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7" name="Google Shape;527;p32"/>
          <p:cNvGrpSpPr/>
          <p:nvPr/>
        </p:nvGrpSpPr>
        <p:grpSpPr>
          <a:xfrm>
            <a:off x="1387763" y="4788738"/>
            <a:ext cx="1361850" cy="879500"/>
            <a:chOff x="538050" y="1430388"/>
            <a:chExt cx="1361850" cy="879500"/>
          </a:xfrm>
        </p:grpSpPr>
        <p:sp>
          <p:nvSpPr>
            <p:cNvPr id="528" name="Google Shape;528;p32"/>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32"/>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32"/>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32"/>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2" name="Google Shape;532;p32"/>
          <p:cNvGrpSpPr/>
          <p:nvPr/>
        </p:nvGrpSpPr>
        <p:grpSpPr>
          <a:xfrm rot="-7268142">
            <a:off x="8273558" y="650309"/>
            <a:ext cx="1237226" cy="837876"/>
            <a:chOff x="7954342" y="56442"/>
            <a:chExt cx="1237147" cy="837822"/>
          </a:xfrm>
        </p:grpSpPr>
        <p:sp>
          <p:nvSpPr>
            <p:cNvPr id="533" name="Google Shape;533;p32"/>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32"/>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32"/>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32"/>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32"/>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32"/>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32"/>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32"/>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32"/>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2" name="Google Shape;542;p32"/>
          <p:cNvGrpSpPr/>
          <p:nvPr/>
        </p:nvGrpSpPr>
        <p:grpSpPr>
          <a:xfrm rot="-2700000">
            <a:off x="-268883" y="4515598"/>
            <a:ext cx="1237310" cy="837932"/>
            <a:chOff x="7954342" y="56442"/>
            <a:chExt cx="1237147" cy="837822"/>
          </a:xfrm>
        </p:grpSpPr>
        <p:sp>
          <p:nvSpPr>
            <p:cNvPr id="543" name="Google Shape;543;p32"/>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32"/>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32"/>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32"/>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32"/>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32"/>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32"/>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32"/>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32"/>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52" name="Google Shape;552;p32"/>
          <p:cNvSpPr/>
          <p:nvPr/>
        </p:nvSpPr>
        <p:spPr>
          <a:xfrm flipH="1" rot="-8660381">
            <a:off x="-974779" y="2063595"/>
            <a:ext cx="1267220" cy="2042021"/>
          </a:xfrm>
          <a:custGeom>
            <a:rect b="b" l="l" r="r" t="t"/>
            <a:pathLst>
              <a:path extrusionOk="0" h="81679" w="30801">
                <a:moveTo>
                  <a:pt x="29746" y="6214"/>
                </a:moveTo>
                <a:cubicBezTo>
                  <a:pt x="27910" y="5663"/>
                  <a:pt x="18637" y="-4803"/>
                  <a:pt x="18729" y="2909"/>
                </a:cubicBezTo>
                <a:cubicBezTo>
                  <a:pt x="18821" y="10621"/>
                  <a:pt x="33419" y="39356"/>
                  <a:pt x="30297" y="52484"/>
                </a:cubicBezTo>
                <a:cubicBezTo>
                  <a:pt x="27176" y="65612"/>
                  <a:pt x="5050" y="76813"/>
                  <a:pt x="0" y="81679"/>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6_2">
    <p:spTree>
      <p:nvGrpSpPr>
        <p:cNvPr id="553" name="Shape 553"/>
        <p:cNvGrpSpPr/>
        <p:nvPr/>
      </p:nvGrpSpPr>
      <p:grpSpPr>
        <a:xfrm>
          <a:off x="0" y="0"/>
          <a:ext cx="0" cy="0"/>
          <a:chOff x="0" y="0"/>
          <a:chExt cx="0" cy="0"/>
        </a:xfrm>
      </p:grpSpPr>
      <p:sp>
        <p:nvSpPr>
          <p:cNvPr id="554" name="Google Shape;554;p33"/>
          <p:cNvSpPr txBox="1"/>
          <p:nvPr>
            <p:ph type="title"/>
          </p:nvPr>
        </p:nvSpPr>
        <p:spPr>
          <a:xfrm>
            <a:off x="1163100" y="548650"/>
            <a:ext cx="6817800" cy="29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1"/>
            </a:lvl1pPr>
            <a:lvl2pPr lvl="1" algn="ctr">
              <a:lnSpc>
                <a:spcPct val="100000"/>
              </a:lnSpc>
              <a:spcBef>
                <a:spcPts val="0"/>
              </a:spcBef>
              <a:spcAft>
                <a:spcPts val="0"/>
              </a:spcAft>
              <a:buClr>
                <a:schemeClr val="accent1"/>
              </a:buClr>
              <a:buSzPts val="2800"/>
              <a:buNone/>
              <a:defRPr>
                <a:solidFill>
                  <a:schemeClr val="accent1"/>
                </a:solidFill>
              </a:defRPr>
            </a:lvl2pPr>
            <a:lvl3pPr lvl="2" algn="ctr">
              <a:lnSpc>
                <a:spcPct val="100000"/>
              </a:lnSpc>
              <a:spcBef>
                <a:spcPts val="0"/>
              </a:spcBef>
              <a:spcAft>
                <a:spcPts val="0"/>
              </a:spcAft>
              <a:buClr>
                <a:schemeClr val="accent1"/>
              </a:buClr>
              <a:buSzPts val="2800"/>
              <a:buNone/>
              <a:defRPr>
                <a:solidFill>
                  <a:schemeClr val="accent1"/>
                </a:solidFill>
              </a:defRPr>
            </a:lvl3pPr>
            <a:lvl4pPr lvl="3" algn="ctr">
              <a:lnSpc>
                <a:spcPct val="100000"/>
              </a:lnSpc>
              <a:spcBef>
                <a:spcPts val="0"/>
              </a:spcBef>
              <a:spcAft>
                <a:spcPts val="0"/>
              </a:spcAft>
              <a:buClr>
                <a:schemeClr val="accent1"/>
              </a:buClr>
              <a:buSzPts val="2800"/>
              <a:buNone/>
              <a:defRPr>
                <a:solidFill>
                  <a:schemeClr val="accent1"/>
                </a:solidFill>
              </a:defRPr>
            </a:lvl4pPr>
            <a:lvl5pPr lvl="4" algn="ctr">
              <a:lnSpc>
                <a:spcPct val="100000"/>
              </a:lnSpc>
              <a:spcBef>
                <a:spcPts val="0"/>
              </a:spcBef>
              <a:spcAft>
                <a:spcPts val="0"/>
              </a:spcAft>
              <a:buClr>
                <a:schemeClr val="accent1"/>
              </a:buClr>
              <a:buSzPts val="2800"/>
              <a:buNone/>
              <a:defRPr>
                <a:solidFill>
                  <a:schemeClr val="accent1"/>
                </a:solidFill>
              </a:defRPr>
            </a:lvl5pPr>
            <a:lvl6pPr lvl="5" algn="ctr">
              <a:lnSpc>
                <a:spcPct val="100000"/>
              </a:lnSpc>
              <a:spcBef>
                <a:spcPts val="0"/>
              </a:spcBef>
              <a:spcAft>
                <a:spcPts val="0"/>
              </a:spcAft>
              <a:buClr>
                <a:schemeClr val="accent1"/>
              </a:buClr>
              <a:buSzPts val="2800"/>
              <a:buNone/>
              <a:defRPr>
                <a:solidFill>
                  <a:schemeClr val="accent1"/>
                </a:solidFill>
              </a:defRPr>
            </a:lvl6pPr>
            <a:lvl7pPr lvl="6" algn="ctr">
              <a:lnSpc>
                <a:spcPct val="100000"/>
              </a:lnSpc>
              <a:spcBef>
                <a:spcPts val="0"/>
              </a:spcBef>
              <a:spcAft>
                <a:spcPts val="0"/>
              </a:spcAft>
              <a:buClr>
                <a:schemeClr val="accent1"/>
              </a:buClr>
              <a:buSzPts val="2800"/>
              <a:buNone/>
              <a:defRPr>
                <a:solidFill>
                  <a:schemeClr val="accent1"/>
                </a:solidFill>
              </a:defRPr>
            </a:lvl7pPr>
            <a:lvl8pPr lvl="7" algn="ctr">
              <a:lnSpc>
                <a:spcPct val="100000"/>
              </a:lnSpc>
              <a:spcBef>
                <a:spcPts val="0"/>
              </a:spcBef>
              <a:spcAft>
                <a:spcPts val="0"/>
              </a:spcAft>
              <a:buClr>
                <a:schemeClr val="accent1"/>
              </a:buClr>
              <a:buSzPts val="2800"/>
              <a:buNone/>
              <a:defRPr>
                <a:solidFill>
                  <a:schemeClr val="accent1"/>
                </a:solidFill>
              </a:defRPr>
            </a:lvl8pPr>
            <a:lvl9pPr lvl="8" algn="ctr">
              <a:lnSpc>
                <a:spcPct val="100000"/>
              </a:lnSpc>
              <a:spcBef>
                <a:spcPts val="0"/>
              </a:spcBef>
              <a:spcAft>
                <a:spcPts val="0"/>
              </a:spcAft>
              <a:buClr>
                <a:schemeClr val="accent1"/>
              </a:buClr>
              <a:buSzPts val="2800"/>
              <a:buNone/>
              <a:defRPr>
                <a:solidFill>
                  <a:schemeClr val="accent1"/>
                </a:solidFill>
              </a:defRPr>
            </a:lvl9pPr>
          </a:lstStyle>
          <a:p/>
        </p:txBody>
      </p:sp>
      <p:sp>
        <p:nvSpPr>
          <p:cNvPr id="555" name="Google Shape;555;p33"/>
          <p:cNvSpPr txBox="1"/>
          <p:nvPr>
            <p:ph idx="1" type="body"/>
          </p:nvPr>
        </p:nvSpPr>
        <p:spPr>
          <a:xfrm>
            <a:off x="1314225" y="1781550"/>
            <a:ext cx="3122100" cy="2567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3"/>
              </a:buClr>
              <a:buSzPts val="1200"/>
              <a:buFont typeface="Dosis"/>
              <a:buChar char="●"/>
              <a:defRPr sz="1100"/>
            </a:lvl1pPr>
            <a:lvl2pPr indent="-304800" lvl="1" marL="914400" algn="l">
              <a:lnSpc>
                <a:spcPct val="100000"/>
              </a:lnSpc>
              <a:spcBef>
                <a:spcPts val="0"/>
              </a:spcBef>
              <a:spcAft>
                <a:spcPts val="0"/>
              </a:spcAft>
              <a:buClr>
                <a:srgbClr val="434343"/>
              </a:buClr>
              <a:buSzPts val="1200"/>
              <a:buFont typeface="Roboto Condensed Light"/>
              <a:buChar char="○"/>
              <a:defRPr/>
            </a:lvl2pPr>
            <a:lvl3pPr indent="-304800" lvl="2" marL="1371600" algn="l">
              <a:lnSpc>
                <a:spcPct val="100000"/>
              </a:lnSpc>
              <a:spcBef>
                <a:spcPts val="0"/>
              </a:spcBef>
              <a:spcAft>
                <a:spcPts val="0"/>
              </a:spcAft>
              <a:buClr>
                <a:srgbClr val="434343"/>
              </a:buClr>
              <a:buSzPts val="1200"/>
              <a:buFont typeface="Roboto Condensed Light"/>
              <a:buChar char="■"/>
              <a:defRPr/>
            </a:lvl3pPr>
            <a:lvl4pPr indent="-304800" lvl="3" marL="1828800" algn="l">
              <a:lnSpc>
                <a:spcPct val="100000"/>
              </a:lnSpc>
              <a:spcBef>
                <a:spcPts val="0"/>
              </a:spcBef>
              <a:spcAft>
                <a:spcPts val="0"/>
              </a:spcAft>
              <a:buClr>
                <a:srgbClr val="434343"/>
              </a:buClr>
              <a:buSzPts val="1200"/>
              <a:buFont typeface="Roboto Condensed Light"/>
              <a:buChar char="●"/>
              <a:defRPr/>
            </a:lvl4pPr>
            <a:lvl5pPr indent="-304800" lvl="4" marL="2286000" algn="l">
              <a:lnSpc>
                <a:spcPct val="100000"/>
              </a:lnSpc>
              <a:spcBef>
                <a:spcPts val="0"/>
              </a:spcBef>
              <a:spcAft>
                <a:spcPts val="0"/>
              </a:spcAft>
              <a:buClr>
                <a:srgbClr val="434343"/>
              </a:buClr>
              <a:buSzPts val="1200"/>
              <a:buFont typeface="Roboto Condensed Light"/>
              <a:buChar char="○"/>
              <a:defRPr/>
            </a:lvl5pPr>
            <a:lvl6pPr indent="-304800" lvl="5" marL="2743200" algn="l">
              <a:lnSpc>
                <a:spcPct val="100000"/>
              </a:lnSpc>
              <a:spcBef>
                <a:spcPts val="0"/>
              </a:spcBef>
              <a:spcAft>
                <a:spcPts val="0"/>
              </a:spcAft>
              <a:buClr>
                <a:srgbClr val="434343"/>
              </a:buClr>
              <a:buSzPts val="1200"/>
              <a:buFont typeface="Roboto Condensed Light"/>
              <a:buChar char="■"/>
              <a:defRPr/>
            </a:lvl6pPr>
            <a:lvl7pPr indent="-304800" lvl="6" marL="3200400" algn="l">
              <a:lnSpc>
                <a:spcPct val="100000"/>
              </a:lnSpc>
              <a:spcBef>
                <a:spcPts val="0"/>
              </a:spcBef>
              <a:spcAft>
                <a:spcPts val="0"/>
              </a:spcAft>
              <a:buClr>
                <a:srgbClr val="434343"/>
              </a:buClr>
              <a:buSzPts val="1200"/>
              <a:buFont typeface="Roboto Condensed Light"/>
              <a:buChar char="●"/>
              <a:defRPr/>
            </a:lvl7pPr>
            <a:lvl8pPr indent="-304800" lvl="7" marL="3657600" algn="l">
              <a:lnSpc>
                <a:spcPct val="100000"/>
              </a:lnSpc>
              <a:spcBef>
                <a:spcPts val="0"/>
              </a:spcBef>
              <a:spcAft>
                <a:spcPts val="0"/>
              </a:spcAft>
              <a:buClr>
                <a:srgbClr val="434343"/>
              </a:buClr>
              <a:buSzPts val="1200"/>
              <a:buFont typeface="Roboto Condensed Light"/>
              <a:buChar char="○"/>
              <a:defRPr/>
            </a:lvl8pPr>
            <a:lvl9pPr indent="-304800" lvl="8" marL="4114800" algn="l">
              <a:lnSpc>
                <a:spcPct val="100000"/>
              </a:lnSpc>
              <a:spcBef>
                <a:spcPts val="0"/>
              </a:spcBef>
              <a:spcAft>
                <a:spcPts val="0"/>
              </a:spcAft>
              <a:buClr>
                <a:srgbClr val="434343"/>
              </a:buClr>
              <a:buSzPts val="1200"/>
              <a:buFont typeface="Roboto Condensed Light"/>
              <a:buChar char="■"/>
              <a:defRPr/>
            </a:lvl9pPr>
          </a:lstStyle>
          <a:p/>
        </p:txBody>
      </p:sp>
      <p:grpSp>
        <p:nvGrpSpPr>
          <p:cNvPr id="556" name="Google Shape;556;p33"/>
          <p:cNvGrpSpPr/>
          <p:nvPr/>
        </p:nvGrpSpPr>
        <p:grpSpPr>
          <a:xfrm rot="-4372724">
            <a:off x="-636223" y="1575295"/>
            <a:ext cx="1684579" cy="782738"/>
            <a:chOff x="1884850" y="3105525"/>
            <a:chExt cx="1684550" cy="782725"/>
          </a:xfrm>
        </p:grpSpPr>
        <p:sp>
          <p:nvSpPr>
            <p:cNvPr id="557" name="Google Shape;557;p33"/>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33"/>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33"/>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33"/>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33"/>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33"/>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33"/>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33"/>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33"/>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33"/>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33"/>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33"/>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33"/>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33"/>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33"/>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33"/>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33"/>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33"/>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5" name="Google Shape;575;p33"/>
          <p:cNvGrpSpPr/>
          <p:nvPr/>
        </p:nvGrpSpPr>
        <p:grpSpPr>
          <a:xfrm rot="10800000">
            <a:off x="0" y="4455425"/>
            <a:ext cx="1600325" cy="939550"/>
            <a:chOff x="1939900" y="2001425"/>
            <a:chExt cx="1600325" cy="939550"/>
          </a:xfrm>
        </p:grpSpPr>
        <p:sp>
          <p:nvSpPr>
            <p:cNvPr id="576" name="Google Shape;576;p33"/>
            <p:cNvSpPr/>
            <p:nvPr/>
          </p:nvSpPr>
          <p:spPr>
            <a:xfrm>
              <a:off x="1939900" y="2001425"/>
              <a:ext cx="1600325" cy="939550"/>
            </a:xfrm>
            <a:custGeom>
              <a:rect b="b" l="l" r="r" t="t"/>
              <a:pathLst>
                <a:path extrusionOk="0" h="37582" w="64013">
                  <a:moveTo>
                    <a:pt x="53040" y="0"/>
                  </a:moveTo>
                  <a:cubicBezTo>
                    <a:pt x="52834" y="0"/>
                    <a:pt x="52630" y="14"/>
                    <a:pt x="52438" y="35"/>
                  </a:cubicBezTo>
                  <a:cubicBezTo>
                    <a:pt x="48401" y="536"/>
                    <a:pt x="44565" y="2037"/>
                    <a:pt x="40629" y="3071"/>
                  </a:cubicBezTo>
                  <a:cubicBezTo>
                    <a:pt x="36860" y="4071"/>
                    <a:pt x="33457" y="3805"/>
                    <a:pt x="29655" y="4005"/>
                  </a:cubicBezTo>
                  <a:cubicBezTo>
                    <a:pt x="27420" y="4138"/>
                    <a:pt x="25151" y="4739"/>
                    <a:pt x="22950" y="4772"/>
                  </a:cubicBezTo>
                  <a:cubicBezTo>
                    <a:pt x="22928" y="4772"/>
                    <a:pt x="22907" y="4773"/>
                    <a:pt x="22886" y="4773"/>
                  </a:cubicBezTo>
                  <a:cubicBezTo>
                    <a:pt x="21755" y="4773"/>
                    <a:pt x="20472" y="4112"/>
                    <a:pt x="19293" y="4112"/>
                  </a:cubicBezTo>
                  <a:cubicBezTo>
                    <a:pt x="18956" y="4112"/>
                    <a:pt x="18627" y="4166"/>
                    <a:pt x="18313" y="4305"/>
                  </a:cubicBezTo>
                  <a:cubicBezTo>
                    <a:pt x="17379" y="4739"/>
                    <a:pt x="17012" y="5839"/>
                    <a:pt x="16445" y="6707"/>
                  </a:cubicBezTo>
                  <a:cubicBezTo>
                    <a:pt x="15711" y="7741"/>
                    <a:pt x="14577" y="8475"/>
                    <a:pt x="13310" y="8641"/>
                  </a:cubicBezTo>
                  <a:cubicBezTo>
                    <a:pt x="13160" y="8671"/>
                    <a:pt x="13003" y="8688"/>
                    <a:pt x="12846" y="8688"/>
                  </a:cubicBezTo>
                  <a:cubicBezTo>
                    <a:pt x="12653" y="8688"/>
                    <a:pt x="12459" y="8663"/>
                    <a:pt x="12276" y="8608"/>
                  </a:cubicBezTo>
                  <a:cubicBezTo>
                    <a:pt x="11842" y="8441"/>
                    <a:pt x="11508" y="8108"/>
                    <a:pt x="11175" y="7807"/>
                  </a:cubicBezTo>
                  <a:cubicBezTo>
                    <a:pt x="10240" y="6986"/>
                    <a:pt x="9040" y="6381"/>
                    <a:pt x="7821" y="6381"/>
                  </a:cubicBezTo>
                  <a:cubicBezTo>
                    <a:pt x="7605" y="6381"/>
                    <a:pt x="7388" y="6400"/>
                    <a:pt x="7172" y="6440"/>
                  </a:cubicBezTo>
                  <a:cubicBezTo>
                    <a:pt x="5771" y="6740"/>
                    <a:pt x="4537" y="8208"/>
                    <a:pt x="4937" y="9609"/>
                  </a:cubicBezTo>
                  <a:cubicBezTo>
                    <a:pt x="5070" y="10209"/>
                    <a:pt x="5504" y="10810"/>
                    <a:pt x="5271" y="11377"/>
                  </a:cubicBezTo>
                  <a:cubicBezTo>
                    <a:pt x="5137" y="11777"/>
                    <a:pt x="4703" y="12010"/>
                    <a:pt x="4337" y="12211"/>
                  </a:cubicBezTo>
                  <a:cubicBezTo>
                    <a:pt x="3002" y="12878"/>
                    <a:pt x="1635" y="13512"/>
                    <a:pt x="701" y="14612"/>
                  </a:cubicBezTo>
                  <a:cubicBezTo>
                    <a:pt x="334" y="15079"/>
                    <a:pt x="0" y="15680"/>
                    <a:pt x="167" y="16247"/>
                  </a:cubicBezTo>
                  <a:cubicBezTo>
                    <a:pt x="300" y="16814"/>
                    <a:pt x="834" y="17181"/>
                    <a:pt x="1268" y="17614"/>
                  </a:cubicBezTo>
                  <a:cubicBezTo>
                    <a:pt x="2135" y="18482"/>
                    <a:pt x="2502" y="19816"/>
                    <a:pt x="2202" y="21017"/>
                  </a:cubicBezTo>
                  <a:cubicBezTo>
                    <a:pt x="1901" y="22251"/>
                    <a:pt x="1001" y="23652"/>
                    <a:pt x="1835" y="24620"/>
                  </a:cubicBezTo>
                  <a:cubicBezTo>
                    <a:pt x="2335" y="25187"/>
                    <a:pt x="3202" y="25220"/>
                    <a:pt x="3836" y="25687"/>
                  </a:cubicBezTo>
                  <a:cubicBezTo>
                    <a:pt x="4937" y="26521"/>
                    <a:pt x="4804" y="28522"/>
                    <a:pt x="6038" y="29189"/>
                  </a:cubicBezTo>
                  <a:cubicBezTo>
                    <a:pt x="6234" y="29291"/>
                    <a:pt x="6448" y="29338"/>
                    <a:pt x="6664" y="29338"/>
                  </a:cubicBezTo>
                  <a:cubicBezTo>
                    <a:pt x="7365" y="29338"/>
                    <a:pt x="8078" y="28844"/>
                    <a:pt x="8206" y="28155"/>
                  </a:cubicBezTo>
                  <a:cubicBezTo>
                    <a:pt x="8473" y="26955"/>
                    <a:pt x="7272" y="25487"/>
                    <a:pt x="8139" y="24586"/>
                  </a:cubicBezTo>
                  <a:cubicBezTo>
                    <a:pt x="8367" y="24359"/>
                    <a:pt x="8670" y="24262"/>
                    <a:pt x="8986" y="24262"/>
                  </a:cubicBezTo>
                  <a:cubicBezTo>
                    <a:pt x="9366" y="24262"/>
                    <a:pt x="9765" y="24401"/>
                    <a:pt x="10074" y="24620"/>
                  </a:cubicBezTo>
                  <a:cubicBezTo>
                    <a:pt x="12276" y="26087"/>
                    <a:pt x="11842" y="30023"/>
                    <a:pt x="14210" y="31191"/>
                  </a:cubicBezTo>
                  <a:cubicBezTo>
                    <a:pt x="14547" y="31363"/>
                    <a:pt x="14915" y="31443"/>
                    <a:pt x="15287" y="31443"/>
                  </a:cubicBezTo>
                  <a:cubicBezTo>
                    <a:pt x="16425" y="31443"/>
                    <a:pt x="17586" y="30696"/>
                    <a:pt x="17913" y="29590"/>
                  </a:cubicBezTo>
                  <a:cubicBezTo>
                    <a:pt x="18180" y="28622"/>
                    <a:pt x="17980" y="27455"/>
                    <a:pt x="18680" y="26754"/>
                  </a:cubicBezTo>
                  <a:cubicBezTo>
                    <a:pt x="18962" y="26488"/>
                    <a:pt x="19331" y="26369"/>
                    <a:pt x="19713" y="26369"/>
                  </a:cubicBezTo>
                  <a:cubicBezTo>
                    <a:pt x="20146" y="26369"/>
                    <a:pt x="20594" y="26522"/>
                    <a:pt x="20948" y="26788"/>
                  </a:cubicBezTo>
                  <a:cubicBezTo>
                    <a:pt x="21616" y="27255"/>
                    <a:pt x="22016" y="28022"/>
                    <a:pt x="22316" y="28789"/>
                  </a:cubicBezTo>
                  <a:cubicBezTo>
                    <a:pt x="22850" y="30157"/>
                    <a:pt x="23217" y="31591"/>
                    <a:pt x="23917" y="32892"/>
                  </a:cubicBezTo>
                  <a:cubicBezTo>
                    <a:pt x="24584" y="34193"/>
                    <a:pt x="25652" y="35394"/>
                    <a:pt x="27053" y="35794"/>
                  </a:cubicBezTo>
                  <a:cubicBezTo>
                    <a:pt x="27174" y="35814"/>
                    <a:pt x="27296" y="35847"/>
                    <a:pt x="27418" y="35847"/>
                  </a:cubicBezTo>
                  <a:cubicBezTo>
                    <a:pt x="27496" y="35847"/>
                    <a:pt x="27575" y="35833"/>
                    <a:pt x="27653" y="35794"/>
                  </a:cubicBezTo>
                  <a:cubicBezTo>
                    <a:pt x="28087" y="35661"/>
                    <a:pt x="28154" y="35060"/>
                    <a:pt x="28187" y="34593"/>
                  </a:cubicBezTo>
                  <a:cubicBezTo>
                    <a:pt x="28287" y="33159"/>
                    <a:pt x="28787" y="31691"/>
                    <a:pt x="29921" y="30824"/>
                  </a:cubicBezTo>
                  <a:cubicBezTo>
                    <a:pt x="30451" y="30419"/>
                    <a:pt x="31132" y="30203"/>
                    <a:pt x="31797" y="30203"/>
                  </a:cubicBezTo>
                  <a:cubicBezTo>
                    <a:pt x="32557" y="30203"/>
                    <a:pt x="33295" y="30486"/>
                    <a:pt x="33758" y="31091"/>
                  </a:cubicBezTo>
                  <a:cubicBezTo>
                    <a:pt x="35025" y="32792"/>
                    <a:pt x="33457" y="35794"/>
                    <a:pt x="35092" y="37162"/>
                  </a:cubicBezTo>
                  <a:cubicBezTo>
                    <a:pt x="35436" y="37453"/>
                    <a:pt x="35841" y="37581"/>
                    <a:pt x="36260" y="37581"/>
                  </a:cubicBezTo>
                  <a:cubicBezTo>
                    <a:pt x="37424" y="37581"/>
                    <a:pt x="38693" y="36596"/>
                    <a:pt x="39061" y="35394"/>
                  </a:cubicBezTo>
                  <a:cubicBezTo>
                    <a:pt x="39362" y="34393"/>
                    <a:pt x="39261" y="33359"/>
                    <a:pt x="39328" y="32325"/>
                  </a:cubicBezTo>
                  <a:cubicBezTo>
                    <a:pt x="39362" y="31291"/>
                    <a:pt x="39595" y="30190"/>
                    <a:pt x="40329" y="29456"/>
                  </a:cubicBezTo>
                  <a:cubicBezTo>
                    <a:pt x="40698" y="29070"/>
                    <a:pt x="41261" y="28850"/>
                    <a:pt x="41799" y="28850"/>
                  </a:cubicBezTo>
                  <a:cubicBezTo>
                    <a:pt x="42283" y="28850"/>
                    <a:pt x="42746" y="29028"/>
                    <a:pt x="43031" y="29423"/>
                  </a:cubicBezTo>
                  <a:cubicBezTo>
                    <a:pt x="43264" y="29723"/>
                    <a:pt x="43364" y="30090"/>
                    <a:pt x="43565" y="30390"/>
                  </a:cubicBezTo>
                  <a:cubicBezTo>
                    <a:pt x="43895" y="30886"/>
                    <a:pt x="44494" y="31126"/>
                    <a:pt x="45108" y="31126"/>
                  </a:cubicBezTo>
                  <a:cubicBezTo>
                    <a:pt x="45486" y="31126"/>
                    <a:pt x="45869" y="31035"/>
                    <a:pt x="46200" y="30857"/>
                  </a:cubicBezTo>
                  <a:cubicBezTo>
                    <a:pt x="47034" y="30390"/>
                    <a:pt x="47567" y="29456"/>
                    <a:pt x="47868" y="28556"/>
                  </a:cubicBezTo>
                  <a:cubicBezTo>
                    <a:pt x="48168" y="27688"/>
                    <a:pt x="48335" y="26754"/>
                    <a:pt x="48968" y="26154"/>
                  </a:cubicBezTo>
                  <a:cubicBezTo>
                    <a:pt x="49515" y="25650"/>
                    <a:pt x="50227" y="25518"/>
                    <a:pt x="50997" y="25518"/>
                  </a:cubicBezTo>
                  <a:cubicBezTo>
                    <a:pt x="51842" y="25518"/>
                    <a:pt x="52757" y="25677"/>
                    <a:pt x="53600" y="25677"/>
                  </a:cubicBezTo>
                  <a:cubicBezTo>
                    <a:pt x="54379" y="25677"/>
                    <a:pt x="55096" y="25542"/>
                    <a:pt x="55640" y="25020"/>
                  </a:cubicBezTo>
                  <a:cubicBezTo>
                    <a:pt x="57208" y="23452"/>
                    <a:pt x="55640" y="20083"/>
                    <a:pt x="57474" y="18849"/>
                  </a:cubicBezTo>
                  <a:cubicBezTo>
                    <a:pt x="58408" y="18248"/>
                    <a:pt x="59743" y="18615"/>
                    <a:pt x="60743" y="18081"/>
                  </a:cubicBezTo>
                  <a:cubicBezTo>
                    <a:pt x="61544" y="17648"/>
                    <a:pt x="61944" y="16680"/>
                    <a:pt x="61944" y="15746"/>
                  </a:cubicBezTo>
                  <a:cubicBezTo>
                    <a:pt x="61911" y="14846"/>
                    <a:pt x="61544" y="13979"/>
                    <a:pt x="61077" y="13178"/>
                  </a:cubicBezTo>
                  <a:cubicBezTo>
                    <a:pt x="60844" y="12711"/>
                    <a:pt x="60543" y="12244"/>
                    <a:pt x="60543" y="11710"/>
                  </a:cubicBezTo>
                  <a:cubicBezTo>
                    <a:pt x="60577" y="10009"/>
                    <a:pt x="63512" y="9675"/>
                    <a:pt x="63846" y="7974"/>
                  </a:cubicBezTo>
                  <a:cubicBezTo>
                    <a:pt x="64012" y="7140"/>
                    <a:pt x="63412" y="6340"/>
                    <a:pt x="62678" y="5939"/>
                  </a:cubicBezTo>
                  <a:cubicBezTo>
                    <a:pt x="62044" y="5639"/>
                    <a:pt x="61344" y="5673"/>
                    <a:pt x="60743" y="5372"/>
                  </a:cubicBezTo>
                  <a:cubicBezTo>
                    <a:pt x="60643" y="5306"/>
                    <a:pt x="60543" y="5239"/>
                    <a:pt x="60443" y="5172"/>
                  </a:cubicBezTo>
                  <a:cubicBezTo>
                    <a:pt x="60043" y="4839"/>
                    <a:pt x="59809" y="4372"/>
                    <a:pt x="59176" y="4205"/>
                  </a:cubicBezTo>
                  <a:cubicBezTo>
                    <a:pt x="58909" y="4127"/>
                    <a:pt x="58635" y="4101"/>
                    <a:pt x="58357" y="4101"/>
                  </a:cubicBezTo>
                  <a:cubicBezTo>
                    <a:pt x="57801" y="4101"/>
                    <a:pt x="57230" y="4205"/>
                    <a:pt x="56674" y="4205"/>
                  </a:cubicBezTo>
                  <a:cubicBezTo>
                    <a:pt x="56639" y="4206"/>
                    <a:pt x="56604" y="4207"/>
                    <a:pt x="56569" y="4207"/>
                  </a:cubicBezTo>
                  <a:cubicBezTo>
                    <a:pt x="55758" y="4207"/>
                    <a:pt x="54832" y="3837"/>
                    <a:pt x="54672" y="3037"/>
                  </a:cubicBezTo>
                  <a:cubicBezTo>
                    <a:pt x="54506" y="2304"/>
                    <a:pt x="55039" y="1570"/>
                    <a:pt x="54806" y="869"/>
                  </a:cubicBezTo>
                  <a:cubicBezTo>
                    <a:pt x="54570" y="187"/>
                    <a:pt x="53797" y="0"/>
                    <a:pt x="5304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33"/>
            <p:cNvSpPr/>
            <p:nvPr/>
          </p:nvSpPr>
          <p:spPr>
            <a:xfrm>
              <a:off x="2039125" y="2461050"/>
              <a:ext cx="381125" cy="273850"/>
            </a:xfrm>
            <a:custGeom>
              <a:rect b="b" l="l" r="r" t="t"/>
              <a:pathLst>
                <a:path extrusionOk="0" h="10954" w="15245">
                  <a:moveTo>
                    <a:pt x="13268" y="0"/>
                  </a:moveTo>
                  <a:cubicBezTo>
                    <a:pt x="12542" y="0"/>
                    <a:pt x="11696" y="163"/>
                    <a:pt x="10875" y="697"/>
                  </a:cubicBezTo>
                  <a:cubicBezTo>
                    <a:pt x="9074" y="1865"/>
                    <a:pt x="2069" y="6168"/>
                    <a:pt x="1" y="7435"/>
                  </a:cubicBezTo>
                  <a:cubicBezTo>
                    <a:pt x="968" y="8336"/>
                    <a:pt x="868" y="10171"/>
                    <a:pt x="2069" y="10804"/>
                  </a:cubicBezTo>
                  <a:cubicBezTo>
                    <a:pt x="2265" y="10906"/>
                    <a:pt x="2479" y="10953"/>
                    <a:pt x="2695" y="10953"/>
                  </a:cubicBezTo>
                  <a:cubicBezTo>
                    <a:pt x="3396" y="10953"/>
                    <a:pt x="4109" y="10459"/>
                    <a:pt x="4237" y="9770"/>
                  </a:cubicBezTo>
                  <a:cubicBezTo>
                    <a:pt x="4504" y="8570"/>
                    <a:pt x="3303" y="7102"/>
                    <a:pt x="4170" y="6201"/>
                  </a:cubicBezTo>
                  <a:cubicBezTo>
                    <a:pt x="4398" y="5974"/>
                    <a:pt x="4701" y="5877"/>
                    <a:pt x="5017" y="5877"/>
                  </a:cubicBezTo>
                  <a:cubicBezTo>
                    <a:pt x="5397" y="5877"/>
                    <a:pt x="5796" y="6016"/>
                    <a:pt x="6105" y="6235"/>
                  </a:cubicBezTo>
                  <a:cubicBezTo>
                    <a:pt x="6539" y="6535"/>
                    <a:pt x="6872" y="6935"/>
                    <a:pt x="7172" y="7369"/>
                  </a:cubicBezTo>
                  <a:cubicBezTo>
                    <a:pt x="9407" y="5434"/>
                    <a:pt x="15245" y="397"/>
                    <a:pt x="15245" y="397"/>
                  </a:cubicBezTo>
                  <a:cubicBezTo>
                    <a:pt x="15245" y="397"/>
                    <a:pt x="14402" y="0"/>
                    <a:pt x="1326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33"/>
            <p:cNvSpPr/>
            <p:nvPr/>
          </p:nvSpPr>
          <p:spPr>
            <a:xfrm>
              <a:off x="2722125" y="2547675"/>
              <a:ext cx="200150" cy="393300"/>
            </a:xfrm>
            <a:custGeom>
              <a:rect b="b" l="l" r="r" t="t"/>
              <a:pathLst>
                <a:path extrusionOk="0" h="15732" w="8006">
                  <a:moveTo>
                    <a:pt x="167" y="1"/>
                  </a:moveTo>
                  <a:cubicBezTo>
                    <a:pt x="134" y="34"/>
                    <a:pt x="100" y="68"/>
                    <a:pt x="100" y="134"/>
                  </a:cubicBezTo>
                  <a:cubicBezTo>
                    <a:pt x="0" y="902"/>
                    <a:pt x="100" y="1735"/>
                    <a:pt x="267" y="2469"/>
                  </a:cubicBezTo>
                  <a:cubicBezTo>
                    <a:pt x="367" y="2836"/>
                    <a:pt x="467" y="3203"/>
                    <a:pt x="534" y="3603"/>
                  </a:cubicBezTo>
                  <a:cubicBezTo>
                    <a:pt x="701" y="5205"/>
                    <a:pt x="901" y="6806"/>
                    <a:pt x="1134" y="8407"/>
                  </a:cubicBezTo>
                  <a:cubicBezTo>
                    <a:pt x="1668" y="8507"/>
                    <a:pt x="2135" y="8807"/>
                    <a:pt x="2469" y="9241"/>
                  </a:cubicBezTo>
                  <a:cubicBezTo>
                    <a:pt x="3736" y="10942"/>
                    <a:pt x="2168" y="13911"/>
                    <a:pt x="3803" y="15312"/>
                  </a:cubicBezTo>
                  <a:cubicBezTo>
                    <a:pt x="4147" y="15603"/>
                    <a:pt x="4552" y="15731"/>
                    <a:pt x="4971" y="15731"/>
                  </a:cubicBezTo>
                  <a:cubicBezTo>
                    <a:pt x="6135" y="15731"/>
                    <a:pt x="7404" y="14746"/>
                    <a:pt x="7772" y="13544"/>
                  </a:cubicBezTo>
                  <a:cubicBezTo>
                    <a:pt x="7906" y="13110"/>
                    <a:pt x="7972" y="12643"/>
                    <a:pt x="8006" y="12176"/>
                  </a:cubicBezTo>
                  <a:cubicBezTo>
                    <a:pt x="7639" y="11643"/>
                    <a:pt x="7305" y="11075"/>
                    <a:pt x="6938" y="10542"/>
                  </a:cubicBezTo>
                  <a:cubicBezTo>
                    <a:pt x="6071" y="9207"/>
                    <a:pt x="5204" y="7873"/>
                    <a:pt x="4370" y="6472"/>
                  </a:cubicBezTo>
                  <a:cubicBezTo>
                    <a:pt x="3636" y="5271"/>
                    <a:pt x="2969" y="4004"/>
                    <a:pt x="2202" y="2803"/>
                  </a:cubicBezTo>
                  <a:cubicBezTo>
                    <a:pt x="1601" y="1802"/>
                    <a:pt x="1268" y="735"/>
                    <a:pt x="300" y="34"/>
                  </a:cubicBezTo>
                  <a:cubicBezTo>
                    <a:pt x="267" y="34"/>
                    <a:pt x="200" y="1"/>
                    <a:pt x="16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33"/>
            <p:cNvSpPr/>
            <p:nvPr/>
          </p:nvSpPr>
          <p:spPr>
            <a:xfrm>
              <a:off x="2071650" y="2363350"/>
              <a:ext cx="82575" cy="97300"/>
            </a:xfrm>
            <a:custGeom>
              <a:rect b="b" l="l" r="r" t="t"/>
              <a:pathLst>
                <a:path extrusionOk="0" h="3892" w="3303">
                  <a:moveTo>
                    <a:pt x="2091" y="0"/>
                  </a:moveTo>
                  <a:cubicBezTo>
                    <a:pt x="963" y="0"/>
                    <a:pt x="280" y="1177"/>
                    <a:pt x="67" y="2270"/>
                  </a:cubicBezTo>
                  <a:cubicBezTo>
                    <a:pt x="1" y="2737"/>
                    <a:pt x="1" y="3271"/>
                    <a:pt x="367" y="3604"/>
                  </a:cubicBezTo>
                  <a:cubicBezTo>
                    <a:pt x="553" y="3790"/>
                    <a:pt x="824" y="3892"/>
                    <a:pt x="1094" y="3892"/>
                  </a:cubicBezTo>
                  <a:cubicBezTo>
                    <a:pt x="1164" y="3892"/>
                    <a:pt x="1233" y="3885"/>
                    <a:pt x="1301" y="3871"/>
                  </a:cubicBezTo>
                  <a:cubicBezTo>
                    <a:pt x="1668" y="3805"/>
                    <a:pt x="1969" y="3638"/>
                    <a:pt x="2235" y="3404"/>
                  </a:cubicBezTo>
                  <a:cubicBezTo>
                    <a:pt x="2869" y="2871"/>
                    <a:pt x="3270" y="2037"/>
                    <a:pt x="3303" y="1203"/>
                  </a:cubicBezTo>
                  <a:cubicBezTo>
                    <a:pt x="3303" y="1003"/>
                    <a:pt x="3270" y="769"/>
                    <a:pt x="3169" y="569"/>
                  </a:cubicBezTo>
                  <a:cubicBezTo>
                    <a:pt x="3036" y="302"/>
                    <a:pt x="2736" y="135"/>
                    <a:pt x="2436" y="35"/>
                  </a:cubicBezTo>
                  <a:cubicBezTo>
                    <a:pt x="2316" y="11"/>
                    <a:pt x="2201" y="0"/>
                    <a:pt x="209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33"/>
            <p:cNvSpPr/>
            <p:nvPr/>
          </p:nvSpPr>
          <p:spPr>
            <a:xfrm>
              <a:off x="3318375" y="2183125"/>
              <a:ext cx="133450" cy="60700"/>
            </a:xfrm>
            <a:custGeom>
              <a:rect b="b" l="l" r="r" t="t"/>
              <a:pathLst>
                <a:path extrusionOk="0" h="2428" w="5338">
                  <a:moveTo>
                    <a:pt x="3260" y="1"/>
                  </a:moveTo>
                  <a:cubicBezTo>
                    <a:pt x="2300" y="1"/>
                    <a:pt x="1092" y="346"/>
                    <a:pt x="334" y="740"/>
                  </a:cubicBezTo>
                  <a:cubicBezTo>
                    <a:pt x="267" y="773"/>
                    <a:pt x="167" y="806"/>
                    <a:pt x="134" y="873"/>
                  </a:cubicBezTo>
                  <a:cubicBezTo>
                    <a:pt x="0" y="1073"/>
                    <a:pt x="101" y="1340"/>
                    <a:pt x="234" y="1507"/>
                  </a:cubicBezTo>
                  <a:cubicBezTo>
                    <a:pt x="568" y="1940"/>
                    <a:pt x="1068" y="2207"/>
                    <a:pt x="1602" y="2341"/>
                  </a:cubicBezTo>
                  <a:cubicBezTo>
                    <a:pt x="1940" y="2404"/>
                    <a:pt x="2278" y="2427"/>
                    <a:pt x="2617" y="2427"/>
                  </a:cubicBezTo>
                  <a:cubicBezTo>
                    <a:pt x="2812" y="2427"/>
                    <a:pt x="3007" y="2420"/>
                    <a:pt x="3203" y="2407"/>
                  </a:cubicBezTo>
                  <a:cubicBezTo>
                    <a:pt x="3536" y="2374"/>
                    <a:pt x="3903" y="2341"/>
                    <a:pt x="4203" y="2207"/>
                  </a:cubicBezTo>
                  <a:cubicBezTo>
                    <a:pt x="5338" y="1674"/>
                    <a:pt x="4871" y="173"/>
                    <a:pt x="3770" y="39"/>
                  </a:cubicBezTo>
                  <a:cubicBezTo>
                    <a:pt x="3612" y="13"/>
                    <a:pt x="3440" y="1"/>
                    <a:pt x="326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33"/>
            <p:cNvSpPr/>
            <p:nvPr/>
          </p:nvSpPr>
          <p:spPr>
            <a:xfrm>
              <a:off x="3239975" y="2353250"/>
              <a:ext cx="93000" cy="66600"/>
            </a:xfrm>
            <a:custGeom>
              <a:rect b="b" l="l" r="r" t="t"/>
              <a:pathLst>
                <a:path extrusionOk="0" h="2664" w="3720">
                  <a:moveTo>
                    <a:pt x="1983" y="1"/>
                  </a:moveTo>
                  <a:cubicBezTo>
                    <a:pt x="1295" y="1"/>
                    <a:pt x="541" y="380"/>
                    <a:pt x="301" y="940"/>
                  </a:cubicBezTo>
                  <a:cubicBezTo>
                    <a:pt x="1" y="1540"/>
                    <a:pt x="401" y="2140"/>
                    <a:pt x="935" y="2474"/>
                  </a:cubicBezTo>
                  <a:cubicBezTo>
                    <a:pt x="1170" y="2605"/>
                    <a:pt x="1426" y="2664"/>
                    <a:pt x="1680" y="2664"/>
                  </a:cubicBezTo>
                  <a:cubicBezTo>
                    <a:pt x="2720" y="2664"/>
                    <a:pt x="3720" y="1672"/>
                    <a:pt x="3103" y="573"/>
                  </a:cubicBezTo>
                  <a:cubicBezTo>
                    <a:pt x="2876" y="171"/>
                    <a:pt x="2444" y="1"/>
                    <a:pt x="198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33"/>
            <p:cNvSpPr/>
            <p:nvPr/>
          </p:nvSpPr>
          <p:spPr>
            <a:xfrm>
              <a:off x="2953650" y="2521900"/>
              <a:ext cx="62875" cy="72500"/>
            </a:xfrm>
            <a:custGeom>
              <a:rect b="b" l="l" r="r" t="t"/>
              <a:pathLst>
                <a:path extrusionOk="0" h="2900" w="2515">
                  <a:moveTo>
                    <a:pt x="1348" y="1"/>
                  </a:moveTo>
                  <a:cubicBezTo>
                    <a:pt x="659" y="1"/>
                    <a:pt x="1" y="730"/>
                    <a:pt x="46" y="1566"/>
                  </a:cubicBezTo>
                  <a:cubicBezTo>
                    <a:pt x="79" y="2066"/>
                    <a:pt x="346" y="2533"/>
                    <a:pt x="746" y="2766"/>
                  </a:cubicBezTo>
                  <a:cubicBezTo>
                    <a:pt x="913" y="2833"/>
                    <a:pt x="1080" y="2900"/>
                    <a:pt x="1247" y="2900"/>
                  </a:cubicBezTo>
                  <a:cubicBezTo>
                    <a:pt x="1513" y="2900"/>
                    <a:pt x="1780" y="2733"/>
                    <a:pt x="1980" y="2500"/>
                  </a:cubicBezTo>
                  <a:cubicBezTo>
                    <a:pt x="2147" y="2299"/>
                    <a:pt x="2247" y="2033"/>
                    <a:pt x="2347" y="1766"/>
                  </a:cubicBezTo>
                  <a:cubicBezTo>
                    <a:pt x="2447" y="1365"/>
                    <a:pt x="2514" y="898"/>
                    <a:pt x="2281" y="565"/>
                  </a:cubicBezTo>
                  <a:cubicBezTo>
                    <a:pt x="2012" y="166"/>
                    <a:pt x="1676" y="1"/>
                    <a:pt x="134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33"/>
            <p:cNvSpPr/>
            <p:nvPr/>
          </p:nvSpPr>
          <p:spPr>
            <a:xfrm>
              <a:off x="3107000" y="2444575"/>
              <a:ext cx="63075" cy="62400"/>
            </a:xfrm>
            <a:custGeom>
              <a:rect b="b" l="l" r="r" t="t"/>
              <a:pathLst>
                <a:path extrusionOk="0" h="2496" w="2523">
                  <a:moveTo>
                    <a:pt x="1254" y="0"/>
                  </a:moveTo>
                  <a:cubicBezTo>
                    <a:pt x="637" y="0"/>
                    <a:pt x="1" y="445"/>
                    <a:pt x="49" y="1423"/>
                  </a:cubicBezTo>
                  <a:cubicBezTo>
                    <a:pt x="81" y="1959"/>
                    <a:pt x="530" y="2496"/>
                    <a:pt x="1059" y="2496"/>
                  </a:cubicBezTo>
                  <a:cubicBezTo>
                    <a:pt x="1089" y="2496"/>
                    <a:pt x="1120" y="2494"/>
                    <a:pt x="1150" y="2490"/>
                  </a:cubicBezTo>
                  <a:cubicBezTo>
                    <a:pt x="1317" y="2457"/>
                    <a:pt x="1484" y="2390"/>
                    <a:pt x="1651" y="2290"/>
                  </a:cubicBezTo>
                  <a:cubicBezTo>
                    <a:pt x="1984" y="2090"/>
                    <a:pt x="2251" y="1756"/>
                    <a:pt x="2318" y="1356"/>
                  </a:cubicBezTo>
                  <a:cubicBezTo>
                    <a:pt x="2522" y="486"/>
                    <a:pt x="1899" y="0"/>
                    <a:pt x="125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33"/>
            <p:cNvSpPr/>
            <p:nvPr/>
          </p:nvSpPr>
          <p:spPr>
            <a:xfrm>
              <a:off x="2379375" y="2521700"/>
              <a:ext cx="100100" cy="81425"/>
            </a:xfrm>
            <a:custGeom>
              <a:rect b="b" l="l" r="r" t="t"/>
              <a:pathLst>
                <a:path extrusionOk="0" h="3257" w="4004">
                  <a:moveTo>
                    <a:pt x="2369" y="0"/>
                  </a:moveTo>
                  <a:cubicBezTo>
                    <a:pt x="2335" y="0"/>
                    <a:pt x="2301" y="2"/>
                    <a:pt x="2269" y="6"/>
                  </a:cubicBezTo>
                  <a:cubicBezTo>
                    <a:pt x="1535" y="73"/>
                    <a:pt x="734" y="1007"/>
                    <a:pt x="334" y="1574"/>
                  </a:cubicBezTo>
                  <a:cubicBezTo>
                    <a:pt x="167" y="1807"/>
                    <a:pt x="0" y="2141"/>
                    <a:pt x="34" y="2441"/>
                  </a:cubicBezTo>
                  <a:cubicBezTo>
                    <a:pt x="67" y="2875"/>
                    <a:pt x="501" y="3208"/>
                    <a:pt x="934" y="3241"/>
                  </a:cubicBezTo>
                  <a:cubicBezTo>
                    <a:pt x="1001" y="3252"/>
                    <a:pt x="1067" y="3256"/>
                    <a:pt x="1133" y="3256"/>
                  </a:cubicBezTo>
                  <a:cubicBezTo>
                    <a:pt x="1500" y="3256"/>
                    <a:pt x="1863" y="3111"/>
                    <a:pt x="2202" y="2941"/>
                  </a:cubicBezTo>
                  <a:cubicBezTo>
                    <a:pt x="2569" y="2774"/>
                    <a:pt x="2902" y="2541"/>
                    <a:pt x="3236" y="2274"/>
                  </a:cubicBezTo>
                  <a:cubicBezTo>
                    <a:pt x="3636" y="1974"/>
                    <a:pt x="4003" y="1507"/>
                    <a:pt x="3903" y="1040"/>
                  </a:cubicBezTo>
                  <a:cubicBezTo>
                    <a:pt x="3777" y="505"/>
                    <a:pt x="2940" y="0"/>
                    <a:pt x="236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33"/>
            <p:cNvSpPr/>
            <p:nvPr/>
          </p:nvSpPr>
          <p:spPr>
            <a:xfrm>
              <a:off x="2307650" y="2670225"/>
              <a:ext cx="65900" cy="61850"/>
            </a:xfrm>
            <a:custGeom>
              <a:rect b="b" l="l" r="r" t="t"/>
              <a:pathLst>
                <a:path extrusionOk="0" h="2474" w="2636">
                  <a:moveTo>
                    <a:pt x="1798" y="1"/>
                  </a:moveTo>
                  <a:cubicBezTo>
                    <a:pt x="1312" y="1"/>
                    <a:pt x="742" y="484"/>
                    <a:pt x="434" y="836"/>
                  </a:cubicBezTo>
                  <a:cubicBezTo>
                    <a:pt x="301" y="1003"/>
                    <a:pt x="167" y="1170"/>
                    <a:pt x="134" y="1370"/>
                  </a:cubicBezTo>
                  <a:cubicBezTo>
                    <a:pt x="1" y="1870"/>
                    <a:pt x="468" y="2437"/>
                    <a:pt x="1001" y="2471"/>
                  </a:cubicBezTo>
                  <a:cubicBezTo>
                    <a:pt x="1027" y="2472"/>
                    <a:pt x="1053" y="2473"/>
                    <a:pt x="1079" y="2473"/>
                  </a:cubicBezTo>
                  <a:cubicBezTo>
                    <a:pt x="1614" y="2473"/>
                    <a:pt x="2081" y="2149"/>
                    <a:pt x="2336" y="1704"/>
                  </a:cubicBezTo>
                  <a:cubicBezTo>
                    <a:pt x="2536" y="1337"/>
                    <a:pt x="2636" y="870"/>
                    <a:pt x="2436" y="469"/>
                  </a:cubicBezTo>
                  <a:cubicBezTo>
                    <a:pt x="2277" y="129"/>
                    <a:pt x="2049" y="1"/>
                    <a:pt x="179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33"/>
            <p:cNvSpPr/>
            <p:nvPr/>
          </p:nvSpPr>
          <p:spPr>
            <a:xfrm>
              <a:off x="2866375" y="2562700"/>
              <a:ext cx="141800" cy="169300"/>
            </a:xfrm>
            <a:custGeom>
              <a:rect b="b" l="l" r="r" t="t"/>
              <a:pathLst>
                <a:path extrusionOk="0" h="6772" w="5672">
                  <a:moveTo>
                    <a:pt x="1" y="0"/>
                  </a:moveTo>
                  <a:lnTo>
                    <a:pt x="3537" y="6772"/>
                  </a:lnTo>
                  <a:cubicBezTo>
                    <a:pt x="3890" y="6530"/>
                    <a:pt x="4325" y="6392"/>
                    <a:pt x="4746" y="6392"/>
                  </a:cubicBezTo>
                  <a:cubicBezTo>
                    <a:pt x="5081" y="6392"/>
                    <a:pt x="5406" y="6480"/>
                    <a:pt x="5672" y="6672"/>
                  </a:cubicBezTo>
                  <a:lnTo>
                    <a:pt x="1" y="0"/>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33"/>
            <p:cNvSpPr/>
            <p:nvPr/>
          </p:nvSpPr>
          <p:spPr>
            <a:xfrm>
              <a:off x="2722950" y="2542675"/>
              <a:ext cx="66750" cy="245200"/>
            </a:xfrm>
            <a:custGeom>
              <a:rect b="b" l="l" r="r" t="t"/>
              <a:pathLst>
                <a:path extrusionOk="0" h="9808" w="2670">
                  <a:moveTo>
                    <a:pt x="0" y="1"/>
                  </a:moveTo>
                  <a:lnTo>
                    <a:pt x="0" y="8574"/>
                  </a:lnTo>
                  <a:cubicBezTo>
                    <a:pt x="154" y="8552"/>
                    <a:pt x="308" y="8540"/>
                    <a:pt x="462" y="8540"/>
                  </a:cubicBezTo>
                  <a:cubicBezTo>
                    <a:pt x="1241" y="8540"/>
                    <a:pt x="1990" y="8828"/>
                    <a:pt x="2436" y="9441"/>
                  </a:cubicBezTo>
                  <a:cubicBezTo>
                    <a:pt x="2536" y="9541"/>
                    <a:pt x="2602" y="9674"/>
                    <a:pt x="2669" y="9808"/>
                  </a:cubicBezTo>
                  <a:lnTo>
                    <a:pt x="0" y="1"/>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33"/>
            <p:cNvSpPr/>
            <p:nvPr/>
          </p:nvSpPr>
          <p:spPr>
            <a:xfrm>
              <a:off x="2431075" y="2509325"/>
              <a:ext cx="192650" cy="268550"/>
            </a:xfrm>
            <a:custGeom>
              <a:rect b="b" l="l" r="r" t="t"/>
              <a:pathLst>
                <a:path extrusionOk="0" h="10742" w="7706">
                  <a:moveTo>
                    <a:pt x="7706" y="0"/>
                  </a:moveTo>
                  <a:lnTo>
                    <a:pt x="0" y="6071"/>
                  </a:lnTo>
                  <a:cubicBezTo>
                    <a:pt x="48" y="6068"/>
                    <a:pt x="95" y="6066"/>
                    <a:pt x="142" y="6066"/>
                  </a:cubicBezTo>
                  <a:cubicBezTo>
                    <a:pt x="561" y="6066"/>
                    <a:pt x="972" y="6198"/>
                    <a:pt x="1301" y="6438"/>
                  </a:cubicBezTo>
                  <a:cubicBezTo>
                    <a:pt x="1969" y="6939"/>
                    <a:pt x="2369" y="7706"/>
                    <a:pt x="2669" y="8473"/>
                  </a:cubicBezTo>
                  <a:cubicBezTo>
                    <a:pt x="2969" y="9207"/>
                    <a:pt x="3203" y="9974"/>
                    <a:pt x="3470" y="10741"/>
                  </a:cubicBezTo>
                  <a:lnTo>
                    <a:pt x="7706" y="0"/>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33"/>
            <p:cNvSpPr/>
            <p:nvPr/>
          </p:nvSpPr>
          <p:spPr>
            <a:xfrm>
              <a:off x="2178400" y="2470950"/>
              <a:ext cx="241850" cy="225200"/>
            </a:xfrm>
            <a:custGeom>
              <a:rect b="b" l="l" r="r" t="t"/>
              <a:pathLst>
                <a:path extrusionOk="0" h="9008" w="9674">
                  <a:moveTo>
                    <a:pt x="9674" y="1"/>
                  </a:moveTo>
                  <a:lnTo>
                    <a:pt x="0" y="5572"/>
                  </a:lnTo>
                  <a:cubicBezTo>
                    <a:pt x="200" y="5638"/>
                    <a:pt x="401" y="5738"/>
                    <a:pt x="534" y="5839"/>
                  </a:cubicBezTo>
                  <a:cubicBezTo>
                    <a:pt x="1568" y="6539"/>
                    <a:pt x="2035" y="7773"/>
                    <a:pt x="2469" y="9007"/>
                  </a:cubicBezTo>
                  <a:lnTo>
                    <a:pt x="9674" y="1"/>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33"/>
            <p:cNvSpPr/>
            <p:nvPr/>
          </p:nvSpPr>
          <p:spPr>
            <a:xfrm>
              <a:off x="1974075" y="2322750"/>
              <a:ext cx="120950" cy="127325"/>
            </a:xfrm>
            <a:custGeom>
              <a:rect b="b" l="l" r="r" t="t"/>
              <a:pathLst>
                <a:path extrusionOk="0" h="5093" w="4838">
                  <a:moveTo>
                    <a:pt x="3866" y="0"/>
                  </a:moveTo>
                  <a:cubicBezTo>
                    <a:pt x="3767" y="0"/>
                    <a:pt x="3667" y="19"/>
                    <a:pt x="3570" y="58"/>
                  </a:cubicBezTo>
                  <a:cubicBezTo>
                    <a:pt x="3203" y="192"/>
                    <a:pt x="2869" y="458"/>
                    <a:pt x="2503" y="625"/>
                  </a:cubicBezTo>
                  <a:cubicBezTo>
                    <a:pt x="2002" y="825"/>
                    <a:pt x="1535" y="1059"/>
                    <a:pt x="1068" y="1326"/>
                  </a:cubicBezTo>
                  <a:cubicBezTo>
                    <a:pt x="534" y="1693"/>
                    <a:pt x="1" y="2226"/>
                    <a:pt x="34" y="2860"/>
                  </a:cubicBezTo>
                  <a:cubicBezTo>
                    <a:pt x="67" y="3260"/>
                    <a:pt x="334" y="3594"/>
                    <a:pt x="568" y="3928"/>
                  </a:cubicBezTo>
                  <a:lnTo>
                    <a:pt x="1035" y="4561"/>
                  </a:lnTo>
                  <a:cubicBezTo>
                    <a:pt x="1168" y="4728"/>
                    <a:pt x="1302" y="4928"/>
                    <a:pt x="1535" y="5028"/>
                  </a:cubicBezTo>
                  <a:cubicBezTo>
                    <a:pt x="1630" y="5072"/>
                    <a:pt x="1728" y="5092"/>
                    <a:pt x="1826" y="5092"/>
                  </a:cubicBezTo>
                  <a:cubicBezTo>
                    <a:pt x="2175" y="5092"/>
                    <a:pt x="2520" y="4841"/>
                    <a:pt x="2703" y="4528"/>
                  </a:cubicBezTo>
                  <a:cubicBezTo>
                    <a:pt x="2936" y="4161"/>
                    <a:pt x="3003" y="3661"/>
                    <a:pt x="3136" y="3227"/>
                  </a:cubicBezTo>
                  <a:cubicBezTo>
                    <a:pt x="3336" y="2593"/>
                    <a:pt x="3670" y="2026"/>
                    <a:pt x="4104" y="1559"/>
                  </a:cubicBezTo>
                  <a:cubicBezTo>
                    <a:pt x="4404" y="1226"/>
                    <a:pt x="4838" y="792"/>
                    <a:pt x="4504" y="325"/>
                  </a:cubicBezTo>
                  <a:cubicBezTo>
                    <a:pt x="4339" y="112"/>
                    <a:pt x="4106" y="0"/>
                    <a:pt x="386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33"/>
            <p:cNvSpPr/>
            <p:nvPr/>
          </p:nvSpPr>
          <p:spPr>
            <a:xfrm>
              <a:off x="1989925" y="2513700"/>
              <a:ext cx="147625" cy="105050"/>
            </a:xfrm>
            <a:custGeom>
              <a:rect b="b" l="l" r="r" t="t"/>
              <a:pathLst>
                <a:path extrusionOk="0" h="4202" w="5905">
                  <a:moveTo>
                    <a:pt x="4981" y="1"/>
                  </a:moveTo>
                  <a:cubicBezTo>
                    <a:pt x="3288" y="1"/>
                    <a:pt x="1413" y="982"/>
                    <a:pt x="434" y="2327"/>
                  </a:cubicBezTo>
                  <a:cubicBezTo>
                    <a:pt x="201" y="2661"/>
                    <a:pt x="1" y="3094"/>
                    <a:pt x="234" y="3461"/>
                  </a:cubicBezTo>
                  <a:cubicBezTo>
                    <a:pt x="334" y="3628"/>
                    <a:pt x="534" y="3728"/>
                    <a:pt x="701" y="3828"/>
                  </a:cubicBezTo>
                  <a:cubicBezTo>
                    <a:pt x="1127" y="4030"/>
                    <a:pt x="1597" y="4201"/>
                    <a:pt x="2043" y="4201"/>
                  </a:cubicBezTo>
                  <a:cubicBezTo>
                    <a:pt x="2260" y="4201"/>
                    <a:pt x="2472" y="4160"/>
                    <a:pt x="2669" y="4062"/>
                  </a:cubicBezTo>
                  <a:cubicBezTo>
                    <a:pt x="3103" y="3828"/>
                    <a:pt x="3370" y="3428"/>
                    <a:pt x="3670" y="3061"/>
                  </a:cubicBezTo>
                  <a:cubicBezTo>
                    <a:pt x="4270" y="2261"/>
                    <a:pt x="5071" y="1627"/>
                    <a:pt x="5638" y="826"/>
                  </a:cubicBezTo>
                  <a:cubicBezTo>
                    <a:pt x="5771" y="593"/>
                    <a:pt x="5905" y="259"/>
                    <a:pt x="5671" y="92"/>
                  </a:cubicBezTo>
                  <a:cubicBezTo>
                    <a:pt x="5605" y="59"/>
                    <a:pt x="5538" y="26"/>
                    <a:pt x="5438" y="26"/>
                  </a:cubicBezTo>
                  <a:cubicBezTo>
                    <a:pt x="5288" y="9"/>
                    <a:pt x="5135" y="1"/>
                    <a:pt x="498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33"/>
            <p:cNvSpPr/>
            <p:nvPr/>
          </p:nvSpPr>
          <p:spPr>
            <a:xfrm>
              <a:off x="2597025" y="2571575"/>
              <a:ext cx="99275" cy="277175"/>
            </a:xfrm>
            <a:custGeom>
              <a:rect b="b" l="l" r="r" t="t"/>
              <a:pathLst>
                <a:path extrusionOk="0" h="11087" w="3971">
                  <a:moveTo>
                    <a:pt x="3025" y="0"/>
                  </a:moveTo>
                  <a:cubicBezTo>
                    <a:pt x="2455" y="0"/>
                    <a:pt x="2088" y="939"/>
                    <a:pt x="1869" y="1347"/>
                  </a:cubicBezTo>
                  <a:cubicBezTo>
                    <a:pt x="1168" y="2814"/>
                    <a:pt x="868" y="4415"/>
                    <a:pt x="568" y="5983"/>
                  </a:cubicBezTo>
                  <a:cubicBezTo>
                    <a:pt x="267" y="7551"/>
                    <a:pt x="1" y="9152"/>
                    <a:pt x="301" y="10720"/>
                  </a:cubicBezTo>
                  <a:cubicBezTo>
                    <a:pt x="334" y="10820"/>
                    <a:pt x="334" y="10887"/>
                    <a:pt x="401" y="10953"/>
                  </a:cubicBezTo>
                  <a:cubicBezTo>
                    <a:pt x="468" y="11053"/>
                    <a:pt x="601" y="11087"/>
                    <a:pt x="734" y="11087"/>
                  </a:cubicBezTo>
                  <a:cubicBezTo>
                    <a:pt x="1101" y="11087"/>
                    <a:pt x="1402" y="10820"/>
                    <a:pt x="1568" y="10486"/>
                  </a:cubicBezTo>
                  <a:cubicBezTo>
                    <a:pt x="1735" y="10186"/>
                    <a:pt x="1802" y="9819"/>
                    <a:pt x="1869" y="9486"/>
                  </a:cubicBezTo>
                  <a:cubicBezTo>
                    <a:pt x="2102" y="8585"/>
                    <a:pt x="2536" y="7751"/>
                    <a:pt x="3069" y="7051"/>
                  </a:cubicBezTo>
                  <a:cubicBezTo>
                    <a:pt x="3370" y="6684"/>
                    <a:pt x="3737" y="6317"/>
                    <a:pt x="3837" y="5850"/>
                  </a:cubicBezTo>
                  <a:cubicBezTo>
                    <a:pt x="3903" y="5650"/>
                    <a:pt x="3903" y="5416"/>
                    <a:pt x="3937" y="5216"/>
                  </a:cubicBezTo>
                  <a:cubicBezTo>
                    <a:pt x="3970" y="4149"/>
                    <a:pt x="3937" y="3081"/>
                    <a:pt x="3803" y="2047"/>
                  </a:cubicBezTo>
                  <a:cubicBezTo>
                    <a:pt x="3770" y="1513"/>
                    <a:pt x="3837" y="146"/>
                    <a:pt x="3136" y="12"/>
                  </a:cubicBezTo>
                  <a:cubicBezTo>
                    <a:pt x="3098" y="4"/>
                    <a:pt x="3061" y="0"/>
                    <a:pt x="302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33"/>
            <p:cNvSpPr/>
            <p:nvPr/>
          </p:nvSpPr>
          <p:spPr>
            <a:xfrm>
              <a:off x="3169925" y="2024800"/>
              <a:ext cx="105950" cy="75450"/>
            </a:xfrm>
            <a:custGeom>
              <a:rect b="b" l="l" r="r" t="t"/>
              <a:pathLst>
                <a:path extrusionOk="0" h="3018" w="4238">
                  <a:moveTo>
                    <a:pt x="3737" y="1"/>
                  </a:moveTo>
                  <a:cubicBezTo>
                    <a:pt x="2770" y="1"/>
                    <a:pt x="1802" y="635"/>
                    <a:pt x="935" y="1002"/>
                  </a:cubicBezTo>
                  <a:cubicBezTo>
                    <a:pt x="268" y="1302"/>
                    <a:pt x="1" y="2603"/>
                    <a:pt x="768" y="2936"/>
                  </a:cubicBezTo>
                  <a:cubicBezTo>
                    <a:pt x="868" y="3003"/>
                    <a:pt x="1002" y="3003"/>
                    <a:pt x="1102" y="3003"/>
                  </a:cubicBezTo>
                  <a:cubicBezTo>
                    <a:pt x="1204" y="3012"/>
                    <a:pt x="1309" y="3017"/>
                    <a:pt x="1413" y="3017"/>
                  </a:cubicBezTo>
                  <a:cubicBezTo>
                    <a:pt x="2056" y="3017"/>
                    <a:pt x="2720" y="2838"/>
                    <a:pt x="3237" y="2436"/>
                  </a:cubicBezTo>
                  <a:cubicBezTo>
                    <a:pt x="3837" y="1969"/>
                    <a:pt x="4237" y="1235"/>
                    <a:pt x="4171" y="468"/>
                  </a:cubicBezTo>
                  <a:cubicBezTo>
                    <a:pt x="4171" y="334"/>
                    <a:pt x="4137" y="168"/>
                    <a:pt x="4004" y="68"/>
                  </a:cubicBezTo>
                  <a:cubicBezTo>
                    <a:pt x="3937" y="34"/>
                    <a:pt x="3837" y="1"/>
                    <a:pt x="373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33"/>
            <p:cNvSpPr/>
            <p:nvPr/>
          </p:nvSpPr>
          <p:spPr>
            <a:xfrm>
              <a:off x="3328375" y="2123875"/>
              <a:ext cx="109500" cy="39925"/>
            </a:xfrm>
            <a:custGeom>
              <a:rect b="b" l="l" r="r" t="t"/>
              <a:pathLst>
                <a:path extrusionOk="0" h="1597" w="4380">
                  <a:moveTo>
                    <a:pt x="2279" y="1"/>
                  </a:moveTo>
                  <a:cubicBezTo>
                    <a:pt x="1734" y="1"/>
                    <a:pt x="1236" y="50"/>
                    <a:pt x="1068" y="74"/>
                  </a:cubicBezTo>
                  <a:cubicBezTo>
                    <a:pt x="835" y="107"/>
                    <a:pt x="568" y="141"/>
                    <a:pt x="368" y="274"/>
                  </a:cubicBezTo>
                  <a:cubicBezTo>
                    <a:pt x="134" y="441"/>
                    <a:pt x="1" y="675"/>
                    <a:pt x="34" y="941"/>
                  </a:cubicBezTo>
                  <a:cubicBezTo>
                    <a:pt x="67" y="1108"/>
                    <a:pt x="234" y="1275"/>
                    <a:pt x="401" y="1375"/>
                  </a:cubicBezTo>
                  <a:cubicBezTo>
                    <a:pt x="568" y="1442"/>
                    <a:pt x="768" y="1475"/>
                    <a:pt x="968" y="1508"/>
                  </a:cubicBezTo>
                  <a:cubicBezTo>
                    <a:pt x="1350" y="1556"/>
                    <a:pt x="1739" y="1596"/>
                    <a:pt x="2122" y="1596"/>
                  </a:cubicBezTo>
                  <a:cubicBezTo>
                    <a:pt x="2541" y="1596"/>
                    <a:pt x="2953" y="1548"/>
                    <a:pt x="3336" y="1408"/>
                  </a:cubicBezTo>
                  <a:cubicBezTo>
                    <a:pt x="3637" y="1308"/>
                    <a:pt x="3937" y="1175"/>
                    <a:pt x="4037" y="908"/>
                  </a:cubicBezTo>
                  <a:cubicBezTo>
                    <a:pt x="4379" y="159"/>
                    <a:pt x="3254" y="1"/>
                    <a:pt x="227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33"/>
            <p:cNvSpPr/>
            <p:nvPr/>
          </p:nvSpPr>
          <p:spPr>
            <a:xfrm>
              <a:off x="3296700" y="2284100"/>
              <a:ext cx="148450" cy="80825"/>
            </a:xfrm>
            <a:custGeom>
              <a:rect b="b" l="l" r="r" t="t"/>
              <a:pathLst>
                <a:path extrusionOk="0" h="3233" w="5938">
                  <a:moveTo>
                    <a:pt x="2837" y="1"/>
                  </a:moveTo>
                  <a:cubicBezTo>
                    <a:pt x="2042" y="1"/>
                    <a:pt x="1239" y="117"/>
                    <a:pt x="534" y="370"/>
                  </a:cubicBezTo>
                  <a:cubicBezTo>
                    <a:pt x="367" y="437"/>
                    <a:pt x="167" y="503"/>
                    <a:pt x="100" y="670"/>
                  </a:cubicBezTo>
                  <a:cubicBezTo>
                    <a:pt x="0" y="904"/>
                    <a:pt x="100" y="1170"/>
                    <a:pt x="267" y="1371"/>
                  </a:cubicBezTo>
                  <a:cubicBezTo>
                    <a:pt x="534" y="1738"/>
                    <a:pt x="968" y="2038"/>
                    <a:pt x="1401" y="2271"/>
                  </a:cubicBezTo>
                  <a:cubicBezTo>
                    <a:pt x="2302" y="2772"/>
                    <a:pt x="3336" y="3072"/>
                    <a:pt x="4337" y="3205"/>
                  </a:cubicBezTo>
                  <a:cubicBezTo>
                    <a:pt x="4456" y="3222"/>
                    <a:pt x="4583" y="3233"/>
                    <a:pt x="4709" y="3233"/>
                  </a:cubicBezTo>
                  <a:cubicBezTo>
                    <a:pt x="5075" y="3233"/>
                    <a:pt x="5439" y="3144"/>
                    <a:pt x="5638" y="2872"/>
                  </a:cubicBezTo>
                  <a:cubicBezTo>
                    <a:pt x="5938" y="2405"/>
                    <a:pt x="5904" y="1471"/>
                    <a:pt x="5704" y="970"/>
                  </a:cubicBezTo>
                  <a:cubicBezTo>
                    <a:pt x="5537" y="537"/>
                    <a:pt x="5204" y="370"/>
                    <a:pt x="4770" y="236"/>
                  </a:cubicBezTo>
                  <a:cubicBezTo>
                    <a:pt x="4174" y="84"/>
                    <a:pt x="3509" y="1"/>
                    <a:pt x="283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33"/>
            <p:cNvSpPr/>
            <p:nvPr/>
          </p:nvSpPr>
          <p:spPr>
            <a:xfrm>
              <a:off x="3179100" y="2502700"/>
              <a:ext cx="127625" cy="91300"/>
            </a:xfrm>
            <a:custGeom>
              <a:rect b="b" l="l" r="r" t="t"/>
              <a:pathLst>
                <a:path extrusionOk="0" h="3652" w="5105">
                  <a:moveTo>
                    <a:pt x="1256" y="0"/>
                  </a:moveTo>
                  <a:cubicBezTo>
                    <a:pt x="830" y="0"/>
                    <a:pt x="419" y="93"/>
                    <a:pt x="201" y="432"/>
                  </a:cubicBezTo>
                  <a:cubicBezTo>
                    <a:pt x="34" y="666"/>
                    <a:pt x="1" y="999"/>
                    <a:pt x="34" y="1300"/>
                  </a:cubicBezTo>
                  <a:cubicBezTo>
                    <a:pt x="168" y="2100"/>
                    <a:pt x="901" y="2701"/>
                    <a:pt x="1635" y="3134"/>
                  </a:cubicBezTo>
                  <a:cubicBezTo>
                    <a:pt x="2069" y="3368"/>
                    <a:pt x="2569" y="3601"/>
                    <a:pt x="3070" y="3635"/>
                  </a:cubicBezTo>
                  <a:cubicBezTo>
                    <a:pt x="3152" y="3645"/>
                    <a:pt x="3236" y="3651"/>
                    <a:pt x="3321" y="3651"/>
                  </a:cubicBezTo>
                  <a:cubicBezTo>
                    <a:pt x="3750" y="3651"/>
                    <a:pt x="4192" y="3507"/>
                    <a:pt x="4471" y="3201"/>
                  </a:cubicBezTo>
                  <a:cubicBezTo>
                    <a:pt x="5004" y="2634"/>
                    <a:pt x="5104" y="1366"/>
                    <a:pt x="4404" y="866"/>
                  </a:cubicBezTo>
                  <a:cubicBezTo>
                    <a:pt x="3770" y="366"/>
                    <a:pt x="2536" y="165"/>
                    <a:pt x="1735" y="32"/>
                  </a:cubicBezTo>
                  <a:cubicBezTo>
                    <a:pt x="1580" y="14"/>
                    <a:pt x="1417" y="0"/>
                    <a:pt x="125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33"/>
            <p:cNvSpPr/>
            <p:nvPr/>
          </p:nvSpPr>
          <p:spPr>
            <a:xfrm>
              <a:off x="3029000" y="2571275"/>
              <a:ext cx="115100" cy="133025"/>
            </a:xfrm>
            <a:custGeom>
              <a:rect b="b" l="l" r="r" t="t"/>
              <a:pathLst>
                <a:path extrusionOk="0" h="5321" w="4604">
                  <a:moveTo>
                    <a:pt x="2528" y="1"/>
                  </a:moveTo>
                  <a:cubicBezTo>
                    <a:pt x="2275" y="1"/>
                    <a:pt x="2018" y="34"/>
                    <a:pt x="1768" y="91"/>
                  </a:cubicBezTo>
                  <a:cubicBezTo>
                    <a:pt x="1235" y="258"/>
                    <a:pt x="701" y="525"/>
                    <a:pt x="367" y="1025"/>
                  </a:cubicBezTo>
                  <a:cubicBezTo>
                    <a:pt x="67" y="1459"/>
                    <a:pt x="1" y="1992"/>
                    <a:pt x="67" y="2526"/>
                  </a:cubicBezTo>
                  <a:cubicBezTo>
                    <a:pt x="134" y="3026"/>
                    <a:pt x="367" y="3493"/>
                    <a:pt x="601" y="3960"/>
                  </a:cubicBezTo>
                  <a:cubicBezTo>
                    <a:pt x="834" y="4394"/>
                    <a:pt x="1135" y="4828"/>
                    <a:pt x="1568" y="5095"/>
                  </a:cubicBezTo>
                  <a:cubicBezTo>
                    <a:pt x="1797" y="5235"/>
                    <a:pt x="2063" y="5320"/>
                    <a:pt x="2322" y="5320"/>
                  </a:cubicBezTo>
                  <a:cubicBezTo>
                    <a:pt x="2554" y="5320"/>
                    <a:pt x="2780" y="5252"/>
                    <a:pt x="2969" y="5095"/>
                  </a:cubicBezTo>
                  <a:cubicBezTo>
                    <a:pt x="3236" y="4894"/>
                    <a:pt x="3370" y="4561"/>
                    <a:pt x="3503" y="4261"/>
                  </a:cubicBezTo>
                  <a:cubicBezTo>
                    <a:pt x="3803" y="3493"/>
                    <a:pt x="4103" y="2726"/>
                    <a:pt x="4370" y="1959"/>
                  </a:cubicBezTo>
                  <a:cubicBezTo>
                    <a:pt x="4604" y="1359"/>
                    <a:pt x="4370" y="892"/>
                    <a:pt x="3870" y="458"/>
                  </a:cubicBezTo>
                  <a:cubicBezTo>
                    <a:pt x="3496" y="127"/>
                    <a:pt x="3019" y="1"/>
                    <a:pt x="252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8" name="Google Shape;598;p33"/>
          <p:cNvGrpSpPr/>
          <p:nvPr/>
        </p:nvGrpSpPr>
        <p:grpSpPr>
          <a:xfrm>
            <a:off x="3568750" y="4535650"/>
            <a:ext cx="1614525" cy="779075"/>
            <a:chOff x="407100" y="684850"/>
            <a:chExt cx="1614525" cy="779075"/>
          </a:xfrm>
        </p:grpSpPr>
        <p:sp>
          <p:nvSpPr>
            <p:cNvPr id="599" name="Google Shape;599;p33"/>
            <p:cNvSpPr/>
            <p:nvPr/>
          </p:nvSpPr>
          <p:spPr>
            <a:xfrm>
              <a:off x="407100" y="684850"/>
              <a:ext cx="1614525" cy="779075"/>
            </a:xfrm>
            <a:custGeom>
              <a:rect b="b" l="l" r="r" t="t"/>
              <a:pathLst>
                <a:path extrusionOk="0" h="31163" w="64581">
                  <a:moveTo>
                    <a:pt x="58224" y="0"/>
                  </a:moveTo>
                  <a:cubicBezTo>
                    <a:pt x="51269" y="0"/>
                    <a:pt x="44288" y="1367"/>
                    <a:pt x="37828" y="4004"/>
                  </a:cubicBezTo>
                  <a:cubicBezTo>
                    <a:pt x="36994" y="4337"/>
                    <a:pt x="36126" y="4704"/>
                    <a:pt x="35226" y="4804"/>
                  </a:cubicBezTo>
                  <a:cubicBezTo>
                    <a:pt x="34985" y="4842"/>
                    <a:pt x="34741" y="4855"/>
                    <a:pt x="34495" y="4855"/>
                  </a:cubicBezTo>
                  <a:cubicBezTo>
                    <a:pt x="33858" y="4855"/>
                    <a:pt x="33207" y="4762"/>
                    <a:pt x="32557" y="4738"/>
                  </a:cubicBezTo>
                  <a:cubicBezTo>
                    <a:pt x="32397" y="4731"/>
                    <a:pt x="32234" y="4727"/>
                    <a:pt x="32070" y="4727"/>
                  </a:cubicBezTo>
                  <a:cubicBezTo>
                    <a:pt x="29869" y="4727"/>
                    <a:pt x="27310" y="5336"/>
                    <a:pt x="25385" y="6205"/>
                  </a:cubicBezTo>
                  <a:cubicBezTo>
                    <a:pt x="22850" y="7340"/>
                    <a:pt x="20482" y="10075"/>
                    <a:pt x="18347" y="11809"/>
                  </a:cubicBezTo>
                  <a:cubicBezTo>
                    <a:pt x="13377" y="15879"/>
                    <a:pt x="8340" y="19882"/>
                    <a:pt x="3136" y="23718"/>
                  </a:cubicBezTo>
                  <a:cubicBezTo>
                    <a:pt x="1502" y="24919"/>
                    <a:pt x="1" y="26753"/>
                    <a:pt x="1435" y="28822"/>
                  </a:cubicBezTo>
                  <a:cubicBezTo>
                    <a:pt x="2202" y="29922"/>
                    <a:pt x="3503" y="30523"/>
                    <a:pt x="4804" y="30823"/>
                  </a:cubicBezTo>
                  <a:cubicBezTo>
                    <a:pt x="5826" y="31061"/>
                    <a:pt x="6809" y="31163"/>
                    <a:pt x="7775" y="31163"/>
                  </a:cubicBezTo>
                  <a:cubicBezTo>
                    <a:pt x="9523" y="31163"/>
                    <a:pt x="11215" y="30829"/>
                    <a:pt x="12977" y="30356"/>
                  </a:cubicBezTo>
                  <a:cubicBezTo>
                    <a:pt x="16379" y="29422"/>
                    <a:pt x="19815" y="28555"/>
                    <a:pt x="23251" y="27788"/>
                  </a:cubicBezTo>
                  <a:cubicBezTo>
                    <a:pt x="30122" y="26286"/>
                    <a:pt x="37094" y="25119"/>
                    <a:pt x="44099" y="24318"/>
                  </a:cubicBezTo>
                  <a:cubicBezTo>
                    <a:pt x="45333" y="24185"/>
                    <a:pt x="46567" y="24052"/>
                    <a:pt x="47701" y="23551"/>
                  </a:cubicBezTo>
                  <a:cubicBezTo>
                    <a:pt x="48869" y="23084"/>
                    <a:pt x="49903" y="22217"/>
                    <a:pt x="50236" y="21049"/>
                  </a:cubicBezTo>
                  <a:cubicBezTo>
                    <a:pt x="50370" y="20582"/>
                    <a:pt x="50437" y="20082"/>
                    <a:pt x="50603" y="19648"/>
                  </a:cubicBezTo>
                  <a:cubicBezTo>
                    <a:pt x="50870" y="18915"/>
                    <a:pt x="51504" y="18381"/>
                    <a:pt x="52104" y="17880"/>
                  </a:cubicBezTo>
                  <a:cubicBezTo>
                    <a:pt x="54606" y="15679"/>
                    <a:pt x="56841" y="13177"/>
                    <a:pt x="58709" y="10408"/>
                  </a:cubicBezTo>
                  <a:cubicBezTo>
                    <a:pt x="59443" y="9308"/>
                    <a:pt x="59910" y="8440"/>
                    <a:pt x="61111" y="7840"/>
                  </a:cubicBezTo>
                  <a:cubicBezTo>
                    <a:pt x="62445" y="7206"/>
                    <a:pt x="63546" y="7039"/>
                    <a:pt x="63880" y="5338"/>
                  </a:cubicBezTo>
                  <a:cubicBezTo>
                    <a:pt x="64146" y="3937"/>
                    <a:pt x="64580" y="2236"/>
                    <a:pt x="63446" y="1202"/>
                  </a:cubicBezTo>
                  <a:cubicBezTo>
                    <a:pt x="62178" y="101"/>
                    <a:pt x="60077" y="34"/>
                    <a:pt x="58476" y="1"/>
                  </a:cubicBezTo>
                  <a:cubicBezTo>
                    <a:pt x="58392" y="1"/>
                    <a:pt x="58308" y="0"/>
                    <a:pt x="5822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33"/>
            <p:cNvSpPr/>
            <p:nvPr/>
          </p:nvSpPr>
          <p:spPr>
            <a:xfrm>
              <a:off x="407100" y="1061225"/>
              <a:ext cx="1178375" cy="369275"/>
            </a:xfrm>
            <a:custGeom>
              <a:rect b="b" l="l" r="r" t="t"/>
              <a:pathLst>
                <a:path extrusionOk="0" h="14771" w="47135">
                  <a:moveTo>
                    <a:pt x="36928" y="0"/>
                  </a:moveTo>
                  <a:cubicBezTo>
                    <a:pt x="36372" y="0"/>
                    <a:pt x="35816" y="10"/>
                    <a:pt x="35259" y="23"/>
                  </a:cubicBezTo>
                  <a:cubicBezTo>
                    <a:pt x="31657" y="90"/>
                    <a:pt x="28021" y="390"/>
                    <a:pt x="24418" y="924"/>
                  </a:cubicBezTo>
                  <a:cubicBezTo>
                    <a:pt x="21816" y="1324"/>
                    <a:pt x="19248" y="1825"/>
                    <a:pt x="16779" y="2725"/>
                  </a:cubicBezTo>
                  <a:cubicBezTo>
                    <a:pt x="14211" y="3693"/>
                    <a:pt x="11809" y="5127"/>
                    <a:pt x="9207" y="6094"/>
                  </a:cubicBezTo>
                  <a:cubicBezTo>
                    <a:pt x="7906" y="6561"/>
                    <a:pt x="6272" y="6928"/>
                    <a:pt x="4704" y="7495"/>
                  </a:cubicBezTo>
                  <a:cubicBezTo>
                    <a:pt x="4170" y="7862"/>
                    <a:pt x="3670" y="8263"/>
                    <a:pt x="3136" y="8663"/>
                  </a:cubicBezTo>
                  <a:cubicBezTo>
                    <a:pt x="1502" y="9864"/>
                    <a:pt x="1" y="11698"/>
                    <a:pt x="1468" y="13767"/>
                  </a:cubicBezTo>
                  <a:cubicBezTo>
                    <a:pt x="1702" y="14134"/>
                    <a:pt x="2035" y="14434"/>
                    <a:pt x="2402" y="14701"/>
                  </a:cubicBezTo>
                  <a:cubicBezTo>
                    <a:pt x="2602" y="14734"/>
                    <a:pt x="2836" y="14767"/>
                    <a:pt x="3069" y="14767"/>
                  </a:cubicBezTo>
                  <a:cubicBezTo>
                    <a:pt x="3166" y="14770"/>
                    <a:pt x="3263" y="14771"/>
                    <a:pt x="3360" y="14771"/>
                  </a:cubicBezTo>
                  <a:cubicBezTo>
                    <a:pt x="4635" y="14771"/>
                    <a:pt x="5930" y="14565"/>
                    <a:pt x="7139" y="14100"/>
                  </a:cubicBezTo>
                  <a:cubicBezTo>
                    <a:pt x="8006" y="13767"/>
                    <a:pt x="8874" y="13300"/>
                    <a:pt x="9774" y="13066"/>
                  </a:cubicBezTo>
                  <a:cubicBezTo>
                    <a:pt x="10108" y="12983"/>
                    <a:pt x="10459" y="12933"/>
                    <a:pt x="10804" y="12933"/>
                  </a:cubicBezTo>
                  <a:cubicBezTo>
                    <a:pt x="11425" y="12933"/>
                    <a:pt x="12026" y="13093"/>
                    <a:pt x="12476" y="13500"/>
                  </a:cubicBezTo>
                  <a:cubicBezTo>
                    <a:pt x="13043" y="12332"/>
                    <a:pt x="14344" y="11732"/>
                    <a:pt x="15545" y="11332"/>
                  </a:cubicBezTo>
                  <a:cubicBezTo>
                    <a:pt x="19281" y="10064"/>
                    <a:pt x="23184" y="9530"/>
                    <a:pt x="27053" y="8997"/>
                  </a:cubicBezTo>
                  <a:cubicBezTo>
                    <a:pt x="32657" y="8196"/>
                    <a:pt x="38261" y="7429"/>
                    <a:pt x="43865" y="6628"/>
                  </a:cubicBezTo>
                  <a:cubicBezTo>
                    <a:pt x="44766" y="6495"/>
                    <a:pt x="45767" y="6328"/>
                    <a:pt x="46367" y="5661"/>
                  </a:cubicBezTo>
                  <a:cubicBezTo>
                    <a:pt x="47134" y="4794"/>
                    <a:pt x="46967" y="3359"/>
                    <a:pt x="46234" y="2459"/>
                  </a:cubicBezTo>
                  <a:cubicBezTo>
                    <a:pt x="45500" y="1525"/>
                    <a:pt x="44366" y="1057"/>
                    <a:pt x="43231" y="724"/>
                  </a:cubicBezTo>
                  <a:cubicBezTo>
                    <a:pt x="41192" y="141"/>
                    <a:pt x="39069" y="0"/>
                    <a:pt x="3692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33"/>
            <p:cNvSpPr/>
            <p:nvPr/>
          </p:nvSpPr>
          <p:spPr>
            <a:xfrm>
              <a:off x="1577950" y="871600"/>
              <a:ext cx="194325" cy="380350"/>
            </a:xfrm>
            <a:custGeom>
              <a:rect b="b" l="l" r="r" t="t"/>
              <a:pathLst>
                <a:path extrusionOk="0" h="15214" w="7773">
                  <a:moveTo>
                    <a:pt x="4630" y="0"/>
                  </a:moveTo>
                  <a:cubicBezTo>
                    <a:pt x="4224" y="0"/>
                    <a:pt x="3849" y="254"/>
                    <a:pt x="3503" y="537"/>
                  </a:cubicBezTo>
                  <a:cubicBezTo>
                    <a:pt x="1835" y="1938"/>
                    <a:pt x="0" y="5140"/>
                    <a:pt x="300" y="7375"/>
                  </a:cubicBezTo>
                  <a:cubicBezTo>
                    <a:pt x="667" y="10010"/>
                    <a:pt x="1401" y="12679"/>
                    <a:pt x="2302" y="15214"/>
                  </a:cubicBezTo>
                  <a:cubicBezTo>
                    <a:pt x="2802" y="14747"/>
                    <a:pt x="3202" y="14213"/>
                    <a:pt x="3402" y="13546"/>
                  </a:cubicBezTo>
                  <a:cubicBezTo>
                    <a:pt x="3569" y="13112"/>
                    <a:pt x="3603" y="12612"/>
                    <a:pt x="3769" y="12178"/>
                  </a:cubicBezTo>
                  <a:cubicBezTo>
                    <a:pt x="4070" y="11445"/>
                    <a:pt x="4670" y="10911"/>
                    <a:pt x="5270" y="10410"/>
                  </a:cubicBezTo>
                  <a:cubicBezTo>
                    <a:pt x="6138" y="9643"/>
                    <a:pt x="6972" y="8843"/>
                    <a:pt x="7772" y="8009"/>
                  </a:cubicBezTo>
                  <a:cubicBezTo>
                    <a:pt x="7272" y="5974"/>
                    <a:pt x="6738" y="3939"/>
                    <a:pt x="6238" y="1938"/>
                  </a:cubicBezTo>
                  <a:cubicBezTo>
                    <a:pt x="6004" y="1070"/>
                    <a:pt x="5571" y="36"/>
                    <a:pt x="4703" y="3"/>
                  </a:cubicBezTo>
                  <a:cubicBezTo>
                    <a:pt x="4679" y="1"/>
                    <a:pt x="4654" y="0"/>
                    <a:pt x="463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33"/>
            <p:cNvSpPr/>
            <p:nvPr/>
          </p:nvSpPr>
          <p:spPr>
            <a:xfrm>
              <a:off x="436300" y="684850"/>
              <a:ext cx="1568625" cy="688925"/>
            </a:xfrm>
            <a:custGeom>
              <a:rect b="b" l="l" r="r" t="t"/>
              <a:pathLst>
                <a:path extrusionOk="0" h="27557" w="62745">
                  <a:moveTo>
                    <a:pt x="57056" y="0"/>
                  </a:moveTo>
                  <a:cubicBezTo>
                    <a:pt x="50101" y="0"/>
                    <a:pt x="43120" y="1367"/>
                    <a:pt x="36660" y="4004"/>
                  </a:cubicBezTo>
                  <a:cubicBezTo>
                    <a:pt x="35826" y="4337"/>
                    <a:pt x="34992" y="4704"/>
                    <a:pt x="34091" y="4804"/>
                  </a:cubicBezTo>
                  <a:cubicBezTo>
                    <a:pt x="33841" y="4842"/>
                    <a:pt x="33590" y="4855"/>
                    <a:pt x="33340" y="4855"/>
                  </a:cubicBezTo>
                  <a:cubicBezTo>
                    <a:pt x="32690" y="4855"/>
                    <a:pt x="32039" y="4762"/>
                    <a:pt x="31389" y="4738"/>
                  </a:cubicBezTo>
                  <a:cubicBezTo>
                    <a:pt x="31229" y="4731"/>
                    <a:pt x="31066" y="4727"/>
                    <a:pt x="30902" y="4727"/>
                  </a:cubicBezTo>
                  <a:cubicBezTo>
                    <a:pt x="28705" y="4727"/>
                    <a:pt x="26173" y="5336"/>
                    <a:pt x="24217" y="6205"/>
                  </a:cubicBezTo>
                  <a:cubicBezTo>
                    <a:pt x="21682" y="7340"/>
                    <a:pt x="19314" y="10075"/>
                    <a:pt x="17179" y="11809"/>
                  </a:cubicBezTo>
                  <a:cubicBezTo>
                    <a:pt x="12209" y="15879"/>
                    <a:pt x="7172" y="19882"/>
                    <a:pt x="1968" y="23718"/>
                  </a:cubicBezTo>
                  <a:cubicBezTo>
                    <a:pt x="1168" y="24285"/>
                    <a:pt x="400" y="25052"/>
                    <a:pt x="0" y="25886"/>
                  </a:cubicBezTo>
                  <a:cubicBezTo>
                    <a:pt x="1234" y="26653"/>
                    <a:pt x="2569" y="27354"/>
                    <a:pt x="4003" y="27521"/>
                  </a:cubicBezTo>
                  <a:cubicBezTo>
                    <a:pt x="4229" y="27545"/>
                    <a:pt x="4457" y="27556"/>
                    <a:pt x="4685" y="27556"/>
                  </a:cubicBezTo>
                  <a:cubicBezTo>
                    <a:pt x="5701" y="27556"/>
                    <a:pt x="6731" y="27338"/>
                    <a:pt x="7739" y="27120"/>
                  </a:cubicBezTo>
                  <a:cubicBezTo>
                    <a:pt x="13510" y="25819"/>
                    <a:pt x="19314" y="24318"/>
                    <a:pt x="25185" y="23418"/>
                  </a:cubicBezTo>
                  <a:cubicBezTo>
                    <a:pt x="31122" y="22484"/>
                    <a:pt x="37060" y="21383"/>
                    <a:pt x="42931" y="20115"/>
                  </a:cubicBezTo>
                  <a:cubicBezTo>
                    <a:pt x="44665" y="19715"/>
                    <a:pt x="46567" y="19215"/>
                    <a:pt x="47401" y="17680"/>
                  </a:cubicBezTo>
                  <a:cubicBezTo>
                    <a:pt x="47901" y="16746"/>
                    <a:pt x="47901" y="15612"/>
                    <a:pt x="48235" y="14611"/>
                  </a:cubicBezTo>
                  <a:cubicBezTo>
                    <a:pt x="48568" y="13711"/>
                    <a:pt x="49169" y="12944"/>
                    <a:pt x="49802" y="12210"/>
                  </a:cubicBezTo>
                  <a:cubicBezTo>
                    <a:pt x="52871" y="8474"/>
                    <a:pt x="56140" y="5071"/>
                    <a:pt x="60610" y="3103"/>
                  </a:cubicBezTo>
                  <a:cubicBezTo>
                    <a:pt x="61377" y="2736"/>
                    <a:pt x="62211" y="2403"/>
                    <a:pt x="62745" y="1769"/>
                  </a:cubicBezTo>
                  <a:cubicBezTo>
                    <a:pt x="62611" y="1569"/>
                    <a:pt x="62478" y="1369"/>
                    <a:pt x="62278" y="1202"/>
                  </a:cubicBezTo>
                  <a:cubicBezTo>
                    <a:pt x="61010" y="101"/>
                    <a:pt x="58909" y="34"/>
                    <a:pt x="57308" y="1"/>
                  </a:cubicBezTo>
                  <a:cubicBezTo>
                    <a:pt x="57224" y="1"/>
                    <a:pt x="57140" y="0"/>
                    <a:pt x="5705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33"/>
            <p:cNvSpPr/>
            <p:nvPr/>
          </p:nvSpPr>
          <p:spPr>
            <a:xfrm>
              <a:off x="578050" y="684850"/>
              <a:ext cx="1426050" cy="522900"/>
            </a:xfrm>
            <a:custGeom>
              <a:rect b="b" l="l" r="r" t="t"/>
              <a:pathLst>
                <a:path extrusionOk="0" h="20916" w="57042">
                  <a:moveTo>
                    <a:pt x="51386" y="0"/>
                  </a:moveTo>
                  <a:cubicBezTo>
                    <a:pt x="44431" y="0"/>
                    <a:pt x="37450" y="1367"/>
                    <a:pt x="30990" y="4004"/>
                  </a:cubicBezTo>
                  <a:cubicBezTo>
                    <a:pt x="30156" y="4337"/>
                    <a:pt x="29322" y="4704"/>
                    <a:pt x="28421" y="4804"/>
                  </a:cubicBezTo>
                  <a:cubicBezTo>
                    <a:pt x="28171" y="4842"/>
                    <a:pt x="27920" y="4855"/>
                    <a:pt x="27670" y="4855"/>
                  </a:cubicBezTo>
                  <a:cubicBezTo>
                    <a:pt x="27020" y="4855"/>
                    <a:pt x="26369" y="4762"/>
                    <a:pt x="25719" y="4738"/>
                  </a:cubicBezTo>
                  <a:cubicBezTo>
                    <a:pt x="25559" y="4731"/>
                    <a:pt x="25396" y="4727"/>
                    <a:pt x="25232" y="4727"/>
                  </a:cubicBezTo>
                  <a:cubicBezTo>
                    <a:pt x="23035" y="4727"/>
                    <a:pt x="20503" y="5336"/>
                    <a:pt x="18547" y="6205"/>
                  </a:cubicBezTo>
                  <a:cubicBezTo>
                    <a:pt x="16012" y="7340"/>
                    <a:pt x="13644" y="10075"/>
                    <a:pt x="11509" y="11809"/>
                  </a:cubicBezTo>
                  <a:cubicBezTo>
                    <a:pt x="7706" y="14912"/>
                    <a:pt x="3904" y="17947"/>
                    <a:pt x="1" y="20916"/>
                  </a:cubicBezTo>
                  <a:cubicBezTo>
                    <a:pt x="101" y="20883"/>
                    <a:pt x="201" y="20849"/>
                    <a:pt x="334" y="20783"/>
                  </a:cubicBezTo>
                  <a:cubicBezTo>
                    <a:pt x="2469" y="19782"/>
                    <a:pt x="4504" y="17880"/>
                    <a:pt x="6472" y="16513"/>
                  </a:cubicBezTo>
                  <a:cubicBezTo>
                    <a:pt x="8607" y="15012"/>
                    <a:pt x="10742" y="13544"/>
                    <a:pt x="12877" y="12043"/>
                  </a:cubicBezTo>
                  <a:cubicBezTo>
                    <a:pt x="14811" y="10675"/>
                    <a:pt x="16846" y="9308"/>
                    <a:pt x="19181" y="8907"/>
                  </a:cubicBezTo>
                  <a:cubicBezTo>
                    <a:pt x="19615" y="8834"/>
                    <a:pt x="20054" y="8798"/>
                    <a:pt x="20493" y="8798"/>
                  </a:cubicBezTo>
                  <a:cubicBezTo>
                    <a:pt x="22042" y="8798"/>
                    <a:pt x="23585" y="9250"/>
                    <a:pt x="24885" y="10108"/>
                  </a:cubicBezTo>
                  <a:cubicBezTo>
                    <a:pt x="25185" y="10275"/>
                    <a:pt x="25486" y="10475"/>
                    <a:pt x="25786" y="10475"/>
                  </a:cubicBezTo>
                  <a:cubicBezTo>
                    <a:pt x="26086" y="10442"/>
                    <a:pt x="26320" y="10242"/>
                    <a:pt x="26553" y="10041"/>
                  </a:cubicBezTo>
                  <a:cubicBezTo>
                    <a:pt x="29755" y="7306"/>
                    <a:pt x="33892" y="6039"/>
                    <a:pt x="37928" y="4804"/>
                  </a:cubicBezTo>
                  <a:cubicBezTo>
                    <a:pt x="41797" y="3637"/>
                    <a:pt x="45733" y="2469"/>
                    <a:pt x="49770" y="2203"/>
                  </a:cubicBezTo>
                  <a:cubicBezTo>
                    <a:pt x="50511" y="2160"/>
                    <a:pt x="51248" y="2148"/>
                    <a:pt x="51983" y="2148"/>
                  </a:cubicBezTo>
                  <a:cubicBezTo>
                    <a:pt x="52966" y="2148"/>
                    <a:pt x="53945" y="2170"/>
                    <a:pt x="54922" y="2170"/>
                  </a:cubicBezTo>
                  <a:cubicBezTo>
                    <a:pt x="55518" y="2170"/>
                    <a:pt x="56113" y="2162"/>
                    <a:pt x="56708" y="2136"/>
                  </a:cubicBezTo>
                  <a:cubicBezTo>
                    <a:pt x="56841" y="2036"/>
                    <a:pt x="56941" y="1902"/>
                    <a:pt x="57042" y="1769"/>
                  </a:cubicBezTo>
                  <a:cubicBezTo>
                    <a:pt x="56941" y="1569"/>
                    <a:pt x="56808" y="1369"/>
                    <a:pt x="56608" y="1202"/>
                  </a:cubicBezTo>
                  <a:cubicBezTo>
                    <a:pt x="55340" y="101"/>
                    <a:pt x="53239" y="34"/>
                    <a:pt x="51638" y="1"/>
                  </a:cubicBezTo>
                  <a:cubicBezTo>
                    <a:pt x="51554" y="1"/>
                    <a:pt x="51470" y="0"/>
                    <a:pt x="5138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4" name="Google Shape;604;p33"/>
          <p:cNvGrpSpPr/>
          <p:nvPr/>
        </p:nvGrpSpPr>
        <p:grpSpPr>
          <a:xfrm rot="821913">
            <a:off x="7935869" y="134615"/>
            <a:ext cx="1237076" cy="837774"/>
            <a:chOff x="7954342" y="56442"/>
            <a:chExt cx="1237147" cy="837822"/>
          </a:xfrm>
        </p:grpSpPr>
        <p:sp>
          <p:nvSpPr>
            <p:cNvPr id="605" name="Google Shape;605;p33"/>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33"/>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33"/>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33"/>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33"/>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33"/>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33"/>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33"/>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33"/>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4" name="Google Shape;614;p33"/>
          <p:cNvSpPr/>
          <p:nvPr/>
        </p:nvSpPr>
        <p:spPr>
          <a:xfrm flipH="1" rot="-5156406">
            <a:off x="6735729" y="2981636"/>
            <a:ext cx="1422888" cy="3439115"/>
          </a:xfrm>
          <a:custGeom>
            <a:rect b="b" l="l" r="r" t="t"/>
            <a:pathLst>
              <a:path extrusionOk="0" h="105408" w="56915">
                <a:moveTo>
                  <a:pt x="56915" y="0"/>
                </a:moveTo>
                <a:cubicBezTo>
                  <a:pt x="51671" y="6993"/>
                  <a:pt x="26659" y="27432"/>
                  <a:pt x="25449" y="41955"/>
                </a:cubicBezTo>
                <a:cubicBezTo>
                  <a:pt x="24239" y="56478"/>
                  <a:pt x="53016" y="76850"/>
                  <a:pt x="49654" y="87137"/>
                </a:cubicBezTo>
                <a:cubicBezTo>
                  <a:pt x="46292" y="97424"/>
                  <a:pt x="13481" y="100719"/>
                  <a:pt x="5278" y="103677"/>
                </a:cubicBezTo>
                <a:cubicBezTo>
                  <a:pt x="-2925" y="106635"/>
                  <a:pt x="1244" y="104685"/>
                  <a:pt x="437" y="104887"/>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3"/>
          <p:cNvSpPr txBox="1"/>
          <p:nvPr>
            <p:ph idx="2" type="body"/>
          </p:nvPr>
        </p:nvSpPr>
        <p:spPr>
          <a:xfrm>
            <a:off x="4707675" y="1781550"/>
            <a:ext cx="3122100" cy="2567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2"/>
              </a:buClr>
              <a:buSzPts val="1200"/>
              <a:buFont typeface="Dosis"/>
              <a:buChar char="●"/>
              <a:defRPr sz="1100"/>
            </a:lvl1pPr>
            <a:lvl2pPr indent="-304800" lvl="1" marL="914400" algn="l">
              <a:lnSpc>
                <a:spcPct val="100000"/>
              </a:lnSpc>
              <a:spcBef>
                <a:spcPts val="0"/>
              </a:spcBef>
              <a:spcAft>
                <a:spcPts val="0"/>
              </a:spcAft>
              <a:buClr>
                <a:srgbClr val="434343"/>
              </a:buClr>
              <a:buSzPts val="1200"/>
              <a:buFont typeface="Roboto Condensed Light"/>
              <a:buChar char="○"/>
              <a:defRPr/>
            </a:lvl2pPr>
            <a:lvl3pPr indent="-304800" lvl="2" marL="1371600" algn="l">
              <a:lnSpc>
                <a:spcPct val="100000"/>
              </a:lnSpc>
              <a:spcBef>
                <a:spcPts val="0"/>
              </a:spcBef>
              <a:spcAft>
                <a:spcPts val="0"/>
              </a:spcAft>
              <a:buClr>
                <a:srgbClr val="434343"/>
              </a:buClr>
              <a:buSzPts val="1200"/>
              <a:buFont typeface="Roboto Condensed Light"/>
              <a:buChar char="■"/>
              <a:defRPr/>
            </a:lvl3pPr>
            <a:lvl4pPr indent="-304800" lvl="3" marL="1828800" algn="l">
              <a:lnSpc>
                <a:spcPct val="100000"/>
              </a:lnSpc>
              <a:spcBef>
                <a:spcPts val="0"/>
              </a:spcBef>
              <a:spcAft>
                <a:spcPts val="0"/>
              </a:spcAft>
              <a:buClr>
                <a:srgbClr val="434343"/>
              </a:buClr>
              <a:buSzPts val="1200"/>
              <a:buFont typeface="Roboto Condensed Light"/>
              <a:buChar char="●"/>
              <a:defRPr/>
            </a:lvl4pPr>
            <a:lvl5pPr indent="-304800" lvl="4" marL="2286000" algn="l">
              <a:lnSpc>
                <a:spcPct val="100000"/>
              </a:lnSpc>
              <a:spcBef>
                <a:spcPts val="0"/>
              </a:spcBef>
              <a:spcAft>
                <a:spcPts val="0"/>
              </a:spcAft>
              <a:buClr>
                <a:srgbClr val="434343"/>
              </a:buClr>
              <a:buSzPts val="1200"/>
              <a:buFont typeface="Roboto Condensed Light"/>
              <a:buChar char="○"/>
              <a:defRPr/>
            </a:lvl5pPr>
            <a:lvl6pPr indent="-304800" lvl="5" marL="2743200" algn="l">
              <a:lnSpc>
                <a:spcPct val="100000"/>
              </a:lnSpc>
              <a:spcBef>
                <a:spcPts val="0"/>
              </a:spcBef>
              <a:spcAft>
                <a:spcPts val="0"/>
              </a:spcAft>
              <a:buClr>
                <a:srgbClr val="434343"/>
              </a:buClr>
              <a:buSzPts val="1200"/>
              <a:buFont typeface="Roboto Condensed Light"/>
              <a:buChar char="■"/>
              <a:defRPr/>
            </a:lvl6pPr>
            <a:lvl7pPr indent="-304800" lvl="6" marL="3200400" algn="l">
              <a:lnSpc>
                <a:spcPct val="100000"/>
              </a:lnSpc>
              <a:spcBef>
                <a:spcPts val="0"/>
              </a:spcBef>
              <a:spcAft>
                <a:spcPts val="0"/>
              </a:spcAft>
              <a:buClr>
                <a:srgbClr val="434343"/>
              </a:buClr>
              <a:buSzPts val="1200"/>
              <a:buFont typeface="Roboto Condensed Light"/>
              <a:buChar char="●"/>
              <a:defRPr/>
            </a:lvl7pPr>
            <a:lvl8pPr indent="-304800" lvl="7" marL="3657600" algn="l">
              <a:lnSpc>
                <a:spcPct val="100000"/>
              </a:lnSpc>
              <a:spcBef>
                <a:spcPts val="0"/>
              </a:spcBef>
              <a:spcAft>
                <a:spcPts val="0"/>
              </a:spcAft>
              <a:buClr>
                <a:srgbClr val="434343"/>
              </a:buClr>
              <a:buSzPts val="1200"/>
              <a:buFont typeface="Roboto Condensed Light"/>
              <a:buChar char="○"/>
              <a:defRPr/>
            </a:lvl8pPr>
            <a:lvl9pPr indent="-304800" lvl="8" marL="4114800" algn="l">
              <a:lnSpc>
                <a:spcPct val="100000"/>
              </a:lnSpc>
              <a:spcBef>
                <a:spcPts val="0"/>
              </a:spcBef>
              <a:spcAft>
                <a:spcPts val="0"/>
              </a:spcAft>
              <a:buClr>
                <a:srgbClr val="434343"/>
              </a:buClr>
              <a:buSzPts val="1200"/>
              <a:buFont typeface="Roboto Condensed Light"/>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20">
    <p:spTree>
      <p:nvGrpSpPr>
        <p:cNvPr id="616" name="Shape 616"/>
        <p:cNvGrpSpPr/>
        <p:nvPr/>
      </p:nvGrpSpPr>
      <p:grpSpPr>
        <a:xfrm>
          <a:off x="0" y="0"/>
          <a:ext cx="0" cy="0"/>
          <a:chOff x="0" y="0"/>
          <a:chExt cx="0" cy="0"/>
        </a:xfrm>
      </p:grpSpPr>
      <p:sp>
        <p:nvSpPr>
          <p:cNvPr id="617" name="Google Shape;617;p34"/>
          <p:cNvSpPr txBox="1"/>
          <p:nvPr>
            <p:ph type="title"/>
          </p:nvPr>
        </p:nvSpPr>
        <p:spPr>
          <a:xfrm>
            <a:off x="713225" y="548640"/>
            <a:ext cx="7717500" cy="2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1"/>
            </a:lvl1pPr>
            <a:lvl2pPr lvl="1" algn="ctr">
              <a:lnSpc>
                <a:spcPct val="100000"/>
              </a:lnSpc>
              <a:spcBef>
                <a:spcPts val="0"/>
              </a:spcBef>
              <a:spcAft>
                <a:spcPts val="0"/>
              </a:spcAft>
              <a:buSzPts val="2800"/>
              <a:buNone/>
              <a:defRPr>
                <a:latin typeface="Comfortaa Medium"/>
                <a:ea typeface="Comfortaa Medium"/>
                <a:cs typeface="Comfortaa Medium"/>
                <a:sym typeface="Comfortaa Medium"/>
              </a:defRPr>
            </a:lvl2pPr>
            <a:lvl3pPr lvl="2" algn="ctr">
              <a:lnSpc>
                <a:spcPct val="100000"/>
              </a:lnSpc>
              <a:spcBef>
                <a:spcPts val="0"/>
              </a:spcBef>
              <a:spcAft>
                <a:spcPts val="0"/>
              </a:spcAft>
              <a:buSzPts val="2800"/>
              <a:buNone/>
              <a:defRPr>
                <a:latin typeface="Comfortaa Medium"/>
                <a:ea typeface="Comfortaa Medium"/>
                <a:cs typeface="Comfortaa Medium"/>
                <a:sym typeface="Comfortaa Medium"/>
              </a:defRPr>
            </a:lvl3pPr>
            <a:lvl4pPr lvl="3" algn="ctr">
              <a:lnSpc>
                <a:spcPct val="100000"/>
              </a:lnSpc>
              <a:spcBef>
                <a:spcPts val="0"/>
              </a:spcBef>
              <a:spcAft>
                <a:spcPts val="0"/>
              </a:spcAft>
              <a:buSzPts val="2800"/>
              <a:buNone/>
              <a:defRPr>
                <a:latin typeface="Comfortaa Medium"/>
                <a:ea typeface="Comfortaa Medium"/>
                <a:cs typeface="Comfortaa Medium"/>
                <a:sym typeface="Comfortaa Medium"/>
              </a:defRPr>
            </a:lvl4pPr>
            <a:lvl5pPr lvl="4" algn="ctr">
              <a:lnSpc>
                <a:spcPct val="100000"/>
              </a:lnSpc>
              <a:spcBef>
                <a:spcPts val="0"/>
              </a:spcBef>
              <a:spcAft>
                <a:spcPts val="0"/>
              </a:spcAft>
              <a:buSzPts val="2800"/>
              <a:buNone/>
              <a:defRPr>
                <a:latin typeface="Comfortaa Medium"/>
                <a:ea typeface="Comfortaa Medium"/>
                <a:cs typeface="Comfortaa Medium"/>
                <a:sym typeface="Comfortaa Medium"/>
              </a:defRPr>
            </a:lvl5pPr>
            <a:lvl6pPr lvl="5" algn="ctr">
              <a:lnSpc>
                <a:spcPct val="100000"/>
              </a:lnSpc>
              <a:spcBef>
                <a:spcPts val="0"/>
              </a:spcBef>
              <a:spcAft>
                <a:spcPts val="0"/>
              </a:spcAft>
              <a:buSzPts val="2800"/>
              <a:buNone/>
              <a:defRPr>
                <a:latin typeface="Comfortaa Medium"/>
                <a:ea typeface="Comfortaa Medium"/>
                <a:cs typeface="Comfortaa Medium"/>
                <a:sym typeface="Comfortaa Medium"/>
              </a:defRPr>
            </a:lvl6pPr>
            <a:lvl7pPr lvl="6" algn="ctr">
              <a:lnSpc>
                <a:spcPct val="100000"/>
              </a:lnSpc>
              <a:spcBef>
                <a:spcPts val="0"/>
              </a:spcBef>
              <a:spcAft>
                <a:spcPts val="0"/>
              </a:spcAft>
              <a:buSzPts val="2800"/>
              <a:buNone/>
              <a:defRPr>
                <a:latin typeface="Comfortaa Medium"/>
                <a:ea typeface="Comfortaa Medium"/>
                <a:cs typeface="Comfortaa Medium"/>
                <a:sym typeface="Comfortaa Medium"/>
              </a:defRPr>
            </a:lvl7pPr>
            <a:lvl8pPr lvl="7" algn="ctr">
              <a:lnSpc>
                <a:spcPct val="100000"/>
              </a:lnSpc>
              <a:spcBef>
                <a:spcPts val="0"/>
              </a:spcBef>
              <a:spcAft>
                <a:spcPts val="0"/>
              </a:spcAft>
              <a:buSzPts val="2800"/>
              <a:buNone/>
              <a:defRPr>
                <a:latin typeface="Comfortaa Medium"/>
                <a:ea typeface="Comfortaa Medium"/>
                <a:cs typeface="Comfortaa Medium"/>
                <a:sym typeface="Comfortaa Medium"/>
              </a:defRPr>
            </a:lvl8pPr>
            <a:lvl9pPr lvl="8" algn="ctr">
              <a:lnSpc>
                <a:spcPct val="100000"/>
              </a:lnSpc>
              <a:spcBef>
                <a:spcPts val="0"/>
              </a:spcBef>
              <a:spcAft>
                <a:spcPts val="0"/>
              </a:spcAft>
              <a:buSzPts val="2800"/>
              <a:buNone/>
              <a:defRPr>
                <a:latin typeface="Comfortaa Medium"/>
                <a:ea typeface="Comfortaa Medium"/>
                <a:cs typeface="Comfortaa Medium"/>
                <a:sym typeface="Comfortaa Medium"/>
              </a:defRPr>
            </a:lvl9pPr>
          </a:lstStyle>
          <a:p/>
        </p:txBody>
      </p:sp>
      <p:grpSp>
        <p:nvGrpSpPr>
          <p:cNvPr id="618" name="Google Shape;618;p34"/>
          <p:cNvGrpSpPr/>
          <p:nvPr/>
        </p:nvGrpSpPr>
        <p:grpSpPr>
          <a:xfrm rot="2068794">
            <a:off x="-174040" y="4538281"/>
            <a:ext cx="1373459" cy="922897"/>
            <a:chOff x="2302238" y="842175"/>
            <a:chExt cx="1373500" cy="922925"/>
          </a:xfrm>
        </p:grpSpPr>
        <p:sp>
          <p:nvSpPr>
            <p:cNvPr id="619" name="Google Shape;619;p34"/>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34"/>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34"/>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34"/>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34"/>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34"/>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34"/>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34"/>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34"/>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34"/>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34"/>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34"/>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34"/>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34"/>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34"/>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34"/>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34"/>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34"/>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34"/>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34"/>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34"/>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34"/>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34"/>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34"/>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34"/>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34"/>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34"/>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34"/>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34"/>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34"/>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34"/>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34"/>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34"/>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34"/>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34"/>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34"/>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34"/>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34"/>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34"/>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34"/>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34"/>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34"/>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1" name="Google Shape;661;p34"/>
          <p:cNvSpPr/>
          <p:nvPr/>
        </p:nvSpPr>
        <p:spPr>
          <a:xfrm rot="836421">
            <a:off x="8354577" y="3102273"/>
            <a:ext cx="612620" cy="2370135"/>
          </a:xfrm>
          <a:custGeom>
            <a:rect b="b" l="l" r="r" t="t"/>
            <a:pathLst>
              <a:path extrusionOk="0" h="94810" w="24506">
                <a:moveTo>
                  <a:pt x="21172" y="0"/>
                </a:moveTo>
                <a:cubicBezTo>
                  <a:pt x="21215" y="4292"/>
                  <a:pt x="24954" y="15254"/>
                  <a:pt x="21427" y="25749"/>
                </a:cubicBezTo>
                <a:cubicBezTo>
                  <a:pt x="17900" y="36244"/>
                  <a:pt x="-502" y="51461"/>
                  <a:pt x="11" y="62971"/>
                </a:cubicBezTo>
                <a:cubicBezTo>
                  <a:pt x="524" y="74481"/>
                  <a:pt x="20424" y="89504"/>
                  <a:pt x="24506" y="94810"/>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 name="Google Shape;662;p34"/>
          <p:cNvGrpSpPr/>
          <p:nvPr/>
        </p:nvGrpSpPr>
        <p:grpSpPr>
          <a:xfrm>
            <a:off x="-227887" y="1280256"/>
            <a:ext cx="941225" cy="660534"/>
            <a:chOff x="8145313" y="-97619"/>
            <a:chExt cx="941225" cy="660534"/>
          </a:xfrm>
        </p:grpSpPr>
        <p:sp>
          <p:nvSpPr>
            <p:cNvPr id="663" name="Google Shape;663;p34"/>
            <p:cNvSpPr/>
            <p:nvPr/>
          </p:nvSpPr>
          <p:spPr>
            <a:xfrm flipH="1" rot="-2542547">
              <a:off x="8500418" y="81605"/>
              <a:ext cx="203861" cy="1161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34"/>
            <p:cNvSpPr/>
            <p:nvPr/>
          </p:nvSpPr>
          <p:spPr>
            <a:xfrm flipH="1" rot="-4689059">
              <a:off x="8140206" y="126102"/>
              <a:ext cx="156331" cy="1164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34"/>
            <p:cNvSpPr/>
            <p:nvPr/>
          </p:nvSpPr>
          <p:spPr>
            <a:xfrm flipH="1" rot="-2886029">
              <a:off x="8286619" y="-41018"/>
              <a:ext cx="203945" cy="1161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34"/>
            <p:cNvSpPr/>
            <p:nvPr/>
          </p:nvSpPr>
          <p:spPr>
            <a:xfrm flipH="1" rot="-5930150">
              <a:off x="8308014" y="316892"/>
              <a:ext cx="189448"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34"/>
            <p:cNvSpPr/>
            <p:nvPr/>
          </p:nvSpPr>
          <p:spPr>
            <a:xfrm flipH="1" rot="-5933377">
              <a:off x="8179512" y="463414"/>
              <a:ext cx="118423"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34"/>
            <p:cNvSpPr/>
            <p:nvPr/>
          </p:nvSpPr>
          <p:spPr>
            <a:xfrm flipH="1" rot="-261253">
              <a:off x="8576597" y="316833"/>
              <a:ext cx="118542" cy="7100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34"/>
            <p:cNvSpPr/>
            <p:nvPr/>
          </p:nvSpPr>
          <p:spPr>
            <a:xfrm flipH="1" rot="-1854841">
              <a:off x="8839916" y="135394"/>
              <a:ext cx="118540" cy="7105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34"/>
            <p:cNvSpPr/>
            <p:nvPr/>
          </p:nvSpPr>
          <p:spPr>
            <a:xfrm flipH="1" rot="-2542547">
              <a:off x="8888334" y="312132"/>
              <a:ext cx="203861" cy="6223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1" name="Google Shape;671;p34"/>
          <p:cNvGrpSpPr/>
          <p:nvPr/>
        </p:nvGrpSpPr>
        <p:grpSpPr>
          <a:xfrm rot="4760435">
            <a:off x="7974417" y="963123"/>
            <a:ext cx="1600579" cy="939699"/>
            <a:chOff x="1939900" y="2001425"/>
            <a:chExt cx="1600325" cy="939550"/>
          </a:xfrm>
        </p:grpSpPr>
        <p:sp>
          <p:nvSpPr>
            <p:cNvPr id="672" name="Google Shape;672;p34"/>
            <p:cNvSpPr/>
            <p:nvPr/>
          </p:nvSpPr>
          <p:spPr>
            <a:xfrm>
              <a:off x="1939900" y="2001425"/>
              <a:ext cx="1600325" cy="939550"/>
            </a:xfrm>
            <a:custGeom>
              <a:rect b="b" l="l" r="r" t="t"/>
              <a:pathLst>
                <a:path extrusionOk="0" h="37582" w="64013">
                  <a:moveTo>
                    <a:pt x="53040" y="0"/>
                  </a:moveTo>
                  <a:cubicBezTo>
                    <a:pt x="52834" y="0"/>
                    <a:pt x="52630" y="14"/>
                    <a:pt x="52438" y="35"/>
                  </a:cubicBezTo>
                  <a:cubicBezTo>
                    <a:pt x="48401" y="536"/>
                    <a:pt x="44565" y="2037"/>
                    <a:pt x="40629" y="3071"/>
                  </a:cubicBezTo>
                  <a:cubicBezTo>
                    <a:pt x="36860" y="4071"/>
                    <a:pt x="33457" y="3805"/>
                    <a:pt x="29655" y="4005"/>
                  </a:cubicBezTo>
                  <a:cubicBezTo>
                    <a:pt x="27420" y="4138"/>
                    <a:pt x="25151" y="4739"/>
                    <a:pt x="22950" y="4772"/>
                  </a:cubicBezTo>
                  <a:cubicBezTo>
                    <a:pt x="22928" y="4772"/>
                    <a:pt x="22907" y="4773"/>
                    <a:pt x="22886" y="4773"/>
                  </a:cubicBezTo>
                  <a:cubicBezTo>
                    <a:pt x="21755" y="4773"/>
                    <a:pt x="20472" y="4112"/>
                    <a:pt x="19293" y="4112"/>
                  </a:cubicBezTo>
                  <a:cubicBezTo>
                    <a:pt x="18956" y="4112"/>
                    <a:pt x="18627" y="4166"/>
                    <a:pt x="18313" y="4305"/>
                  </a:cubicBezTo>
                  <a:cubicBezTo>
                    <a:pt x="17379" y="4739"/>
                    <a:pt x="17012" y="5839"/>
                    <a:pt x="16445" y="6707"/>
                  </a:cubicBezTo>
                  <a:cubicBezTo>
                    <a:pt x="15711" y="7741"/>
                    <a:pt x="14577" y="8475"/>
                    <a:pt x="13310" y="8641"/>
                  </a:cubicBezTo>
                  <a:cubicBezTo>
                    <a:pt x="13160" y="8671"/>
                    <a:pt x="13003" y="8688"/>
                    <a:pt x="12846" y="8688"/>
                  </a:cubicBezTo>
                  <a:cubicBezTo>
                    <a:pt x="12653" y="8688"/>
                    <a:pt x="12459" y="8663"/>
                    <a:pt x="12276" y="8608"/>
                  </a:cubicBezTo>
                  <a:cubicBezTo>
                    <a:pt x="11842" y="8441"/>
                    <a:pt x="11508" y="8108"/>
                    <a:pt x="11175" y="7807"/>
                  </a:cubicBezTo>
                  <a:cubicBezTo>
                    <a:pt x="10240" y="6986"/>
                    <a:pt x="9040" y="6381"/>
                    <a:pt x="7821" y="6381"/>
                  </a:cubicBezTo>
                  <a:cubicBezTo>
                    <a:pt x="7605" y="6381"/>
                    <a:pt x="7388" y="6400"/>
                    <a:pt x="7172" y="6440"/>
                  </a:cubicBezTo>
                  <a:cubicBezTo>
                    <a:pt x="5771" y="6740"/>
                    <a:pt x="4537" y="8208"/>
                    <a:pt x="4937" y="9609"/>
                  </a:cubicBezTo>
                  <a:cubicBezTo>
                    <a:pt x="5070" y="10209"/>
                    <a:pt x="5504" y="10810"/>
                    <a:pt x="5271" y="11377"/>
                  </a:cubicBezTo>
                  <a:cubicBezTo>
                    <a:pt x="5137" y="11777"/>
                    <a:pt x="4703" y="12010"/>
                    <a:pt x="4337" y="12211"/>
                  </a:cubicBezTo>
                  <a:cubicBezTo>
                    <a:pt x="3002" y="12878"/>
                    <a:pt x="1635" y="13512"/>
                    <a:pt x="701" y="14612"/>
                  </a:cubicBezTo>
                  <a:cubicBezTo>
                    <a:pt x="334" y="15079"/>
                    <a:pt x="0" y="15680"/>
                    <a:pt x="167" y="16247"/>
                  </a:cubicBezTo>
                  <a:cubicBezTo>
                    <a:pt x="300" y="16814"/>
                    <a:pt x="834" y="17181"/>
                    <a:pt x="1268" y="17614"/>
                  </a:cubicBezTo>
                  <a:cubicBezTo>
                    <a:pt x="2135" y="18482"/>
                    <a:pt x="2502" y="19816"/>
                    <a:pt x="2202" y="21017"/>
                  </a:cubicBezTo>
                  <a:cubicBezTo>
                    <a:pt x="1901" y="22251"/>
                    <a:pt x="1001" y="23652"/>
                    <a:pt x="1835" y="24620"/>
                  </a:cubicBezTo>
                  <a:cubicBezTo>
                    <a:pt x="2335" y="25187"/>
                    <a:pt x="3202" y="25220"/>
                    <a:pt x="3836" y="25687"/>
                  </a:cubicBezTo>
                  <a:cubicBezTo>
                    <a:pt x="4937" y="26521"/>
                    <a:pt x="4804" y="28522"/>
                    <a:pt x="6038" y="29189"/>
                  </a:cubicBezTo>
                  <a:cubicBezTo>
                    <a:pt x="6234" y="29291"/>
                    <a:pt x="6448" y="29338"/>
                    <a:pt x="6664" y="29338"/>
                  </a:cubicBezTo>
                  <a:cubicBezTo>
                    <a:pt x="7365" y="29338"/>
                    <a:pt x="8078" y="28844"/>
                    <a:pt x="8206" y="28155"/>
                  </a:cubicBezTo>
                  <a:cubicBezTo>
                    <a:pt x="8473" y="26955"/>
                    <a:pt x="7272" y="25487"/>
                    <a:pt x="8139" y="24586"/>
                  </a:cubicBezTo>
                  <a:cubicBezTo>
                    <a:pt x="8367" y="24359"/>
                    <a:pt x="8670" y="24262"/>
                    <a:pt x="8986" y="24262"/>
                  </a:cubicBezTo>
                  <a:cubicBezTo>
                    <a:pt x="9366" y="24262"/>
                    <a:pt x="9765" y="24401"/>
                    <a:pt x="10074" y="24620"/>
                  </a:cubicBezTo>
                  <a:cubicBezTo>
                    <a:pt x="12276" y="26087"/>
                    <a:pt x="11842" y="30023"/>
                    <a:pt x="14210" y="31191"/>
                  </a:cubicBezTo>
                  <a:cubicBezTo>
                    <a:pt x="14547" y="31363"/>
                    <a:pt x="14915" y="31443"/>
                    <a:pt x="15287" y="31443"/>
                  </a:cubicBezTo>
                  <a:cubicBezTo>
                    <a:pt x="16425" y="31443"/>
                    <a:pt x="17586" y="30696"/>
                    <a:pt x="17913" y="29590"/>
                  </a:cubicBezTo>
                  <a:cubicBezTo>
                    <a:pt x="18180" y="28622"/>
                    <a:pt x="17980" y="27455"/>
                    <a:pt x="18680" y="26754"/>
                  </a:cubicBezTo>
                  <a:cubicBezTo>
                    <a:pt x="18962" y="26488"/>
                    <a:pt x="19331" y="26369"/>
                    <a:pt x="19713" y="26369"/>
                  </a:cubicBezTo>
                  <a:cubicBezTo>
                    <a:pt x="20146" y="26369"/>
                    <a:pt x="20594" y="26522"/>
                    <a:pt x="20948" y="26788"/>
                  </a:cubicBezTo>
                  <a:cubicBezTo>
                    <a:pt x="21616" y="27255"/>
                    <a:pt x="22016" y="28022"/>
                    <a:pt x="22316" y="28789"/>
                  </a:cubicBezTo>
                  <a:cubicBezTo>
                    <a:pt x="22850" y="30157"/>
                    <a:pt x="23217" y="31591"/>
                    <a:pt x="23917" y="32892"/>
                  </a:cubicBezTo>
                  <a:cubicBezTo>
                    <a:pt x="24584" y="34193"/>
                    <a:pt x="25652" y="35394"/>
                    <a:pt x="27053" y="35794"/>
                  </a:cubicBezTo>
                  <a:cubicBezTo>
                    <a:pt x="27174" y="35814"/>
                    <a:pt x="27296" y="35847"/>
                    <a:pt x="27418" y="35847"/>
                  </a:cubicBezTo>
                  <a:cubicBezTo>
                    <a:pt x="27496" y="35847"/>
                    <a:pt x="27575" y="35833"/>
                    <a:pt x="27653" y="35794"/>
                  </a:cubicBezTo>
                  <a:cubicBezTo>
                    <a:pt x="28087" y="35661"/>
                    <a:pt x="28154" y="35060"/>
                    <a:pt x="28187" y="34593"/>
                  </a:cubicBezTo>
                  <a:cubicBezTo>
                    <a:pt x="28287" y="33159"/>
                    <a:pt x="28787" y="31691"/>
                    <a:pt x="29921" y="30824"/>
                  </a:cubicBezTo>
                  <a:cubicBezTo>
                    <a:pt x="30451" y="30419"/>
                    <a:pt x="31132" y="30203"/>
                    <a:pt x="31797" y="30203"/>
                  </a:cubicBezTo>
                  <a:cubicBezTo>
                    <a:pt x="32557" y="30203"/>
                    <a:pt x="33295" y="30486"/>
                    <a:pt x="33758" y="31091"/>
                  </a:cubicBezTo>
                  <a:cubicBezTo>
                    <a:pt x="35025" y="32792"/>
                    <a:pt x="33457" y="35794"/>
                    <a:pt x="35092" y="37162"/>
                  </a:cubicBezTo>
                  <a:cubicBezTo>
                    <a:pt x="35436" y="37453"/>
                    <a:pt x="35841" y="37581"/>
                    <a:pt x="36260" y="37581"/>
                  </a:cubicBezTo>
                  <a:cubicBezTo>
                    <a:pt x="37424" y="37581"/>
                    <a:pt x="38693" y="36596"/>
                    <a:pt x="39061" y="35394"/>
                  </a:cubicBezTo>
                  <a:cubicBezTo>
                    <a:pt x="39362" y="34393"/>
                    <a:pt x="39261" y="33359"/>
                    <a:pt x="39328" y="32325"/>
                  </a:cubicBezTo>
                  <a:cubicBezTo>
                    <a:pt x="39362" y="31291"/>
                    <a:pt x="39595" y="30190"/>
                    <a:pt x="40329" y="29456"/>
                  </a:cubicBezTo>
                  <a:cubicBezTo>
                    <a:pt x="40698" y="29070"/>
                    <a:pt x="41261" y="28850"/>
                    <a:pt x="41799" y="28850"/>
                  </a:cubicBezTo>
                  <a:cubicBezTo>
                    <a:pt x="42283" y="28850"/>
                    <a:pt x="42746" y="29028"/>
                    <a:pt x="43031" y="29423"/>
                  </a:cubicBezTo>
                  <a:cubicBezTo>
                    <a:pt x="43264" y="29723"/>
                    <a:pt x="43364" y="30090"/>
                    <a:pt x="43565" y="30390"/>
                  </a:cubicBezTo>
                  <a:cubicBezTo>
                    <a:pt x="43895" y="30886"/>
                    <a:pt x="44494" y="31126"/>
                    <a:pt x="45108" y="31126"/>
                  </a:cubicBezTo>
                  <a:cubicBezTo>
                    <a:pt x="45486" y="31126"/>
                    <a:pt x="45869" y="31035"/>
                    <a:pt x="46200" y="30857"/>
                  </a:cubicBezTo>
                  <a:cubicBezTo>
                    <a:pt x="47034" y="30390"/>
                    <a:pt x="47567" y="29456"/>
                    <a:pt x="47868" y="28556"/>
                  </a:cubicBezTo>
                  <a:cubicBezTo>
                    <a:pt x="48168" y="27688"/>
                    <a:pt x="48335" y="26754"/>
                    <a:pt x="48968" y="26154"/>
                  </a:cubicBezTo>
                  <a:cubicBezTo>
                    <a:pt x="49515" y="25650"/>
                    <a:pt x="50227" y="25518"/>
                    <a:pt x="50997" y="25518"/>
                  </a:cubicBezTo>
                  <a:cubicBezTo>
                    <a:pt x="51842" y="25518"/>
                    <a:pt x="52757" y="25677"/>
                    <a:pt x="53600" y="25677"/>
                  </a:cubicBezTo>
                  <a:cubicBezTo>
                    <a:pt x="54379" y="25677"/>
                    <a:pt x="55096" y="25542"/>
                    <a:pt x="55640" y="25020"/>
                  </a:cubicBezTo>
                  <a:cubicBezTo>
                    <a:pt x="57208" y="23452"/>
                    <a:pt x="55640" y="20083"/>
                    <a:pt x="57474" y="18849"/>
                  </a:cubicBezTo>
                  <a:cubicBezTo>
                    <a:pt x="58408" y="18248"/>
                    <a:pt x="59743" y="18615"/>
                    <a:pt x="60743" y="18081"/>
                  </a:cubicBezTo>
                  <a:cubicBezTo>
                    <a:pt x="61544" y="17648"/>
                    <a:pt x="61944" y="16680"/>
                    <a:pt x="61944" y="15746"/>
                  </a:cubicBezTo>
                  <a:cubicBezTo>
                    <a:pt x="61911" y="14846"/>
                    <a:pt x="61544" y="13979"/>
                    <a:pt x="61077" y="13178"/>
                  </a:cubicBezTo>
                  <a:cubicBezTo>
                    <a:pt x="60844" y="12711"/>
                    <a:pt x="60543" y="12244"/>
                    <a:pt x="60543" y="11710"/>
                  </a:cubicBezTo>
                  <a:cubicBezTo>
                    <a:pt x="60577" y="10009"/>
                    <a:pt x="63512" y="9675"/>
                    <a:pt x="63846" y="7974"/>
                  </a:cubicBezTo>
                  <a:cubicBezTo>
                    <a:pt x="64012" y="7140"/>
                    <a:pt x="63412" y="6340"/>
                    <a:pt x="62678" y="5939"/>
                  </a:cubicBezTo>
                  <a:cubicBezTo>
                    <a:pt x="62044" y="5639"/>
                    <a:pt x="61344" y="5673"/>
                    <a:pt x="60743" y="5372"/>
                  </a:cubicBezTo>
                  <a:cubicBezTo>
                    <a:pt x="60643" y="5306"/>
                    <a:pt x="60543" y="5239"/>
                    <a:pt x="60443" y="5172"/>
                  </a:cubicBezTo>
                  <a:cubicBezTo>
                    <a:pt x="60043" y="4839"/>
                    <a:pt x="59809" y="4372"/>
                    <a:pt x="59176" y="4205"/>
                  </a:cubicBezTo>
                  <a:cubicBezTo>
                    <a:pt x="58909" y="4127"/>
                    <a:pt x="58635" y="4101"/>
                    <a:pt x="58357" y="4101"/>
                  </a:cubicBezTo>
                  <a:cubicBezTo>
                    <a:pt x="57801" y="4101"/>
                    <a:pt x="57230" y="4205"/>
                    <a:pt x="56674" y="4205"/>
                  </a:cubicBezTo>
                  <a:cubicBezTo>
                    <a:pt x="56639" y="4206"/>
                    <a:pt x="56604" y="4207"/>
                    <a:pt x="56569" y="4207"/>
                  </a:cubicBezTo>
                  <a:cubicBezTo>
                    <a:pt x="55758" y="4207"/>
                    <a:pt x="54832" y="3837"/>
                    <a:pt x="54672" y="3037"/>
                  </a:cubicBezTo>
                  <a:cubicBezTo>
                    <a:pt x="54506" y="2304"/>
                    <a:pt x="55039" y="1570"/>
                    <a:pt x="54806" y="869"/>
                  </a:cubicBezTo>
                  <a:cubicBezTo>
                    <a:pt x="54570" y="187"/>
                    <a:pt x="53797" y="0"/>
                    <a:pt x="5304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34"/>
            <p:cNvSpPr/>
            <p:nvPr/>
          </p:nvSpPr>
          <p:spPr>
            <a:xfrm>
              <a:off x="2039125" y="2461050"/>
              <a:ext cx="381125" cy="273850"/>
            </a:xfrm>
            <a:custGeom>
              <a:rect b="b" l="l" r="r" t="t"/>
              <a:pathLst>
                <a:path extrusionOk="0" h="10954" w="15245">
                  <a:moveTo>
                    <a:pt x="13268" y="0"/>
                  </a:moveTo>
                  <a:cubicBezTo>
                    <a:pt x="12542" y="0"/>
                    <a:pt x="11696" y="163"/>
                    <a:pt x="10875" y="697"/>
                  </a:cubicBezTo>
                  <a:cubicBezTo>
                    <a:pt x="9074" y="1865"/>
                    <a:pt x="2069" y="6168"/>
                    <a:pt x="1" y="7435"/>
                  </a:cubicBezTo>
                  <a:cubicBezTo>
                    <a:pt x="968" y="8336"/>
                    <a:pt x="868" y="10171"/>
                    <a:pt x="2069" y="10804"/>
                  </a:cubicBezTo>
                  <a:cubicBezTo>
                    <a:pt x="2265" y="10906"/>
                    <a:pt x="2479" y="10953"/>
                    <a:pt x="2695" y="10953"/>
                  </a:cubicBezTo>
                  <a:cubicBezTo>
                    <a:pt x="3396" y="10953"/>
                    <a:pt x="4109" y="10459"/>
                    <a:pt x="4237" y="9770"/>
                  </a:cubicBezTo>
                  <a:cubicBezTo>
                    <a:pt x="4504" y="8570"/>
                    <a:pt x="3303" y="7102"/>
                    <a:pt x="4170" y="6201"/>
                  </a:cubicBezTo>
                  <a:cubicBezTo>
                    <a:pt x="4398" y="5974"/>
                    <a:pt x="4701" y="5877"/>
                    <a:pt x="5017" y="5877"/>
                  </a:cubicBezTo>
                  <a:cubicBezTo>
                    <a:pt x="5397" y="5877"/>
                    <a:pt x="5796" y="6016"/>
                    <a:pt x="6105" y="6235"/>
                  </a:cubicBezTo>
                  <a:cubicBezTo>
                    <a:pt x="6539" y="6535"/>
                    <a:pt x="6872" y="6935"/>
                    <a:pt x="7172" y="7369"/>
                  </a:cubicBezTo>
                  <a:cubicBezTo>
                    <a:pt x="9407" y="5434"/>
                    <a:pt x="15245" y="397"/>
                    <a:pt x="15245" y="397"/>
                  </a:cubicBezTo>
                  <a:cubicBezTo>
                    <a:pt x="15245" y="397"/>
                    <a:pt x="14402" y="0"/>
                    <a:pt x="1326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34"/>
            <p:cNvSpPr/>
            <p:nvPr/>
          </p:nvSpPr>
          <p:spPr>
            <a:xfrm>
              <a:off x="2722125" y="2547675"/>
              <a:ext cx="200150" cy="393300"/>
            </a:xfrm>
            <a:custGeom>
              <a:rect b="b" l="l" r="r" t="t"/>
              <a:pathLst>
                <a:path extrusionOk="0" h="15732" w="8006">
                  <a:moveTo>
                    <a:pt x="167" y="1"/>
                  </a:moveTo>
                  <a:cubicBezTo>
                    <a:pt x="134" y="34"/>
                    <a:pt x="100" y="68"/>
                    <a:pt x="100" y="134"/>
                  </a:cubicBezTo>
                  <a:cubicBezTo>
                    <a:pt x="0" y="902"/>
                    <a:pt x="100" y="1735"/>
                    <a:pt x="267" y="2469"/>
                  </a:cubicBezTo>
                  <a:cubicBezTo>
                    <a:pt x="367" y="2836"/>
                    <a:pt x="467" y="3203"/>
                    <a:pt x="534" y="3603"/>
                  </a:cubicBezTo>
                  <a:cubicBezTo>
                    <a:pt x="701" y="5205"/>
                    <a:pt x="901" y="6806"/>
                    <a:pt x="1134" y="8407"/>
                  </a:cubicBezTo>
                  <a:cubicBezTo>
                    <a:pt x="1668" y="8507"/>
                    <a:pt x="2135" y="8807"/>
                    <a:pt x="2469" y="9241"/>
                  </a:cubicBezTo>
                  <a:cubicBezTo>
                    <a:pt x="3736" y="10942"/>
                    <a:pt x="2168" y="13911"/>
                    <a:pt x="3803" y="15312"/>
                  </a:cubicBezTo>
                  <a:cubicBezTo>
                    <a:pt x="4147" y="15603"/>
                    <a:pt x="4552" y="15731"/>
                    <a:pt x="4971" y="15731"/>
                  </a:cubicBezTo>
                  <a:cubicBezTo>
                    <a:pt x="6135" y="15731"/>
                    <a:pt x="7404" y="14746"/>
                    <a:pt x="7772" y="13544"/>
                  </a:cubicBezTo>
                  <a:cubicBezTo>
                    <a:pt x="7906" y="13110"/>
                    <a:pt x="7972" y="12643"/>
                    <a:pt x="8006" y="12176"/>
                  </a:cubicBezTo>
                  <a:cubicBezTo>
                    <a:pt x="7639" y="11643"/>
                    <a:pt x="7305" y="11075"/>
                    <a:pt x="6938" y="10542"/>
                  </a:cubicBezTo>
                  <a:cubicBezTo>
                    <a:pt x="6071" y="9207"/>
                    <a:pt x="5204" y="7873"/>
                    <a:pt x="4370" y="6472"/>
                  </a:cubicBezTo>
                  <a:cubicBezTo>
                    <a:pt x="3636" y="5271"/>
                    <a:pt x="2969" y="4004"/>
                    <a:pt x="2202" y="2803"/>
                  </a:cubicBezTo>
                  <a:cubicBezTo>
                    <a:pt x="1601" y="1802"/>
                    <a:pt x="1268" y="735"/>
                    <a:pt x="300" y="34"/>
                  </a:cubicBezTo>
                  <a:cubicBezTo>
                    <a:pt x="267" y="34"/>
                    <a:pt x="200" y="1"/>
                    <a:pt x="16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34"/>
            <p:cNvSpPr/>
            <p:nvPr/>
          </p:nvSpPr>
          <p:spPr>
            <a:xfrm>
              <a:off x="2071650" y="2363350"/>
              <a:ext cx="82575" cy="97300"/>
            </a:xfrm>
            <a:custGeom>
              <a:rect b="b" l="l" r="r" t="t"/>
              <a:pathLst>
                <a:path extrusionOk="0" h="3892" w="3303">
                  <a:moveTo>
                    <a:pt x="2091" y="0"/>
                  </a:moveTo>
                  <a:cubicBezTo>
                    <a:pt x="963" y="0"/>
                    <a:pt x="280" y="1177"/>
                    <a:pt x="67" y="2270"/>
                  </a:cubicBezTo>
                  <a:cubicBezTo>
                    <a:pt x="1" y="2737"/>
                    <a:pt x="1" y="3271"/>
                    <a:pt x="367" y="3604"/>
                  </a:cubicBezTo>
                  <a:cubicBezTo>
                    <a:pt x="553" y="3790"/>
                    <a:pt x="824" y="3892"/>
                    <a:pt x="1094" y="3892"/>
                  </a:cubicBezTo>
                  <a:cubicBezTo>
                    <a:pt x="1164" y="3892"/>
                    <a:pt x="1233" y="3885"/>
                    <a:pt x="1301" y="3871"/>
                  </a:cubicBezTo>
                  <a:cubicBezTo>
                    <a:pt x="1668" y="3805"/>
                    <a:pt x="1969" y="3638"/>
                    <a:pt x="2235" y="3404"/>
                  </a:cubicBezTo>
                  <a:cubicBezTo>
                    <a:pt x="2869" y="2871"/>
                    <a:pt x="3270" y="2037"/>
                    <a:pt x="3303" y="1203"/>
                  </a:cubicBezTo>
                  <a:cubicBezTo>
                    <a:pt x="3303" y="1003"/>
                    <a:pt x="3270" y="769"/>
                    <a:pt x="3169" y="569"/>
                  </a:cubicBezTo>
                  <a:cubicBezTo>
                    <a:pt x="3036" y="302"/>
                    <a:pt x="2736" y="135"/>
                    <a:pt x="2436" y="35"/>
                  </a:cubicBezTo>
                  <a:cubicBezTo>
                    <a:pt x="2316" y="11"/>
                    <a:pt x="2201" y="0"/>
                    <a:pt x="209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34"/>
            <p:cNvSpPr/>
            <p:nvPr/>
          </p:nvSpPr>
          <p:spPr>
            <a:xfrm>
              <a:off x="3318375" y="2183125"/>
              <a:ext cx="133450" cy="60700"/>
            </a:xfrm>
            <a:custGeom>
              <a:rect b="b" l="l" r="r" t="t"/>
              <a:pathLst>
                <a:path extrusionOk="0" h="2428" w="5338">
                  <a:moveTo>
                    <a:pt x="3260" y="1"/>
                  </a:moveTo>
                  <a:cubicBezTo>
                    <a:pt x="2300" y="1"/>
                    <a:pt x="1092" y="346"/>
                    <a:pt x="334" y="740"/>
                  </a:cubicBezTo>
                  <a:cubicBezTo>
                    <a:pt x="267" y="773"/>
                    <a:pt x="167" y="806"/>
                    <a:pt x="134" y="873"/>
                  </a:cubicBezTo>
                  <a:cubicBezTo>
                    <a:pt x="0" y="1073"/>
                    <a:pt x="101" y="1340"/>
                    <a:pt x="234" y="1507"/>
                  </a:cubicBezTo>
                  <a:cubicBezTo>
                    <a:pt x="568" y="1940"/>
                    <a:pt x="1068" y="2207"/>
                    <a:pt x="1602" y="2341"/>
                  </a:cubicBezTo>
                  <a:cubicBezTo>
                    <a:pt x="1940" y="2404"/>
                    <a:pt x="2278" y="2427"/>
                    <a:pt x="2617" y="2427"/>
                  </a:cubicBezTo>
                  <a:cubicBezTo>
                    <a:pt x="2812" y="2427"/>
                    <a:pt x="3007" y="2420"/>
                    <a:pt x="3203" y="2407"/>
                  </a:cubicBezTo>
                  <a:cubicBezTo>
                    <a:pt x="3536" y="2374"/>
                    <a:pt x="3903" y="2341"/>
                    <a:pt x="4203" y="2207"/>
                  </a:cubicBezTo>
                  <a:cubicBezTo>
                    <a:pt x="5338" y="1674"/>
                    <a:pt x="4871" y="173"/>
                    <a:pt x="3770" y="39"/>
                  </a:cubicBezTo>
                  <a:cubicBezTo>
                    <a:pt x="3612" y="13"/>
                    <a:pt x="3440" y="1"/>
                    <a:pt x="326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34"/>
            <p:cNvSpPr/>
            <p:nvPr/>
          </p:nvSpPr>
          <p:spPr>
            <a:xfrm>
              <a:off x="3239975" y="2353250"/>
              <a:ext cx="93000" cy="66600"/>
            </a:xfrm>
            <a:custGeom>
              <a:rect b="b" l="l" r="r" t="t"/>
              <a:pathLst>
                <a:path extrusionOk="0" h="2664" w="3720">
                  <a:moveTo>
                    <a:pt x="1983" y="1"/>
                  </a:moveTo>
                  <a:cubicBezTo>
                    <a:pt x="1295" y="1"/>
                    <a:pt x="541" y="380"/>
                    <a:pt x="301" y="940"/>
                  </a:cubicBezTo>
                  <a:cubicBezTo>
                    <a:pt x="1" y="1540"/>
                    <a:pt x="401" y="2140"/>
                    <a:pt x="935" y="2474"/>
                  </a:cubicBezTo>
                  <a:cubicBezTo>
                    <a:pt x="1170" y="2605"/>
                    <a:pt x="1426" y="2664"/>
                    <a:pt x="1680" y="2664"/>
                  </a:cubicBezTo>
                  <a:cubicBezTo>
                    <a:pt x="2720" y="2664"/>
                    <a:pt x="3720" y="1672"/>
                    <a:pt x="3103" y="573"/>
                  </a:cubicBezTo>
                  <a:cubicBezTo>
                    <a:pt x="2876" y="171"/>
                    <a:pt x="2444" y="1"/>
                    <a:pt x="19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34"/>
            <p:cNvSpPr/>
            <p:nvPr/>
          </p:nvSpPr>
          <p:spPr>
            <a:xfrm>
              <a:off x="2953650" y="2521900"/>
              <a:ext cx="62875" cy="72500"/>
            </a:xfrm>
            <a:custGeom>
              <a:rect b="b" l="l" r="r" t="t"/>
              <a:pathLst>
                <a:path extrusionOk="0" h="2900" w="2515">
                  <a:moveTo>
                    <a:pt x="1348" y="1"/>
                  </a:moveTo>
                  <a:cubicBezTo>
                    <a:pt x="659" y="1"/>
                    <a:pt x="1" y="730"/>
                    <a:pt x="46" y="1566"/>
                  </a:cubicBezTo>
                  <a:cubicBezTo>
                    <a:pt x="79" y="2066"/>
                    <a:pt x="346" y="2533"/>
                    <a:pt x="746" y="2766"/>
                  </a:cubicBezTo>
                  <a:cubicBezTo>
                    <a:pt x="913" y="2833"/>
                    <a:pt x="1080" y="2900"/>
                    <a:pt x="1247" y="2900"/>
                  </a:cubicBezTo>
                  <a:cubicBezTo>
                    <a:pt x="1513" y="2900"/>
                    <a:pt x="1780" y="2733"/>
                    <a:pt x="1980" y="2500"/>
                  </a:cubicBezTo>
                  <a:cubicBezTo>
                    <a:pt x="2147" y="2299"/>
                    <a:pt x="2247" y="2033"/>
                    <a:pt x="2347" y="1766"/>
                  </a:cubicBezTo>
                  <a:cubicBezTo>
                    <a:pt x="2447" y="1365"/>
                    <a:pt x="2514" y="898"/>
                    <a:pt x="2281" y="565"/>
                  </a:cubicBezTo>
                  <a:cubicBezTo>
                    <a:pt x="2012" y="166"/>
                    <a:pt x="1676" y="1"/>
                    <a:pt x="13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34"/>
            <p:cNvSpPr/>
            <p:nvPr/>
          </p:nvSpPr>
          <p:spPr>
            <a:xfrm>
              <a:off x="3107000" y="2444575"/>
              <a:ext cx="63075" cy="62400"/>
            </a:xfrm>
            <a:custGeom>
              <a:rect b="b" l="l" r="r" t="t"/>
              <a:pathLst>
                <a:path extrusionOk="0" h="2496" w="2523">
                  <a:moveTo>
                    <a:pt x="1254" y="0"/>
                  </a:moveTo>
                  <a:cubicBezTo>
                    <a:pt x="637" y="0"/>
                    <a:pt x="1" y="445"/>
                    <a:pt x="49" y="1423"/>
                  </a:cubicBezTo>
                  <a:cubicBezTo>
                    <a:pt x="81" y="1959"/>
                    <a:pt x="530" y="2496"/>
                    <a:pt x="1059" y="2496"/>
                  </a:cubicBezTo>
                  <a:cubicBezTo>
                    <a:pt x="1089" y="2496"/>
                    <a:pt x="1120" y="2494"/>
                    <a:pt x="1150" y="2490"/>
                  </a:cubicBezTo>
                  <a:cubicBezTo>
                    <a:pt x="1317" y="2457"/>
                    <a:pt x="1484" y="2390"/>
                    <a:pt x="1651" y="2290"/>
                  </a:cubicBezTo>
                  <a:cubicBezTo>
                    <a:pt x="1984" y="2090"/>
                    <a:pt x="2251" y="1756"/>
                    <a:pt x="2318" y="1356"/>
                  </a:cubicBezTo>
                  <a:cubicBezTo>
                    <a:pt x="2522" y="486"/>
                    <a:pt x="1899" y="0"/>
                    <a:pt x="125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34"/>
            <p:cNvSpPr/>
            <p:nvPr/>
          </p:nvSpPr>
          <p:spPr>
            <a:xfrm>
              <a:off x="2379375" y="2521700"/>
              <a:ext cx="100100" cy="81425"/>
            </a:xfrm>
            <a:custGeom>
              <a:rect b="b" l="l" r="r" t="t"/>
              <a:pathLst>
                <a:path extrusionOk="0" h="3257" w="4004">
                  <a:moveTo>
                    <a:pt x="2369" y="0"/>
                  </a:moveTo>
                  <a:cubicBezTo>
                    <a:pt x="2335" y="0"/>
                    <a:pt x="2301" y="2"/>
                    <a:pt x="2269" y="6"/>
                  </a:cubicBezTo>
                  <a:cubicBezTo>
                    <a:pt x="1535" y="73"/>
                    <a:pt x="734" y="1007"/>
                    <a:pt x="334" y="1574"/>
                  </a:cubicBezTo>
                  <a:cubicBezTo>
                    <a:pt x="167" y="1807"/>
                    <a:pt x="0" y="2141"/>
                    <a:pt x="34" y="2441"/>
                  </a:cubicBezTo>
                  <a:cubicBezTo>
                    <a:pt x="67" y="2875"/>
                    <a:pt x="501" y="3208"/>
                    <a:pt x="934" y="3241"/>
                  </a:cubicBezTo>
                  <a:cubicBezTo>
                    <a:pt x="1001" y="3252"/>
                    <a:pt x="1067" y="3256"/>
                    <a:pt x="1133" y="3256"/>
                  </a:cubicBezTo>
                  <a:cubicBezTo>
                    <a:pt x="1500" y="3256"/>
                    <a:pt x="1863" y="3111"/>
                    <a:pt x="2202" y="2941"/>
                  </a:cubicBezTo>
                  <a:cubicBezTo>
                    <a:pt x="2569" y="2774"/>
                    <a:pt x="2902" y="2541"/>
                    <a:pt x="3236" y="2274"/>
                  </a:cubicBezTo>
                  <a:cubicBezTo>
                    <a:pt x="3636" y="1974"/>
                    <a:pt x="4003" y="1507"/>
                    <a:pt x="3903" y="1040"/>
                  </a:cubicBezTo>
                  <a:cubicBezTo>
                    <a:pt x="3777" y="505"/>
                    <a:pt x="2940" y="0"/>
                    <a:pt x="236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34"/>
            <p:cNvSpPr/>
            <p:nvPr/>
          </p:nvSpPr>
          <p:spPr>
            <a:xfrm>
              <a:off x="2307650" y="2670225"/>
              <a:ext cx="65900" cy="61850"/>
            </a:xfrm>
            <a:custGeom>
              <a:rect b="b" l="l" r="r" t="t"/>
              <a:pathLst>
                <a:path extrusionOk="0" h="2474" w="2636">
                  <a:moveTo>
                    <a:pt x="1798" y="1"/>
                  </a:moveTo>
                  <a:cubicBezTo>
                    <a:pt x="1312" y="1"/>
                    <a:pt x="742" y="484"/>
                    <a:pt x="434" y="836"/>
                  </a:cubicBezTo>
                  <a:cubicBezTo>
                    <a:pt x="301" y="1003"/>
                    <a:pt x="167" y="1170"/>
                    <a:pt x="134" y="1370"/>
                  </a:cubicBezTo>
                  <a:cubicBezTo>
                    <a:pt x="1" y="1870"/>
                    <a:pt x="468" y="2437"/>
                    <a:pt x="1001" y="2471"/>
                  </a:cubicBezTo>
                  <a:cubicBezTo>
                    <a:pt x="1027" y="2472"/>
                    <a:pt x="1053" y="2473"/>
                    <a:pt x="1079" y="2473"/>
                  </a:cubicBezTo>
                  <a:cubicBezTo>
                    <a:pt x="1614" y="2473"/>
                    <a:pt x="2081" y="2149"/>
                    <a:pt x="2336" y="1704"/>
                  </a:cubicBezTo>
                  <a:cubicBezTo>
                    <a:pt x="2536" y="1337"/>
                    <a:pt x="2636" y="870"/>
                    <a:pt x="2436" y="469"/>
                  </a:cubicBezTo>
                  <a:cubicBezTo>
                    <a:pt x="2277" y="129"/>
                    <a:pt x="2049" y="1"/>
                    <a:pt x="179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34"/>
            <p:cNvSpPr/>
            <p:nvPr/>
          </p:nvSpPr>
          <p:spPr>
            <a:xfrm>
              <a:off x="2866375" y="2562700"/>
              <a:ext cx="141800" cy="169300"/>
            </a:xfrm>
            <a:custGeom>
              <a:rect b="b" l="l" r="r" t="t"/>
              <a:pathLst>
                <a:path extrusionOk="0" h="6772" w="5672">
                  <a:moveTo>
                    <a:pt x="1" y="0"/>
                  </a:moveTo>
                  <a:lnTo>
                    <a:pt x="3537" y="6772"/>
                  </a:lnTo>
                  <a:cubicBezTo>
                    <a:pt x="3890" y="6530"/>
                    <a:pt x="4325" y="6392"/>
                    <a:pt x="4746" y="6392"/>
                  </a:cubicBezTo>
                  <a:cubicBezTo>
                    <a:pt x="5081" y="6392"/>
                    <a:pt x="5406" y="6480"/>
                    <a:pt x="5672" y="6672"/>
                  </a:cubicBezTo>
                  <a:lnTo>
                    <a:pt x="1" y="0"/>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34"/>
            <p:cNvSpPr/>
            <p:nvPr/>
          </p:nvSpPr>
          <p:spPr>
            <a:xfrm>
              <a:off x="2722950" y="2542675"/>
              <a:ext cx="66750" cy="245200"/>
            </a:xfrm>
            <a:custGeom>
              <a:rect b="b" l="l" r="r" t="t"/>
              <a:pathLst>
                <a:path extrusionOk="0" h="9808" w="2670">
                  <a:moveTo>
                    <a:pt x="0" y="1"/>
                  </a:moveTo>
                  <a:lnTo>
                    <a:pt x="0" y="8574"/>
                  </a:lnTo>
                  <a:cubicBezTo>
                    <a:pt x="154" y="8552"/>
                    <a:pt x="308" y="8540"/>
                    <a:pt x="462" y="8540"/>
                  </a:cubicBezTo>
                  <a:cubicBezTo>
                    <a:pt x="1241" y="8540"/>
                    <a:pt x="1990" y="8828"/>
                    <a:pt x="2436" y="9441"/>
                  </a:cubicBezTo>
                  <a:cubicBezTo>
                    <a:pt x="2536" y="9541"/>
                    <a:pt x="2602" y="9674"/>
                    <a:pt x="2669" y="9808"/>
                  </a:cubicBezTo>
                  <a:lnTo>
                    <a:pt x="0" y="1"/>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34"/>
            <p:cNvSpPr/>
            <p:nvPr/>
          </p:nvSpPr>
          <p:spPr>
            <a:xfrm>
              <a:off x="2431075" y="2509325"/>
              <a:ext cx="192650" cy="268550"/>
            </a:xfrm>
            <a:custGeom>
              <a:rect b="b" l="l" r="r" t="t"/>
              <a:pathLst>
                <a:path extrusionOk="0" h="10742" w="7706">
                  <a:moveTo>
                    <a:pt x="7706" y="0"/>
                  </a:moveTo>
                  <a:lnTo>
                    <a:pt x="0" y="6071"/>
                  </a:lnTo>
                  <a:cubicBezTo>
                    <a:pt x="48" y="6068"/>
                    <a:pt x="95" y="6066"/>
                    <a:pt x="142" y="6066"/>
                  </a:cubicBezTo>
                  <a:cubicBezTo>
                    <a:pt x="561" y="6066"/>
                    <a:pt x="972" y="6198"/>
                    <a:pt x="1301" y="6438"/>
                  </a:cubicBezTo>
                  <a:cubicBezTo>
                    <a:pt x="1969" y="6939"/>
                    <a:pt x="2369" y="7706"/>
                    <a:pt x="2669" y="8473"/>
                  </a:cubicBezTo>
                  <a:cubicBezTo>
                    <a:pt x="2969" y="9207"/>
                    <a:pt x="3203" y="9974"/>
                    <a:pt x="3470" y="10741"/>
                  </a:cubicBezTo>
                  <a:lnTo>
                    <a:pt x="7706" y="0"/>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34"/>
            <p:cNvSpPr/>
            <p:nvPr/>
          </p:nvSpPr>
          <p:spPr>
            <a:xfrm>
              <a:off x="2178400" y="2470950"/>
              <a:ext cx="241850" cy="225200"/>
            </a:xfrm>
            <a:custGeom>
              <a:rect b="b" l="l" r="r" t="t"/>
              <a:pathLst>
                <a:path extrusionOk="0" h="9008" w="9674">
                  <a:moveTo>
                    <a:pt x="9674" y="1"/>
                  </a:moveTo>
                  <a:lnTo>
                    <a:pt x="0" y="5572"/>
                  </a:lnTo>
                  <a:cubicBezTo>
                    <a:pt x="200" y="5638"/>
                    <a:pt x="401" y="5738"/>
                    <a:pt x="534" y="5839"/>
                  </a:cubicBezTo>
                  <a:cubicBezTo>
                    <a:pt x="1568" y="6539"/>
                    <a:pt x="2035" y="7773"/>
                    <a:pt x="2469" y="9007"/>
                  </a:cubicBezTo>
                  <a:lnTo>
                    <a:pt x="9674" y="1"/>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34"/>
            <p:cNvSpPr/>
            <p:nvPr/>
          </p:nvSpPr>
          <p:spPr>
            <a:xfrm>
              <a:off x="1974075" y="2322750"/>
              <a:ext cx="120950" cy="127325"/>
            </a:xfrm>
            <a:custGeom>
              <a:rect b="b" l="l" r="r" t="t"/>
              <a:pathLst>
                <a:path extrusionOk="0" h="5093" w="4838">
                  <a:moveTo>
                    <a:pt x="3866" y="0"/>
                  </a:moveTo>
                  <a:cubicBezTo>
                    <a:pt x="3767" y="0"/>
                    <a:pt x="3667" y="19"/>
                    <a:pt x="3570" y="58"/>
                  </a:cubicBezTo>
                  <a:cubicBezTo>
                    <a:pt x="3203" y="192"/>
                    <a:pt x="2869" y="458"/>
                    <a:pt x="2503" y="625"/>
                  </a:cubicBezTo>
                  <a:cubicBezTo>
                    <a:pt x="2002" y="825"/>
                    <a:pt x="1535" y="1059"/>
                    <a:pt x="1068" y="1326"/>
                  </a:cubicBezTo>
                  <a:cubicBezTo>
                    <a:pt x="534" y="1693"/>
                    <a:pt x="1" y="2226"/>
                    <a:pt x="34" y="2860"/>
                  </a:cubicBezTo>
                  <a:cubicBezTo>
                    <a:pt x="67" y="3260"/>
                    <a:pt x="334" y="3594"/>
                    <a:pt x="568" y="3928"/>
                  </a:cubicBezTo>
                  <a:lnTo>
                    <a:pt x="1035" y="4561"/>
                  </a:lnTo>
                  <a:cubicBezTo>
                    <a:pt x="1168" y="4728"/>
                    <a:pt x="1302" y="4928"/>
                    <a:pt x="1535" y="5028"/>
                  </a:cubicBezTo>
                  <a:cubicBezTo>
                    <a:pt x="1630" y="5072"/>
                    <a:pt x="1728" y="5092"/>
                    <a:pt x="1826" y="5092"/>
                  </a:cubicBezTo>
                  <a:cubicBezTo>
                    <a:pt x="2175" y="5092"/>
                    <a:pt x="2520" y="4841"/>
                    <a:pt x="2703" y="4528"/>
                  </a:cubicBezTo>
                  <a:cubicBezTo>
                    <a:pt x="2936" y="4161"/>
                    <a:pt x="3003" y="3661"/>
                    <a:pt x="3136" y="3227"/>
                  </a:cubicBezTo>
                  <a:cubicBezTo>
                    <a:pt x="3336" y="2593"/>
                    <a:pt x="3670" y="2026"/>
                    <a:pt x="4104" y="1559"/>
                  </a:cubicBezTo>
                  <a:cubicBezTo>
                    <a:pt x="4404" y="1226"/>
                    <a:pt x="4838" y="792"/>
                    <a:pt x="4504" y="325"/>
                  </a:cubicBezTo>
                  <a:cubicBezTo>
                    <a:pt x="4339" y="112"/>
                    <a:pt x="4106" y="0"/>
                    <a:pt x="386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34"/>
            <p:cNvSpPr/>
            <p:nvPr/>
          </p:nvSpPr>
          <p:spPr>
            <a:xfrm>
              <a:off x="1989925" y="2513700"/>
              <a:ext cx="147625" cy="105050"/>
            </a:xfrm>
            <a:custGeom>
              <a:rect b="b" l="l" r="r" t="t"/>
              <a:pathLst>
                <a:path extrusionOk="0" h="4202" w="5905">
                  <a:moveTo>
                    <a:pt x="4981" y="1"/>
                  </a:moveTo>
                  <a:cubicBezTo>
                    <a:pt x="3288" y="1"/>
                    <a:pt x="1413" y="982"/>
                    <a:pt x="434" y="2327"/>
                  </a:cubicBezTo>
                  <a:cubicBezTo>
                    <a:pt x="201" y="2661"/>
                    <a:pt x="1" y="3094"/>
                    <a:pt x="234" y="3461"/>
                  </a:cubicBezTo>
                  <a:cubicBezTo>
                    <a:pt x="334" y="3628"/>
                    <a:pt x="534" y="3728"/>
                    <a:pt x="701" y="3828"/>
                  </a:cubicBezTo>
                  <a:cubicBezTo>
                    <a:pt x="1127" y="4030"/>
                    <a:pt x="1597" y="4201"/>
                    <a:pt x="2043" y="4201"/>
                  </a:cubicBezTo>
                  <a:cubicBezTo>
                    <a:pt x="2260" y="4201"/>
                    <a:pt x="2472" y="4160"/>
                    <a:pt x="2669" y="4062"/>
                  </a:cubicBezTo>
                  <a:cubicBezTo>
                    <a:pt x="3103" y="3828"/>
                    <a:pt x="3370" y="3428"/>
                    <a:pt x="3670" y="3061"/>
                  </a:cubicBezTo>
                  <a:cubicBezTo>
                    <a:pt x="4270" y="2261"/>
                    <a:pt x="5071" y="1627"/>
                    <a:pt x="5638" y="826"/>
                  </a:cubicBezTo>
                  <a:cubicBezTo>
                    <a:pt x="5771" y="593"/>
                    <a:pt x="5905" y="259"/>
                    <a:pt x="5671" y="92"/>
                  </a:cubicBezTo>
                  <a:cubicBezTo>
                    <a:pt x="5605" y="59"/>
                    <a:pt x="5538" y="26"/>
                    <a:pt x="5438" y="26"/>
                  </a:cubicBezTo>
                  <a:cubicBezTo>
                    <a:pt x="5288" y="9"/>
                    <a:pt x="5135" y="1"/>
                    <a:pt x="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34"/>
            <p:cNvSpPr/>
            <p:nvPr/>
          </p:nvSpPr>
          <p:spPr>
            <a:xfrm>
              <a:off x="2597025" y="2571575"/>
              <a:ext cx="99275" cy="277175"/>
            </a:xfrm>
            <a:custGeom>
              <a:rect b="b" l="l" r="r" t="t"/>
              <a:pathLst>
                <a:path extrusionOk="0" h="11087" w="3971">
                  <a:moveTo>
                    <a:pt x="3025" y="0"/>
                  </a:moveTo>
                  <a:cubicBezTo>
                    <a:pt x="2455" y="0"/>
                    <a:pt x="2088" y="939"/>
                    <a:pt x="1869" y="1347"/>
                  </a:cubicBezTo>
                  <a:cubicBezTo>
                    <a:pt x="1168" y="2814"/>
                    <a:pt x="868" y="4415"/>
                    <a:pt x="568" y="5983"/>
                  </a:cubicBezTo>
                  <a:cubicBezTo>
                    <a:pt x="267" y="7551"/>
                    <a:pt x="1" y="9152"/>
                    <a:pt x="301" y="10720"/>
                  </a:cubicBezTo>
                  <a:cubicBezTo>
                    <a:pt x="334" y="10820"/>
                    <a:pt x="334" y="10887"/>
                    <a:pt x="401" y="10953"/>
                  </a:cubicBezTo>
                  <a:cubicBezTo>
                    <a:pt x="468" y="11053"/>
                    <a:pt x="601" y="11087"/>
                    <a:pt x="734" y="11087"/>
                  </a:cubicBezTo>
                  <a:cubicBezTo>
                    <a:pt x="1101" y="11087"/>
                    <a:pt x="1402" y="10820"/>
                    <a:pt x="1568" y="10486"/>
                  </a:cubicBezTo>
                  <a:cubicBezTo>
                    <a:pt x="1735" y="10186"/>
                    <a:pt x="1802" y="9819"/>
                    <a:pt x="1869" y="9486"/>
                  </a:cubicBezTo>
                  <a:cubicBezTo>
                    <a:pt x="2102" y="8585"/>
                    <a:pt x="2536" y="7751"/>
                    <a:pt x="3069" y="7051"/>
                  </a:cubicBezTo>
                  <a:cubicBezTo>
                    <a:pt x="3370" y="6684"/>
                    <a:pt x="3737" y="6317"/>
                    <a:pt x="3837" y="5850"/>
                  </a:cubicBezTo>
                  <a:cubicBezTo>
                    <a:pt x="3903" y="5650"/>
                    <a:pt x="3903" y="5416"/>
                    <a:pt x="3937" y="5216"/>
                  </a:cubicBezTo>
                  <a:cubicBezTo>
                    <a:pt x="3970" y="4149"/>
                    <a:pt x="3937" y="3081"/>
                    <a:pt x="3803" y="2047"/>
                  </a:cubicBezTo>
                  <a:cubicBezTo>
                    <a:pt x="3770" y="1513"/>
                    <a:pt x="3837" y="146"/>
                    <a:pt x="3136" y="12"/>
                  </a:cubicBezTo>
                  <a:cubicBezTo>
                    <a:pt x="3098" y="4"/>
                    <a:pt x="3061" y="0"/>
                    <a:pt x="302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34"/>
            <p:cNvSpPr/>
            <p:nvPr/>
          </p:nvSpPr>
          <p:spPr>
            <a:xfrm>
              <a:off x="3169925" y="2024800"/>
              <a:ext cx="105950" cy="75450"/>
            </a:xfrm>
            <a:custGeom>
              <a:rect b="b" l="l" r="r" t="t"/>
              <a:pathLst>
                <a:path extrusionOk="0" h="3018" w="4238">
                  <a:moveTo>
                    <a:pt x="3737" y="1"/>
                  </a:moveTo>
                  <a:cubicBezTo>
                    <a:pt x="2770" y="1"/>
                    <a:pt x="1802" y="635"/>
                    <a:pt x="935" y="1002"/>
                  </a:cubicBezTo>
                  <a:cubicBezTo>
                    <a:pt x="268" y="1302"/>
                    <a:pt x="1" y="2603"/>
                    <a:pt x="768" y="2936"/>
                  </a:cubicBezTo>
                  <a:cubicBezTo>
                    <a:pt x="868" y="3003"/>
                    <a:pt x="1002" y="3003"/>
                    <a:pt x="1102" y="3003"/>
                  </a:cubicBezTo>
                  <a:cubicBezTo>
                    <a:pt x="1204" y="3012"/>
                    <a:pt x="1309" y="3017"/>
                    <a:pt x="1413" y="3017"/>
                  </a:cubicBezTo>
                  <a:cubicBezTo>
                    <a:pt x="2056" y="3017"/>
                    <a:pt x="2720" y="2838"/>
                    <a:pt x="3237" y="2436"/>
                  </a:cubicBezTo>
                  <a:cubicBezTo>
                    <a:pt x="3837" y="1969"/>
                    <a:pt x="4237" y="1235"/>
                    <a:pt x="4171" y="468"/>
                  </a:cubicBezTo>
                  <a:cubicBezTo>
                    <a:pt x="4171" y="334"/>
                    <a:pt x="4137" y="168"/>
                    <a:pt x="4004" y="68"/>
                  </a:cubicBezTo>
                  <a:cubicBezTo>
                    <a:pt x="3937" y="34"/>
                    <a:pt x="3837" y="1"/>
                    <a:pt x="373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34"/>
            <p:cNvSpPr/>
            <p:nvPr/>
          </p:nvSpPr>
          <p:spPr>
            <a:xfrm>
              <a:off x="3328375" y="2123875"/>
              <a:ext cx="109500" cy="39925"/>
            </a:xfrm>
            <a:custGeom>
              <a:rect b="b" l="l" r="r" t="t"/>
              <a:pathLst>
                <a:path extrusionOk="0" h="1597" w="4380">
                  <a:moveTo>
                    <a:pt x="2279" y="1"/>
                  </a:moveTo>
                  <a:cubicBezTo>
                    <a:pt x="1734" y="1"/>
                    <a:pt x="1236" y="50"/>
                    <a:pt x="1068" y="74"/>
                  </a:cubicBezTo>
                  <a:cubicBezTo>
                    <a:pt x="835" y="107"/>
                    <a:pt x="568" y="141"/>
                    <a:pt x="368" y="274"/>
                  </a:cubicBezTo>
                  <a:cubicBezTo>
                    <a:pt x="134" y="441"/>
                    <a:pt x="1" y="675"/>
                    <a:pt x="34" y="941"/>
                  </a:cubicBezTo>
                  <a:cubicBezTo>
                    <a:pt x="67" y="1108"/>
                    <a:pt x="234" y="1275"/>
                    <a:pt x="401" y="1375"/>
                  </a:cubicBezTo>
                  <a:cubicBezTo>
                    <a:pt x="568" y="1442"/>
                    <a:pt x="768" y="1475"/>
                    <a:pt x="968" y="1508"/>
                  </a:cubicBezTo>
                  <a:cubicBezTo>
                    <a:pt x="1350" y="1556"/>
                    <a:pt x="1739" y="1596"/>
                    <a:pt x="2122" y="1596"/>
                  </a:cubicBezTo>
                  <a:cubicBezTo>
                    <a:pt x="2541" y="1596"/>
                    <a:pt x="2953" y="1548"/>
                    <a:pt x="3336" y="1408"/>
                  </a:cubicBezTo>
                  <a:cubicBezTo>
                    <a:pt x="3637" y="1308"/>
                    <a:pt x="3937" y="1175"/>
                    <a:pt x="4037" y="908"/>
                  </a:cubicBezTo>
                  <a:cubicBezTo>
                    <a:pt x="4379" y="159"/>
                    <a:pt x="3254" y="1"/>
                    <a:pt x="227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34"/>
            <p:cNvSpPr/>
            <p:nvPr/>
          </p:nvSpPr>
          <p:spPr>
            <a:xfrm>
              <a:off x="3296700" y="2284100"/>
              <a:ext cx="148450" cy="80825"/>
            </a:xfrm>
            <a:custGeom>
              <a:rect b="b" l="l" r="r" t="t"/>
              <a:pathLst>
                <a:path extrusionOk="0" h="3233" w="5938">
                  <a:moveTo>
                    <a:pt x="2837" y="1"/>
                  </a:moveTo>
                  <a:cubicBezTo>
                    <a:pt x="2042" y="1"/>
                    <a:pt x="1239" y="117"/>
                    <a:pt x="534" y="370"/>
                  </a:cubicBezTo>
                  <a:cubicBezTo>
                    <a:pt x="367" y="437"/>
                    <a:pt x="167" y="503"/>
                    <a:pt x="100" y="670"/>
                  </a:cubicBezTo>
                  <a:cubicBezTo>
                    <a:pt x="0" y="904"/>
                    <a:pt x="100" y="1170"/>
                    <a:pt x="267" y="1371"/>
                  </a:cubicBezTo>
                  <a:cubicBezTo>
                    <a:pt x="534" y="1738"/>
                    <a:pt x="968" y="2038"/>
                    <a:pt x="1401" y="2271"/>
                  </a:cubicBezTo>
                  <a:cubicBezTo>
                    <a:pt x="2302" y="2772"/>
                    <a:pt x="3336" y="3072"/>
                    <a:pt x="4337" y="3205"/>
                  </a:cubicBezTo>
                  <a:cubicBezTo>
                    <a:pt x="4456" y="3222"/>
                    <a:pt x="4583" y="3233"/>
                    <a:pt x="4709" y="3233"/>
                  </a:cubicBezTo>
                  <a:cubicBezTo>
                    <a:pt x="5075" y="3233"/>
                    <a:pt x="5439" y="3144"/>
                    <a:pt x="5638" y="2872"/>
                  </a:cubicBezTo>
                  <a:cubicBezTo>
                    <a:pt x="5938" y="2405"/>
                    <a:pt x="5904" y="1471"/>
                    <a:pt x="5704" y="970"/>
                  </a:cubicBezTo>
                  <a:cubicBezTo>
                    <a:pt x="5537" y="537"/>
                    <a:pt x="5204" y="370"/>
                    <a:pt x="4770" y="236"/>
                  </a:cubicBezTo>
                  <a:cubicBezTo>
                    <a:pt x="4174" y="84"/>
                    <a:pt x="3509" y="1"/>
                    <a:pt x="283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34"/>
            <p:cNvSpPr/>
            <p:nvPr/>
          </p:nvSpPr>
          <p:spPr>
            <a:xfrm>
              <a:off x="3179100" y="2502700"/>
              <a:ext cx="127625" cy="91300"/>
            </a:xfrm>
            <a:custGeom>
              <a:rect b="b" l="l" r="r" t="t"/>
              <a:pathLst>
                <a:path extrusionOk="0" h="3652" w="5105">
                  <a:moveTo>
                    <a:pt x="1256" y="0"/>
                  </a:moveTo>
                  <a:cubicBezTo>
                    <a:pt x="830" y="0"/>
                    <a:pt x="419" y="93"/>
                    <a:pt x="201" y="432"/>
                  </a:cubicBezTo>
                  <a:cubicBezTo>
                    <a:pt x="34" y="666"/>
                    <a:pt x="1" y="999"/>
                    <a:pt x="34" y="1300"/>
                  </a:cubicBezTo>
                  <a:cubicBezTo>
                    <a:pt x="168" y="2100"/>
                    <a:pt x="901" y="2701"/>
                    <a:pt x="1635" y="3134"/>
                  </a:cubicBezTo>
                  <a:cubicBezTo>
                    <a:pt x="2069" y="3368"/>
                    <a:pt x="2569" y="3601"/>
                    <a:pt x="3070" y="3635"/>
                  </a:cubicBezTo>
                  <a:cubicBezTo>
                    <a:pt x="3152" y="3645"/>
                    <a:pt x="3236" y="3651"/>
                    <a:pt x="3321" y="3651"/>
                  </a:cubicBezTo>
                  <a:cubicBezTo>
                    <a:pt x="3750" y="3651"/>
                    <a:pt x="4192" y="3507"/>
                    <a:pt x="4471" y="3201"/>
                  </a:cubicBezTo>
                  <a:cubicBezTo>
                    <a:pt x="5004" y="2634"/>
                    <a:pt x="5104" y="1366"/>
                    <a:pt x="4404" y="866"/>
                  </a:cubicBezTo>
                  <a:cubicBezTo>
                    <a:pt x="3770" y="366"/>
                    <a:pt x="2536" y="165"/>
                    <a:pt x="1735" y="32"/>
                  </a:cubicBezTo>
                  <a:cubicBezTo>
                    <a:pt x="1580" y="14"/>
                    <a:pt x="1417" y="0"/>
                    <a:pt x="125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34"/>
            <p:cNvSpPr/>
            <p:nvPr/>
          </p:nvSpPr>
          <p:spPr>
            <a:xfrm>
              <a:off x="3029000" y="2571275"/>
              <a:ext cx="115100" cy="133025"/>
            </a:xfrm>
            <a:custGeom>
              <a:rect b="b" l="l" r="r" t="t"/>
              <a:pathLst>
                <a:path extrusionOk="0" h="5321" w="4604">
                  <a:moveTo>
                    <a:pt x="2528" y="1"/>
                  </a:moveTo>
                  <a:cubicBezTo>
                    <a:pt x="2275" y="1"/>
                    <a:pt x="2018" y="34"/>
                    <a:pt x="1768" y="91"/>
                  </a:cubicBezTo>
                  <a:cubicBezTo>
                    <a:pt x="1235" y="258"/>
                    <a:pt x="701" y="525"/>
                    <a:pt x="367" y="1025"/>
                  </a:cubicBezTo>
                  <a:cubicBezTo>
                    <a:pt x="67" y="1459"/>
                    <a:pt x="1" y="1992"/>
                    <a:pt x="67" y="2526"/>
                  </a:cubicBezTo>
                  <a:cubicBezTo>
                    <a:pt x="134" y="3026"/>
                    <a:pt x="367" y="3493"/>
                    <a:pt x="601" y="3960"/>
                  </a:cubicBezTo>
                  <a:cubicBezTo>
                    <a:pt x="834" y="4394"/>
                    <a:pt x="1135" y="4828"/>
                    <a:pt x="1568" y="5095"/>
                  </a:cubicBezTo>
                  <a:cubicBezTo>
                    <a:pt x="1797" y="5235"/>
                    <a:pt x="2063" y="5320"/>
                    <a:pt x="2322" y="5320"/>
                  </a:cubicBezTo>
                  <a:cubicBezTo>
                    <a:pt x="2554" y="5320"/>
                    <a:pt x="2780" y="5252"/>
                    <a:pt x="2969" y="5095"/>
                  </a:cubicBezTo>
                  <a:cubicBezTo>
                    <a:pt x="3236" y="4894"/>
                    <a:pt x="3370" y="4561"/>
                    <a:pt x="3503" y="4261"/>
                  </a:cubicBezTo>
                  <a:cubicBezTo>
                    <a:pt x="3803" y="3493"/>
                    <a:pt x="4103" y="2726"/>
                    <a:pt x="4370" y="1959"/>
                  </a:cubicBezTo>
                  <a:cubicBezTo>
                    <a:pt x="4604" y="1359"/>
                    <a:pt x="4370" y="892"/>
                    <a:pt x="3870" y="458"/>
                  </a:cubicBezTo>
                  <a:cubicBezTo>
                    <a:pt x="3496" y="127"/>
                    <a:pt x="3019" y="1"/>
                    <a:pt x="25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4" name="Google Shape;694;p34"/>
          <p:cNvGrpSpPr/>
          <p:nvPr/>
        </p:nvGrpSpPr>
        <p:grpSpPr>
          <a:xfrm>
            <a:off x="4632825" y="4624363"/>
            <a:ext cx="1684550" cy="782725"/>
            <a:chOff x="1884850" y="3105525"/>
            <a:chExt cx="1684550" cy="782725"/>
          </a:xfrm>
        </p:grpSpPr>
        <p:sp>
          <p:nvSpPr>
            <p:cNvPr id="695" name="Google Shape;695;p34"/>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34"/>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34"/>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34"/>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34"/>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34"/>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34"/>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34"/>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34"/>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34"/>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34"/>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34"/>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34"/>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34"/>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34"/>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34"/>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34"/>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34"/>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713" name="Shape 713"/>
        <p:cNvGrpSpPr/>
        <p:nvPr/>
      </p:nvGrpSpPr>
      <p:grpSpPr>
        <a:xfrm>
          <a:off x="0" y="0"/>
          <a:ext cx="0" cy="0"/>
          <a:chOff x="0" y="0"/>
          <a:chExt cx="0" cy="0"/>
        </a:xfrm>
      </p:grpSpPr>
      <p:sp>
        <p:nvSpPr>
          <p:cNvPr id="714" name="Google Shape;714;p35"/>
          <p:cNvSpPr txBox="1"/>
          <p:nvPr>
            <p:ph type="title"/>
          </p:nvPr>
        </p:nvSpPr>
        <p:spPr>
          <a:xfrm>
            <a:off x="713225" y="548640"/>
            <a:ext cx="7717500" cy="2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atin typeface="Comfortaa Medium"/>
                <a:ea typeface="Comfortaa Medium"/>
                <a:cs typeface="Comfortaa Medium"/>
                <a:sym typeface="Comfortaa Medium"/>
              </a:defRPr>
            </a:lvl2pPr>
            <a:lvl3pPr lvl="2" algn="ctr">
              <a:lnSpc>
                <a:spcPct val="100000"/>
              </a:lnSpc>
              <a:spcBef>
                <a:spcPts val="0"/>
              </a:spcBef>
              <a:spcAft>
                <a:spcPts val="0"/>
              </a:spcAft>
              <a:buSzPts val="2800"/>
              <a:buNone/>
              <a:defRPr>
                <a:latin typeface="Comfortaa Medium"/>
                <a:ea typeface="Comfortaa Medium"/>
                <a:cs typeface="Comfortaa Medium"/>
                <a:sym typeface="Comfortaa Medium"/>
              </a:defRPr>
            </a:lvl3pPr>
            <a:lvl4pPr lvl="3" algn="ctr">
              <a:lnSpc>
                <a:spcPct val="100000"/>
              </a:lnSpc>
              <a:spcBef>
                <a:spcPts val="0"/>
              </a:spcBef>
              <a:spcAft>
                <a:spcPts val="0"/>
              </a:spcAft>
              <a:buSzPts val="2800"/>
              <a:buNone/>
              <a:defRPr>
                <a:latin typeface="Comfortaa Medium"/>
                <a:ea typeface="Comfortaa Medium"/>
                <a:cs typeface="Comfortaa Medium"/>
                <a:sym typeface="Comfortaa Medium"/>
              </a:defRPr>
            </a:lvl4pPr>
            <a:lvl5pPr lvl="4" algn="ctr">
              <a:lnSpc>
                <a:spcPct val="100000"/>
              </a:lnSpc>
              <a:spcBef>
                <a:spcPts val="0"/>
              </a:spcBef>
              <a:spcAft>
                <a:spcPts val="0"/>
              </a:spcAft>
              <a:buSzPts val="2800"/>
              <a:buNone/>
              <a:defRPr>
                <a:latin typeface="Comfortaa Medium"/>
                <a:ea typeface="Comfortaa Medium"/>
                <a:cs typeface="Comfortaa Medium"/>
                <a:sym typeface="Comfortaa Medium"/>
              </a:defRPr>
            </a:lvl5pPr>
            <a:lvl6pPr lvl="5" algn="ctr">
              <a:lnSpc>
                <a:spcPct val="100000"/>
              </a:lnSpc>
              <a:spcBef>
                <a:spcPts val="0"/>
              </a:spcBef>
              <a:spcAft>
                <a:spcPts val="0"/>
              </a:spcAft>
              <a:buSzPts val="2800"/>
              <a:buNone/>
              <a:defRPr>
                <a:latin typeface="Comfortaa Medium"/>
                <a:ea typeface="Comfortaa Medium"/>
                <a:cs typeface="Comfortaa Medium"/>
                <a:sym typeface="Comfortaa Medium"/>
              </a:defRPr>
            </a:lvl6pPr>
            <a:lvl7pPr lvl="6" algn="ctr">
              <a:lnSpc>
                <a:spcPct val="100000"/>
              </a:lnSpc>
              <a:spcBef>
                <a:spcPts val="0"/>
              </a:spcBef>
              <a:spcAft>
                <a:spcPts val="0"/>
              </a:spcAft>
              <a:buSzPts val="2800"/>
              <a:buNone/>
              <a:defRPr>
                <a:latin typeface="Comfortaa Medium"/>
                <a:ea typeface="Comfortaa Medium"/>
                <a:cs typeface="Comfortaa Medium"/>
                <a:sym typeface="Comfortaa Medium"/>
              </a:defRPr>
            </a:lvl7pPr>
            <a:lvl8pPr lvl="7" algn="ctr">
              <a:lnSpc>
                <a:spcPct val="100000"/>
              </a:lnSpc>
              <a:spcBef>
                <a:spcPts val="0"/>
              </a:spcBef>
              <a:spcAft>
                <a:spcPts val="0"/>
              </a:spcAft>
              <a:buSzPts val="2800"/>
              <a:buNone/>
              <a:defRPr>
                <a:latin typeface="Comfortaa Medium"/>
                <a:ea typeface="Comfortaa Medium"/>
                <a:cs typeface="Comfortaa Medium"/>
                <a:sym typeface="Comfortaa Medium"/>
              </a:defRPr>
            </a:lvl8pPr>
            <a:lvl9pPr lvl="8" algn="ctr">
              <a:lnSpc>
                <a:spcPct val="100000"/>
              </a:lnSpc>
              <a:spcBef>
                <a:spcPts val="0"/>
              </a:spcBef>
              <a:spcAft>
                <a:spcPts val="0"/>
              </a:spcAft>
              <a:buSzPts val="2800"/>
              <a:buNone/>
              <a:defRPr>
                <a:latin typeface="Comfortaa Medium"/>
                <a:ea typeface="Comfortaa Medium"/>
                <a:cs typeface="Comfortaa Medium"/>
                <a:sym typeface="Comfortaa Medium"/>
              </a:defRPr>
            </a:lvl9pPr>
          </a:lstStyle>
          <a:p/>
        </p:txBody>
      </p:sp>
      <p:grpSp>
        <p:nvGrpSpPr>
          <p:cNvPr id="715" name="Google Shape;715;p35"/>
          <p:cNvGrpSpPr/>
          <p:nvPr/>
        </p:nvGrpSpPr>
        <p:grpSpPr>
          <a:xfrm rot="1624345">
            <a:off x="4936833" y="4370660"/>
            <a:ext cx="1614467" cy="779047"/>
            <a:chOff x="407100" y="684850"/>
            <a:chExt cx="1614525" cy="779075"/>
          </a:xfrm>
        </p:grpSpPr>
        <p:sp>
          <p:nvSpPr>
            <p:cNvPr id="716" name="Google Shape;716;p35"/>
            <p:cNvSpPr/>
            <p:nvPr/>
          </p:nvSpPr>
          <p:spPr>
            <a:xfrm>
              <a:off x="407100" y="684850"/>
              <a:ext cx="1614525" cy="779075"/>
            </a:xfrm>
            <a:custGeom>
              <a:rect b="b" l="l" r="r" t="t"/>
              <a:pathLst>
                <a:path extrusionOk="0" h="31163" w="64581">
                  <a:moveTo>
                    <a:pt x="58224" y="0"/>
                  </a:moveTo>
                  <a:cubicBezTo>
                    <a:pt x="51269" y="0"/>
                    <a:pt x="44288" y="1367"/>
                    <a:pt x="37828" y="4004"/>
                  </a:cubicBezTo>
                  <a:cubicBezTo>
                    <a:pt x="36994" y="4337"/>
                    <a:pt x="36126" y="4704"/>
                    <a:pt x="35226" y="4804"/>
                  </a:cubicBezTo>
                  <a:cubicBezTo>
                    <a:pt x="34985" y="4842"/>
                    <a:pt x="34741" y="4855"/>
                    <a:pt x="34495" y="4855"/>
                  </a:cubicBezTo>
                  <a:cubicBezTo>
                    <a:pt x="33858" y="4855"/>
                    <a:pt x="33207" y="4762"/>
                    <a:pt x="32557" y="4738"/>
                  </a:cubicBezTo>
                  <a:cubicBezTo>
                    <a:pt x="32397" y="4731"/>
                    <a:pt x="32234" y="4727"/>
                    <a:pt x="32070" y="4727"/>
                  </a:cubicBezTo>
                  <a:cubicBezTo>
                    <a:pt x="29869" y="4727"/>
                    <a:pt x="27310" y="5336"/>
                    <a:pt x="25385" y="6205"/>
                  </a:cubicBezTo>
                  <a:cubicBezTo>
                    <a:pt x="22850" y="7340"/>
                    <a:pt x="20482" y="10075"/>
                    <a:pt x="18347" y="11809"/>
                  </a:cubicBezTo>
                  <a:cubicBezTo>
                    <a:pt x="13377" y="15879"/>
                    <a:pt x="8340" y="19882"/>
                    <a:pt x="3136" y="23718"/>
                  </a:cubicBezTo>
                  <a:cubicBezTo>
                    <a:pt x="1502" y="24919"/>
                    <a:pt x="1" y="26753"/>
                    <a:pt x="1435" y="28822"/>
                  </a:cubicBezTo>
                  <a:cubicBezTo>
                    <a:pt x="2202" y="29922"/>
                    <a:pt x="3503" y="30523"/>
                    <a:pt x="4804" y="30823"/>
                  </a:cubicBezTo>
                  <a:cubicBezTo>
                    <a:pt x="5826" y="31061"/>
                    <a:pt x="6809" y="31163"/>
                    <a:pt x="7775" y="31163"/>
                  </a:cubicBezTo>
                  <a:cubicBezTo>
                    <a:pt x="9523" y="31163"/>
                    <a:pt x="11215" y="30829"/>
                    <a:pt x="12977" y="30356"/>
                  </a:cubicBezTo>
                  <a:cubicBezTo>
                    <a:pt x="16379" y="29422"/>
                    <a:pt x="19815" y="28555"/>
                    <a:pt x="23251" y="27788"/>
                  </a:cubicBezTo>
                  <a:cubicBezTo>
                    <a:pt x="30122" y="26286"/>
                    <a:pt x="37094" y="25119"/>
                    <a:pt x="44099" y="24318"/>
                  </a:cubicBezTo>
                  <a:cubicBezTo>
                    <a:pt x="45333" y="24185"/>
                    <a:pt x="46567" y="24052"/>
                    <a:pt x="47701" y="23551"/>
                  </a:cubicBezTo>
                  <a:cubicBezTo>
                    <a:pt x="48869" y="23084"/>
                    <a:pt x="49903" y="22217"/>
                    <a:pt x="50236" y="21049"/>
                  </a:cubicBezTo>
                  <a:cubicBezTo>
                    <a:pt x="50370" y="20582"/>
                    <a:pt x="50437" y="20082"/>
                    <a:pt x="50603" y="19648"/>
                  </a:cubicBezTo>
                  <a:cubicBezTo>
                    <a:pt x="50870" y="18915"/>
                    <a:pt x="51504" y="18381"/>
                    <a:pt x="52104" y="17880"/>
                  </a:cubicBezTo>
                  <a:cubicBezTo>
                    <a:pt x="54606" y="15679"/>
                    <a:pt x="56841" y="13177"/>
                    <a:pt x="58709" y="10408"/>
                  </a:cubicBezTo>
                  <a:cubicBezTo>
                    <a:pt x="59443" y="9308"/>
                    <a:pt x="59910" y="8440"/>
                    <a:pt x="61111" y="7840"/>
                  </a:cubicBezTo>
                  <a:cubicBezTo>
                    <a:pt x="62445" y="7206"/>
                    <a:pt x="63546" y="7039"/>
                    <a:pt x="63880" y="5338"/>
                  </a:cubicBezTo>
                  <a:cubicBezTo>
                    <a:pt x="64146" y="3937"/>
                    <a:pt x="64580" y="2236"/>
                    <a:pt x="63446" y="1202"/>
                  </a:cubicBezTo>
                  <a:cubicBezTo>
                    <a:pt x="62178" y="101"/>
                    <a:pt x="60077" y="34"/>
                    <a:pt x="58476" y="1"/>
                  </a:cubicBezTo>
                  <a:cubicBezTo>
                    <a:pt x="58392" y="1"/>
                    <a:pt x="58308" y="0"/>
                    <a:pt x="5822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35"/>
            <p:cNvSpPr/>
            <p:nvPr/>
          </p:nvSpPr>
          <p:spPr>
            <a:xfrm>
              <a:off x="407100" y="1061225"/>
              <a:ext cx="1178375" cy="369275"/>
            </a:xfrm>
            <a:custGeom>
              <a:rect b="b" l="l" r="r" t="t"/>
              <a:pathLst>
                <a:path extrusionOk="0" h="14771" w="47135">
                  <a:moveTo>
                    <a:pt x="36928" y="0"/>
                  </a:moveTo>
                  <a:cubicBezTo>
                    <a:pt x="36372" y="0"/>
                    <a:pt x="35816" y="10"/>
                    <a:pt x="35259" y="23"/>
                  </a:cubicBezTo>
                  <a:cubicBezTo>
                    <a:pt x="31657" y="90"/>
                    <a:pt x="28021" y="390"/>
                    <a:pt x="24418" y="924"/>
                  </a:cubicBezTo>
                  <a:cubicBezTo>
                    <a:pt x="21816" y="1324"/>
                    <a:pt x="19248" y="1825"/>
                    <a:pt x="16779" y="2725"/>
                  </a:cubicBezTo>
                  <a:cubicBezTo>
                    <a:pt x="14211" y="3693"/>
                    <a:pt x="11809" y="5127"/>
                    <a:pt x="9207" y="6094"/>
                  </a:cubicBezTo>
                  <a:cubicBezTo>
                    <a:pt x="7906" y="6561"/>
                    <a:pt x="6272" y="6928"/>
                    <a:pt x="4704" y="7495"/>
                  </a:cubicBezTo>
                  <a:cubicBezTo>
                    <a:pt x="4170" y="7862"/>
                    <a:pt x="3670" y="8263"/>
                    <a:pt x="3136" y="8663"/>
                  </a:cubicBezTo>
                  <a:cubicBezTo>
                    <a:pt x="1502" y="9864"/>
                    <a:pt x="1" y="11698"/>
                    <a:pt x="1468" y="13767"/>
                  </a:cubicBezTo>
                  <a:cubicBezTo>
                    <a:pt x="1702" y="14134"/>
                    <a:pt x="2035" y="14434"/>
                    <a:pt x="2402" y="14701"/>
                  </a:cubicBezTo>
                  <a:cubicBezTo>
                    <a:pt x="2602" y="14734"/>
                    <a:pt x="2836" y="14767"/>
                    <a:pt x="3069" y="14767"/>
                  </a:cubicBezTo>
                  <a:cubicBezTo>
                    <a:pt x="3166" y="14770"/>
                    <a:pt x="3263" y="14771"/>
                    <a:pt x="3360" y="14771"/>
                  </a:cubicBezTo>
                  <a:cubicBezTo>
                    <a:pt x="4635" y="14771"/>
                    <a:pt x="5930" y="14565"/>
                    <a:pt x="7139" y="14100"/>
                  </a:cubicBezTo>
                  <a:cubicBezTo>
                    <a:pt x="8006" y="13767"/>
                    <a:pt x="8874" y="13300"/>
                    <a:pt x="9774" y="13066"/>
                  </a:cubicBezTo>
                  <a:cubicBezTo>
                    <a:pt x="10108" y="12983"/>
                    <a:pt x="10459" y="12933"/>
                    <a:pt x="10804" y="12933"/>
                  </a:cubicBezTo>
                  <a:cubicBezTo>
                    <a:pt x="11425" y="12933"/>
                    <a:pt x="12026" y="13093"/>
                    <a:pt x="12476" y="13500"/>
                  </a:cubicBezTo>
                  <a:cubicBezTo>
                    <a:pt x="13043" y="12332"/>
                    <a:pt x="14344" y="11732"/>
                    <a:pt x="15545" y="11332"/>
                  </a:cubicBezTo>
                  <a:cubicBezTo>
                    <a:pt x="19281" y="10064"/>
                    <a:pt x="23184" y="9530"/>
                    <a:pt x="27053" y="8997"/>
                  </a:cubicBezTo>
                  <a:cubicBezTo>
                    <a:pt x="32657" y="8196"/>
                    <a:pt x="38261" y="7429"/>
                    <a:pt x="43865" y="6628"/>
                  </a:cubicBezTo>
                  <a:cubicBezTo>
                    <a:pt x="44766" y="6495"/>
                    <a:pt x="45767" y="6328"/>
                    <a:pt x="46367" y="5661"/>
                  </a:cubicBezTo>
                  <a:cubicBezTo>
                    <a:pt x="47134" y="4794"/>
                    <a:pt x="46967" y="3359"/>
                    <a:pt x="46234" y="2459"/>
                  </a:cubicBezTo>
                  <a:cubicBezTo>
                    <a:pt x="45500" y="1525"/>
                    <a:pt x="44366" y="1057"/>
                    <a:pt x="43231" y="724"/>
                  </a:cubicBezTo>
                  <a:cubicBezTo>
                    <a:pt x="41192" y="141"/>
                    <a:pt x="39069" y="0"/>
                    <a:pt x="3692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35"/>
            <p:cNvSpPr/>
            <p:nvPr/>
          </p:nvSpPr>
          <p:spPr>
            <a:xfrm>
              <a:off x="1577950" y="871600"/>
              <a:ext cx="194325" cy="380350"/>
            </a:xfrm>
            <a:custGeom>
              <a:rect b="b" l="l" r="r" t="t"/>
              <a:pathLst>
                <a:path extrusionOk="0" h="15214" w="7773">
                  <a:moveTo>
                    <a:pt x="4630" y="0"/>
                  </a:moveTo>
                  <a:cubicBezTo>
                    <a:pt x="4224" y="0"/>
                    <a:pt x="3849" y="254"/>
                    <a:pt x="3503" y="537"/>
                  </a:cubicBezTo>
                  <a:cubicBezTo>
                    <a:pt x="1835" y="1938"/>
                    <a:pt x="0" y="5140"/>
                    <a:pt x="300" y="7375"/>
                  </a:cubicBezTo>
                  <a:cubicBezTo>
                    <a:pt x="667" y="10010"/>
                    <a:pt x="1401" y="12679"/>
                    <a:pt x="2302" y="15214"/>
                  </a:cubicBezTo>
                  <a:cubicBezTo>
                    <a:pt x="2802" y="14747"/>
                    <a:pt x="3202" y="14213"/>
                    <a:pt x="3402" y="13546"/>
                  </a:cubicBezTo>
                  <a:cubicBezTo>
                    <a:pt x="3569" y="13112"/>
                    <a:pt x="3603" y="12612"/>
                    <a:pt x="3769" y="12178"/>
                  </a:cubicBezTo>
                  <a:cubicBezTo>
                    <a:pt x="4070" y="11445"/>
                    <a:pt x="4670" y="10911"/>
                    <a:pt x="5270" y="10410"/>
                  </a:cubicBezTo>
                  <a:cubicBezTo>
                    <a:pt x="6138" y="9643"/>
                    <a:pt x="6972" y="8843"/>
                    <a:pt x="7772" y="8009"/>
                  </a:cubicBezTo>
                  <a:cubicBezTo>
                    <a:pt x="7272" y="5974"/>
                    <a:pt x="6738" y="3939"/>
                    <a:pt x="6238" y="1938"/>
                  </a:cubicBezTo>
                  <a:cubicBezTo>
                    <a:pt x="6004" y="1070"/>
                    <a:pt x="5571" y="36"/>
                    <a:pt x="4703" y="3"/>
                  </a:cubicBezTo>
                  <a:cubicBezTo>
                    <a:pt x="4679" y="1"/>
                    <a:pt x="4654" y="0"/>
                    <a:pt x="463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35"/>
            <p:cNvSpPr/>
            <p:nvPr/>
          </p:nvSpPr>
          <p:spPr>
            <a:xfrm>
              <a:off x="436300" y="684850"/>
              <a:ext cx="1568625" cy="688925"/>
            </a:xfrm>
            <a:custGeom>
              <a:rect b="b" l="l" r="r" t="t"/>
              <a:pathLst>
                <a:path extrusionOk="0" h="27557" w="62745">
                  <a:moveTo>
                    <a:pt x="57056" y="0"/>
                  </a:moveTo>
                  <a:cubicBezTo>
                    <a:pt x="50101" y="0"/>
                    <a:pt x="43120" y="1367"/>
                    <a:pt x="36660" y="4004"/>
                  </a:cubicBezTo>
                  <a:cubicBezTo>
                    <a:pt x="35826" y="4337"/>
                    <a:pt x="34992" y="4704"/>
                    <a:pt x="34091" y="4804"/>
                  </a:cubicBezTo>
                  <a:cubicBezTo>
                    <a:pt x="33841" y="4842"/>
                    <a:pt x="33590" y="4855"/>
                    <a:pt x="33340" y="4855"/>
                  </a:cubicBezTo>
                  <a:cubicBezTo>
                    <a:pt x="32690" y="4855"/>
                    <a:pt x="32039" y="4762"/>
                    <a:pt x="31389" y="4738"/>
                  </a:cubicBezTo>
                  <a:cubicBezTo>
                    <a:pt x="31229" y="4731"/>
                    <a:pt x="31066" y="4727"/>
                    <a:pt x="30902" y="4727"/>
                  </a:cubicBezTo>
                  <a:cubicBezTo>
                    <a:pt x="28705" y="4727"/>
                    <a:pt x="26173" y="5336"/>
                    <a:pt x="24217" y="6205"/>
                  </a:cubicBezTo>
                  <a:cubicBezTo>
                    <a:pt x="21682" y="7340"/>
                    <a:pt x="19314" y="10075"/>
                    <a:pt x="17179" y="11809"/>
                  </a:cubicBezTo>
                  <a:cubicBezTo>
                    <a:pt x="12209" y="15879"/>
                    <a:pt x="7172" y="19882"/>
                    <a:pt x="1968" y="23718"/>
                  </a:cubicBezTo>
                  <a:cubicBezTo>
                    <a:pt x="1168" y="24285"/>
                    <a:pt x="400" y="25052"/>
                    <a:pt x="0" y="25886"/>
                  </a:cubicBezTo>
                  <a:cubicBezTo>
                    <a:pt x="1234" y="26653"/>
                    <a:pt x="2569" y="27354"/>
                    <a:pt x="4003" y="27521"/>
                  </a:cubicBezTo>
                  <a:cubicBezTo>
                    <a:pt x="4229" y="27545"/>
                    <a:pt x="4457" y="27556"/>
                    <a:pt x="4685" y="27556"/>
                  </a:cubicBezTo>
                  <a:cubicBezTo>
                    <a:pt x="5701" y="27556"/>
                    <a:pt x="6731" y="27338"/>
                    <a:pt x="7739" y="27120"/>
                  </a:cubicBezTo>
                  <a:cubicBezTo>
                    <a:pt x="13510" y="25819"/>
                    <a:pt x="19314" y="24318"/>
                    <a:pt x="25185" y="23418"/>
                  </a:cubicBezTo>
                  <a:cubicBezTo>
                    <a:pt x="31122" y="22484"/>
                    <a:pt x="37060" y="21383"/>
                    <a:pt x="42931" y="20115"/>
                  </a:cubicBezTo>
                  <a:cubicBezTo>
                    <a:pt x="44665" y="19715"/>
                    <a:pt x="46567" y="19215"/>
                    <a:pt x="47401" y="17680"/>
                  </a:cubicBezTo>
                  <a:cubicBezTo>
                    <a:pt x="47901" y="16746"/>
                    <a:pt x="47901" y="15612"/>
                    <a:pt x="48235" y="14611"/>
                  </a:cubicBezTo>
                  <a:cubicBezTo>
                    <a:pt x="48568" y="13711"/>
                    <a:pt x="49169" y="12944"/>
                    <a:pt x="49802" y="12210"/>
                  </a:cubicBezTo>
                  <a:cubicBezTo>
                    <a:pt x="52871" y="8474"/>
                    <a:pt x="56140" y="5071"/>
                    <a:pt x="60610" y="3103"/>
                  </a:cubicBezTo>
                  <a:cubicBezTo>
                    <a:pt x="61377" y="2736"/>
                    <a:pt x="62211" y="2403"/>
                    <a:pt x="62745" y="1769"/>
                  </a:cubicBezTo>
                  <a:cubicBezTo>
                    <a:pt x="62611" y="1569"/>
                    <a:pt x="62478" y="1369"/>
                    <a:pt x="62278" y="1202"/>
                  </a:cubicBezTo>
                  <a:cubicBezTo>
                    <a:pt x="61010" y="101"/>
                    <a:pt x="58909" y="34"/>
                    <a:pt x="57308" y="1"/>
                  </a:cubicBezTo>
                  <a:cubicBezTo>
                    <a:pt x="57224" y="1"/>
                    <a:pt x="57140" y="0"/>
                    <a:pt x="5705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35"/>
            <p:cNvSpPr/>
            <p:nvPr/>
          </p:nvSpPr>
          <p:spPr>
            <a:xfrm>
              <a:off x="578050" y="684850"/>
              <a:ext cx="1426050" cy="522900"/>
            </a:xfrm>
            <a:custGeom>
              <a:rect b="b" l="l" r="r" t="t"/>
              <a:pathLst>
                <a:path extrusionOk="0" h="20916" w="57042">
                  <a:moveTo>
                    <a:pt x="51386" y="0"/>
                  </a:moveTo>
                  <a:cubicBezTo>
                    <a:pt x="44431" y="0"/>
                    <a:pt x="37450" y="1367"/>
                    <a:pt x="30990" y="4004"/>
                  </a:cubicBezTo>
                  <a:cubicBezTo>
                    <a:pt x="30156" y="4337"/>
                    <a:pt x="29322" y="4704"/>
                    <a:pt x="28421" y="4804"/>
                  </a:cubicBezTo>
                  <a:cubicBezTo>
                    <a:pt x="28171" y="4842"/>
                    <a:pt x="27920" y="4855"/>
                    <a:pt x="27670" y="4855"/>
                  </a:cubicBezTo>
                  <a:cubicBezTo>
                    <a:pt x="27020" y="4855"/>
                    <a:pt x="26369" y="4762"/>
                    <a:pt x="25719" y="4738"/>
                  </a:cubicBezTo>
                  <a:cubicBezTo>
                    <a:pt x="25559" y="4731"/>
                    <a:pt x="25396" y="4727"/>
                    <a:pt x="25232" y="4727"/>
                  </a:cubicBezTo>
                  <a:cubicBezTo>
                    <a:pt x="23035" y="4727"/>
                    <a:pt x="20503" y="5336"/>
                    <a:pt x="18547" y="6205"/>
                  </a:cubicBezTo>
                  <a:cubicBezTo>
                    <a:pt x="16012" y="7340"/>
                    <a:pt x="13644" y="10075"/>
                    <a:pt x="11509" y="11809"/>
                  </a:cubicBezTo>
                  <a:cubicBezTo>
                    <a:pt x="7706" y="14912"/>
                    <a:pt x="3904" y="17947"/>
                    <a:pt x="1" y="20916"/>
                  </a:cubicBezTo>
                  <a:cubicBezTo>
                    <a:pt x="101" y="20883"/>
                    <a:pt x="201" y="20849"/>
                    <a:pt x="334" y="20783"/>
                  </a:cubicBezTo>
                  <a:cubicBezTo>
                    <a:pt x="2469" y="19782"/>
                    <a:pt x="4504" y="17880"/>
                    <a:pt x="6472" y="16513"/>
                  </a:cubicBezTo>
                  <a:cubicBezTo>
                    <a:pt x="8607" y="15012"/>
                    <a:pt x="10742" y="13544"/>
                    <a:pt x="12877" y="12043"/>
                  </a:cubicBezTo>
                  <a:cubicBezTo>
                    <a:pt x="14811" y="10675"/>
                    <a:pt x="16846" y="9308"/>
                    <a:pt x="19181" y="8907"/>
                  </a:cubicBezTo>
                  <a:cubicBezTo>
                    <a:pt x="19615" y="8834"/>
                    <a:pt x="20054" y="8798"/>
                    <a:pt x="20493" y="8798"/>
                  </a:cubicBezTo>
                  <a:cubicBezTo>
                    <a:pt x="22042" y="8798"/>
                    <a:pt x="23585" y="9250"/>
                    <a:pt x="24885" y="10108"/>
                  </a:cubicBezTo>
                  <a:cubicBezTo>
                    <a:pt x="25185" y="10275"/>
                    <a:pt x="25486" y="10475"/>
                    <a:pt x="25786" y="10475"/>
                  </a:cubicBezTo>
                  <a:cubicBezTo>
                    <a:pt x="26086" y="10442"/>
                    <a:pt x="26320" y="10242"/>
                    <a:pt x="26553" y="10041"/>
                  </a:cubicBezTo>
                  <a:cubicBezTo>
                    <a:pt x="29755" y="7306"/>
                    <a:pt x="33892" y="6039"/>
                    <a:pt x="37928" y="4804"/>
                  </a:cubicBezTo>
                  <a:cubicBezTo>
                    <a:pt x="41797" y="3637"/>
                    <a:pt x="45733" y="2469"/>
                    <a:pt x="49770" y="2203"/>
                  </a:cubicBezTo>
                  <a:cubicBezTo>
                    <a:pt x="50511" y="2160"/>
                    <a:pt x="51248" y="2148"/>
                    <a:pt x="51983" y="2148"/>
                  </a:cubicBezTo>
                  <a:cubicBezTo>
                    <a:pt x="52966" y="2148"/>
                    <a:pt x="53945" y="2170"/>
                    <a:pt x="54922" y="2170"/>
                  </a:cubicBezTo>
                  <a:cubicBezTo>
                    <a:pt x="55518" y="2170"/>
                    <a:pt x="56113" y="2162"/>
                    <a:pt x="56708" y="2136"/>
                  </a:cubicBezTo>
                  <a:cubicBezTo>
                    <a:pt x="56841" y="2036"/>
                    <a:pt x="56941" y="1902"/>
                    <a:pt x="57042" y="1769"/>
                  </a:cubicBezTo>
                  <a:cubicBezTo>
                    <a:pt x="56941" y="1569"/>
                    <a:pt x="56808" y="1369"/>
                    <a:pt x="56608" y="1202"/>
                  </a:cubicBezTo>
                  <a:cubicBezTo>
                    <a:pt x="55340" y="101"/>
                    <a:pt x="53239" y="34"/>
                    <a:pt x="51638" y="1"/>
                  </a:cubicBezTo>
                  <a:cubicBezTo>
                    <a:pt x="51554" y="1"/>
                    <a:pt x="51470" y="0"/>
                    <a:pt x="5138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1" name="Google Shape;721;p35"/>
          <p:cNvGrpSpPr/>
          <p:nvPr/>
        </p:nvGrpSpPr>
        <p:grpSpPr>
          <a:xfrm rot="-1606510">
            <a:off x="8252299" y="1282988"/>
            <a:ext cx="1373529" cy="922944"/>
            <a:chOff x="2302238" y="842175"/>
            <a:chExt cx="1373500" cy="922925"/>
          </a:xfrm>
        </p:grpSpPr>
        <p:sp>
          <p:nvSpPr>
            <p:cNvPr id="722" name="Google Shape;722;p35"/>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35"/>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35"/>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35"/>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35"/>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35"/>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35"/>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35"/>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35"/>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35"/>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35"/>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35"/>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35"/>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35"/>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35"/>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35"/>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35"/>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35"/>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35"/>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35"/>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35"/>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35"/>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35"/>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35"/>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35"/>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35"/>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35"/>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35"/>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35"/>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35"/>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35"/>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35"/>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35"/>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35"/>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35"/>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35"/>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35"/>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35"/>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35"/>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35"/>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35"/>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35"/>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4" name="Google Shape;764;p35"/>
          <p:cNvGrpSpPr/>
          <p:nvPr/>
        </p:nvGrpSpPr>
        <p:grpSpPr>
          <a:xfrm rot="1647099">
            <a:off x="-379806" y="344010"/>
            <a:ext cx="1237147" cy="837822"/>
            <a:chOff x="7954342" y="56442"/>
            <a:chExt cx="1237147" cy="837822"/>
          </a:xfrm>
        </p:grpSpPr>
        <p:sp>
          <p:nvSpPr>
            <p:cNvPr id="765" name="Google Shape;765;p35"/>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35"/>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35"/>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35"/>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35"/>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35"/>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35"/>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35"/>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35"/>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4" name="Google Shape;774;p35"/>
          <p:cNvSpPr/>
          <p:nvPr/>
        </p:nvSpPr>
        <p:spPr>
          <a:xfrm rot="-5746775">
            <a:off x="-1150390" y="3511648"/>
            <a:ext cx="2960725" cy="732163"/>
          </a:xfrm>
          <a:custGeom>
            <a:rect b="b" l="l" r="r" t="t"/>
            <a:pathLst>
              <a:path extrusionOk="0" h="29287" w="118431">
                <a:moveTo>
                  <a:pt x="0" y="4958"/>
                </a:moveTo>
                <a:cubicBezTo>
                  <a:pt x="6151" y="8998"/>
                  <a:pt x="24146" y="28461"/>
                  <a:pt x="36907" y="29195"/>
                </a:cubicBezTo>
                <a:cubicBezTo>
                  <a:pt x="49668" y="29929"/>
                  <a:pt x="62980" y="14230"/>
                  <a:pt x="76567" y="9364"/>
                </a:cubicBezTo>
                <a:cubicBezTo>
                  <a:pt x="90154" y="4498"/>
                  <a:pt x="111454" y="1561"/>
                  <a:pt x="118431" y="0"/>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75" name="Shape 775"/>
        <p:cNvGrpSpPr/>
        <p:nvPr/>
      </p:nvGrpSpPr>
      <p:grpSpPr>
        <a:xfrm>
          <a:off x="0" y="0"/>
          <a:ext cx="0" cy="0"/>
          <a:chOff x="0" y="0"/>
          <a:chExt cx="0" cy="0"/>
        </a:xfrm>
      </p:grpSpPr>
      <p:sp>
        <p:nvSpPr>
          <p:cNvPr id="776" name="Google Shape;776;p36"/>
          <p:cNvSpPr txBox="1"/>
          <p:nvPr>
            <p:ph idx="1" type="body"/>
          </p:nvPr>
        </p:nvSpPr>
        <p:spPr>
          <a:xfrm>
            <a:off x="713225" y="534725"/>
            <a:ext cx="3858900" cy="10353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600"/>
              <a:buNone/>
              <a:defRPr b="1" sz="3500">
                <a:solidFill>
                  <a:schemeClr val="lt1"/>
                </a:solidFill>
                <a:latin typeface="Francois One"/>
                <a:ea typeface="Francois One"/>
                <a:cs typeface="Francois One"/>
                <a:sym typeface="Francois One"/>
              </a:defRPr>
            </a:lvl1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77" name="Shape 777"/>
        <p:cNvGrpSpPr/>
        <p:nvPr/>
      </p:nvGrpSpPr>
      <p:grpSpPr>
        <a:xfrm>
          <a:off x="0" y="0"/>
          <a:ext cx="0" cy="0"/>
          <a:chOff x="0" y="0"/>
          <a:chExt cx="0" cy="0"/>
        </a:xfrm>
      </p:grpSpPr>
      <p:sp>
        <p:nvSpPr>
          <p:cNvPr id="778" name="Google Shape;778;p37"/>
          <p:cNvSpPr txBox="1"/>
          <p:nvPr>
            <p:ph type="title"/>
          </p:nvPr>
        </p:nvSpPr>
        <p:spPr>
          <a:xfrm>
            <a:off x="1163100" y="548650"/>
            <a:ext cx="6817800" cy="29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1"/>
            </a:lvl1pPr>
            <a:lvl2pPr lvl="1" algn="ctr">
              <a:lnSpc>
                <a:spcPct val="100000"/>
              </a:lnSpc>
              <a:spcBef>
                <a:spcPts val="0"/>
              </a:spcBef>
              <a:spcAft>
                <a:spcPts val="0"/>
              </a:spcAft>
              <a:buClr>
                <a:schemeClr val="accent1"/>
              </a:buClr>
              <a:buSzPts val="2800"/>
              <a:buNone/>
              <a:defRPr>
                <a:solidFill>
                  <a:schemeClr val="accent1"/>
                </a:solidFill>
              </a:defRPr>
            </a:lvl2pPr>
            <a:lvl3pPr lvl="2" algn="ctr">
              <a:lnSpc>
                <a:spcPct val="100000"/>
              </a:lnSpc>
              <a:spcBef>
                <a:spcPts val="0"/>
              </a:spcBef>
              <a:spcAft>
                <a:spcPts val="0"/>
              </a:spcAft>
              <a:buClr>
                <a:schemeClr val="accent1"/>
              </a:buClr>
              <a:buSzPts val="2800"/>
              <a:buNone/>
              <a:defRPr>
                <a:solidFill>
                  <a:schemeClr val="accent1"/>
                </a:solidFill>
              </a:defRPr>
            </a:lvl3pPr>
            <a:lvl4pPr lvl="3" algn="ctr">
              <a:lnSpc>
                <a:spcPct val="100000"/>
              </a:lnSpc>
              <a:spcBef>
                <a:spcPts val="0"/>
              </a:spcBef>
              <a:spcAft>
                <a:spcPts val="0"/>
              </a:spcAft>
              <a:buClr>
                <a:schemeClr val="accent1"/>
              </a:buClr>
              <a:buSzPts val="2800"/>
              <a:buNone/>
              <a:defRPr>
                <a:solidFill>
                  <a:schemeClr val="accent1"/>
                </a:solidFill>
              </a:defRPr>
            </a:lvl4pPr>
            <a:lvl5pPr lvl="4" algn="ctr">
              <a:lnSpc>
                <a:spcPct val="100000"/>
              </a:lnSpc>
              <a:spcBef>
                <a:spcPts val="0"/>
              </a:spcBef>
              <a:spcAft>
                <a:spcPts val="0"/>
              </a:spcAft>
              <a:buClr>
                <a:schemeClr val="accent1"/>
              </a:buClr>
              <a:buSzPts val="2800"/>
              <a:buNone/>
              <a:defRPr>
                <a:solidFill>
                  <a:schemeClr val="accent1"/>
                </a:solidFill>
              </a:defRPr>
            </a:lvl5pPr>
            <a:lvl6pPr lvl="5" algn="ctr">
              <a:lnSpc>
                <a:spcPct val="100000"/>
              </a:lnSpc>
              <a:spcBef>
                <a:spcPts val="0"/>
              </a:spcBef>
              <a:spcAft>
                <a:spcPts val="0"/>
              </a:spcAft>
              <a:buClr>
                <a:schemeClr val="accent1"/>
              </a:buClr>
              <a:buSzPts val="2800"/>
              <a:buNone/>
              <a:defRPr>
                <a:solidFill>
                  <a:schemeClr val="accent1"/>
                </a:solidFill>
              </a:defRPr>
            </a:lvl6pPr>
            <a:lvl7pPr lvl="6" algn="ctr">
              <a:lnSpc>
                <a:spcPct val="100000"/>
              </a:lnSpc>
              <a:spcBef>
                <a:spcPts val="0"/>
              </a:spcBef>
              <a:spcAft>
                <a:spcPts val="0"/>
              </a:spcAft>
              <a:buClr>
                <a:schemeClr val="accent1"/>
              </a:buClr>
              <a:buSzPts val="2800"/>
              <a:buNone/>
              <a:defRPr>
                <a:solidFill>
                  <a:schemeClr val="accent1"/>
                </a:solidFill>
              </a:defRPr>
            </a:lvl7pPr>
            <a:lvl8pPr lvl="7" algn="ctr">
              <a:lnSpc>
                <a:spcPct val="100000"/>
              </a:lnSpc>
              <a:spcBef>
                <a:spcPts val="0"/>
              </a:spcBef>
              <a:spcAft>
                <a:spcPts val="0"/>
              </a:spcAft>
              <a:buClr>
                <a:schemeClr val="accent1"/>
              </a:buClr>
              <a:buSzPts val="2800"/>
              <a:buNone/>
              <a:defRPr>
                <a:solidFill>
                  <a:schemeClr val="accent1"/>
                </a:solidFill>
              </a:defRPr>
            </a:lvl8pPr>
            <a:lvl9pPr lvl="8" algn="ctr">
              <a:lnSpc>
                <a:spcPct val="100000"/>
              </a:lnSpc>
              <a:spcBef>
                <a:spcPts val="0"/>
              </a:spcBef>
              <a:spcAft>
                <a:spcPts val="0"/>
              </a:spcAft>
              <a:buClr>
                <a:schemeClr val="accent1"/>
              </a:buClr>
              <a:buSzPts val="2800"/>
              <a:buNone/>
              <a:defRPr>
                <a:solidFill>
                  <a:schemeClr val="accent1"/>
                </a:solidFill>
              </a:defRPr>
            </a:lvl9pPr>
          </a:lstStyle>
          <a:p/>
        </p:txBody>
      </p:sp>
      <p:sp>
        <p:nvSpPr>
          <p:cNvPr id="779" name="Google Shape;779;p37"/>
          <p:cNvSpPr txBox="1"/>
          <p:nvPr>
            <p:ph idx="1" type="body"/>
          </p:nvPr>
        </p:nvSpPr>
        <p:spPr>
          <a:xfrm>
            <a:off x="713925" y="1402650"/>
            <a:ext cx="7717500" cy="3098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AutoNum type="arabicPeriod"/>
              <a:defRPr sz="1200"/>
            </a:lvl1pPr>
            <a:lvl2pPr indent="-330200" lvl="1" marL="914400" algn="l">
              <a:lnSpc>
                <a:spcPct val="100000"/>
              </a:lnSpc>
              <a:spcBef>
                <a:spcPts val="0"/>
              </a:spcBef>
              <a:spcAft>
                <a:spcPts val="0"/>
              </a:spcAft>
              <a:buSzPts val="1600"/>
              <a:buAutoNum type="alphaLcPeriod"/>
              <a:defRPr/>
            </a:lvl2pPr>
            <a:lvl3pPr indent="-330200" lvl="2" marL="1371600" algn="l">
              <a:lnSpc>
                <a:spcPct val="100000"/>
              </a:lnSpc>
              <a:spcBef>
                <a:spcPts val="0"/>
              </a:spcBef>
              <a:spcAft>
                <a:spcPts val="0"/>
              </a:spcAft>
              <a:buSzPts val="1600"/>
              <a:buAutoNum type="romanLcPeriod"/>
              <a:defRPr/>
            </a:lvl3pPr>
            <a:lvl4pPr indent="-330200" lvl="3" marL="1828800" algn="l">
              <a:lnSpc>
                <a:spcPct val="100000"/>
              </a:lnSpc>
              <a:spcBef>
                <a:spcPts val="0"/>
              </a:spcBef>
              <a:spcAft>
                <a:spcPts val="0"/>
              </a:spcAft>
              <a:buSzPts val="1600"/>
              <a:buAutoNum type="arabicPeriod"/>
              <a:defRPr/>
            </a:lvl4pPr>
            <a:lvl5pPr indent="-330200" lvl="4" marL="2286000" algn="l">
              <a:lnSpc>
                <a:spcPct val="100000"/>
              </a:lnSpc>
              <a:spcBef>
                <a:spcPts val="0"/>
              </a:spcBef>
              <a:spcAft>
                <a:spcPts val="0"/>
              </a:spcAft>
              <a:buSzPts val="1600"/>
              <a:buAutoNum type="alphaLcPeriod"/>
              <a:defRPr/>
            </a:lvl5pPr>
            <a:lvl6pPr indent="-330200" lvl="5" marL="2743200" algn="l">
              <a:lnSpc>
                <a:spcPct val="100000"/>
              </a:lnSpc>
              <a:spcBef>
                <a:spcPts val="0"/>
              </a:spcBef>
              <a:spcAft>
                <a:spcPts val="0"/>
              </a:spcAft>
              <a:buSzPts val="1600"/>
              <a:buAutoNum type="romanLcPeriod"/>
              <a:defRPr/>
            </a:lvl6pPr>
            <a:lvl7pPr indent="-330200" lvl="6" marL="3200400" algn="l">
              <a:lnSpc>
                <a:spcPct val="100000"/>
              </a:lnSpc>
              <a:spcBef>
                <a:spcPts val="0"/>
              </a:spcBef>
              <a:spcAft>
                <a:spcPts val="0"/>
              </a:spcAft>
              <a:buSzPts val="1600"/>
              <a:buAutoNum type="arabicPeriod"/>
              <a:defRPr/>
            </a:lvl7pPr>
            <a:lvl8pPr indent="-330200" lvl="7" marL="3657600" algn="l">
              <a:lnSpc>
                <a:spcPct val="100000"/>
              </a:lnSpc>
              <a:spcBef>
                <a:spcPts val="0"/>
              </a:spcBef>
              <a:spcAft>
                <a:spcPts val="0"/>
              </a:spcAft>
              <a:buSzPts val="1600"/>
              <a:buAutoNum type="alphaLcPeriod"/>
              <a:defRPr/>
            </a:lvl8pPr>
            <a:lvl9pPr indent="-330200" lvl="8" marL="4114800" algn="l">
              <a:lnSpc>
                <a:spcPct val="100000"/>
              </a:lnSpc>
              <a:spcBef>
                <a:spcPts val="0"/>
              </a:spcBef>
              <a:spcAft>
                <a:spcPts val="0"/>
              </a:spcAft>
              <a:buSzPts val="1600"/>
              <a:buAutoNum type="romanLcPeriod"/>
              <a:defRPr/>
            </a:lvl9pPr>
          </a:lstStyle>
          <a:p/>
        </p:txBody>
      </p:sp>
      <p:grpSp>
        <p:nvGrpSpPr>
          <p:cNvPr id="780" name="Google Shape;780;p37"/>
          <p:cNvGrpSpPr/>
          <p:nvPr/>
        </p:nvGrpSpPr>
        <p:grpSpPr>
          <a:xfrm rot="-4372724">
            <a:off x="8067177" y="418120"/>
            <a:ext cx="1684579" cy="782738"/>
            <a:chOff x="1884850" y="3105525"/>
            <a:chExt cx="1684550" cy="782725"/>
          </a:xfrm>
        </p:grpSpPr>
        <p:sp>
          <p:nvSpPr>
            <p:cNvPr id="781" name="Google Shape;781;p37"/>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37"/>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37"/>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37"/>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37"/>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37"/>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37"/>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37"/>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37"/>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37"/>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37"/>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37"/>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37"/>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37"/>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37"/>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37"/>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37"/>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37"/>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99" name="Google Shape;799;p37"/>
          <p:cNvGrpSpPr/>
          <p:nvPr/>
        </p:nvGrpSpPr>
        <p:grpSpPr>
          <a:xfrm rot="10800000">
            <a:off x="4197975" y="4615900"/>
            <a:ext cx="1600325" cy="939550"/>
            <a:chOff x="1939900" y="2001425"/>
            <a:chExt cx="1600325" cy="939550"/>
          </a:xfrm>
        </p:grpSpPr>
        <p:sp>
          <p:nvSpPr>
            <p:cNvPr id="800" name="Google Shape;800;p37"/>
            <p:cNvSpPr/>
            <p:nvPr/>
          </p:nvSpPr>
          <p:spPr>
            <a:xfrm>
              <a:off x="1939900" y="2001425"/>
              <a:ext cx="1600325" cy="939550"/>
            </a:xfrm>
            <a:custGeom>
              <a:rect b="b" l="l" r="r" t="t"/>
              <a:pathLst>
                <a:path extrusionOk="0" h="37582" w="64013">
                  <a:moveTo>
                    <a:pt x="53040" y="0"/>
                  </a:moveTo>
                  <a:cubicBezTo>
                    <a:pt x="52834" y="0"/>
                    <a:pt x="52630" y="14"/>
                    <a:pt x="52438" y="35"/>
                  </a:cubicBezTo>
                  <a:cubicBezTo>
                    <a:pt x="48401" y="536"/>
                    <a:pt x="44565" y="2037"/>
                    <a:pt x="40629" y="3071"/>
                  </a:cubicBezTo>
                  <a:cubicBezTo>
                    <a:pt x="36860" y="4071"/>
                    <a:pt x="33457" y="3805"/>
                    <a:pt x="29655" y="4005"/>
                  </a:cubicBezTo>
                  <a:cubicBezTo>
                    <a:pt x="27420" y="4138"/>
                    <a:pt x="25151" y="4739"/>
                    <a:pt x="22950" y="4772"/>
                  </a:cubicBezTo>
                  <a:cubicBezTo>
                    <a:pt x="22928" y="4772"/>
                    <a:pt x="22907" y="4773"/>
                    <a:pt x="22886" y="4773"/>
                  </a:cubicBezTo>
                  <a:cubicBezTo>
                    <a:pt x="21755" y="4773"/>
                    <a:pt x="20472" y="4112"/>
                    <a:pt x="19293" y="4112"/>
                  </a:cubicBezTo>
                  <a:cubicBezTo>
                    <a:pt x="18956" y="4112"/>
                    <a:pt x="18627" y="4166"/>
                    <a:pt x="18313" y="4305"/>
                  </a:cubicBezTo>
                  <a:cubicBezTo>
                    <a:pt x="17379" y="4739"/>
                    <a:pt x="17012" y="5839"/>
                    <a:pt x="16445" y="6707"/>
                  </a:cubicBezTo>
                  <a:cubicBezTo>
                    <a:pt x="15711" y="7741"/>
                    <a:pt x="14577" y="8475"/>
                    <a:pt x="13310" y="8641"/>
                  </a:cubicBezTo>
                  <a:cubicBezTo>
                    <a:pt x="13160" y="8671"/>
                    <a:pt x="13003" y="8688"/>
                    <a:pt x="12846" y="8688"/>
                  </a:cubicBezTo>
                  <a:cubicBezTo>
                    <a:pt x="12653" y="8688"/>
                    <a:pt x="12459" y="8663"/>
                    <a:pt x="12276" y="8608"/>
                  </a:cubicBezTo>
                  <a:cubicBezTo>
                    <a:pt x="11842" y="8441"/>
                    <a:pt x="11508" y="8108"/>
                    <a:pt x="11175" y="7807"/>
                  </a:cubicBezTo>
                  <a:cubicBezTo>
                    <a:pt x="10240" y="6986"/>
                    <a:pt x="9040" y="6381"/>
                    <a:pt x="7821" y="6381"/>
                  </a:cubicBezTo>
                  <a:cubicBezTo>
                    <a:pt x="7605" y="6381"/>
                    <a:pt x="7388" y="6400"/>
                    <a:pt x="7172" y="6440"/>
                  </a:cubicBezTo>
                  <a:cubicBezTo>
                    <a:pt x="5771" y="6740"/>
                    <a:pt x="4537" y="8208"/>
                    <a:pt x="4937" y="9609"/>
                  </a:cubicBezTo>
                  <a:cubicBezTo>
                    <a:pt x="5070" y="10209"/>
                    <a:pt x="5504" y="10810"/>
                    <a:pt x="5271" y="11377"/>
                  </a:cubicBezTo>
                  <a:cubicBezTo>
                    <a:pt x="5137" y="11777"/>
                    <a:pt x="4703" y="12010"/>
                    <a:pt x="4337" y="12211"/>
                  </a:cubicBezTo>
                  <a:cubicBezTo>
                    <a:pt x="3002" y="12878"/>
                    <a:pt x="1635" y="13512"/>
                    <a:pt x="701" y="14612"/>
                  </a:cubicBezTo>
                  <a:cubicBezTo>
                    <a:pt x="334" y="15079"/>
                    <a:pt x="0" y="15680"/>
                    <a:pt x="167" y="16247"/>
                  </a:cubicBezTo>
                  <a:cubicBezTo>
                    <a:pt x="300" y="16814"/>
                    <a:pt x="834" y="17181"/>
                    <a:pt x="1268" y="17614"/>
                  </a:cubicBezTo>
                  <a:cubicBezTo>
                    <a:pt x="2135" y="18482"/>
                    <a:pt x="2502" y="19816"/>
                    <a:pt x="2202" y="21017"/>
                  </a:cubicBezTo>
                  <a:cubicBezTo>
                    <a:pt x="1901" y="22251"/>
                    <a:pt x="1001" y="23652"/>
                    <a:pt x="1835" y="24620"/>
                  </a:cubicBezTo>
                  <a:cubicBezTo>
                    <a:pt x="2335" y="25187"/>
                    <a:pt x="3202" y="25220"/>
                    <a:pt x="3836" y="25687"/>
                  </a:cubicBezTo>
                  <a:cubicBezTo>
                    <a:pt x="4937" y="26521"/>
                    <a:pt x="4804" y="28522"/>
                    <a:pt x="6038" y="29189"/>
                  </a:cubicBezTo>
                  <a:cubicBezTo>
                    <a:pt x="6234" y="29291"/>
                    <a:pt x="6448" y="29338"/>
                    <a:pt x="6664" y="29338"/>
                  </a:cubicBezTo>
                  <a:cubicBezTo>
                    <a:pt x="7365" y="29338"/>
                    <a:pt x="8078" y="28844"/>
                    <a:pt x="8206" y="28155"/>
                  </a:cubicBezTo>
                  <a:cubicBezTo>
                    <a:pt x="8473" y="26955"/>
                    <a:pt x="7272" y="25487"/>
                    <a:pt x="8139" y="24586"/>
                  </a:cubicBezTo>
                  <a:cubicBezTo>
                    <a:pt x="8367" y="24359"/>
                    <a:pt x="8670" y="24262"/>
                    <a:pt x="8986" y="24262"/>
                  </a:cubicBezTo>
                  <a:cubicBezTo>
                    <a:pt x="9366" y="24262"/>
                    <a:pt x="9765" y="24401"/>
                    <a:pt x="10074" y="24620"/>
                  </a:cubicBezTo>
                  <a:cubicBezTo>
                    <a:pt x="12276" y="26087"/>
                    <a:pt x="11842" y="30023"/>
                    <a:pt x="14210" y="31191"/>
                  </a:cubicBezTo>
                  <a:cubicBezTo>
                    <a:pt x="14547" y="31363"/>
                    <a:pt x="14915" y="31443"/>
                    <a:pt x="15287" y="31443"/>
                  </a:cubicBezTo>
                  <a:cubicBezTo>
                    <a:pt x="16425" y="31443"/>
                    <a:pt x="17586" y="30696"/>
                    <a:pt x="17913" y="29590"/>
                  </a:cubicBezTo>
                  <a:cubicBezTo>
                    <a:pt x="18180" y="28622"/>
                    <a:pt x="17980" y="27455"/>
                    <a:pt x="18680" y="26754"/>
                  </a:cubicBezTo>
                  <a:cubicBezTo>
                    <a:pt x="18962" y="26488"/>
                    <a:pt x="19331" y="26369"/>
                    <a:pt x="19713" y="26369"/>
                  </a:cubicBezTo>
                  <a:cubicBezTo>
                    <a:pt x="20146" y="26369"/>
                    <a:pt x="20594" y="26522"/>
                    <a:pt x="20948" y="26788"/>
                  </a:cubicBezTo>
                  <a:cubicBezTo>
                    <a:pt x="21616" y="27255"/>
                    <a:pt x="22016" y="28022"/>
                    <a:pt x="22316" y="28789"/>
                  </a:cubicBezTo>
                  <a:cubicBezTo>
                    <a:pt x="22850" y="30157"/>
                    <a:pt x="23217" y="31591"/>
                    <a:pt x="23917" y="32892"/>
                  </a:cubicBezTo>
                  <a:cubicBezTo>
                    <a:pt x="24584" y="34193"/>
                    <a:pt x="25652" y="35394"/>
                    <a:pt x="27053" y="35794"/>
                  </a:cubicBezTo>
                  <a:cubicBezTo>
                    <a:pt x="27174" y="35814"/>
                    <a:pt x="27296" y="35847"/>
                    <a:pt x="27418" y="35847"/>
                  </a:cubicBezTo>
                  <a:cubicBezTo>
                    <a:pt x="27496" y="35847"/>
                    <a:pt x="27575" y="35833"/>
                    <a:pt x="27653" y="35794"/>
                  </a:cubicBezTo>
                  <a:cubicBezTo>
                    <a:pt x="28087" y="35661"/>
                    <a:pt x="28154" y="35060"/>
                    <a:pt x="28187" y="34593"/>
                  </a:cubicBezTo>
                  <a:cubicBezTo>
                    <a:pt x="28287" y="33159"/>
                    <a:pt x="28787" y="31691"/>
                    <a:pt x="29921" y="30824"/>
                  </a:cubicBezTo>
                  <a:cubicBezTo>
                    <a:pt x="30451" y="30419"/>
                    <a:pt x="31132" y="30203"/>
                    <a:pt x="31797" y="30203"/>
                  </a:cubicBezTo>
                  <a:cubicBezTo>
                    <a:pt x="32557" y="30203"/>
                    <a:pt x="33295" y="30486"/>
                    <a:pt x="33758" y="31091"/>
                  </a:cubicBezTo>
                  <a:cubicBezTo>
                    <a:pt x="35025" y="32792"/>
                    <a:pt x="33457" y="35794"/>
                    <a:pt x="35092" y="37162"/>
                  </a:cubicBezTo>
                  <a:cubicBezTo>
                    <a:pt x="35436" y="37453"/>
                    <a:pt x="35841" y="37581"/>
                    <a:pt x="36260" y="37581"/>
                  </a:cubicBezTo>
                  <a:cubicBezTo>
                    <a:pt x="37424" y="37581"/>
                    <a:pt x="38693" y="36596"/>
                    <a:pt x="39061" y="35394"/>
                  </a:cubicBezTo>
                  <a:cubicBezTo>
                    <a:pt x="39362" y="34393"/>
                    <a:pt x="39261" y="33359"/>
                    <a:pt x="39328" y="32325"/>
                  </a:cubicBezTo>
                  <a:cubicBezTo>
                    <a:pt x="39362" y="31291"/>
                    <a:pt x="39595" y="30190"/>
                    <a:pt x="40329" y="29456"/>
                  </a:cubicBezTo>
                  <a:cubicBezTo>
                    <a:pt x="40698" y="29070"/>
                    <a:pt x="41261" y="28850"/>
                    <a:pt x="41799" y="28850"/>
                  </a:cubicBezTo>
                  <a:cubicBezTo>
                    <a:pt x="42283" y="28850"/>
                    <a:pt x="42746" y="29028"/>
                    <a:pt x="43031" y="29423"/>
                  </a:cubicBezTo>
                  <a:cubicBezTo>
                    <a:pt x="43264" y="29723"/>
                    <a:pt x="43364" y="30090"/>
                    <a:pt x="43565" y="30390"/>
                  </a:cubicBezTo>
                  <a:cubicBezTo>
                    <a:pt x="43895" y="30886"/>
                    <a:pt x="44494" y="31126"/>
                    <a:pt x="45108" y="31126"/>
                  </a:cubicBezTo>
                  <a:cubicBezTo>
                    <a:pt x="45486" y="31126"/>
                    <a:pt x="45869" y="31035"/>
                    <a:pt x="46200" y="30857"/>
                  </a:cubicBezTo>
                  <a:cubicBezTo>
                    <a:pt x="47034" y="30390"/>
                    <a:pt x="47567" y="29456"/>
                    <a:pt x="47868" y="28556"/>
                  </a:cubicBezTo>
                  <a:cubicBezTo>
                    <a:pt x="48168" y="27688"/>
                    <a:pt x="48335" y="26754"/>
                    <a:pt x="48968" y="26154"/>
                  </a:cubicBezTo>
                  <a:cubicBezTo>
                    <a:pt x="49515" y="25650"/>
                    <a:pt x="50227" y="25518"/>
                    <a:pt x="50997" y="25518"/>
                  </a:cubicBezTo>
                  <a:cubicBezTo>
                    <a:pt x="51842" y="25518"/>
                    <a:pt x="52757" y="25677"/>
                    <a:pt x="53600" y="25677"/>
                  </a:cubicBezTo>
                  <a:cubicBezTo>
                    <a:pt x="54379" y="25677"/>
                    <a:pt x="55096" y="25542"/>
                    <a:pt x="55640" y="25020"/>
                  </a:cubicBezTo>
                  <a:cubicBezTo>
                    <a:pt x="57208" y="23452"/>
                    <a:pt x="55640" y="20083"/>
                    <a:pt x="57474" y="18849"/>
                  </a:cubicBezTo>
                  <a:cubicBezTo>
                    <a:pt x="58408" y="18248"/>
                    <a:pt x="59743" y="18615"/>
                    <a:pt x="60743" y="18081"/>
                  </a:cubicBezTo>
                  <a:cubicBezTo>
                    <a:pt x="61544" y="17648"/>
                    <a:pt x="61944" y="16680"/>
                    <a:pt x="61944" y="15746"/>
                  </a:cubicBezTo>
                  <a:cubicBezTo>
                    <a:pt x="61911" y="14846"/>
                    <a:pt x="61544" y="13979"/>
                    <a:pt x="61077" y="13178"/>
                  </a:cubicBezTo>
                  <a:cubicBezTo>
                    <a:pt x="60844" y="12711"/>
                    <a:pt x="60543" y="12244"/>
                    <a:pt x="60543" y="11710"/>
                  </a:cubicBezTo>
                  <a:cubicBezTo>
                    <a:pt x="60577" y="10009"/>
                    <a:pt x="63512" y="9675"/>
                    <a:pt x="63846" y="7974"/>
                  </a:cubicBezTo>
                  <a:cubicBezTo>
                    <a:pt x="64012" y="7140"/>
                    <a:pt x="63412" y="6340"/>
                    <a:pt x="62678" y="5939"/>
                  </a:cubicBezTo>
                  <a:cubicBezTo>
                    <a:pt x="62044" y="5639"/>
                    <a:pt x="61344" y="5673"/>
                    <a:pt x="60743" y="5372"/>
                  </a:cubicBezTo>
                  <a:cubicBezTo>
                    <a:pt x="60643" y="5306"/>
                    <a:pt x="60543" y="5239"/>
                    <a:pt x="60443" y="5172"/>
                  </a:cubicBezTo>
                  <a:cubicBezTo>
                    <a:pt x="60043" y="4839"/>
                    <a:pt x="59809" y="4372"/>
                    <a:pt x="59176" y="4205"/>
                  </a:cubicBezTo>
                  <a:cubicBezTo>
                    <a:pt x="58909" y="4127"/>
                    <a:pt x="58635" y="4101"/>
                    <a:pt x="58357" y="4101"/>
                  </a:cubicBezTo>
                  <a:cubicBezTo>
                    <a:pt x="57801" y="4101"/>
                    <a:pt x="57230" y="4205"/>
                    <a:pt x="56674" y="4205"/>
                  </a:cubicBezTo>
                  <a:cubicBezTo>
                    <a:pt x="56639" y="4206"/>
                    <a:pt x="56604" y="4207"/>
                    <a:pt x="56569" y="4207"/>
                  </a:cubicBezTo>
                  <a:cubicBezTo>
                    <a:pt x="55758" y="4207"/>
                    <a:pt x="54832" y="3837"/>
                    <a:pt x="54672" y="3037"/>
                  </a:cubicBezTo>
                  <a:cubicBezTo>
                    <a:pt x="54506" y="2304"/>
                    <a:pt x="55039" y="1570"/>
                    <a:pt x="54806" y="869"/>
                  </a:cubicBezTo>
                  <a:cubicBezTo>
                    <a:pt x="54570" y="187"/>
                    <a:pt x="53797" y="0"/>
                    <a:pt x="5304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37"/>
            <p:cNvSpPr/>
            <p:nvPr/>
          </p:nvSpPr>
          <p:spPr>
            <a:xfrm>
              <a:off x="2039125" y="2461050"/>
              <a:ext cx="381125" cy="273850"/>
            </a:xfrm>
            <a:custGeom>
              <a:rect b="b" l="l" r="r" t="t"/>
              <a:pathLst>
                <a:path extrusionOk="0" h="10954" w="15245">
                  <a:moveTo>
                    <a:pt x="13268" y="0"/>
                  </a:moveTo>
                  <a:cubicBezTo>
                    <a:pt x="12542" y="0"/>
                    <a:pt x="11696" y="163"/>
                    <a:pt x="10875" y="697"/>
                  </a:cubicBezTo>
                  <a:cubicBezTo>
                    <a:pt x="9074" y="1865"/>
                    <a:pt x="2069" y="6168"/>
                    <a:pt x="1" y="7435"/>
                  </a:cubicBezTo>
                  <a:cubicBezTo>
                    <a:pt x="968" y="8336"/>
                    <a:pt x="868" y="10171"/>
                    <a:pt x="2069" y="10804"/>
                  </a:cubicBezTo>
                  <a:cubicBezTo>
                    <a:pt x="2265" y="10906"/>
                    <a:pt x="2479" y="10953"/>
                    <a:pt x="2695" y="10953"/>
                  </a:cubicBezTo>
                  <a:cubicBezTo>
                    <a:pt x="3396" y="10953"/>
                    <a:pt x="4109" y="10459"/>
                    <a:pt x="4237" y="9770"/>
                  </a:cubicBezTo>
                  <a:cubicBezTo>
                    <a:pt x="4504" y="8570"/>
                    <a:pt x="3303" y="7102"/>
                    <a:pt x="4170" y="6201"/>
                  </a:cubicBezTo>
                  <a:cubicBezTo>
                    <a:pt x="4398" y="5974"/>
                    <a:pt x="4701" y="5877"/>
                    <a:pt x="5017" y="5877"/>
                  </a:cubicBezTo>
                  <a:cubicBezTo>
                    <a:pt x="5397" y="5877"/>
                    <a:pt x="5796" y="6016"/>
                    <a:pt x="6105" y="6235"/>
                  </a:cubicBezTo>
                  <a:cubicBezTo>
                    <a:pt x="6539" y="6535"/>
                    <a:pt x="6872" y="6935"/>
                    <a:pt x="7172" y="7369"/>
                  </a:cubicBezTo>
                  <a:cubicBezTo>
                    <a:pt x="9407" y="5434"/>
                    <a:pt x="15245" y="397"/>
                    <a:pt x="15245" y="397"/>
                  </a:cubicBezTo>
                  <a:cubicBezTo>
                    <a:pt x="15245" y="397"/>
                    <a:pt x="14402" y="0"/>
                    <a:pt x="1326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37"/>
            <p:cNvSpPr/>
            <p:nvPr/>
          </p:nvSpPr>
          <p:spPr>
            <a:xfrm>
              <a:off x="2722125" y="2547675"/>
              <a:ext cx="200150" cy="393300"/>
            </a:xfrm>
            <a:custGeom>
              <a:rect b="b" l="l" r="r" t="t"/>
              <a:pathLst>
                <a:path extrusionOk="0" h="15732" w="8006">
                  <a:moveTo>
                    <a:pt x="167" y="1"/>
                  </a:moveTo>
                  <a:cubicBezTo>
                    <a:pt x="134" y="34"/>
                    <a:pt x="100" y="68"/>
                    <a:pt x="100" y="134"/>
                  </a:cubicBezTo>
                  <a:cubicBezTo>
                    <a:pt x="0" y="902"/>
                    <a:pt x="100" y="1735"/>
                    <a:pt x="267" y="2469"/>
                  </a:cubicBezTo>
                  <a:cubicBezTo>
                    <a:pt x="367" y="2836"/>
                    <a:pt x="467" y="3203"/>
                    <a:pt x="534" y="3603"/>
                  </a:cubicBezTo>
                  <a:cubicBezTo>
                    <a:pt x="701" y="5205"/>
                    <a:pt x="901" y="6806"/>
                    <a:pt x="1134" y="8407"/>
                  </a:cubicBezTo>
                  <a:cubicBezTo>
                    <a:pt x="1668" y="8507"/>
                    <a:pt x="2135" y="8807"/>
                    <a:pt x="2469" y="9241"/>
                  </a:cubicBezTo>
                  <a:cubicBezTo>
                    <a:pt x="3736" y="10942"/>
                    <a:pt x="2168" y="13911"/>
                    <a:pt x="3803" y="15312"/>
                  </a:cubicBezTo>
                  <a:cubicBezTo>
                    <a:pt x="4147" y="15603"/>
                    <a:pt x="4552" y="15731"/>
                    <a:pt x="4971" y="15731"/>
                  </a:cubicBezTo>
                  <a:cubicBezTo>
                    <a:pt x="6135" y="15731"/>
                    <a:pt x="7404" y="14746"/>
                    <a:pt x="7772" y="13544"/>
                  </a:cubicBezTo>
                  <a:cubicBezTo>
                    <a:pt x="7906" y="13110"/>
                    <a:pt x="7972" y="12643"/>
                    <a:pt x="8006" y="12176"/>
                  </a:cubicBezTo>
                  <a:cubicBezTo>
                    <a:pt x="7639" y="11643"/>
                    <a:pt x="7305" y="11075"/>
                    <a:pt x="6938" y="10542"/>
                  </a:cubicBezTo>
                  <a:cubicBezTo>
                    <a:pt x="6071" y="9207"/>
                    <a:pt x="5204" y="7873"/>
                    <a:pt x="4370" y="6472"/>
                  </a:cubicBezTo>
                  <a:cubicBezTo>
                    <a:pt x="3636" y="5271"/>
                    <a:pt x="2969" y="4004"/>
                    <a:pt x="2202" y="2803"/>
                  </a:cubicBezTo>
                  <a:cubicBezTo>
                    <a:pt x="1601" y="1802"/>
                    <a:pt x="1268" y="735"/>
                    <a:pt x="300" y="34"/>
                  </a:cubicBezTo>
                  <a:cubicBezTo>
                    <a:pt x="267" y="34"/>
                    <a:pt x="200" y="1"/>
                    <a:pt x="16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37"/>
            <p:cNvSpPr/>
            <p:nvPr/>
          </p:nvSpPr>
          <p:spPr>
            <a:xfrm>
              <a:off x="2071650" y="2363350"/>
              <a:ext cx="82575" cy="97300"/>
            </a:xfrm>
            <a:custGeom>
              <a:rect b="b" l="l" r="r" t="t"/>
              <a:pathLst>
                <a:path extrusionOk="0" h="3892" w="3303">
                  <a:moveTo>
                    <a:pt x="2091" y="0"/>
                  </a:moveTo>
                  <a:cubicBezTo>
                    <a:pt x="963" y="0"/>
                    <a:pt x="280" y="1177"/>
                    <a:pt x="67" y="2270"/>
                  </a:cubicBezTo>
                  <a:cubicBezTo>
                    <a:pt x="1" y="2737"/>
                    <a:pt x="1" y="3271"/>
                    <a:pt x="367" y="3604"/>
                  </a:cubicBezTo>
                  <a:cubicBezTo>
                    <a:pt x="553" y="3790"/>
                    <a:pt x="824" y="3892"/>
                    <a:pt x="1094" y="3892"/>
                  </a:cubicBezTo>
                  <a:cubicBezTo>
                    <a:pt x="1164" y="3892"/>
                    <a:pt x="1233" y="3885"/>
                    <a:pt x="1301" y="3871"/>
                  </a:cubicBezTo>
                  <a:cubicBezTo>
                    <a:pt x="1668" y="3805"/>
                    <a:pt x="1969" y="3638"/>
                    <a:pt x="2235" y="3404"/>
                  </a:cubicBezTo>
                  <a:cubicBezTo>
                    <a:pt x="2869" y="2871"/>
                    <a:pt x="3270" y="2037"/>
                    <a:pt x="3303" y="1203"/>
                  </a:cubicBezTo>
                  <a:cubicBezTo>
                    <a:pt x="3303" y="1003"/>
                    <a:pt x="3270" y="769"/>
                    <a:pt x="3169" y="569"/>
                  </a:cubicBezTo>
                  <a:cubicBezTo>
                    <a:pt x="3036" y="302"/>
                    <a:pt x="2736" y="135"/>
                    <a:pt x="2436" y="35"/>
                  </a:cubicBezTo>
                  <a:cubicBezTo>
                    <a:pt x="2316" y="11"/>
                    <a:pt x="2201" y="0"/>
                    <a:pt x="209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37"/>
            <p:cNvSpPr/>
            <p:nvPr/>
          </p:nvSpPr>
          <p:spPr>
            <a:xfrm>
              <a:off x="3318375" y="2183125"/>
              <a:ext cx="133450" cy="60700"/>
            </a:xfrm>
            <a:custGeom>
              <a:rect b="b" l="l" r="r" t="t"/>
              <a:pathLst>
                <a:path extrusionOk="0" h="2428" w="5338">
                  <a:moveTo>
                    <a:pt x="3260" y="1"/>
                  </a:moveTo>
                  <a:cubicBezTo>
                    <a:pt x="2300" y="1"/>
                    <a:pt x="1092" y="346"/>
                    <a:pt x="334" y="740"/>
                  </a:cubicBezTo>
                  <a:cubicBezTo>
                    <a:pt x="267" y="773"/>
                    <a:pt x="167" y="806"/>
                    <a:pt x="134" y="873"/>
                  </a:cubicBezTo>
                  <a:cubicBezTo>
                    <a:pt x="0" y="1073"/>
                    <a:pt x="101" y="1340"/>
                    <a:pt x="234" y="1507"/>
                  </a:cubicBezTo>
                  <a:cubicBezTo>
                    <a:pt x="568" y="1940"/>
                    <a:pt x="1068" y="2207"/>
                    <a:pt x="1602" y="2341"/>
                  </a:cubicBezTo>
                  <a:cubicBezTo>
                    <a:pt x="1940" y="2404"/>
                    <a:pt x="2278" y="2427"/>
                    <a:pt x="2617" y="2427"/>
                  </a:cubicBezTo>
                  <a:cubicBezTo>
                    <a:pt x="2812" y="2427"/>
                    <a:pt x="3007" y="2420"/>
                    <a:pt x="3203" y="2407"/>
                  </a:cubicBezTo>
                  <a:cubicBezTo>
                    <a:pt x="3536" y="2374"/>
                    <a:pt x="3903" y="2341"/>
                    <a:pt x="4203" y="2207"/>
                  </a:cubicBezTo>
                  <a:cubicBezTo>
                    <a:pt x="5338" y="1674"/>
                    <a:pt x="4871" y="173"/>
                    <a:pt x="3770" y="39"/>
                  </a:cubicBezTo>
                  <a:cubicBezTo>
                    <a:pt x="3612" y="13"/>
                    <a:pt x="3440" y="1"/>
                    <a:pt x="326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37"/>
            <p:cNvSpPr/>
            <p:nvPr/>
          </p:nvSpPr>
          <p:spPr>
            <a:xfrm>
              <a:off x="3239975" y="2353250"/>
              <a:ext cx="93000" cy="66600"/>
            </a:xfrm>
            <a:custGeom>
              <a:rect b="b" l="l" r="r" t="t"/>
              <a:pathLst>
                <a:path extrusionOk="0" h="2664" w="3720">
                  <a:moveTo>
                    <a:pt x="1983" y="1"/>
                  </a:moveTo>
                  <a:cubicBezTo>
                    <a:pt x="1295" y="1"/>
                    <a:pt x="541" y="380"/>
                    <a:pt x="301" y="940"/>
                  </a:cubicBezTo>
                  <a:cubicBezTo>
                    <a:pt x="1" y="1540"/>
                    <a:pt x="401" y="2140"/>
                    <a:pt x="935" y="2474"/>
                  </a:cubicBezTo>
                  <a:cubicBezTo>
                    <a:pt x="1170" y="2605"/>
                    <a:pt x="1426" y="2664"/>
                    <a:pt x="1680" y="2664"/>
                  </a:cubicBezTo>
                  <a:cubicBezTo>
                    <a:pt x="2720" y="2664"/>
                    <a:pt x="3720" y="1672"/>
                    <a:pt x="3103" y="573"/>
                  </a:cubicBezTo>
                  <a:cubicBezTo>
                    <a:pt x="2876" y="171"/>
                    <a:pt x="2444" y="1"/>
                    <a:pt x="198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37"/>
            <p:cNvSpPr/>
            <p:nvPr/>
          </p:nvSpPr>
          <p:spPr>
            <a:xfrm>
              <a:off x="2953650" y="2521900"/>
              <a:ext cx="62875" cy="72500"/>
            </a:xfrm>
            <a:custGeom>
              <a:rect b="b" l="l" r="r" t="t"/>
              <a:pathLst>
                <a:path extrusionOk="0" h="2900" w="2515">
                  <a:moveTo>
                    <a:pt x="1348" y="1"/>
                  </a:moveTo>
                  <a:cubicBezTo>
                    <a:pt x="659" y="1"/>
                    <a:pt x="1" y="730"/>
                    <a:pt x="46" y="1566"/>
                  </a:cubicBezTo>
                  <a:cubicBezTo>
                    <a:pt x="79" y="2066"/>
                    <a:pt x="346" y="2533"/>
                    <a:pt x="746" y="2766"/>
                  </a:cubicBezTo>
                  <a:cubicBezTo>
                    <a:pt x="913" y="2833"/>
                    <a:pt x="1080" y="2900"/>
                    <a:pt x="1247" y="2900"/>
                  </a:cubicBezTo>
                  <a:cubicBezTo>
                    <a:pt x="1513" y="2900"/>
                    <a:pt x="1780" y="2733"/>
                    <a:pt x="1980" y="2500"/>
                  </a:cubicBezTo>
                  <a:cubicBezTo>
                    <a:pt x="2147" y="2299"/>
                    <a:pt x="2247" y="2033"/>
                    <a:pt x="2347" y="1766"/>
                  </a:cubicBezTo>
                  <a:cubicBezTo>
                    <a:pt x="2447" y="1365"/>
                    <a:pt x="2514" y="898"/>
                    <a:pt x="2281" y="565"/>
                  </a:cubicBezTo>
                  <a:cubicBezTo>
                    <a:pt x="2012" y="166"/>
                    <a:pt x="1676" y="1"/>
                    <a:pt x="134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37"/>
            <p:cNvSpPr/>
            <p:nvPr/>
          </p:nvSpPr>
          <p:spPr>
            <a:xfrm>
              <a:off x="3107000" y="2444575"/>
              <a:ext cx="63075" cy="62400"/>
            </a:xfrm>
            <a:custGeom>
              <a:rect b="b" l="l" r="r" t="t"/>
              <a:pathLst>
                <a:path extrusionOk="0" h="2496" w="2523">
                  <a:moveTo>
                    <a:pt x="1254" y="0"/>
                  </a:moveTo>
                  <a:cubicBezTo>
                    <a:pt x="637" y="0"/>
                    <a:pt x="1" y="445"/>
                    <a:pt x="49" y="1423"/>
                  </a:cubicBezTo>
                  <a:cubicBezTo>
                    <a:pt x="81" y="1959"/>
                    <a:pt x="530" y="2496"/>
                    <a:pt x="1059" y="2496"/>
                  </a:cubicBezTo>
                  <a:cubicBezTo>
                    <a:pt x="1089" y="2496"/>
                    <a:pt x="1120" y="2494"/>
                    <a:pt x="1150" y="2490"/>
                  </a:cubicBezTo>
                  <a:cubicBezTo>
                    <a:pt x="1317" y="2457"/>
                    <a:pt x="1484" y="2390"/>
                    <a:pt x="1651" y="2290"/>
                  </a:cubicBezTo>
                  <a:cubicBezTo>
                    <a:pt x="1984" y="2090"/>
                    <a:pt x="2251" y="1756"/>
                    <a:pt x="2318" y="1356"/>
                  </a:cubicBezTo>
                  <a:cubicBezTo>
                    <a:pt x="2522" y="486"/>
                    <a:pt x="1899" y="0"/>
                    <a:pt x="125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37"/>
            <p:cNvSpPr/>
            <p:nvPr/>
          </p:nvSpPr>
          <p:spPr>
            <a:xfrm>
              <a:off x="2379375" y="2521700"/>
              <a:ext cx="100100" cy="81425"/>
            </a:xfrm>
            <a:custGeom>
              <a:rect b="b" l="l" r="r" t="t"/>
              <a:pathLst>
                <a:path extrusionOk="0" h="3257" w="4004">
                  <a:moveTo>
                    <a:pt x="2369" y="0"/>
                  </a:moveTo>
                  <a:cubicBezTo>
                    <a:pt x="2335" y="0"/>
                    <a:pt x="2301" y="2"/>
                    <a:pt x="2269" y="6"/>
                  </a:cubicBezTo>
                  <a:cubicBezTo>
                    <a:pt x="1535" y="73"/>
                    <a:pt x="734" y="1007"/>
                    <a:pt x="334" y="1574"/>
                  </a:cubicBezTo>
                  <a:cubicBezTo>
                    <a:pt x="167" y="1807"/>
                    <a:pt x="0" y="2141"/>
                    <a:pt x="34" y="2441"/>
                  </a:cubicBezTo>
                  <a:cubicBezTo>
                    <a:pt x="67" y="2875"/>
                    <a:pt x="501" y="3208"/>
                    <a:pt x="934" y="3241"/>
                  </a:cubicBezTo>
                  <a:cubicBezTo>
                    <a:pt x="1001" y="3252"/>
                    <a:pt x="1067" y="3256"/>
                    <a:pt x="1133" y="3256"/>
                  </a:cubicBezTo>
                  <a:cubicBezTo>
                    <a:pt x="1500" y="3256"/>
                    <a:pt x="1863" y="3111"/>
                    <a:pt x="2202" y="2941"/>
                  </a:cubicBezTo>
                  <a:cubicBezTo>
                    <a:pt x="2569" y="2774"/>
                    <a:pt x="2902" y="2541"/>
                    <a:pt x="3236" y="2274"/>
                  </a:cubicBezTo>
                  <a:cubicBezTo>
                    <a:pt x="3636" y="1974"/>
                    <a:pt x="4003" y="1507"/>
                    <a:pt x="3903" y="1040"/>
                  </a:cubicBezTo>
                  <a:cubicBezTo>
                    <a:pt x="3777" y="505"/>
                    <a:pt x="2940" y="0"/>
                    <a:pt x="236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37"/>
            <p:cNvSpPr/>
            <p:nvPr/>
          </p:nvSpPr>
          <p:spPr>
            <a:xfrm>
              <a:off x="2307650" y="2670225"/>
              <a:ext cx="65900" cy="61850"/>
            </a:xfrm>
            <a:custGeom>
              <a:rect b="b" l="l" r="r" t="t"/>
              <a:pathLst>
                <a:path extrusionOk="0" h="2474" w="2636">
                  <a:moveTo>
                    <a:pt x="1798" y="1"/>
                  </a:moveTo>
                  <a:cubicBezTo>
                    <a:pt x="1312" y="1"/>
                    <a:pt x="742" y="484"/>
                    <a:pt x="434" y="836"/>
                  </a:cubicBezTo>
                  <a:cubicBezTo>
                    <a:pt x="301" y="1003"/>
                    <a:pt x="167" y="1170"/>
                    <a:pt x="134" y="1370"/>
                  </a:cubicBezTo>
                  <a:cubicBezTo>
                    <a:pt x="1" y="1870"/>
                    <a:pt x="468" y="2437"/>
                    <a:pt x="1001" y="2471"/>
                  </a:cubicBezTo>
                  <a:cubicBezTo>
                    <a:pt x="1027" y="2472"/>
                    <a:pt x="1053" y="2473"/>
                    <a:pt x="1079" y="2473"/>
                  </a:cubicBezTo>
                  <a:cubicBezTo>
                    <a:pt x="1614" y="2473"/>
                    <a:pt x="2081" y="2149"/>
                    <a:pt x="2336" y="1704"/>
                  </a:cubicBezTo>
                  <a:cubicBezTo>
                    <a:pt x="2536" y="1337"/>
                    <a:pt x="2636" y="870"/>
                    <a:pt x="2436" y="469"/>
                  </a:cubicBezTo>
                  <a:cubicBezTo>
                    <a:pt x="2277" y="129"/>
                    <a:pt x="2049" y="1"/>
                    <a:pt x="179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37"/>
            <p:cNvSpPr/>
            <p:nvPr/>
          </p:nvSpPr>
          <p:spPr>
            <a:xfrm>
              <a:off x="2866375" y="2562700"/>
              <a:ext cx="141800" cy="169300"/>
            </a:xfrm>
            <a:custGeom>
              <a:rect b="b" l="l" r="r" t="t"/>
              <a:pathLst>
                <a:path extrusionOk="0" h="6772" w="5672">
                  <a:moveTo>
                    <a:pt x="1" y="0"/>
                  </a:moveTo>
                  <a:lnTo>
                    <a:pt x="3537" y="6772"/>
                  </a:lnTo>
                  <a:cubicBezTo>
                    <a:pt x="3890" y="6530"/>
                    <a:pt x="4325" y="6392"/>
                    <a:pt x="4746" y="6392"/>
                  </a:cubicBezTo>
                  <a:cubicBezTo>
                    <a:pt x="5081" y="6392"/>
                    <a:pt x="5406" y="6480"/>
                    <a:pt x="5672" y="6672"/>
                  </a:cubicBezTo>
                  <a:lnTo>
                    <a:pt x="1" y="0"/>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37"/>
            <p:cNvSpPr/>
            <p:nvPr/>
          </p:nvSpPr>
          <p:spPr>
            <a:xfrm>
              <a:off x="2722950" y="2542675"/>
              <a:ext cx="66750" cy="245200"/>
            </a:xfrm>
            <a:custGeom>
              <a:rect b="b" l="l" r="r" t="t"/>
              <a:pathLst>
                <a:path extrusionOk="0" h="9808" w="2670">
                  <a:moveTo>
                    <a:pt x="0" y="1"/>
                  </a:moveTo>
                  <a:lnTo>
                    <a:pt x="0" y="8574"/>
                  </a:lnTo>
                  <a:cubicBezTo>
                    <a:pt x="154" y="8552"/>
                    <a:pt x="308" y="8540"/>
                    <a:pt x="462" y="8540"/>
                  </a:cubicBezTo>
                  <a:cubicBezTo>
                    <a:pt x="1241" y="8540"/>
                    <a:pt x="1990" y="8828"/>
                    <a:pt x="2436" y="9441"/>
                  </a:cubicBezTo>
                  <a:cubicBezTo>
                    <a:pt x="2536" y="9541"/>
                    <a:pt x="2602" y="9674"/>
                    <a:pt x="2669" y="9808"/>
                  </a:cubicBezTo>
                  <a:lnTo>
                    <a:pt x="0" y="1"/>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37"/>
            <p:cNvSpPr/>
            <p:nvPr/>
          </p:nvSpPr>
          <p:spPr>
            <a:xfrm>
              <a:off x="2431075" y="2509325"/>
              <a:ext cx="192650" cy="268550"/>
            </a:xfrm>
            <a:custGeom>
              <a:rect b="b" l="l" r="r" t="t"/>
              <a:pathLst>
                <a:path extrusionOk="0" h="10742" w="7706">
                  <a:moveTo>
                    <a:pt x="7706" y="0"/>
                  </a:moveTo>
                  <a:lnTo>
                    <a:pt x="0" y="6071"/>
                  </a:lnTo>
                  <a:cubicBezTo>
                    <a:pt x="48" y="6068"/>
                    <a:pt x="95" y="6066"/>
                    <a:pt x="142" y="6066"/>
                  </a:cubicBezTo>
                  <a:cubicBezTo>
                    <a:pt x="561" y="6066"/>
                    <a:pt x="972" y="6198"/>
                    <a:pt x="1301" y="6438"/>
                  </a:cubicBezTo>
                  <a:cubicBezTo>
                    <a:pt x="1969" y="6939"/>
                    <a:pt x="2369" y="7706"/>
                    <a:pt x="2669" y="8473"/>
                  </a:cubicBezTo>
                  <a:cubicBezTo>
                    <a:pt x="2969" y="9207"/>
                    <a:pt x="3203" y="9974"/>
                    <a:pt x="3470" y="10741"/>
                  </a:cubicBezTo>
                  <a:lnTo>
                    <a:pt x="7706" y="0"/>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37"/>
            <p:cNvSpPr/>
            <p:nvPr/>
          </p:nvSpPr>
          <p:spPr>
            <a:xfrm>
              <a:off x="2178400" y="2470950"/>
              <a:ext cx="241850" cy="225200"/>
            </a:xfrm>
            <a:custGeom>
              <a:rect b="b" l="l" r="r" t="t"/>
              <a:pathLst>
                <a:path extrusionOk="0" h="9008" w="9674">
                  <a:moveTo>
                    <a:pt x="9674" y="1"/>
                  </a:moveTo>
                  <a:lnTo>
                    <a:pt x="0" y="5572"/>
                  </a:lnTo>
                  <a:cubicBezTo>
                    <a:pt x="200" y="5638"/>
                    <a:pt x="401" y="5738"/>
                    <a:pt x="534" y="5839"/>
                  </a:cubicBezTo>
                  <a:cubicBezTo>
                    <a:pt x="1568" y="6539"/>
                    <a:pt x="2035" y="7773"/>
                    <a:pt x="2469" y="9007"/>
                  </a:cubicBezTo>
                  <a:lnTo>
                    <a:pt x="9674" y="1"/>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37"/>
            <p:cNvSpPr/>
            <p:nvPr/>
          </p:nvSpPr>
          <p:spPr>
            <a:xfrm>
              <a:off x="1974075" y="2322750"/>
              <a:ext cx="120950" cy="127325"/>
            </a:xfrm>
            <a:custGeom>
              <a:rect b="b" l="l" r="r" t="t"/>
              <a:pathLst>
                <a:path extrusionOk="0" h="5093" w="4838">
                  <a:moveTo>
                    <a:pt x="3866" y="0"/>
                  </a:moveTo>
                  <a:cubicBezTo>
                    <a:pt x="3767" y="0"/>
                    <a:pt x="3667" y="19"/>
                    <a:pt x="3570" y="58"/>
                  </a:cubicBezTo>
                  <a:cubicBezTo>
                    <a:pt x="3203" y="192"/>
                    <a:pt x="2869" y="458"/>
                    <a:pt x="2503" y="625"/>
                  </a:cubicBezTo>
                  <a:cubicBezTo>
                    <a:pt x="2002" y="825"/>
                    <a:pt x="1535" y="1059"/>
                    <a:pt x="1068" y="1326"/>
                  </a:cubicBezTo>
                  <a:cubicBezTo>
                    <a:pt x="534" y="1693"/>
                    <a:pt x="1" y="2226"/>
                    <a:pt x="34" y="2860"/>
                  </a:cubicBezTo>
                  <a:cubicBezTo>
                    <a:pt x="67" y="3260"/>
                    <a:pt x="334" y="3594"/>
                    <a:pt x="568" y="3928"/>
                  </a:cubicBezTo>
                  <a:lnTo>
                    <a:pt x="1035" y="4561"/>
                  </a:lnTo>
                  <a:cubicBezTo>
                    <a:pt x="1168" y="4728"/>
                    <a:pt x="1302" y="4928"/>
                    <a:pt x="1535" y="5028"/>
                  </a:cubicBezTo>
                  <a:cubicBezTo>
                    <a:pt x="1630" y="5072"/>
                    <a:pt x="1728" y="5092"/>
                    <a:pt x="1826" y="5092"/>
                  </a:cubicBezTo>
                  <a:cubicBezTo>
                    <a:pt x="2175" y="5092"/>
                    <a:pt x="2520" y="4841"/>
                    <a:pt x="2703" y="4528"/>
                  </a:cubicBezTo>
                  <a:cubicBezTo>
                    <a:pt x="2936" y="4161"/>
                    <a:pt x="3003" y="3661"/>
                    <a:pt x="3136" y="3227"/>
                  </a:cubicBezTo>
                  <a:cubicBezTo>
                    <a:pt x="3336" y="2593"/>
                    <a:pt x="3670" y="2026"/>
                    <a:pt x="4104" y="1559"/>
                  </a:cubicBezTo>
                  <a:cubicBezTo>
                    <a:pt x="4404" y="1226"/>
                    <a:pt x="4838" y="792"/>
                    <a:pt x="4504" y="325"/>
                  </a:cubicBezTo>
                  <a:cubicBezTo>
                    <a:pt x="4339" y="112"/>
                    <a:pt x="4106" y="0"/>
                    <a:pt x="386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37"/>
            <p:cNvSpPr/>
            <p:nvPr/>
          </p:nvSpPr>
          <p:spPr>
            <a:xfrm>
              <a:off x="1989925" y="2513700"/>
              <a:ext cx="147625" cy="105050"/>
            </a:xfrm>
            <a:custGeom>
              <a:rect b="b" l="l" r="r" t="t"/>
              <a:pathLst>
                <a:path extrusionOk="0" h="4202" w="5905">
                  <a:moveTo>
                    <a:pt x="4981" y="1"/>
                  </a:moveTo>
                  <a:cubicBezTo>
                    <a:pt x="3288" y="1"/>
                    <a:pt x="1413" y="982"/>
                    <a:pt x="434" y="2327"/>
                  </a:cubicBezTo>
                  <a:cubicBezTo>
                    <a:pt x="201" y="2661"/>
                    <a:pt x="1" y="3094"/>
                    <a:pt x="234" y="3461"/>
                  </a:cubicBezTo>
                  <a:cubicBezTo>
                    <a:pt x="334" y="3628"/>
                    <a:pt x="534" y="3728"/>
                    <a:pt x="701" y="3828"/>
                  </a:cubicBezTo>
                  <a:cubicBezTo>
                    <a:pt x="1127" y="4030"/>
                    <a:pt x="1597" y="4201"/>
                    <a:pt x="2043" y="4201"/>
                  </a:cubicBezTo>
                  <a:cubicBezTo>
                    <a:pt x="2260" y="4201"/>
                    <a:pt x="2472" y="4160"/>
                    <a:pt x="2669" y="4062"/>
                  </a:cubicBezTo>
                  <a:cubicBezTo>
                    <a:pt x="3103" y="3828"/>
                    <a:pt x="3370" y="3428"/>
                    <a:pt x="3670" y="3061"/>
                  </a:cubicBezTo>
                  <a:cubicBezTo>
                    <a:pt x="4270" y="2261"/>
                    <a:pt x="5071" y="1627"/>
                    <a:pt x="5638" y="826"/>
                  </a:cubicBezTo>
                  <a:cubicBezTo>
                    <a:pt x="5771" y="593"/>
                    <a:pt x="5905" y="259"/>
                    <a:pt x="5671" y="92"/>
                  </a:cubicBezTo>
                  <a:cubicBezTo>
                    <a:pt x="5605" y="59"/>
                    <a:pt x="5538" y="26"/>
                    <a:pt x="5438" y="26"/>
                  </a:cubicBezTo>
                  <a:cubicBezTo>
                    <a:pt x="5288" y="9"/>
                    <a:pt x="5135" y="1"/>
                    <a:pt x="498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37"/>
            <p:cNvSpPr/>
            <p:nvPr/>
          </p:nvSpPr>
          <p:spPr>
            <a:xfrm>
              <a:off x="2597025" y="2571575"/>
              <a:ext cx="99275" cy="277175"/>
            </a:xfrm>
            <a:custGeom>
              <a:rect b="b" l="l" r="r" t="t"/>
              <a:pathLst>
                <a:path extrusionOk="0" h="11087" w="3971">
                  <a:moveTo>
                    <a:pt x="3025" y="0"/>
                  </a:moveTo>
                  <a:cubicBezTo>
                    <a:pt x="2455" y="0"/>
                    <a:pt x="2088" y="939"/>
                    <a:pt x="1869" y="1347"/>
                  </a:cubicBezTo>
                  <a:cubicBezTo>
                    <a:pt x="1168" y="2814"/>
                    <a:pt x="868" y="4415"/>
                    <a:pt x="568" y="5983"/>
                  </a:cubicBezTo>
                  <a:cubicBezTo>
                    <a:pt x="267" y="7551"/>
                    <a:pt x="1" y="9152"/>
                    <a:pt x="301" y="10720"/>
                  </a:cubicBezTo>
                  <a:cubicBezTo>
                    <a:pt x="334" y="10820"/>
                    <a:pt x="334" y="10887"/>
                    <a:pt x="401" y="10953"/>
                  </a:cubicBezTo>
                  <a:cubicBezTo>
                    <a:pt x="468" y="11053"/>
                    <a:pt x="601" y="11087"/>
                    <a:pt x="734" y="11087"/>
                  </a:cubicBezTo>
                  <a:cubicBezTo>
                    <a:pt x="1101" y="11087"/>
                    <a:pt x="1402" y="10820"/>
                    <a:pt x="1568" y="10486"/>
                  </a:cubicBezTo>
                  <a:cubicBezTo>
                    <a:pt x="1735" y="10186"/>
                    <a:pt x="1802" y="9819"/>
                    <a:pt x="1869" y="9486"/>
                  </a:cubicBezTo>
                  <a:cubicBezTo>
                    <a:pt x="2102" y="8585"/>
                    <a:pt x="2536" y="7751"/>
                    <a:pt x="3069" y="7051"/>
                  </a:cubicBezTo>
                  <a:cubicBezTo>
                    <a:pt x="3370" y="6684"/>
                    <a:pt x="3737" y="6317"/>
                    <a:pt x="3837" y="5850"/>
                  </a:cubicBezTo>
                  <a:cubicBezTo>
                    <a:pt x="3903" y="5650"/>
                    <a:pt x="3903" y="5416"/>
                    <a:pt x="3937" y="5216"/>
                  </a:cubicBezTo>
                  <a:cubicBezTo>
                    <a:pt x="3970" y="4149"/>
                    <a:pt x="3937" y="3081"/>
                    <a:pt x="3803" y="2047"/>
                  </a:cubicBezTo>
                  <a:cubicBezTo>
                    <a:pt x="3770" y="1513"/>
                    <a:pt x="3837" y="146"/>
                    <a:pt x="3136" y="12"/>
                  </a:cubicBezTo>
                  <a:cubicBezTo>
                    <a:pt x="3098" y="4"/>
                    <a:pt x="3061" y="0"/>
                    <a:pt x="302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37"/>
            <p:cNvSpPr/>
            <p:nvPr/>
          </p:nvSpPr>
          <p:spPr>
            <a:xfrm>
              <a:off x="3169925" y="2024800"/>
              <a:ext cx="105950" cy="75450"/>
            </a:xfrm>
            <a:custGeom>
              <a:rect b="b" l="l" r="r" t="t"/>
              <a:pathLst>
                <a:path extrusionOk="0" h="3018" w="4238">
                  <a:moveTo>
                    <a:pt x="3737" y="1"/>
                  </a:moveTo>
                  <a:cubicBezTo>
                    <a:pt x="2770" y="1"/>
                    <a:pt x="1802" y="635"/>
                    <a:pt x="935" y="1002"/>
                  </a:cubicBezTo>
                  <a:cubicBezTo>
                    <a:pt x="268" y="1302"/>
                    <a:pt x="1" y="2603"/>
                    <a:pt x="768" y="2936"/>
                  </a:cubicBezTo>
                  <a:cubicBezTo>
                    <a:pt x="868" y="3003"/>
                    <a:pt x="1002" y="3003"/>
                    <a:pt x="1102" y="3003"/>
                  </a:cubicBezTo>
                  <a:cubicBezTo>
                    <a:pt x="1204" y="3012"/>
                    <a:pt x="1309" y="3017"/>
                    <a:pt x="1413" y="3017"/>
                  </a:cubicBezTo>
                  <a:cubicBezTo>
                    <a:pt x="2056" y="3017"/>
                    <a:pt x="2720" y="2838"/>
                    <a:pt x="3237" y="2436"/>
                  </a:cubicBezTo>
                  <a:cubicBezTo>
                    <a:pt x="3837" y="1969"/>
                    <a:pt x="4237" y="1235"/>
                    <a:pt x="4171" y="468"/>
                  </a:cubicBezTo>
                  <a:cubicBezTo>
                    <a:pt x="4171" y="334"/>
                    <a:pt x="4137" y="168"/>
                    <a:pt x="4004" y="68"/>
                  </a:cubicBezTo>
                  <a:cubicBezTo>
                    <a:pt x="3937" y="34"/>
                    <a:pt x="3837" y="1"/>
                    <a:pt x="373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37"/>
            <p:cNvSpPr/>
            <p:nvPr/>
          </p:nvSpPr>
          <p:spPr>
            <a:xfrm>
              <a:off x="3328375" y="2123875"/>
              <a:ext cx="109500" cy="39925"/>
            </a:xfrm>
            <a:custGeom>
              <a:rect b="b" l="l" r="r" t="t"/>
              <a:pathLst>
                <a:path extrusionOk="0" h="1597" w="4380">
                  <a:moveTo>
                    <a:pt x="2279" y="1"/>
                  </a:moveTo>
                  <a:cubicBezTo>
                    <a:pt x="1734" y="1"/>
                    <a:pt x="1236" y="50"/>
                    <a:pt x="1068" y="74"/>
                  </a:cubicBezTo>
                  <a:cubicBezTo>
                    <a:pt x="835" y="107"/>
                    <a:pt x="568" y="141"/>
                    <a:pt x="368" y="274"/>
                  </a:cubicBezTo>
                  <a:cubicBezTo>
                    <a:pt x="134" y="441"/>
                    <a:pt x="1" y="675"/>
                    <a:pt x="34" y="941"/>
                  </a:cubicBezTo>
                  <a:cubicBezTo>
                    <a:pt x="67" y="1108"/>
                    <a:pt x="234" y="1275"/>
                    <a:pt x="401" y="1375"/>
                  </a:cubicBezTo>
                  <a:cubicBezTo>
                    <a:pt x="568" y="1442"/>
                    <a:pt x="768" y="1475"/>
                    <a:pt x="968" y="1508"/>
                  </a:cubicBezTo>
                  <a:cubicBezTo>
                    <a:pt x="1350" y="1556"/>
                    <a:pt x="1739" y="1596"/>
                    <a:pt x="2122" y="1596"/>
                  </a:cubicBezTo>
                  <a:cubicBezTo>
                    <a:pt x="2541" y="1596"/>
                    <a:pt x="2953" y="1548"/>
                    <a:pt x="3336" y="1408"/>
                  </a:cubicBezTo>
                  <a:cubicBezTo>
                    <a:pt x="3637" y="1308"/>
                    <a:pt x="3937" y="1175"/>
                    <a:pt x="4037" y="908"/>
                  </a:cubicBezTo>
                  <a:cubicBezTo>
                    <a:pt x="4379" y="159"/>
                    <a:pt x="3254" y="1"/>
                    <a:pt x="227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37"/>
            <p:cNvSpPr/>
            <p:nvPr/>
          </p:nvSpPr>
          <p:spPr>
            <a:xfrm>
              <a:off x="3296700" y="2284100"/>
              <a:ext cx="148450" cy="80825"/>
            </a:xfrm>
            <a:custGeom>
              <a:rect b="b" l="l" r="r" t="t"/>
              <a:pathLst>
                <a:path extrusionOk="0" h="3233" w="5938">
                  <a:moveTo>
                    <a:pt x="2837" y="1"/>
                  </a:moveTo>
                  <a:cubicBezTo>
                    <a:pt x="2042" y="1"/>
                    <a:pt x="1239" y="117"/>
                    <a:pt x="534" y="370"/>
                  </a:cubicBezTo>
                  <a:cubicBezTo>
                    <a:pt x="367" y="437"/>
                    <a:pt x="167" y="503"/>
                    <a:pt x="100" y="670"/>
                  </a:cubicBezTo>
                  <a:cubicBezTo>
                    <a:pt x="0" y="904"/>
                    <a:pt x="100" y="1170"/>
                    <a:pt x="267" y="1371"/>
                  </a:cubicBezTo>
                  <a:cubicBezTo>
                    <a:pt x="534" y="1738"/>
                    <a:pt x="968" y="2038"/>
                    <a:pt x="1401" y="2271"/>
                  </a:cubicBezTo>
                  <a:cubicBezTo>
                    <a:pt x="2302" y="2772"/>
                    <a:pt x="3336" y="3072"/>
                    <a:pt x="4337" y="3205"/>
                  </a:cubicBezTo>
                  <a:cubicBezTo>
                    <a:pt x="4456" y="3222"/>
                    <a:pt x="4583" y="3233"/>
                    <a:pt x="4709" y="3233"/>
                  </a:cubicBezTo>
                  <a:cubicBezTo>
                    <a:pt x="5075" y="3233"/>
                    <a:pt x="5439" y="3144"/>
                    <a:pt x="5638" y="2872"/>
                  </a:cubicBezTo>
                  <a:cubicBezTo>
                    <a:pt x="5938" y="2405"/>
                    <a:pt x="5904" y="1471"/>
                    <a:pt x="5704" y="970"/>
                  </a:cubicBezTo>
                  <a:cubicBezTo>
                    <a:pt x="5537" y="537"/>
                    <a:pt x="5204" y="370"/>
                    <a:pt x="4770" y="236"/>
                  </a:cubicBezTo>
                  <a:cubicBezTo>
                    <a:pt x="4174" y="84"/>
                    <a:pt x="3509" y="1"/>
                    <a:pt x="283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37"/>
            <p:cNvSpPr/>
            <p:nvPr/>
          </p:nvSpPr>
          <p:spPr>
            <a:xfrm>
              <a:off x="3179100" y="2502700"/>
              <a:ext cx="127625" cy="91300"/>
            </a:xfrm>
            <a:custGeom>
              <a:rect b="b" l="l" r="r" t="t"/>
              <a:pathLst>
                <a:path extrusionOk="0" h="3652" w="5105">
                  <a:moveTo>
                    <a:pt x="1256" y="0"/>
                  </a:moveTo>
                  <a:cubicBezTo>
                    <a:pt x="830" y="0"/>
                    <a:pt x="419" y="93"/>
                    <a:pt x="201" y="432"/>
                  </a:cubicBezTo>
                  <a:cubicBezTo>
                    <a:pt x="34" y="666"/>
                    <a:pt x="1" y="999"/>
                    <a:pt x="34" y="1300"/>
                  </a:cubicBezTo>
                  <a:cubicBezTo>
                    <a:pt x="168" y="2100"/>
                    <a:pt x="901" y="2701"/>
                    <a:pt x="1635" y="3134"/>
                  </a:cubicBezTo>
                  <a:cubicBezTo>
                    <a:pt x="2069" y="3368"/>
                    <a:pt x="2569" y="3601"/>
                    <a:pt x="3070" y="3635"/>
                  </a:cubicBezTo>
                  <a:cubicBezTo>
                    <a:pt x="3152" y="3645"/>
                    <a:pt x="3236" y="3651"/>
                    <a:pt x="3321" y="3651"/>
                  </a:cubicBezTo>
                  <a:cubicBezTo>
                    <a:pt x="3750" y="3651"/>
                    <a:pt x="4192" y="3507"/>
                    <a:pt x="4471" y="3201"/>
                  </a:cubicBezTo>
                  <a:cubicBezTo>
                    <a:pt x="5004" y="2634"/>
                    <a:pt x="5104" y="1366"/>
                    <a:pt x="4404" y="866"/>
                  </a:cubicBezTo>
                  <a:cubicBezTo>
                    <a:pt x="3770" y="366"/>
                    <a:pt x="2536" y="165"/>
                    <a:pt x="1735" y="32"/>
                  </a:cubicBezTo>
                  <a:cubicBezTo>
                    <a:pt x="1580" y="14"/>
                    <a:pt x="1417" y="0"/>
                    <a:pt x="125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37"/>
            <p:cNvSpPr/>
            <p:nvPr/>
          </p:nvSpPr>
          <p:spPr>
            <a:xfrm>
              <a:off x="3029000" y="2571275"/>
              <a:ext cx="115100" cy="133025"/>
            </a:xfrm>
            <a:custGeom>
              <a:rect b="b" l="l" r="r" t="t"/>
              <a:pathLst>
                <a:path extrusionOk="0" h="5321" w="4604">
                  <a:moveTo>
                    <a:pt x="2528" y="1"/>
                  </a:moveTo>
                  <a:cubicBezTo>
                    <a:pt x="2275" y="1"/>
                    <a:pt x="2018" y="34"/>
                    <a:pt x="1768" y="91"/>
                  </a:cubicBezTo>
                  <a:cubicBezTo>
                    <a:pt x="1235" y="258"/>
                    <a:pt x="701" y="525"/>
                    <a:pt x="367" y="1025"/>
                  </a:cubicBezTo>
                  <a:cubicBezTo>
                    <a:pt x="67" y="1459"/>
                    <a:pt x="1" y="1992"/>
                    <a:pt x="67" y="2526"/>
                  </a:cubicBezTo>
                  <a:cubicBezTo>
                    <a:pt x="134" y="3026"/>
                    <a:pt x="367" y="3493"/>
                    <a:pt x="601" y="3960"/>
                  </a:cubicBezTo>
                  <a:cubicBezTo>
                    <a:pt x="834" y="4394"/>
                    <a:pt x="1135" y="4828"/>
                    <a:pt x="1568" y="5095"/>
                  </a:cubicBezTo>
                  <a:cubicBezTo>
                    <a:pt x="1797" y="5235"/>
                    <a:pt x="2063" y="5320"/>
                    <a:pt x="2322" y="5320"/>
                  </a:cubicBezTo>
                  <a:cubicBezTo>
                    <a:pt x="2554" y="5320"/>
                    <a:pt x="2780" y="5252"/>
                    <a:pt x="2969" y="5095"/>
                  </a:cubicBezTo>
                  <a:cubicBezTo>
                    <a:pt x="3236" y="4894"/>
                    <a:pt x="3370" y="4561"/>
                    <a:pt x="3503" y="4261"/>
                  </a:cubicBezTo>
                  <a:cubicBezTo>
                    <a:pt x="3803" y="3493"/>
                    <a:pt x="4103" y="2726"/>
                    <a:pt x="4370" y="1959"/>
                  </a:cubicBezTo>
                  <a:cubicBezTo>
                    <a:pt x="4604" y="1359"/>
                    <a:pt x="4370" y="892"/>
                    <a:pt x="3870" y="458"/>
                  </a:cubicBezTo>
                  <a:cubicBezTo>
                    <a:pt x="3496" y="127"/>
                    <a:pt x="3019" y="1"/>
                    <a:pt x="252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2" name="Google Shape;822;p37"/>
          <p:cNvGrpSpPr/>
          <p:nvPr/>
        </p:nvGrpSpPr>
        <p:grpSpPr>
          <a:xfrm>
            <a:off x="48525" y="4668950"/>
            <a:ext cx="1614525" cy="779075"/>
            <a:chOff x="407100" y="684850"/>
            <a:chExt cx="1614525" cy="779075"/>
          </a:xfrm>
        </p:grpSpPr>
        <p:sp>
          <p:nvSpPr>
            <p:cNvPr id="823" name="Google Shape;823;p37"/>
            <p:cNvSpPr/>
            <p:nvPr/>
          </p:nvSpPr>
          <p:spPr>
            <a:xfrm>
              <a:off x="407100" y="684850"/>
              <a:ext cx="1614525" cy="779075"/>
            </a:xfrm>
            <a:custGeom>
              <a:rect b="b" l="l" r="r" t="t"/>
              <a:pathLst>
                <a:path extrusionOk="0" h="31163" w="64581">
                  <a:moveTo>
                    <a:pt x="58224" y="0"/>
                  </a:moveTo>
                  <a:cubicBezTo>
                    <a:pt x="51269" y="0"/>
                    <a:pt x="44288" y="1367"/>
                    <a:pt x="37828" y="4004"/>
                  </a:cubicBezTo>
                  <a:cubicBezTo>
                    <a:pt x="36994" y="4337"/>
                    <a:pt x="36126" y="4704"/>
                    <a:pt x="35226" y="4804"/>
                  </a:cubicBezTo>
                  <a:cubicBezTo>
                    <a:pt x="34985" y="4842"/>
                    <a:pt x="34741" y="4855"/>
                    <a:pt x="34495" y="4855"/>
                  </a:cubicBezTo>
                  <a:cubicBezTo>
                    <a:pt x="33858" y="4855"/>
                    <a:pt x="33207" y="4762"/>
                    <a:pt x="32557" y="4738"/>
                  </a:cubicBezTo>
                  <a:cubicBezTo>
                    <a:pt x="32397" y="4731"/>
                    <a:pt x="32234" y="4727"/>
                    <a:pt x="32070" y="4727"/>
                  </a:cubicBezTo>
                  <a:cubicBezTo>
                    <a:pt x="29869" y="4727"/>
                    <a:pt x="27310" y="5336"/>
                    <a:pt x="25385" y="6205"/>
                  </a:cubicBezTo>
                  <a:cubicBezTo>
                    <a:pt x="22850" y="7340"/>
                    <a:pt x="20482" y="10075"/>
                    <a:pt x="18347" y="11809"/>
                  </a:cubicBezTo>
                  <a:cubicBezTo>
                    <a:pt x="13377" y="15879"/>
                    <a:pt x="8340" y="19882"/>
                    <a:pt x="3136" y="23718"/>
                  </a:cubicBezTo>
                  <a:cubicBezTo>
                    <a:pt x="1502" y="24919"/>
                    <a:pt x="1" y="26753"/>
                    <a:pt x="1435" y="28822"/>
                  </a:cubicBezTo>
                  <a:cubicBezTo>
                    <a:pt x="2202" y="29922"/>
                    <a:pt x="3503" y="30523"/>
                    <a:pt x="4804" y="30823"/>
                  </a:cubicBezTo>
                  <a:cubicBezTo>
                    <a:pt x="5826" y="31061"/>
                    <a:pt x="6809" y="31163"/>
                    <a:pt x="7775" y="31163"/>
                  </a:cubicBezTo>
                  <a:cubicBezTo>
                    <a:pt x="9523" y="31163"/>
                    <a:pt x="11215" y="30829"/>
                    <a:pt x="12977" y="30356"/>
                  </a:cubicBezTo>
                  <a:cubicBezTo>
                    <a:pt x="16379" y="29422"/>
                    <a:pt x="19815" y="28555"/>
                    <a:pt x="23251" y="27788"/>
                  </a:cubicBezTo>
                  <a:cubicBezTo>
                    <a:pt x="30122" y="26286"/>
                    <a:pt x="37094" y="25119"/>
                    <a:pt x="44099" y="24318"/>
                  </a:cubicBezTo>
                  <a:cubicBezTo>
                    <a:pt x="45333" y="24185"/>
                    <a:pt x="46567" y="24052"/>
                    <a:pt x="47701" y="23551"/>
                  </a:cubicBezTo>
                  <a:cubicBezTo>
                    <a:pt x="48869" y="23084"/>
                    <a:pt x="49903" y="22217"/>
                    <a:pt x="50236" y="21049"/>
                  </a:cubicBezTo>
                  <a:cubicBezTo>
                    <a:pt x="50370" y="20582"/>
                    <a:pt x="50437" y="20082"/>
                    <a:pt x="50603" y="19648"/>
                  </a:cubicBezTo>
                  <a:cubicBezTo>
                    <a:pt x="50870" y="18915"/>
                    <a:pt x="51504" y="18381"/>
                    <a:pt x="52104" y="17880"/>
                  </a:cubicBezTo>
                  <a:cubicBezTo>
                    <a:pt x="54606" y="15679"/>
                    <a:pt x="56841" y="13177"/>
                    <a:pt x="58709" y="10408"/>
                  </a:cubicBezTo>
                  <a:cubicBezTo>
                    <a:pt x="59443" y="9308"/>
                    <a:pt x="59910" y="8440"/>
                    <a:pt x="61111" y="7840"/>
                  </a:cubicBezTo>
                  <a:cubicBezTo>
                    <a:pt x="62445" y="7206"/>
                    <a:pt x="63546" y="7039"/>
                    <a:pt x="63880" y="5338"/>
                  </a:cubicBezTo>
                  <a:cubicBezTo>
                    <a:pt x="64146" y="3937"/>
                    <a:pt x="64580" y="2236"/>
                    <a:pt x="63446" y="1202"/>
                  </a:cubicBezTo>
                  <a:cubicBezTo>
                    <a:pt x="62178" y="101"/>
                    <a:pt x="60077" y="34"/>
                    <a:pt x="58476" y="1"/>
                  </a:cubicBezTo>
                  <a:cubicBezTo>
                    <a:pt x="58392" y="1"/>
                    <a:pt x="58308" y="0"/>
                    <a:pt x="5822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37"/>
            <p:cNvSpPr/>
            <p:nvPr/>
          </p:nvSpPr>
          <p:spPr>
            <a:xfrm>
              <a:off x="407100" y="1061225"/>
              <a:ext cx="1178375" cy="369275"/>
            </a:xfrm>
            <a:custGeom>
              <a:rect b="b" l="l" r="r" t="t"/>
              <a:pathLst>
                <a:path extrusionOk="0" h="14771" w="47135">
                  <a:moveTo>
                    <a:pt x="36928" y="0"/>
                  </a:moveTo>
                  <a:cubicBezTo>
                    <a:pt x="36372" y="0"/>
                    <a:pt x="35816" y="10"/>
                    <a:pt x="35259" y="23"/>
                  </a:cubicBezTo>
                  <a:cubicBezTo>
                    <a:pt x="31657" y="90"/>
                    <a:pt x="28021" y="390"/>
                    <a:pt x="24418" y="924"/>
                  </a:cubicBezTo>
                  <a:cubicBezTo>
                    <a:pt x="21816" y="1324"/>
                    <a:pt x="19248" y="1825"/>
                    <a:pt x="16779" y="2725"/>
                  </a:cubicBezTo>
                  <a:cubicBezTo>
                    <a:pt x="14211" y="3693"/>
                    <a:pt x="11809" y="5127"/>
                    <a:pt x="9207" y="6094"/>
                  </a:cubicBezTo>
                  <a:cubicBezTo>
                    <a:pt x="7906" y="6561"/>
                    <a:pt x="6272" y="6928"/>
                    <a:pt x="4704" y="7495"/>
                  </a:cubicBezTo>
                  <a:cubicBezTo>
                    <a:pt x="4170" y="7862"/>
                    <a:pt x="3670" y="8263"/>
                    <a:pt x="3136" y="8663"/>
                  </a:cubicBezTo>
                  <a:cubicBezTo>
                    <a:pt x="1502" y="9864"/>
                    <a:pt x="1" y="11698"/>
                    <a:pt x="1468" y="13767"/>
                  </a:cubicBezTo>
                  <a:cubicBezTo>
                    <a:pt x="1702" y="14134"/>
                    <a:pt x="2035" y="14434"/>
                    <a:pt x="2402" y="14701"/>
                  </a:cubicBezTo>
                  <a:cubicBezTo>
                    <a:pt x="2602" y="14734"/>
                    <a:pt x="2836" y="14767"/>
                    <a:pt x="3069" y="14767"/>
                  </a:cubicBezTo>
                  <a:cubicBezTo>
                    <a:pt x="3166" y="14770"/>
                    <a:pt x="3263" y="14771"/>
                    <a:pt x="3360" y="14771"/>
                  </a:cubicBezTo>
                  <a:cubicBezTo>
                    <a:pt x="4635" y="14771"/>
                    <a:pt x="5930" y="14565"/>
                    <a:pt x="7139" y="14100"/>
                  </a:cubicBezTo>
                  <a:cubicBezTo>
                    <a:pt x="8006" y="13767"/>
                    <a:pt x="8874" y="13300"/>
                    <a:pt x="9774" y="13066"/>
                  </a:cubicBezTo>
                  <a:cubicBezTo>
                    <a:pt x="10108" y="12983"/>
                    <a:pt x="10459" y="12933"/>
                    <a:pt x="10804" y="12933"/>
                  </a:cubicBezTo>
                  <a:cubicBezTo>
                    <a:pt x="11425" y="12933"/>
                    <a:pt x="12026" y="13093"/>
                    <a:pt x="12476" y="13500"/>
                  </a:cubicBezTo>
                  <a:cubicBezTo>
                    <a:pt x="13043" y="12332"/>
                    <a:pt x="14344" y="11732"/>
                    <a:pt x="15545" y="11332"/>
                  </a:cubicBezTo>
                  <a:cubicBezTo>
                    <a:pt x="19281" y="10064"/>
                    <a:pt x="23184" y="9530"/>
                    <a:pt x="27053" y="8997"/>
                  </a:cubicBezTo>
                  <a:cubicBezTo>
                    <a:pt x="32657" y="8196"/>
                    <a:pt x="38261" y="7429"/>
                    <a:pt x="43865" y="6628"/>
                  </a:cubicBezTo>
                  <a:cubicBezTo>
                    <a:pt x="44766" y="6495"/>
                    <a:pt x="45767" y="6328"/>
                    <a:pt x="46367" y="5661"/>
                  </a:cubicBezTo>
                  <a:cubicBezTo>
                    <a:pt x="47134" y="4794"/>
                    <a:pt x="46967" y="3359"/>
                    <a:pt x="46234" y="2459"/>
                  </a:cubicBezTo>
                  <a:cubicBezTo>
                    <a:pt x="45500" y="1525"/>
                    <a:pt x="44366" y="1057"/>
                    <a:pt x="43231" y="724"/>
                  </a:cubicBezTo>
                  <a:cubicBezTo>
                    <a:pt x="41192" y="141"/>
                    <a:pt x="39069" y="0"/>
                    <a:pt x="3692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37"/>
            <p:cNvSpPr/>
            <p:nvPr/>
          </p:nvSpPr>
          <p:spPr>
            <a:xfrm>
              <a:off x="1577950" y="871600"/>
              <a:ext cx="194325" cy="380350"/>
            </a:xfrm>
            <a:custGeom>
              <a:rect b="b" l="l" r="r" t="t"/>
              <a:pathLst>
                <a:path extrusionOk="0" h="15214" w="7773">
                  <a:moveTo>
                    <a:pt x="4630" y="0"/>
                  </a:moveTo>
                  <a:cubicBezTo>
                    <a:pt x="4224" y="0"/>
                    <a:pt x="3849" y="254"/>
                    <a:pt x="3503" y="537"/>
                  </a:cubicBezTo>
                  <a:cubicBezTo>
                    <a:pt x="1835" y="1938"/>
                    <a:pt x="0" y="5140"/>
                    <a:pt x="300" y="7375"/>
                  </a:cubicBezTo>
                  <a:cubicBezTo>
                    <a:pt x="667" y="10010"/>
                    <a:pt x="1401" y="12679"/>
                    <a:pt x="2302" y="15214"/>
                  </a:cubicBezTo>
                  <a:cubicBezTo>
                    <a:pt x="2802" y="14747"/>
                    <a:pt x="3202" y="14213"/>
                    <a:pt x="3402" y="13546"/>
                  </a:cubicBezTo>
                  <a:cubicBezTo>
                    <a:pt x="3569" y="13112"/>
                    <a:pt x="3603" y="12612"/>
                    <a:pt x="3769" y="12178"/>
                  </a:cubicBezTo>
                  <a:cubicBezTo>
                    <a:pt x="4070" y="11445"/>
                    <a:pt x="4670" y="10911"/>
                    <a:pt x="5270" y="10410"/>
                  </a:cubicBezTo>
                  <a:cubicBezTo>
                    <a:pt x="6138" y="9643"/>
                    <a:pt x="6972" y="8843"/>
                    <a:pt x="7772" y="8009"/>
                  </a:cubicBezTo>
                  <a:cubicBezTo>
                    <a:pt x="7272" y="5974"/>
                    <a:pt x="6738" y="3939"/>
                    <a:pt x="6238" y="1938"/>
                  </a:cubicBezTo>
                  <a:cubicBezTo>
                    <a:pt x="6004" y="1070"/>
                    <a:pt x="5571" y="36"/>
                    <a:pt x="4703" y="3"/>
                  </a:cubicBezTo>
                  <a:cubicBezTo>
                    <a:pt x="4679" y="1"/>
                    <a:pt x="4654" y="0"/>
                    <a:pt x="463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37"/>
            <p:cNvSpPr/>
            <p:nvPr/>
          </p:nvSpPr>
          <p:spPr>
            <a:xfrm>
              <a:off x="436300" y="684850"/>
              <a:ext cx="1568625" cy="688925"/>
            </a:xfrm>
            <a:custGeom>
              <a:rect b="b" l="l" r="r" t="t"/>
              <a:pathLst>
                <a:path extrusionOk="0" h="27557" w="62745">
                  <a:moveTo>
                    <a:pt x="57056" y="0"/>
                  </a:moveTo>
                  <a:cubicBezTo>
                    <a:pt x="50101" y="0"/>
                    <a:pt x="43120" y="1367"/>
                    <a:pt x="36660" y="4004"/>
                  </a:cubicBezTo>
                  <a:cubicBezTo>
                    <a:pt x="35826" y="4337"/>
                    <a:pt x="34992" y="4704"/>
                    <a:pt x="34091" y="4804"/>
                  </a:cubicBezTo>
                  <a:cubicBezTo>
                    <a:pt x="33841" y="4842"/>
                    <a:pt x="33590" y="4855"/>
                    <a:pt x="33340" y="4855"/>
                  </a:cubicBezTo>
                  <a:cubicBezTo>
                    <a:pt x="32690" y="4855"/>
                    <a:pt x="32039" y="4762"/>
                    <a:pt x="31389" y="4738"/>
                  </a:cubicBezTo>
                  <a:cubicBezTo>
                    <a:pt x="31229" y="4731"/>
                    <a:pt x="31066" y="4727"/>
                    <a:pt x="30902" y="4727"/>
                  </a:cubicBezTo>
                  <a:cubicBezTo>
                    <a:pt x="28705" y="4727"/>
                    <a:pt x="26173" y="5336"/>
                    <a:pt x="24217" y="6205"/>
                  </a:cubicBezTo>
                  <a:cubicBezTo>
                    <a:pt x="21682" y="7340"/>
                    <a:pt x="19314" y="10075"/>
                    <a:pt x="17179" y="11809"/>
                  </a:cubicBezTo>
                  <a:cubicBezTo>
                    <a:pt x="12209" y="15879"/>
                    <a:pt x="7172" y="19882"/>
                    <a:pt x="1968" y="23718"/>
                  </a:cubicBezTo>
                  <a:cubicBezTo>
                    <a:pt x="1168" y="24285"/>
                    <a:pt x="400" y="25052"/>
                    <a:pt x="0" y="25886"/>
                  </a:cubicBezTo>
                  <a:cubicBezTo>
                    <a:pt x="1234" y="26653"/>
                    <a:pt x="2569" y="27354"/>
                    <a:pt x="4003" y="27521"/>
                  </a:cubicBezTo>
                  <a:cubicBezTo>
                    <a:pt x="4229" y="27545"/>
                    <a:pt x="4457" y="27556"/>
                    <a:pt x="4685" y="27556"/>
                  </a:cubicBezTo>
                  <a:cubicBezTo>
                    <a:pt x="5701" y="27556"/>
                    <a:pt x="6731" y="27338"/>
                    <a:pt x="7739" y="27120"/>
                  </a:cubicBezTo>
                  <a:cubicBezTo>
                    <a:pt x="13510" y="25819"/>
                    <a:pt x="19314" y="24318"/>
                    <a:pt x="25185" y="23418"/>
                  </a:cubicBezTo>
                  <a:cubicBezTo>
                    <a:pt x="31122" y="22484"/>
                    <a:pt x="37060" y="21383"/>
                    <a:pt x="42931" y="20115"/>
                  </a:cubicBezTo>
                  <a:cubicBezTo>
                    <a:pt x="44665" y="19715"/>
                    <a:pt x="46567" y="19215"/>
                    <a:pt x="47401" y="17680"/>
                  </a:cubicBezTo>
                  <a:cubicBezTo>
                    <a:pt x="47901" y="16746"/>
                    <a:pt x="47901" y="15612"/>
                    <a:pt x="48235" y="14611"/>
                  </a:cubicBezTo>
                  <a:cubicBezTo>
                    <a:pt x="48568" y="13711"/>
                    <a:pt x="49169" y="12944"/>
                    <a:pt x="49802" y="12210"/>
                  </a:cubicBezTo>
                  <a:cubicBezTo>
                    <a:pt x="52871" y="8474"/>
                    <a:pt x="56140" y="5071"/>
                    <a:pt x="60610" y="3103"/>
                  </a:cubicBezTo>
                  <a:cubicBezTo>
                    <a:pt x="61377" y="2736"/>
                    <a:pt x="62211" y="2403"/>
                    <a:pt x="62745" y="1769"/>
                  </a:cubicBezTo>
                  <a:cubicBezTo>
                    <a:pt x="62611" y="1569"/>
                    <a:pt x="62478" y="1369"/>
                    <a:pt x="62278" y="1202"/>
                  </a:cubicBezTo>
                  <a:cubicBezTo>
                    <a:pt x="61010" y="101"/>
                    <a:pt x="58909" y="34"/>
                    <a:pt x="57308" y="1"/>
                  </a:cubicBezTo>
                  <a:cubicBezTo>
                    <a:pt x="57224" y="1"/>
                    <a:pt x="57140" y="0"/>
                    <a:pt x="5705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37"/>
            <p:cNvSpPr/>
            <p:nvPr/>
          </p:nvSpPr>
          <p:spPr>
            <a:xfrm>
              <a:off x="578050" y="684850"/>
              <a:ext cx="1426050" cy="522900"/>
            </a:xfrm>
            <a:custGeom>
              <a:rect b="b" l="l" r="r" t="t"/>
              <a:pathLst>
                <a:path extrusionOk="0" h="20916" w="57042">
                  <a:moveTo>
                    <a:pt x="51386" y="0"/>
                  </a:moveTo>
                  <a:cubicBezTo>
                    <a:pt x="44431" y="0"/>
                    <a:pt x="37450" y="1367"/>
                    <a:pt x="30990" y="4004"/>
                  </a:cubicBezTo>
                  <a:cubicBezTo>
                    <a:pt x="30156" y="4337"/>
                    <a:pt x="29322" y="4704"/>
                    <a:pt x="28421" y="4804"/>
                  </a:cubicBezTo>
                  <a:cubicBezTo>
                    <a:pt x="28171" y="4842"/>
                    <a:pt x="27920" y="4855"/>
                    <a:pt x="27670" y="4855"/>
                  </a:cubicBezTo>
                  <a:cubicBezTo>
                    <a:pt x="27020" y="4855"/>
                    <a:pt x="26369" y="4762"/>
                    <a:pt x="25719" y="4738"/>
                  </a:cubicBezTo>
                  <a:cubicBezTo>
                    <a:pt x="25559" y="4731"/>
                    <a:pt x="25396" y="4727"/>
                    <a:pt x="25232" y="4727"/>
                  </a:cubicBezTo>
                  <a:cubicBezTo>
                    <a:pt x="23035" y="4727"/>
                    <a:pt x="20503" y="5336"/>
                    <a:pt x="18547" y="6205"/>
                  </a:cubicBezTo>
                  <a:cubicBezTo>
                    <a:pt x="16012" y="7340"/>
                    <a:pt x="13644" y="10075"/>
                    <a:pt x="11509" y="11809"/>
                  </a:cubicBezTo>
                  <a:cubicBezTo>
                    <a:pt x="7706" y="14912"/>
                    <a:pt x="3904" y="17947"/>
                    <a:pt x="1" y="20916"/>
                  </a:cubicBezTo>
                  <a:cubicBezTo>
                    <a:pt x="101" y="20883"/>
                    <a:pt x="201" y="20849"/>
                    <a:pt x="334" y="20783"/>
                  </a:cubicBezTo>
                  <a:cubicBezTo>
                    <a:pt x="2469" y="19782"/>
                    <a:pt x="4504" y="17880"/>
                    <a:pt x="6472" y="16513"/>
                  </a:cubicBezTo>
                  <a:cubicBezTo>
                    <a:pt x="8607" y="15012"/>
                    <a:pt x="10742" y="13544"/>
                    <a:pt x="12877" y="12043"/>
                  </a:cubicBezTo>
                  <a:cubicBezTo>
                    <a:pt x="14811" y="10675"/>
                    <a:pt x="16846" y="9308"/>
                    <a:pt x="19181" y="8907"/>
                  </a:cubicBezTo>
                  <a:cubicBezTo>
                    <a:pt x="19615" y="8834"/>
                    <a:pt x="20054" y="8798"/>
                    <a:pt x="20493" y="8798"/>
                  </a:cubicBezTo>
                  <a:cubicBezTo>
                    <a:pt x="22042" y="8798"/>
                    <a:pt x="23585" y="9250"/>
                    <a:pt x="24885" y="10108"/>
                  </a:cubicBezTo>
                  <a:cubicBezTo>
                    <a:pt x="25185" y="10275"/>
                    <a:pt x="25486" y="10475"/>
                    <a:pt x="25786" y="10475"/>
                  </a:cubicBezTo>
                  <a:cubicBezTo>
                    <a:pt x="26086" y="10442"/>
                    <a:pt x="26320" y="10242"/>
                    <a:pt x="26553" y="10041"/>
                  </a:cubicBezTo>
                  <a:cubicBezTo>
                    <a:pt x="29755" y="7306"/>
                    <a:pt x="33892" y="6039"/>
                    <a:pt x="37928" y="4804"/>
                  </a:cubicBezTo>
                  <a:cubicBezTo>
                    <a:pt x="41797" y="3637"/>
                    <a:pt x="45733" y="2469"/>
                    <a:pt x="49770" y="2203"/>
                  </a:cubicBezTo>
                  <a:cubicBezTo>
                    <a:pt x="50511" y="2160"/>
                    <a:pt x="51248" y="2148"/>
                    <a:pt x="51983" y="2148"/>
                  </a:cubicBezTo>
                  <a:cubicBezTo>
                    <a:pt x="52966" y="2148"/>
                    <a:pt x="53945" y="2170"/>
                    <a:pt x="54922" y="2170"/>
                  </a:cubicBezTo>
                  <a:cubicBezTo>
                    <a:pt x="55518" y="2170"/>
                    <a:pt x="56113" y="2162"/>
                    <a:pt x="56708" y="2136"/>
                  </a:cubicBezTo>
                  <a:cubicBezTo>
                    <a:pt x="56841" y="2036"/>
                    <a:pt x="56941" y="1902"/>
                    <a:pt x="57042" y="1769"/>
                  </a:cubicBezTo>
                  <a:cubicBezTo>
                    <a:pt x="56941" y="1569"/>
                    <a:pt x="56808" y="1369"/>
                    <a:pt x="56608" y="1202"/>
                  </a:cubicBezTo>
                  <a:cubicBezTo>
                    <a:pt x="55340" y="101"/>
                    <a:pt x="53239" y="34"/>
                    <a:pt x="51638" y="1"/>
                  </a:cubicBezTo>
                  <a:cubicBezTo>
                    <a:pt x="51554" y="1"/>
                    <a:pt x="51470" y="0"/>
                    <a:pt x="5138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8" name="Google Shape;828;p37"/>
          <p:cNvGrpSpPr/>
          <p:nvPr/>
        </p:nvGrpSpPr>
        <p:grpSpPr>
          <a:xfrm rot="-2257574">
            <a:off x="-288830" y="429433"/>
            <a:ext cx="1237131" cy="837811"/>
            <a:chOff x="7954342" y="56442"/>
            <a:chExt cx="1237147" cy="837822"/>
          </a:xfrm>
        </p:grpSpPr>
        <p:sp>
          <p:nvSpPr>
            <p:cNvPr id="829" name="Google Shape;829;p37"/>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37"/>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37"/>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37"/>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37"/>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37"/>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37"/>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37"/>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37"/>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8" name="Google Shape;838;p37"/>
          <p:cNvSpPr/>
          <p:nvPr/>
        </p:nvSpPr>
        <p:spPr>
          <a:xfrm>
            <a:off x="8178324" y="2636750"/>
            <a:ext cx="1422875" cy="2635200"/>
          </a:xfrm>
          <a:custGeom>
            <a:rect b="b" l="l" r="r" t="t"/>
            <a:pathLst>
              <a:path extrusionOk="0" h="105408" w="56915">
                <a:moveTo>
                  <a:pt x="56915" y="0"/>
                </a:moveTo>
                <a:cubicBezTo>
                  <a:pt x="51671" y="6993"/>
                  <a:pt x="26659" y="27432"/>
                  <a:pt x="25449" y="41955"/>
                </a:cubicBezTo>
                <a:cubicBezTo>
                  <a:pt x="24239" y="56478"/>
                  <a:pt x="53016" y="76850"/>
                  <a:pt x="49654" y="87137"/>
                </a:cubicBezTo>
                <a:cubicBezTo>
                  <a:pt x="46292" y="97424"/>
                  <a:pt x="13481" y="100719"/>
                  <a:pt x="5278" y="103677"/>
                </a:cubicBezTo>
                <a:cubicBezTo>
                  <a:pt x="-2925" y="106635"/>
                  <a:pt x="1244" y="104685"/>
                  <a:pt x="437" y="104887"/>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39" name="Shape 839"/>
        <p:cNvGrpSpPr/>
        <p:nvPr/>
      </p:nvGrpSpPr>
      <p:grpSpPr>
        <a:xfrm>
          <a:off x="0" y="0"/>
          <a:ext cx="0" cy="0"/>
          <a:chOff x="0" y="0"/>
          <a:chExt cx="0" cy="0"/>
        </a:xfrm>
      </p:grpSpPr>
      <p:sp>
        <p:nvSpPr>
          <p:cNvPr id="840" name="Google Shape;840;p38"/>
          <p:cNvSpPr txBox="1"/>
          <p:nvPr>
            <p:ph type="title"/>
          </p:nvPr>
        </p:nvSpPr>
        <p:spPr>
          <a:xfrm>
            <a:off x="1170150" y="548650"/>
            <a:ext cx="6803700" cy="2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1"/>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841" name="Google Shape;841;p38"/>
          <p:cNvSpPr txBox="1"/>
          <p:nvPr>
            <p:ph idx="1" type="subTitle"/>
          </p:nvPr>
        </p:nvSpPr>
        <p:spPr>
          <a:xfrm>
            <a:off x="1721216" y="1780291"/>
            <a:ext cx="2479500" cy="179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1600"/>
              <a:buFont typeface="Alef"/>
              <a:buNone/>
              <a:defRPr sz="2000">
                <a:latin typeface="Catamaran Black"/>
                <a:ea typeface="Catamaran Black"/>
                <a:cs typeface="Catamaran Black"/>
                <a:sym typeface="Catamaran Black"/>
              </a:defRPr>
            </a:lvl1pPr>
            <a:lvl2pPr lvl="1"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842" name="Google Shape;842;p38"/>
          <p:cNvSpPr txBox="1"/>
          <p:nvPr>
            <p:ph idx="2" type="subTitle"/>
          </p:nvPr>
        </p:nvSpPr>
        <p:spPr>
          <a:xfrm>
            <a:off x="4949954" y="1780291"/>
            <a:ext cx="2473800" cy="179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1600"/>
              <a:buFont typeface="Alef"/>
              <a:buNone/>
              <a:defRPr sz="2000">
                <a:latin typeface="Catamaran Black"/>
                <a:ea typeface="Catamaran Black"/>
                <a:cs typeface="Catamaran Black"/>
                <a:sym typeface="Catamaran Black"/>
              </a:defRPr>
            </a:lvl1pPr>
            <a:lvl2pPr lvl="1"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algn="l">
              <a:lnSpc>
                <a:spcPct val="100000"/>
              </a:lnSpc>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843" name="Google Shape;843;p38"/>
          <p:cNvSpPr txBox="1"/>
          <p:nvPr>
            <p:ph idx="3" type="subTitle"/>
          </p:nvPr>
        </p:nvSpPr>
        <p:spPr>
          <a:xfrm>
            <a:off x="1722666" y="2078700"/>
            <a:ext cx="2476800" cy="61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400">
                <a:solidFill>
                  <a:schemeClr val="accent3"/>
                </a:solidFill>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844" name="Google Shape;844;p38"/>
          <p:cNvSpPr txBox="1"/>
          <p:nvPr>
            <p:ph idx="4" type="subTitle"/>
          </p:nvPr>
        </p:nvSpPr>
        <p:spPr>
          <a:xfrm>
            <a:off x="4948513" y="2080647"/>
            <a:ext cx="2476800" cy="61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400">
                <a:solidFill>
                  <a:schemeClr val="accent3"/>
                </a:solidFill>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grpSp>
        <p:nvGrpSpPr>
          <p:cNvPr id="845" name="Google Shape;845;p38"/>
          <p:cNvGrpSpPr/>
          <p:nvPr/>
        </p:nvGrpSpPr>
        <p:grpSpPr>
          <a:xfrm rot="-885699">
            <a:off x="8035636" y="579783"/>
            <a:ext cx="1684560" cy="782730"/>
            <a:chOff x="1884850" y="3105525"/>
            <a:chExt cx="1684550" cy="782725"/>
          </a:xfrm>
        </p:grpSpPr>
        <p:sp>
          <p:nvSpPr>
            <p:cNvPr id="846" name="Google Shape;846;p38"/>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38"/>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38"/>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38"/>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38"/>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38"/>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38"/>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38"/>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38"/>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38"/>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38"/>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38"/>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38"/>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38"/>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38"/>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38"/>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38"/>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38"/>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4" name="Google Shape;864;p38"/>
          <p:cNvGrpSpPr/>
          <p:nvPr/>
        </p:nvGrpSpPr>
        <p:grpSpPr>
          <a:xfrm>
            <a:off x="-536175" y="3808725"/>
            <a:ext cx="1515275" cy="1150275"/>
            <a:chOff x="4181475" y="1873500"/>
            <a:chExt cx="1515275" cy="1150275"/>
          </a:xfrm>
        </p:grpSpPr>
        <p:sp>
          <p:nvSpPr>
            <p:cNvPr id="865" name="Google Shape;865;p38"/>
            <p:cNvSpPr/>
            <p:nvPr/>
          </p:nvSpPr>
          <p:spPr>
            <a:xfrm>
              <a:off x="4181475" y="1873500"/>
              <a:ext cx="1515275" cy="1150275"/>
            </a:xfrm>
            <a:custGeom>
              <a:rect b="b" l="l" r="r" t="t"/>
              <a:pathLst>
                <a:path extrusionOk="0" h="46011" w="60611">
                  <a:moveTo>
                    <a:pt x="31142" y="0"/>
                  </a:moveTo>
                  <a:cubicBezTo>
                    <a:pt x="29904" y="0"/>
                    <a:pt x="28696" y="320"/>
                    <a:pt x="27487" y="670"/>
                  </a:cubicBezTo>
                  <a:cubicBezTo>
                    <a:pt x="24485" y="1604"/>
                    <a:pt x="21616" y="2938"/>
                    <a:pt x="18814" y="4372"/>
                  </a:cubicBezTo>
                  <a:cubicBezTo>
                    <a:pt x="13310" y="7174"/>
                    <a:pt x="8040" y="10477"/>
                    <a:pt x="3036" y="14146"/>
                  </a:cubicBezTo>
                  <a:cubicBezTo>
                    <a:pt x="1402" y="15347"/>
                    <a:pt x="1" y="16247"/>
                    <a:pt x="167" y="18482"/>
                  </a:cubicBezTo>
                  <a:cubicBezTo>
                    <a:pt x="401" y="21351"/>
                    <a:pt x="3403" y="23886"/>
                    <a:pt x="5271" y="25854"/>
                  </a:cubicBezTo>
                  <a:cubicBezTo>
                    <a:pt x="8206" y="28957"/>
                    <a:pt x="11175" y="32059"/>
                    <a:pt x="14478" y="34761"/>
                  </a:cubicBezTo>
                  <a:cubicBezTo>
                    <a:pt x="16946" y="36729"/>
                    <a:pt x="18747" y="39331"/>
                    <a:pt x="21249" y="41332"/>
                  </a:cubicBezTo>
                  <a:cubicBezTo>
                    <a:pt x="23718" y="43267"/>
                    <a:pt x="26486" y="45802"/>
                    <a:pt x="29722" y="46002"/>
                  </a:cubicBezTo>
                  <a:cubicBezTo>
                    <a:pt x="29835" y="46008"/>
                    <a:pt x="29946" y="46011"/>
                    <a:pt x="30055" y="46011"/>
                  </a:cubicBezTo>
                  <a:cubicBezTo>
                    <a:pt x="31868" y="46011"/>
                    <a:pt x="33078" y="45239"/>
                    <a:pt x="34525" y="44201"/>
                  </a:cubicBezTo>
                  <a:cubicBezTo>
                    <a:pt x="40296" y="40065"/>
                    <a:pt x="45533" y="35194"/>
                    <a:pt x="50103" y="29724"/>
                  </a:cubicBezTo>
                  <a:cubicBezTo>
                    <a:pt x="53205" y="26021"/>
                    <a:pt x="56341" y="22419"/>
                    <a:pt x="58409" y="17982"/>
                  </a:cubicBezTo>
                  <a:cubicBezTo>
                    <a:pt x="59176" y="16281"/>
                    <a:pt x="60611" y="14780"/>
                    <a:pt x="59210" y="12945"/>
                  </a:cubicBezTo>
                  <a:cubicBezTo>
                    <a:pt x="58376" y="11878"/>
                    <a:pt x="57175" y="11244"/>
                    <a:pt x="56007" y="10610"/>
                  </a:cubicBezTo>
                  <a:cubicBezTo>
                    <a:pt x="49336" y="7108"/>
                    <a:pt x="42631" y="3572"/>
                    <a:pt x="35526" y="1003"/>
                  </a:cubicBezTo>
                  <a:cubicBezTo>
                    <a:pt x="34192" y="503"/>
                    <a:pt x="32791" y="36"/>
                    <a:pt x="31323" y="2"/>
                  </a:cubicBezTo>
                  <a:cubicBezTo>
                    <a:pt x="31263" y="1"/>
                    <a:pt x="31202" y="0"/>
                    <a:pt x="3114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38"/>
            <p:cNvSpPr/>
            <p:nvPr/>
          </p:nvSpPr>
          <p:spPr>
            <a:xfrm>
              <a:off x="4185650" y="2212125"/>
              <a:ext cx="1503600" cy="811650"/>
            </a:xfrm>
            <a:custGeom>
              <a:rect b="b" l="l" r="r" t="t"/>
              <a:pathLst>
                <a:path extrusionOk="0" h="32466" w="60144">
                  <a:moveTo>
                    <a:pt x="59409" y="1"/>
                  </a:moveTo>
                  <a:cubicBezTo>
                    <a:pt x="59143" y="901"/>
                    <a:pt x="58542" y="1768"/>
                    <a:pt x="58109" y="2669"/>
                  </a:cubicBezTo>
                  <a:cubicBezTo>
                    <a:pt x="56040" y="7139"/>
                    <a:pt x="52905" y="10708"/>
                    <a:pt x="49803" y="14444"/>
                  </a:cubicBezTo>
                  <a:cubicBezTo>
                    <a:pt x="45233" y="19915"/>
                    <a:pt x="39996" y="24785"/>
                    <a:pt x="34225" y="28921"/>
                  </a:cubicBezTo>
                  <a:cubicBezTo>
                    <a:pt x="32777" y="29960"/>
                    <a:pt x="31567" y="30731"/>
                    <a:pt x="29782" y="30731"/>
                  </a:cubicBezTo>
                  <a:cubicBezTo>
                    <a:pt x="29675" y="30731"/>
                    <a:pt x="29566" y="30728"/>
                    <a:pt x="29455" y="30723"/>
                  </a:cubicBezTo>
                  <a:cubicBezTo>
                    <a:pt x="26186" y="30522"/>
                    <a:pt x="23450" y="27987"/>
                    <a:pt x="20982" y="26053"/>
                  </a:cubicBezTo>
                  <a:cubicBezTo>
                    <a:pt x="18447" y="24018"/>
                    <a:pt x="16679" y="21449"/>
                    <a:pt x="14211" y="19481"/>
                  </a:cubicBezTo>
                  <a:cubicBezTo>
                    <a:pt x="10875" y="16779"/>
                    <a:pt x="7939" y="13677"/>
                    <a:pt x="5004" y="10575"/>
                  </a:cubicBezTo>
                  <a:cubicBezTo>
                    <a:pt x="3303" y="8807"/>
                    <a:pt x="701" y="6572"/>
                    <a:pt x="34" y="4003"/>
                  </a:cubicBezTo>
                  <a:cubicBezTo>
                    <a:pt x="0" y="4304"/>
                    <a:pt x="0" y="4604"/>
                    <a:pt x="0" y="4937"/>
                  </a:cubicBezTo>
                  <a:cubicBezTo>
                    <a:pt x="234" y="7806"/>
                    <a:pt x="3236" y="10341"/>
                    <a:pt x="5104" y="12309"/>
                  </a:cubicBezTo>
                  <a:cubicBezTo>
                    <a:pt x="8039" y="15412"/>
                    <a:pt x="11008" y="18514"/>
                    <a:pt x="14311" y="21216"/>
                  </a:cubicBezTo>
                  <a:cubicBezTo>
                    <a:pt x="16779" y="23184"/>
                    <a:pt x="18580" y="25786"/>
                    <a:pt x="21082" y="27787"/>
                  </a:cubicBezTo>
                  <a:cubicBezTo>
                    <a:pt x="23551" y="29722"/>
                    <a:pt x="26319" y="32257"/>
                    <a:pt x="29555" y="32457"/>
                  </a:cubicBezTo>
                  <a:cubicBezTo>
                    <a:pt x="29668" y="32463"/>
                    <a:pt x="29779" y="32466"/>
                    <a:pt x="29888" y="32466"/>
                  </a:cubicBezTo>
                  <a:cubicBezTo>
                    <a:pt x="31701" y="32466"/>
                    <a:pt x="32911" y="31694"/>
                    <a:pt x="34358" y="30656"/>
                  </a:cubicBezTo>
                  <a:cubicBezTo>
                    <a:pt x="40129" y="26520"/>
                    <a:pt x="45366" y="21649"/>
                    <a:pt x="49936" y="16179"/>
                  </a:cubicBezTo>
                  <a:cubicBezTo>
                    <a:pt x="53038" y="12443"/>
                    <a:pt x="56174" y="8874"/>
                    <a:pt x="58242" y="4404"/>
                  </a:cubicBezTo>
                  <a:cubicBezTo>
                    <a:pt x="58909" y="2936"/>
                    <a:pt x="60143" y="1568"/>
                    <a:pt x="5940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38"/>
            <p:cNvSpPr/>
            <p:nvPr/>
          </p:nvSpPr>
          <p:spPr>
            <a:xfrm>
              <a:off x="4311575" y="1930175"/>
              <a:ext cx="1245900" cy="950075"/>
            </a:xfrm>
            <a:custGeom>
              <a:rect b="b" l="l" r="r" t="t"/>
              <a:pathLst>
                <a:path extrusionOk="0" h="38003" w="49836">
                  <a:moveTo>
                    <a:pt x="40963" y="19618"/>
                  </a:moveTo>
                  <a:cubicBezTo>
                    <a:pt x="42364" y="19618"/>
                    <a:pt x="42364" y="21786"/>
                    <a:pt x="40963" y="21786"/>
                  </a:cubicBezTo>
                  <a:cubicBezTo>
                    <a:pt x="39562" y="21786"/>
                    <a:pt x="39562" y="19618"/>
                    <a:pt x="40963" y="19618"/>
                  </a:cubicBezTo>
                  <a:close/>
                  <a:moveTo>
                    <a:pt x="36193" y="21953"/>
                  </a:moveTo>
                  <a:cubicBezTo>
                    <a:pt x="37160" y="21953"/>
                    <a:pt x="37160" y="23487"/>
                    <a:pt x="36193" y="23487"/>
                  </a:cubicBezTo>
                  <a:cubicBezTo>
                    <a:pt x="35192" y="23487"/>
                    <a:pt x="35192" y="21953"/>
                    <a:pt x="36193" y="21953"/>
                  </a:cubicBezTo>
                  <a:close/>
                  <a:moveTo>
                    <a:pt x="10575" y="23421"/>
                  </a:moveTo>
                  <a:cubicBezTo>
                    <a:pt x="11242" y="23421"/>
                    <a:pt x="11709" y="23988"/>
                    <a:pt x="11742" y="24621"/>
                  </a:cubicBezTo>
                  <a:cubicBezTo>
                    <a:pt x="11775" y="25255"/>
                    <a:pt x="11175" y="25789"/>
                    <a:pt x="10575" y="25789"/>
                  </a:cubicBezTo>
                  <a:cubicBezTo>
                    <a:pt x="9907" y="25789"/>
                    <a:pt x="9407" y="25255"/>
                    <a:pt x="9374" y="24621"/>
                  </a:cubicBezTo>
                  <a:cubicBezTo>
                    <a:pt x="9374" y="23988"/>
                    <a:pt x="9941" y="23421"/>
                    <a:pt x="10575" y="23421"/>
                  </a:cubicBezTo>
                  <a:close/>
                  <a:moveTo>
                    <a:pt x="36193" y="25022"/>
                  </a:moveTo>
                  <a:cubicBezTo>
                    <a:pt x="36526" y="25022"/>
                    <a:pt x="36827" y="25122"/>
                    <a:pt x="37127" y="25255"/>
                  </a:cubicBezTo>
                  <a:cubicBezTo>
                    <a:pt x="37127" y="25255"/>
                    <a:pt x="37160" y="25289"/>
                    <a:pt x="37160" y="25289"/>
                  </a:cubicBezTo>
                  <a:cubicBezTo>
                    <a:pt x="37661" y="25522"/>
                    <a:pt x="37961" y="26089"/>
                    <a:pt x="38027" y="26589"/>
                  </a:cubicBezTo>
                  <a:cubicBezTo>
                    <a:pt x="38094" y="27157"/>
                    <a:pt x="37927" y="27690"/>
                    <a:pt x="37527" y="28124"/>
                  </a:cubicBezTo>
                  <a:lnTo>
                    <a:pt x="37494" y="28157"/>
                  </a:lnTo>
                  <a:cubicBezTo>
                    <a:pt x="37170" y="28503"/>
                    <a:pt x="36706" y="28667"/>
                    <a:pt x="36238" y="28667"/>
                  </a:cubicBezTo>
                  <a:cubicBezTo>
                    <a:pt x="35983" y="28667"/>
                    <a:pt x="35727" y="28618"/>
                    <a:pt x="35492" y="28524"/>
                  </a:cubicBezTo>
                  <a:cubicBezTo>
                    <a:pt x="34892" y="28257"/>
                    <a:pt x="34492" y="27724"/>
                    <a:pt x="34392" y="27090"/>
                  </a:cubicBezTo>
                  <a:cubicBezTo>
                    <a:pt x="34291" y="26356"/>
                    <a:pt x="34625" y="25622"/>
                    <a:pt x="35259" y="25255"/>
                  </a:cubicBezTo>
                  <a:cubicBezTo>
                    <a:pt x="35526" y="25122"/>
                    <a:pt x="35893" y="25022"/>
                    <a:pt x="36193" y="25022"/>
                  </a:cubicBezTo>
                  <a:close/>
                  <a:moveTo>
                    <a:pt x="25703" y="1"/>
                  </a:moveTo>
                  <a:cubicBezTo>
                    <a:pt x="24696" y="1"/>
                    <a:pt x="23692" y="254"/>
                    <a:pt x="22717" y="537"/>
                  </a:cubicBezTo>
                  <a:cubicBezTo>
                    <a:pt x="20248" y="1305"/>
                    <a:pt x="17880" y="2406"/>
                    <a:pt x="15545" y="3573"/>
                  </a:cubicBezTo>
                  <a:cubicBezTo>
                    <a:pt x="11008" y="5941"/>
                    <a:pt x="6638" y="8643"/>
                    <a:pt x="2502" y="11679"/>
                  </a:cubicBezTo>
                  <a:cubicBezTo>
                    <a:pt x="1168" y="12646"/>
                    <a:pt x="0" y="13413"/>
                    <a:pt x="167" y="15248"/>
                  </a:cubicBezTo>
                  <a:cubicBezTo>
                    <a:pt x="301" y="17183"/>
                    <a:pt x="1968" y="18951"/>
                    <a:pt x="3436" y="20418"/>
                  </a:cubicBezTo>
                  <a:cubicBezTo>
                    <a:pt x="3570" y="20018"/>
                    <a:pt x="3970" y="19685"/>
                    <a:pt x="4403" y="19685"/>
                  </a:cubicBezTo>
                  <a:cubicBezTo>
                    <a:pt x="4937" y="19685"/>
                    <a:pt x="5371" y="20152"/>
                    <a:pt x="5404" y="20685"/>
                  </a:cubicBezTo>
                  <a:cubicBezTo>
                    <a:pt x="5404" y="21152"/>
                    <a:pt x="5071" y="21519"/>
                    <a:pt x="4637" y="21653"/>
                  </a:cubicBezTo>
                  <a:cubicBezTo>
                    <a:pt x="5037" y="22053"/>
                    <a:pt x="5404" y="22453"/>
                    <a:pt x="5804" y="22853"/>
                  </a:cubicBezTo>
                  <a:cubicBezTo>
                    <a:pt x="6005" y="22587"/>
                    <a:pt x="6271" y="22386"/>
                    <a:pt x="6605" y="22320"/>
                  </a:cubicBezTo>
                  <a:cubicBezTo>
                    <a:pt x="6605" y="22320"/>
                    <a:pt x="6638" y="22286"/>
                    <a:pt x="6672" y="22286"/>
                  </a:cubicBezTo>
                  <a:cubicBezTo>
                    <a:pt x="6784" y="22262"/>
                    <a:pt x="6902" y="22250"/>
                    <a:pt x="7021" y="22250"/>
                  </a:cubicBezTo>
                  <a:cubicBezTo>
                    <a:pt x="7398" y="22250"/>
                    <a:pt x="7786" y="22375"/>
                    <a:pt x="8039" y="22653"/>
                  </a:cubicBezTo>
                  <a:cubicBezTo>
                    <a:pt x="8039" y="22687"/>
                    <a:pt x="8073" y="22687"/>
                    <a:pt x="8073" y="22720"/>
                  </a:cubicBezTo>
                  <a:cubicBezTo>
                    <a:pt x="8606" y="23287"/>
                    <a:pt x="8673" y="24121"/>
                    <a:pt x="8206" y="24721"/>
                  </a:cubicBezTo>
                  <a:cubicBezTo>
                    <a:pt x="8106" y="24855"/>
                    <a:pt x="8006" y="24922"/>
                    <a:pt x="7906" y="25022"/>
                  </a:cubicBezTo>
                  <a:cubicBezTo>
                    <a:pt x="8273" y="25355"/>
                    <a:pt x="8606" y="25689"/>
                    <a:pt x="8973" y="26056"/>
                  </a:cubicBezTo>
                  <a:cubicBezTo>
                    <a:pt x="9140" y="25956"/>
                    <a:pt x="9340" y="25922"/>
                    <a:pt x="9507" y="25922"/>
                  </a:cubicBezTo>
                  <a:cubicBezTo>
                    <a:pt x="10241" y="25922"/>
                    <a:pt x="10808" y="26489"/>
                    <a:pt x="10808" y="27190"/>
                  </a:cubicBezTo>
                  <a:cubicBezTo>
                    <a:pt x="10841" y="27357"/>
                    <a:pt x="10808" y="27523"/>
                    <a:pt x="10741" y="27657"/>
                  </a:cubicBezTo>
                  <a:cubicBezTo>
                    <a:pt x="11142" y="28024"/>
                    <a:pt x="11542" y="28357"/>
                    <a:pt x="11976" y="28691"/>
                  </a:cubicBezTo>
                  <a:cubicBezTo>
                    <a:pt x="13043" y="29558"/>
                    <a:pt x="13977" y="30592"/>
                    <a:pt x="14911" y="31593"/>
                  </a:cubicBezTo>
                  <a:cubicBezTo>
                    <a:pt x="14844" y="30993"/>
                    <a:pt x="15178" y="30359"/>
                    <a:pt x="15945" y="30359"/>
                  </a:cubicBezTo>
                  <a:cubicBezTo>
                    <a:pt x="17313" y="30359"/>
                    <a:pt x="17279" y="32494"/>
                    <a:pt x="15945" y="32494"/>
                  </a:cubicBezTo>
                  <a:cubicBezTo>
                    <a:pt x="15878" y="32494"/>
                    <a:pt x="15812" y="32460"/>
                    <a:pt x="15778" y="32460"/>
                  </a:cubicBezTo>
                  <a:cubicBezTo>
                    <a:pt x="16345" y="33027"/>
                    <a:pt x="16912" y="33594"/>
                    <a:pt x="17580" y="34128"/>
                  </a:cubicBezTo>
                  <a:cubicBezTo>
                    <a:pt x="19614" y="35729"/>
                    <a:pt x="21883" y="37831"/>
                    <a:pt x="24585" y="37998"/>
                  </a:cubicBezTo>
                  <a:cubicBezTo>
                    <a:pt x="24664" y="38001"/>
                    <a:pt x="24741" y="38002"/>
                    <a:pt x="24817" y="38002"/>
                  </a:cubicBezTo>
                  <a:cubicBezTo>
                    <a:pt x="26320" y="38002"/>
                    <a:pt x="27314" y="37387"/>
                    <a:pt x="28521" y="36530"/>
                  </a:cubicBezTo>
                  <a:cubicBezTo>
                    <a:pt x="29121" y="36063"/>
                    <a:pt x="29755" y="35629"/>
                    <a:pt x="30322" y="35162"/>
                  </a:cubicBezTo>
                  <a:cubicBezTo>
                    <a:pt x="28321" y="34495"/>
                    <a:pt x="28554" y="30993"/>
                    <a:pt x="31056" y="30993"/>
                  </a:cubicBezTo>
                  <a:cubicBezTo>
                    <a:pt x="32323" y="30993"/>
                    <a:pt x="33024" y="31927"/>
                    <a:pt x="33091" y="32927"/>
                  </a:cubicBezTo>
                  <a:cubicBezTo>
                    <a:pt x="35492" y="30859"/>
                    <a:pt x="37761" y="28658"/>
                    <a:pt x="39895" y="26289"/>
                  </a:cubicBezTo>
                  <a:cubicBezTo>
                    <a:pt x="39095" y="26156"/>
                    <a:pt x="38528" y="25489"/>
                    <a:pt x="38494" y="24688"/>
                  </a:cubicBezTo>
                  <a:cubicBezTo>
                    <a:pt x="38461" y="23787"/>
                    <a:pt x="39295" y="23020"/>
                    <a:pt x="40162" y="23020"/>
                  </a:cubicBezTo>
                  <a:cubicBezTo>
                    <a:pt x="40896" y="23020"/>
                    <a:pt x="41497" y="23521"/>
                    <a:pt x="41697" y="24188"/>
                  </a:cubicBezTo>
                  <a:cubicBezTo>
                    <a:pt x="43965" y="21486"/>
                    <a:pt x="46167" y="18884"/>
                    <a:pt x="47768" y="15782"/>
                  </a:cubicBezTo>
                  <a:lnTo>
                    <a:pt x="47768" y="15782"/>
                  </a:lnTo>
                  <a:cubicBezTo>
                    <a:pt x="47705" y="15793"/>
                    <a:pt x="47641" y="15799"/>
                    <a:pt x="47577" y="15799"/>
                  </a:cubicBezTo>
                  <a:cubicBezTo>
                    <a:pt x="47267" y="15799"/>
                    <a:pt x="46955" y="15669"/>
                    <a:pt x="46734" y="15448"/>
                  </a:cubicBezTo>
                  <a:cubicBezTo>
                    <a:pt x="46200" y="14914"/>
                    <a:pt x="46300" y="13914"/>
                    <a:pt x="46967" y="13513"/>
                  </a:cubicBezTo>
                  <a:cubicBezTo>
                    <a:pt x="47001" y="13513"/>
                    <a:pt x="47034" y="13513"/>
                    <a:pt x="47067" y="13480"/>
                  </a:cubicBezTo>
                  <a:cubicBezTo>
                    <a:pt x="47246" y="13378"/>
                    <a:pt x="47440" y="13329"/>
                    <a:pt x="47634" y="13329"/>
                  </a:cubicBezTo>
                  <a:cubicBezTo>
                    <a:pt x="47945" y="13329"/>
                    <a:pt x="48255" y="13454"/>
                    <a:pt x="48502" y="13680"/>
                  </a:cubicBezTo>
                  <a:cubicBezTo>
                    <a:pt x="48602" y="13747"/>
                    <a:pt x="48668" y="13847"/>
                    <a:pt x="48735" y="13947"/>
                  </a:cubicBezTo>
                  <a:cubicBezTo>
                    <a:pt x="49302" y="12880"/>
                    <a:pt x="49836" y="11879"/>
                    <a:pt x="48935" y="10678"/>
                  </a:cubicBezTo>
                  <a:cubicBezTo>
                    <a:pt x="48268" y="9811"/>
                    <a:pt x="47267" y="9277"/>
                    <a:pt x="46300" y="8777"/>
                  </a:cubicBezTo>
                  <a:cubicBezTo>
                    <a:pt x="40763" y="5841"/>
                    <a:pt x="35225" y="2939"/>
                    <a:pt x="29355" y="804"/>
                  </a:cubicBezTo>
                  <a:cubicBezTo>
                    <a:pt x="28254" y="404"/>
                    <a:pt x="27086" y="37"/>
                    <a:pt x="25885" y="4"/>
                  </a:cubicBezTo>
                  <a:cubicBezTo>
                    <a:pt x="25825" y="2"/>
                    <a:pt x="25764" y="1"/>
                    <a:pt x="2570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8" name="Google Shape;868;p38"/>
          <p:cNvGrpSpPr/>
          <p:nvPr/>
        </p:nvGrpSpPr>
        <p:grpSpPr>
          <a:xfrm>
            <a:off x="-300150" y="896988"/>
            <a:ext cx="1361850" cy="879500"/>
            <a:chOff x="538050" y="1430388"/>
            <a:chExt cx="1361850" cy="879500"/>
          </a:xfrm>
        </p:grpSpPr>
        <p:sp>
          <p:nvSpPr>
            <p:cNvPr id="869" name="Google Shape;869;p38"/>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38"/>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38"/>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38"/>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3" name="Google Shape;873;p38"/>
          <p:cNvSpPr/>
          <p:nvPr/>
        </p:nvSpPr>
        <p:spPr>
          <a:xfrm rot="-5171749">
            <a:off x="7437510" y="2859869"/>
            <a:ext cx="3686464" cy="1801512"/>
          </a:xfrm>
          <a:custGeom>
            <a:rect b="b" l="l" r="r" t="t"/>
            <a:pathLst>
              <a:path extrusionOk="0" h="72060" w="159339">
                <a:moveTo>
                  <a:pt x="0" y="49469"/>
                </a:moveTo>
                <a:cubicBezTo>
                  <a:pt x="1479" y="47721"/>
                  <a:pt x="2286" y="47183"/>
                  <a:pt x="8875" y="38980"/>
                </a:cubicBezTo>
                <a:cubicBezTo>
                  <a:pt x="15464" y="30777"/>
                  <a:pt x="25146" y="2269"/>
                  <a:pt x="39534" y="252"/>
                </a:cubicBezTo>
                <a:cubicBezTo>
                  <a:pt x="53922" y="-1765"/>
                  <a:pt x="79875" y="22844"/>
                  <a:pt x="95205" y="26878"/>
                </a:cubicBezTo>
                <a:cubicBezTo>
                  <a:pt x="110535" y="30912"/>
                  <a:pt x="121023" y="19078"/>
                  <a:pt x="131512" y="24457"/>
                </a:cubicBezTo>
                <a:cubicBezTo>
                  <a:pt x="142001" y="29836"/>
                  <a:pt x="154372" y="51217"/>
                  <a:pt x="158137" y="59151"/>
                </a:cubicBezTo>
                <a:cubicBezTo>
                  <a:pt x="161902" y="67085"/>
                  <a:pt x="154775" y="69909"/>
                  <a:pt x="154103" y="72060"/>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4" name="Google Shape;874;p38"/>
          <p:cNvGrpSpPr/>
          <p:nvPr/>
        </p:nvGrpSpPr>
        <p:grpSpPr>
          <a:xfrm rot="2572356">
            <a:off x="-523737" y="2477318"/>
            <a:ext cx="1237200" cy="837858"/>
            <a:chOff x="7954342" y="56442"/>
            <a:chExt cx="1237147" cy="837822"/>
          </a:xfrm>
        </p:grpSpPr>
        <p:sp>
          <p:nvSpPr>
            <p:cNvPr id="875" name="Google Shape;875;p38"/>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38"/>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38"/>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38"/>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38"/>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38"/>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38"/>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38"/>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38"/>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84" name="Shape 884"/>
        <p:cNvGrpSpPr/>
        <p:nvPr/>
      </p:nvGrpSpPr>
      <p:grpSpPr>
        <a:xfrm>
          <a:off x="0" y="0"/>
          <a:ext cx="0" cy="0"/>
          <a:chOff x="0" y="0"/>
          <a:chExt cx="0" cy="0"/>
        </a:xfrm>
      </p:grpSpPr>
      <p:sp>
        <p:nvSpPr>
          <p:cNvPr id="885" name="Google Shape;885;p39"/>
          <p:cNvSpPr txBox="1"/>
          <p:nvPr>
            <p:ph type="title"/>
          </p:nvPr>
        </p:nvSpPr>
        <p:spPr>
          <a:xfrm>
            <a:off x="1427550" y="1604743"/>
            <a:ext cx="6288900" cy="1890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b="1" sz="75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grpSp>
        <p:nvGrpSpPr>
          <p:cNvPr id="886" name="Google Shape;886;p39"/>
          <p:cNvGrpSpPr/>
          <p:nvPr/>
        </p:nvGrpSpPr>
        <p:grpSpPr>
          <a:xfrm rot="1053260">
            <a:off x="-73094" y="3564886"/>
            <a:ext cx="1361805" cy="879471"/>
            <a:chOff x="538050" y="1430388"/>
            <a:chExt cx="1361850" cy="879500"/>
          </a:xfrm>
        </p:grpSpPr>
        <p:sp>
          <p:nvSpPr>
            <p:cNvPr id="887" name="Google Shape;887;p39"/>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39"/>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39"/>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39"/>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1" name="Google Shape;891;p39"/>
          <p:cNvGrpSpPr/>
          <p:nvPr/>
        </p:nvGrpSpPr>
        <p:grpSpPr>
          <a:xfrm rot="1624345">
            <a:off x="-199292" y="324710"/>
            <a:ext cx="1614467" cy="779047"/>
            <a:chOff x="407100" y="684850"/>
            <a:chExt cx="1614525" cy="779075"/>
          </a:xfrm>
        </p:grpSpPr>
        <p:sp>
          <p:nvSpPr>
            <p:cNvPr id="892" name="Google Shape;892;p39"/>
            <p:cNvSpPr/>
            <p:nvPr/>
          </p:nvSpPr>
          <p:spPr>
            <a:xfrm>
              <a:off x="407100" y="684850"/>
              <a:ext cx="1614525" cy="779075"/>
            </a:xfrm>
            <a:custGeom>
              <a:rect b="b" l="l" r="r" t="t"/>
              <a:pathLst>
                <a:path extrusionOk="0" h="31163" w="64581">
                  <a:moveTo>
                    <a:pt x="58224" y="0"/>
                  </a:moveTo>
                  <a:cubicBezTo>
                    <a:pt x="51269" y="0"/>
                    <a:pt x="44288" y="1367"/>
                    <a:pt x="37828" y="4004"/>
                  </a:cubicBezTo>
                  <a:cubicBezTo>
                    <a:pt x="36994" y="4337"/>
                    <a:pt x="36126" y="4704"/>
                    <a:pt x="35226" y="4804"/>
                  </a:cubicBezTo>
                  <a:cubicBezTo>
                    <a:pt x="34985" y="4842"/>
                    <a:pt x="34741" y="4855"/>
                    <a:pt x="34495" y="4855"/>
                  </a:cubicBezTo>
                  <a:cubicBezTo>
                    <a:pt x="33858" y="4855"/>
                    <a:pt x="33207" y="4762"/>
                    <a:pt x="32557" y="4738"/>
                  </a:cubicBezTo>
                  <a:cubicBezTo>
                    <a:pt x="32397" y="4731"/>
                    <a:pt x="32234" y="4727"/>
                    <a:pt x="32070" y="4727"/>
                  </a:cubicBezTo>
                  <a:cubicBezTo>
                    <a:pt x="29869" y="4727"/>
                    <a:pt x="27310" y="5336"/>
                    <a:pt x="25385" y="6205"/>
                  </a:cubicBezTo>
                  <a:cubicBezTo>
                    <a:pt x="22850" y="7340"/>
                    <a:pt x="20482" y="10075"/>
                    <a:pt x="18347" y="11809"/>
                  </a:cubicBezTo>
                  <a:cubicBezTo>
                    <a:pt x="13377" y="15879"/>
                    <a:pt x="8340" y="19882"/>
                    <a:pt x="3136" y="23718"/>
                  </a:cubicBezTo>
                  <a:cubicBezTo>
                    <a:pt x="1502" y="24919"/>
                    <a:pt x="1" y="26753"/>
                    <a:pt x="1435" y="28822"/>
                  </a:cubicBezTo>
                  <a:cubicBezTo>
                    <a:pt x="2202" y="29922"/>
                    <a:pt x="3503" y="30523"/>
                    <a:pt x="4804" y="30823"/>
                  </a:cubicBezTo>
                  <a:cubicBezTo>
                    <a:pt x="5826" y="31061"/>
                    <a:pt x="6809" y="31163"/>
                    <a:pt x="7775" y="31163"/>
                  </a:cubicBezTo>
                  <a:cubicBezTo>
                    <a:pt x="9523" y="31163"/>
                    <a:pt x="11215" y="30829"/>
                    <a:pt x="12977" y="30356"/>
                  </a:cubicBezTo>
                  <a:cubicBezTo>
                    <a:pt x="16379" y="29422"/>
                    <a:pt x="19815" y="28555"/>
                    <a:pt x="23251" y="27788"/>
                  </a:cubicBezTo>
                  <a:cubicBezTo>
                    <a:pt x="30122" y="26286"/>
                    <a:pt x="37094" y="25119"/>
                    <a:pt x="44099" y="24318"/>
                  </a:cubicBezTo>
                  <a:cubicBezTo>
                    <a:pt x="45333" y="24185"/>
                    <a:pt x="46567" y="24052"/>
                    <a:pt x="47701" y="23551"/>
                  </a:cubicBezTo>
                  <a:cubicBezTo>
                    <a:pt x="48869" y="23084"/>
                    <a:pt x="49903" y="22217"/>
                    <a:pt x="50236" y="21049"/>
                  </a:cubicBezTo>
                  <a:cubicBezTo>
                    <a:pt x="50370" y="20582"/>
                    <a:pt x="50437" y="20082"/>
                    <a:pt x="50603" y="19648"/>
                  </a:cubicBezTo>
                  <a:cubicBezTo>
                    <a:pt x="50870" y="18915"/>
                    <a:pt x="51504" y="18381"/>
                    <a:pt x="52104" y="17880"/>
                  </a:cubicBezTo>
                  <a:cubicBezTo>
                    <a:pt x="54606" y="15679"/>
                    <a:pt x="56841" y="13177"/>
                    <a:pt x="58709" y="10408"/>
                  </a:cubicBezTo>
                  <a:cubicBezTo>
                    <a:pt x="59443" y="9308"/>
                    <a:pt x="59910" y="8440"/>
                    <a:pt x="61111" y="7840"/>
                  </a:cubicBezTo>
                  <a:cubicBezTo>
                    <a:pt x="62445" y="7206"/>
                    <a:pt x="63546" y="7039"/>
                    <a:pt x="63880" y="5338"/>
                  </a:cubicBezTo>
                  <a:cubicBezTo>
                    <a:pt x="64146" y="3937"/>
                    <a:pt x="64580" y="2236"/>
                    <a:pt x="63446" y="1202"/>
                  </a:cubicBezTo>
                  <a:cubicBezTo>
                    <a:pt x="62178" y="101"/>
                    <a:pt x="60077" y="34"/>
                    <a:pt x="58476" y="1"/>
                  </a:cubicBezTo>
                  <a:cubicBezTo>
                    <a:pt x="58392" y="1"/>
                    <a:pt x="58308" y="0"/>
                    <a:pt x="5822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39"/>
            <p:cNvSpPr/>
            <p:nvPr/>
          </p:nvSpPr>
          <p:spPr>
            <a:xfrm>
              <a:off x="407100" y="1061225"/>
              <a:ext cx="1178375" cy="369275"/>
            </a:xfrm>
            <a:custGeom>
              <a:rect b="b" l="l" r="r" t="t"/>
              <a:pathLst>
                <a:path extrusionOk="0" h="14771" w="47135">
                  <a:moveTo>
                    <a:pt x="36928" y="0"/>
                  </a:moveTo>
                  <a:cubicBezTo>
                    <a:pt x="36372" y="0"/>
                    <a:pt x="35816" y="10"/>
                    <a:pt x="35259" y="23"/>
                  </a:cubicBezTo>
                  <a:cubicBezTo>
                    <a:pt x="31657" y="90"/>
                    <a:pt x="28021" y="390"/>
                    <a:pt x="24418" y="924"/>
                  </a:cubicBezTo>
                  <a:cubicBezTo>
                    <a:pt x="21816" y="1324"/>
                    <a:pt x="19248" y="1825"/>
                    <a:pt x="16779" y="2725"/>
                  </a:cubicBezTo>
                  <a:cubicBezTo>
                    <a:pt x="14211" y="3693"/>
                    <a:pt x="11809" y="5127"/>
                    <a:pt x="9207" y="6094"/>
                  </a:cubicBezTo>
                  <a:cubicBezTo>
                    <a:pt x="7906" y="6561"/>
                    <a:pt x="6272" y="6928"/>
                    <a:pt x="4704" y="7495"/>
                  </a:cubicBezTo>
                  <a:cubicBezTo>
                    <a:pt x="4170" y="7862"/>
                    <a:pt x="3670" y="8263"/>
                    <a:pt x="3136" y="8663"/>
                  </a:cubicBezTo>
                  <a:cubicBezTo>
                    <a:pt x="1502" y="9864"/>
                    <a:pt x="1" y="11698"/>
                    <a:pt x="1468" y="13767"/>
                  </a:cubicBezTo>
                  <a:cubicBezTo>
                    <a:pt x="1702" y="14134"/>
                    <a:pt x="2035" y="14434"/>
                    <a:pt x="2402" y="14701"/>
                  </a:cubicBezTo>
                  <a:cubicBezTo>
                    <a:pt x="2602" y="14734"/>
                    <a:pt x="2836" y="14767"/>
                    <a:pt x="3069" y="14767"/>
                  </a:cubicBezTo>
                  <a:cubicBezTo>
                    <a:pt x="3166" y="14770"/>
                    <a:pt x="3263" y="14771"/>
                    <a:pt x="3360" y="14771"/>
                  </a:cubicBezTo>
                  <a:cubicBezTo>
                    <a:pt x="4635" y="14771"/>
                    <a:pt x="5930" y="14565"/>
                    <a:pt x="7139" y="14100"/>
                  </a:cubicBezTo>
                  <a:cubicBezTo>
                    <a:pt x="8006" y="13767"/>
                    <a:pt x="8874" y="13300"/>
                    <a:pt x="9774" y="13066"/>
                  </a:cubicBezTo>
                  <a:cubicBezTo>
                    <a:pt x="10108" y="12983"/>
                    <a:pt x="10459" y="12933"/>
                    <a:pt x="10804" y="12933"/>
                  </a:cubicBezTo>
                  <a:cubicBezTo>
                    <a:pt x="11425" y="12933"/>
                    <a:pt x="12026" y="13093"/>
                    <a:pt x="12476" y="13500"/>
                  </a:cubicBezTo>
                  <a:cubicBezTo>
                    <a:pt x="13043" y="12332"/>
                    <a:pt x="14344" y="11732"/>
                    <a:pt x="15545" y="11332"/>
                  </a:cubicBezTo>
                  <a:cubicBezTo>
                    <a:pt x="19281" y="10064"/>
                    <a:pt x="23184" y="9530"/>
                    <a:pt x="27053" y="8997"/>
                  </a:cubicBezTo>
                  <a:cubicBezTo>
                    <a:pt x="32657" y="8196"/>
                    <a:pt x="38261" y="7429"/>
                    <a:pt x="43865" y="6628"/>
                  </a:cubicBezTo>
                  <a:cubicBezTo>
                    <a:pt x="44766" y="6495"/>
                    <a:pt x="45767" y="6328"/>
                    <a:pt x="46367" y="5661"/>
                  </a:cubicBezTo>
                  <a:cubicBezTo>
                    <a:pt x="47134" y="4794"/>
                    <a:pt x="46967" y="3359"/>
                    <a:pt x="46234" y="2459"/>
                  </a:cubicBezTo>
                  <a:cubicBezTo>
                    <a:pt x="45500" y="1525"/>
                    <a:pt x="44366" y="1057"/>
                    <a:pt x="43231" y="724"/>
                  </a:cubicBezTo>
                  <a:cubicBezTo>
                    <a:pt x="41192" y="141"/>
                    <a:pt x="39069" y="0"/>
                    <a:pt x="3692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39"/>
            <p:cNvSpPr/>
            <p:nvPr/>
          </p:nvSpPr>
          <p:spPr>
            <a:xfrm>
              <a:off x="1577950" y="871600"/>
              <a:ext cx="194325" cy="380350"/>
            </a:xfrm>
            <a:custGeom>
              <a:rect b="b" l="l" r="r" t="t"/>
              <a:pathLst>
                <a:path extrusionOk="0" h="15214" w="7773">
                  <a:moveTo>
                    <a:pt x="4630" y="0"/>
                  </a:moveTo>
                  <a:cubicBezTo>
                    <a:pt x="4224" y="0"/>
                    <a:pt x="3849" y="254"/>
                    <a:pt x="3503" y="537"/>
                  </a:cubicBezTo>
                  <a:cubicBezTo>
                    <a:pt x="1835" y="1938"/>
                    <a:pt x="0" y="5140"/>
                    <a:pt x="300" y="7375"/>
                  </a:cubicBezTo>
                  <a:cubicBezTo>
                    <a:pt x="667" y="10010"/>
                    <a:pt x="1401" y="12679"/>
                    <a:pt x="2302" y="15214"/>
                  </a:cubicBezTo>
                  <a:cubicBezTo>
                    <a:pt x="2802" y="14747"/>
                    <a:pt x="3202" y="14213"/>
                    <a:pt x="3402" y="13546"/>
                  </a:cubicBezTo>
                  <a:cubicBezTo>
                    <a:pt x="3569" y="13112"/>
                    <a:pt x="3603" y="12612"/>
                    <a:pt x="3769" y="12178"/>
                  </a:cubicBezTo>
                  <a:cubicBezTo>
                    <a:pt x="4070" y="11445"/>
                    <a:pt x="4670" y="10911"/>
                    <a:pt x="5270" y="10410"/>
                  </a:cubicBezTo>
                  <a:cubicBezTo>
                    <a:pt x="6138" y="9643"/>
                    <a:pt x="6972" y="8843"/>
                    <a:pt x="7772" y="8009"/>
                  </a:cubicBezTo>
                  <a:cubicBezTo>
                    <a:pt x="7272" y="5974"/>
                    <a:pt x="6738" y="3939"/>
                    <a:pt x="6238" y="1938"/>
                  </a:cubicBezTo>
                  <a:cubicBezTo>
                    <a:pt x="6004" y="1070"/>
                    <a:pt x="5571" y="36"/>
                    <a:pt x="4703" y="3"/>
                  </a:cubicBezTo>
                  <a:cubicBezTo>
                    <a:pt x="4679" y="1"/>
                    <a:pt x="4654" y="0"/>
                    <a:pt x="463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39"/>
            <p:cNvSpPr/>
            <p:nvPr/>
          </p:nvSpPr>
          <p:spPr>
            <a:xfrm>
              <a:off x="436300" y="684850"/>
              <a:ext cx="1568625" cy="688925"/>
            </a:xfrm>
            <a:custGeom>
              <a:rect b="b" l="l" r="r" t="t"/>
              <a:pathLst>
                <a:path extrusionOk="0" h="27557" w="62745">
                  <a:moveTo>
                    <a:pt x="57056" y="0"/>
                  </a:moveTo>
                  <a:cubicBezTo>
                    <a:pt x="50101" y="0"/>
                    <a:pt x="43120" y="1367"/>
                    <a:pt x="36660" y="4004"/>
                  </a:cubicBezTo>
                  <a:cubicBezTo>
                    <a:pt x="35826" y="4337"/>
                    <a:pt x="34992" y="4704"/>
                    <a:pt x="34091" y="4804"/>
                  </a:cubicBezTo>
                  <a:cubicBezTo>
                    <a:pt x="33841" y="4842"/>
                    <a:pt x="33590" y="4855"/>
                    <a:pt x="33340" y="4855"/>
                  </a:cubicBezTo>
                  <a:cubicBezTo>
                    <a:pt x="32690" y="4855"/>
                    <a:pt x="32039" y="4762"/>
                    <a:pt x="31389" y="4738"/>
                  </a:cubicBezTo>
                  <a:cubicBezTo>
                    <a:pt x="31229" y="4731"/>
                    <a:pt x="31066" y="4727"/>
                    <a:pt x="30902" y="4727"/>
                  </a:cubicBezTo>
                  <a:cubicBezTo>
                    <a:pt x="28705" y="4727"/>
                    <a:pt x="26173" y="5336"/>
                    <a:pt x="24217" y="6205"/>
                  </a:cubicBezTo>
                  <a:cubicBezTo>
                    <a:pt x="21682" y="7340"/>
                    <a:pt x="19314" y="10075"/>
                    <a:pt x="17179" y="11809"/>
                  </a:cubicBezTo>
                  <a:cubicBezTo>
                    <a:pt x="12209" y="15879"/>
                    <a:pt x="7172" y="19882"/>
                    <a:pt x="1968" y="23718"/>
                  </a:cubicBezTo>
                  <a:cubicBezTo>
                    <a:pt x="1168" y="24285"/>
                    <a:pt x="400" y="25052"/>
                    <a:pt x="0" y="25886"/>
                  </a:cubicBezTo>
                  <a:cubicBezTo>
                    <a:pt x="1234" y="26653"/>
                    <a:pt x="2569" y="27354"/>
                    <a:pt x="4003" y="27521"/>
                  </a:cubicBezTo>
                  <a:cubicBezTo>
                    <a:pt x="4229" y="27545"/>
                    <a:pt x="4457" y="27556"/>
                    <a:pt x="4685" y="27556"/>
                  </a:cubicBezTo>
                  <a:cubicBezTo>
                    <a:pt x="5701" y="27556"/>
                    <a:pt x="6731" y="27338"/>
                    <a:pt x="7739" y="27120"/>
                  </a:cubicBezTo>
                  <a:cubicBezTo>
                    <a:pt x="13510" y="25819"/>
                    <a:pt x="19314" y="24318"/>
                    <a:pt x="25185" y="23418"/>
                  </a:cubicBezTo>
                  <a:cubicBezTo>
                    <a:pt x="31122" y="22484"/>
                    <a:pt x="37060" y="21383"/>
                    <a:pt x="42931" y="20115"/>
                  </a:cubicBezTo>
                  <a:cubicBezTo>
                    <a:pt x="44665" y="19715"/>
                    <a:pt x="46567" y="19215"/>
                    <a:pt x="47401" y="17680"/>
                  </a:cubicBezTo>
                  <a:cubicBezTo>
                    <a:pt x="47901" y="16746"/>
                    <a:pt x="47901" y="15612"/>
                    <a:pt x="48235" y="14611"/>
                  </a:cubicBezTo>
                  <a:cubicBezTo>
                    <a:pt x="48568" y="13711"/>
                    <a:pt x="49169" y="12944"/>
                    <a:pt x="49802" y="12210"/>
                  </a:cubicBezTo>
                  <a:cubicBezTo>
                    <a:pt x="52871" y="8474"/>
                    <a:pt x="56140" y="5071"/>
                    <a:pt x="60610" y="3103"/>
                  </a:cubicBezTo>
                  <a:cubicBezTo>
                    <a:pt x="61377" y="2736"/>
                    <a:pt x="62211" y="2403"/>
                    <a:pt x="62745" y="1769"/>
                  </a:cubicBezTo>
                  <a:cubicBezTo>
                    <a:pt x="62611" y="1569"/>
                    <a:pt x="62478" y="1369"/>
                    <a:pt x="62278" y="1202"/>
                  </a:cubicBezTo>
                  <a:cubicBezTo>
                    <a:pt x="61010" y="101"/>
                    <a:pt x="58909" y="34"/>
                    <a:pt x="57308" y="1"/>
                  </a:cubicBezTo>
                  <a:cubicBezTo>
                    <a:pt x="57224" y="1"/>
                    <a:pt x="57140" y="0"/>
                    <a:pt x="5705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39"/>
            <p:cNvSpPr/>
            <p:nvPr/>
          </p:nvSpPr>
          <p:spPr>
            <a:xfrm>
              <a:off x="578050" y="684850"/>
              <a:ext cx="1426050" cy="522900"/>
            </a:xfrm>
            <a:custGeom>
              <a:rect b="b" l="l" r="r" t="t"/>
              <a:pathLst>
                <a:path extrusionOk="0" h="20916" w="57042">
                  <a:moveTo>
                    <a:pt x="51386" y="0"/>
                  </a:moveTo>
                  <a:cubicBezTo>
                    <a:pt x="44431" y="0"/>
                    <a:pt x="37450" y="1367"/>
                    <a:pt x="30990" y="4004"/>
                  </a:cubicBezTo>
                  <a:cubicBezTo>
                    <a:pt x="30156" y="4337"/>
                    <a:pt x="29322" y="4704"/>
                    <a:pt x="28421" y="4804"/>
                  </a:cubicBezTo>
                  <a:cubicBezTo>
                    <a:pt x="28171" y="4842"/>
                    <a:pt x="27920" y="4855"/>
                    <a:pt x="27670" y="4855"/>
                  </a:cubicBezTo>
                  <a:cubicBezTo>
                    <a:pt x="27020" y="4855"/>
                    <a:pt x="26369" y="4762"/>
                    <a:pt x="25719" y="4738"/>
                  </a:cubicBezTo>
                  <a:cubicBezTo>
                    <a:pt x="25559" y="4731"/>
                    <a:pt x="25396" y="4727"/>
                    <a:pt x="25232" y="4727"/>
                  </a:cubicBezTo>
                  <a:cubicBezTo>
                    <a:pt x="23035" y="4727"/>
                    <a:pt x="20503" y="5336"/>
                    <a:pt x="18547" y="6205"/>
                  </a:cubicBezTo>
                  <a:cubicBezTo>
                    <a:pt x="16012" y="7340"/>
                    <a:pt x="13644" y="10075"/>
                    <a:pt x="11509" y="11809"/>
                  </a:cubicBezTo>
                  <a:cubicBezTo>
                    <a:pt x="7706" y="14912"/>
                    <a:pt x="3904" y="17947"/>
                    <a:pt x="1" y="20916"/>
                  </a:cubicBezTo>
                  <a:cubicBezTo>
                    <a:pt x="101" y="20883"/>
                    <a:pt x="201" y="20849"/>
                    <a:pt x="334" y="20783"/>
                  </a:cubicBezTo>
                  <a:cubicBezTo>
                    <a:pt x="2469" y="19782"/>
                    <a:pt x="4504" y="17880"/>
                    <a:pt x="6472" y="16513"/>
                  </a:cubicBezTo>
                  <a:cubicBezTo>
                    <a:pt x="8607" y="15012"/>
                    <a:pt x="10742" y="13544"/>
                    <a:pt x="12877" y="12043"/>
                  </a:cubicBezTo>
                  <a:cubicBezTo>
                    <a:pt x="14811" y="10675"/>
                    <a:pt x="16846" y="9308"/>
                    <a:pt x="19181" y="8907"/>
                  </a:cubicBezTo>
                  <a:cubicBezTo>
                    <a:pt x="19615" y="8834"/>
                    <a:pt x="20054" y="8798"/>
                    <a:pt x="20493" y="8798"/>
                  </a:cubicBezTo>
                  <a:cubicBezTo>
                    <a:pt x="22042" y="8798"/>
                    <a:pt x="23585" y="9250"/>
                    <a:pt x="24885" y="10108"/>
                  </a:cubicBezTo>
                  <a:cubicBezTo>
                    <a:pt x="25185" y="10275"/>
                    <a:pt x="25486" y="10475"/>
                    <a:pt x="25786" y="10475"/>
                  </a:cubicBezTo>
                  <a:cubicBezTo>
                    <a:pt x="26086" y="10442"/>
                    <a:pt x="26320" y="10242"/>
                    <a:pt x="26553" y="10041"/>
                  </a:cubicBezTo>
                  <a:cubicBezTo>
                    <a:pt x="29755" y="7306"/>
                    <a:pt x="33892" y="6039"/>
                    <a:pt x="37928" y="4804"/>
                  </a:cubicBezTo>
                  <a:cubicBezTo>
                    <a:pt x="41797" y="3637"/>
                    <a:pt x="45733" y="2469"/>
                    <a:pt x="49770" y="2203"/>
                  </a:cubicBezTo>
                  <a:cubicBezTo>
                    <a:pt x="50511" y="2160"/>
                    <a:pt x="51248" y="2148"/>
                    <a:pt x="51983" y="2148"/>
                  </a:cubicBezTo>
                  <a:cubicBezTo>
                    <a:pt x="52966" y="2148"/>
                    <a:pt x="53945" y="2170"/>
                    <a:pt x="54922" y="2170"/>
                  </a:cubicBezTo>
                  <a:cubicBezTo>
                    <a:pt x="55518" y="2170"/>
                    <a:pt x="56113" y="2162"/>
                    <a:pt x="56708" y="2136"/>
                  </a:cubicBezTo>
                  <a:cubicBezTo>
                    <a:pt x="56841" y="2036"/>
                    <a:pt x="56941" y="1902"/>
                    <a:pt x="57042" y="1769"/>
                  </a:cubicBezTo>
                  <a:cubicBezTo>
                    <a:pt x="56941" y="1569"/>
                    <a:pt x="56808" y="1369"/>
                    <a:pt x="56608" y="1202"/>
                  </a:cubicBezTo>
                  <a:cubicBezTo>
                    <a:pt x="55340" y="101"/>
                    <a:pt x="53239" y="34"/>
                    <a:pt x="51638" y="1"/>
                  </a:cubicBezTo>
                  <a:cubicBezTo>
                    <a:pt x="51554" y="1"/>
                    <a:pt x="51470" y="0"/>
                    <a:pt x="5138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7" name="Google Shape;897;p39"/>
          <p:cNvGrpSpPr/>
          <p:nvPr/>
        </p:nvGrpSpPr>
        <p:grpSpPr>
          <a:xfrm>
            <a:off x="6640113" y="4298725"/>
            <a:ext cx="1373500" cy="922925"/>
            <a:chOff x="2302238" y="842175"/>
            <a:chExt cx="1373500" cy="922925"/>
          </a:xfrm>
        </p:grpSpPr>
        <p:sp>
          <p:nvSpPr>
            <p:cNvPr id="898" name="Google Shape;898;p39"/>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39"/>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39"/>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39"/>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39"/>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39"/>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39"/>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39"/>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39"/>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39"/>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39"/>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39"/>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39"/>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39"/>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39"/>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39"/>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39"/>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39"/>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39"/>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39"/>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39"/>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39"/>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39"/>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39"/>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39"/>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39"/>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39"/>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39"/>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39"/>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39"/>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39"/>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39"/>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39"/>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39"/>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39"/>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39"/>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39"/>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39"/>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39"/>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39"/>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39"/>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39"/>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0" name="Google Shape;940;p39"/>
          <p:cNvGrpSpPr/>
          <p:nvPr/>
        </p:nvGrpSpPr>
        <p:grpSpPr>
          <a:xfrm>
            <a:off x="7844600" y="1047225"/>
            <a:ext cx="1515275" cy="1150275"/>
            <a:chOff x="4181475" y="1873500"/>
            <a:chExt cx="1515275" cy="1150275"/>
          </a:xfrm>
        </p:grpSpPr>
        <p:sp>
          <p:nvSpPr>
            <p:cNvPr id="941" name="Google Shape;941;p39"/>
            <p:cNvSpPr/>
            <p:nvPr/>
          </p:nvSpPr>
          <p:spPr>
            <a:xfrm>
              <a:off x="4181475" y="1873500"/>
              <a:ext cx="1515275" cy="1150275"/>
            </a:xfrm>
            <a:custGeom>
              <a:rect b="b" l="l" r="r" t="t"/>
              <a:pathLst>
                <a:path extrusionOk="0" h="46011" w="60611">
                  <a:moveTo>
                    <a:pt x="31142" y="0"/>
                  </a:moveTo>
                  <a:cubicBezTo>
                    <a:pt x="29904" y="0"/>
                    <a:pt x="28696" y="320"/>
                    <a:pt x="27487" y="670"/>
                  </a:cubicBezTo>
                  <a:cubicBezTo>
                    <a:pt x="24485" y="1604"/>
                    <a:pt x="21616" y="2938"/>
                    <a:pt x="18814" y="4372"/>
                  </a:cubicBezTo>
                  <a:cubicBezTo>
                    <a:pt x="13310" y="7174"/>
                    <a:pt x="8040" y="10477"/>
                    <a:pt x="3036" y="14146"/>
                  </a:cubicBezTo>
                  <a:cubicBezTo>
                    <a:pt x="1402" y="15347"/>
                    <a:pt x="1" y="16247"/>
                    <a:pt x="167" y="18482"/>
                  </a:cubicBezTo>
                  <a:cubicBezTo>
                    <a:pt x="401" y="21351"/>
                    <a:pt x="3403" y="23886"/>
                    <a:pt x="5271" y="25854"/>
                  </a:cubicBezTo>
                  <a:cubicBezTo>
                    <a:pt x="8206" y="28957"/>
                    <a:pt x="11175" y="32059"/>
                    <a:pt x="14478" y="34761"/>
                  </a:cubicBezTo>
                  <a:cubicBezTo>
                    <a:pt x="16946" y="36729"/>
                    <a:pt x="18747" y="39331"/>
                    <a:pt x="21249" y="41332"/>
                  </a:cubicBezTo>
                  <a:cubicBezTo>
                    <a:pt x="23718" y="43267"/>
                    <a:pt x="26486" y="45802"/>
                    <a:pt x="29722" y="46002"/>
                  </a:cubicBezTo>
                  <a:cubicBezTo>
                    <a:pt x="29835" y="46008"/>
                    <a:pt x="29946" y="46011"/>
                    <a:pt x="30055" y="46011"/>
                  </a:cubicBezTo>
                  <a:cubicBezTo>
                    <a:pt x="31868" y="46011"/>
                    <a:pt x="33078" y="45239"/>
                    <a:pt x="34525" y="44201"/>
                  </a:cubicBezTo>
                  <a:cubicBezTo>
                    <a:pt x="40296" y="40065"/>
                    <a:pt x="45533" y="35194"/>
                    <a:pt x="50103" y="29724"/>
                  </a:cubicBezTo>
                  <a:cubicBezTo>
                    <a:pt x="53205" y="26021"/>
                    <a:pt x="56341" y="22419"/>
                    <a:pt x="58409" y="17982"/>
                  </a:cubicBezTo>
                  <a:cubicBezTo>
                    <a:pt x="59176" y="16281"/>
                    <a:pt x="60611" y="14780"/>
                    <a:pt x="59210" y="12945"/>
                  </a:cubicBezTo>
                  <a:cubicBezTo>
                    <a:pt x="58376" y="11878"/>
                    <a:pt x="57175" y="11244"/>
                    <a:pt x="56007" y="10610"/>
                  </a:cubicBezTo>
                  <a:cubicBezTo>
                    <a:pt x="49336" y="7108"/>
                    <a:pt x="42631" y="3572"/>
                    <a:pt x="35526" y="1003"/>
                  </a:cubicBezTo>
                  <a:cubicBezTo>
                    <a:pt x="34192" y="503"/>
                    <a:pt x="32791" y="36"/>
                    <a:pt x="31323" y="2"/>
                  </a:cubicBezTo>
                  <a:cubicBezTo>
                    <a:pt x="31263" y="1"/>
                    <a:pt x="31202" y="0"/>
                    <a:pt x="3114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39"/>
            <p:cNvSpPr/>
            <p:nvPr/>
          </p:nvSpPr>
          <p:spPr>
            <a:xfrm>
              <a:off x="4185650" y="2212125"/>
              <a:ext cx="1503600" cy="811650"/>
            </a:xfrm>
            <a:custGeom>
              <a:rect b="b" l="l" r="r" t="t"/>
              <a:pathLst>
                <a:path extrusionOk="0" h="32466" w="60144">
                  <a:moveTo>
                    <a:pt x="59409" y="1"/>
                  </a:moveTo>
                  <a:cubicBezTo>
                    <a:pt x="59143" y="901"/>
                    <a:pt x="58542" y="1768"/>
                    <a:pt x="58109" y="2669"/>
                  </a:cubicBezTo>
                  <a:cubicBezTo>
                    <a:pt x="56040" y="7139"/>
                    <a:pt x="52905" y="10708"/>
                    <a:pt x="49803" y="14444"/>
                  </a:cubicBezTo>
                  <a:cubicBezTo>
                    <a:pt x="45233" y="19915"/>
                    <a:pt x="39996" y="24785"/>
                    <a:pt x="34225" y="28921"/>
                  </a:cubicBezTo>
                  <a:cubicBezTo>
                    <a:pt x="32777" y="29960"/>
                    <a:pt x="31567" y="30731"/>
                    <a:pt x="29782" y="30731"/>
                  </a:cubicBezTo>
                  <a:cubicBezTo>
                    <a:pt x="29675" y="30731"/>
                    <a:pt x="29566" y="30728"/>
                    <a:pt x="29455" y="30723"/>
                  </a:cubicBezTo>
                  <a:cubicBezTo>
                    <a:pt x="26186" y="30522"/>
                    <a:pt x="23450" y="27987"/>
                    <a:pt x="20982" y="26053"/>
                  </a:cubicBezTo>
                  <a:cubicBezTo>
                    <a:pt x="18447" y="24018"/>
                    <a:pt x="16679" y="21449"/>
                    <a:pt x="14211" y="19481"/>
                  </a:cubicBezTo>
                  <a:cubicBezTo>
                    <a:pt x="10875" y="16779"/>
                    <a:pt x="7939" y="13677"/>
                    <a:pt x="5004" y="10575"/>
                  </a:cubicBezTo>
                  <a:cubicBezTo>
                    <a:pt x="3303" y="8807"/>
                    <a:pt x="701" y="6572"/>
                    <a:pt x="34" y="4003"/>
                  </a:cubicBezTo>
                  <a:cubicBezTo>
                    <a:pt x="0" y="4304"/>
                    <a:pt x="0" y="4604"/>
                    <a:pt x="0" y="4937"/>
                  </a:cubicBezTo>
                  <a:cubicBezTo>
                    <a:pt x="234" y="7806"/>
                    <a:pt x="3236" y="10341"/>
                    <a:pt x="5104" y="12309"/>
                  </a:cubicBezTo>
                  <a:cubicBezTo>
                    <a:pt x="8039" y="15412"/>
                    <a:pt x="11008" y="18514"/>
                    <a:pt x="14311" y="21216"/>
                  </a:cubicBezTo>
                  <a:cubicBezTo>
                    <a:pt x="16779" y="23184"/>
                    <a:pt x="18580" y="25786"/>
                    <a:pt x="21082" y="27787"/>
                  </a:cubicBezTo>
                  <a:cubicBezTo>
                    <a:pt x="23551" y="29722"/>
                    <a:pt x="26319" y="32257"/>
                    <a:pt x="29555" y="32457"/>
                  </a:cubicBezTo>
                  <a:cubicBezTo>
                    <a:pt x="29668" y="32463"/>
                    <a:pt x="29779" y="32466"/>
                    <a:pt x="29888" y="32466"/>
                  </a:cubicBezTo>
                  <a:cubicBezTo>
                    <a:pt x="31701" y="32466"/>
                    <a:pt x="32911" y="31694"/>
                    <a:pt x="34358" y="30656"/>
                  </a:cubicBezTo>
                  <a:cubicBezTo>
                    <a:pt x="40129" y="26520"/>
                    <a:pt x="45366" y="21649"/>
                    <a:pt x="49936" y="16179"/>
                  </a:cubicBezTo>
                  <a:cubicBezTo>
                    <a:pt x="53038" y="12443"/>
                    <a:pt x="56174" y="8874"/>
                    <a:pt x="58242" y="4404"/>
                  </a:cubicBezTo>
                  <a:cubicBezTo>
                    <a:pt x="58909" y="2936"/>
                    <a:pt x="60143" y="1568"/>
                    <a:pt x="5940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39"/>
            <p:cNvSpPr/>
            <p:nvPr/>
          </p:nvSpPr>
          <p:spPr>
            <a:xfrm>
              <a:off x="4311575" y="1930175"/>
              <a:ext cx="1245900" cy="950075"/>
            </a:xfrm>
            <a:custGeom>
              <a:rect b="b" l="l" r="r" t="t"/>
              <a:pathLst>
                <a:path extrusionOk="0" h="38003" w="49836">
                  <a:moveTo>
                    <a:pt x="40963" y="19618"/>
                  </a:moveTo>
                  <a:cubicBezTo>
                    <a:pt x="42364" y="19618"/>
                    <a:pt x="42364" y="21786"/>
                    <a:pt x="40963" y="21786"/>
                  </a:cubicBezTo>
                  <a:cubicBezTo>
                    <a:pt x="39562" y="21786"/>
                    <a:pt x="39562" y="19618"/>
                    <a:pt x="40963" y="19618"/>
                  </a:cubicBezTo>
                  <a:close/>
                  <a:moveTo>
                    <a:pt x="36193" y="21953"/>
                  </a:moveTo>
                  <a:cubicBezTo>
                    <a:pt x="37160" y="21953"/>
                    <a:pt x="37160" y="23487"/>
                    <a:pt x="36193" y="23487"/>
                  </a:cubicBezTo>
                  <a:cubicBezTo>
                    <a:pt x="35192" y="23487"/>
                    <a:pt x="35192" y="21953"/>
                    <a:pt x="36193" y="21953"/>
                  </a:cubicBezTo>
                  <a:close/>
                  <a:moveTo>
                    <a:pt x="10575" y="23421"/>
                  </a:moveTo>
                  <a:cubicBezTo>
                    <a:pt x="11242" y="23421"/>
                    <a:pt x="11709" y="23988"/>
                    <a:pt x="11742" y="24621"/>
                  </a:cubicBezTo>
                  <a:cubicBezTo>
                    <a:pt x="11775" y="25255"/>
                    <a:pt x="11175" y="25789"/>
                    <a:pt x="10575" y="25789"/>
                  </a:cubicBezTo>
                  <a:cubicBezTo>
                    <a:pt x="9907" y="25789"/>
                    <a:pt x="9407" y="25255"/>
                    <a:pt x="9374" y="24621"/>
                  </a:cubicBezTo>
                  <a:cubicBezTo>
                    <a:pt x="9374" y="23988"/>
                    <a:pt x="9941" y="23421"/>
                    <a:pt x="10575" y="23421"/>
                  </a:cubicBezTo>
                  <a:close/>
                  <a:moveTo>
                    <a:pt x="36193" y="25022"/>
                  </a:moveTo>
                  <a:cubicBezTo>
                    <a:pt x="36526" y="25022"/>
                    <a:pt x="36827" y="25122"/>
                    <a:pt x="37127" y="25255"/>
                  </a:cubicBezTo>
                  <a:cubicBezTo>
                    <a:pt x="37127" y="25255"/>
                    <a:pt x="37160" y="25289"/>
                    <a:pt x="37160" y="25289"/>
                  </a:cubicBezTo>
                  <a:cubicBezTo>
                    <a:pt x="37661" y="25522"/>
                    <a:pt x="37961" y="26089"/>
                    <a:pt x="38027" y="26589"/>
                  </a:cubicBezTo>
                  <a:cubicBezTo>
                    <a:pt x="38094" y="27157"/>
                    <a:pt x="37927" y="27690"/>
                    <a:pt x="37527" y="28124"/>
                  </a:cubicBezTo>
                  <a:lnTo>
                    <a:pt x="37494" y="28157"/>
                  </a:lnTo>
                  <a:cubicBezTo>
                    <a:pt x="37170" y="28503"/>
                    <a:pt x="36706" y="28667"/>
                    <a:pt x="36238" y="28667"/>
                  </a:cubicBezTo>
                  <a:cubicBezTo>
                    <a:pt x="35983" y="28667"/>
                    <a:pt x="35727" y="28618"/>
                    <a:pt x="35492" y="28524"/>
                  </a:cubicBezTo>
                  <a:cubicBezTo>
                    <a:pt x="34892" y="28257"/>
                    <a:pt x="34492" y="27724"/>
                    <a:pt x="34392" y="27090"/>
                  </a:cubicBezTo>
                  <a:cubicBezTo>
                    <a:pt x="34291" y="26356"/>
                    <a:pt x="34625" y="25622"/>
                    <a:pt x="35259" y="25255"/>
                  </a:cubicBezTo>
                  <a:cubicBezTo>
                    <a:pt x="35526" y="25122"/>
                    <a:pt x="35893" y="25022"/>
                    <a:pt x="36193" y="25022"/>
                  </a:cubicBezTo>
                  <a:close/>
                  <a:moveTo>
                    <a:pt x="25703" y="1"/>
                  </a:moveTo>
                  <a:cubicBezTo>
                    <a:pt x="24696" y="1"/>
                    <a:pt x="23692" y="254"/>
                    <a:pt x="22717" y="537"/>
                  </a:cubicBezTo>
                  <a:cubicBezTo>
                    <a:pt x="20248" y="1305"/>
                    <a:pt x="17880" y="2406"/>
                    <a:pt x="15545" y="3573"/>
                  </a:cubicBezTo>
                  <a:cubicBezTo>
                    <a:pt x="11008" y="5941"/>
                    <a:pt x="6638" y="8643"/>
                    <a:pt x="2502" y="11679"/>
                  </a:cubicBezTo>
                  <a:cubicBezTo>
                    <a:pt x="1168" y="12646"/>
                    <a:pt x="0" y="13413"/>
                    <a:pt x="167" y="15248"/>
                  </a:cubicBezTo>
                  <a:cubicBezTo>
                    <a:pt x="301" y="17183"/>
                    <a:pt x="1968" y="18951"/>
                    <a:pt x="3436" y="20418"/>
                  </a:cubicBezTo>
                  <a:cubicBezTo>
                    <a:pt x="3570" y="20018"/>
                    <a:pt x="3970" y="19685"/>
                    <a:pt x="4403" y="19685"/>
                  </a:cubicBezTo>
                  <a:cubicBezTo>
                    <a:pt x="4937" y="19685"/>
                    <a:pt x="5371" y="20152"/>
                    <a:pt x="5404" y="20685"/>
                  </a:cubicBezTo>
                  <a:cubicBezTo>
                    <a:pt x="5404" y="21152"/>
                    <a:pt x="5071" y="21519"/>
                    <a:pt x="4637" y="21653"/>
                  </a:cubicBezTo>
                  <a:cubicBezTo>
                    <a:pt x="5037" y="22053"/>
                    <a:pt x="5404" y="22453"/>
                    <a:pt x="5804" y="22853"/>
                  </a:cubicBezTo>
                  <a:cubicBezTo>
                    <a:pt x="6005" y="22587"/>
                    <a:pt x="6271" y="22386"/>
                    <a:pt x="6605" y="22320"/>
                  </a:cubicBezTo>
                  <a:cubicBezTo>
                    <a:pt x="6605" y="22320"/>
                    <a:pt x="6638" y="22286"/>
                    <a:pt x="6672" y="22286"/>
                  </a:cubicBezTo>
                  <a:cubicBezTo>
                    <a:pt x="6784" y="22262"/>
                    <a:pt x="6902" y="22250"/>
                    <a:pt x="7021" y="22250"/>
                  </a:cubicBezTo>
                  <a:cubicBezTo>
                    <a:pt x="7398" y="22250"/>
                    <a:pt x="7786" y="22375"/>
                    <a:pt x="8039" y="22653"/>
                  </a:cubicBezTo>
                  <a:cubicBezTo>
                    <a:pt x="8039" y="22687"/>
                    <a:pt x="8073" y="22687"/>
                    <a:pt x="8073" y="22720"/>
                  </a:cubicBezTo>
                  <a:cubicBezTo>
                    <a:pt x="8606" y="23287"/>
                    <a:pt x="8673" y="24121"/>
                    <a:pt x="8206" y="24721"/>
                  </a:cubicBezTo>
                  <a:cubicBezTo>
                    <a:pt x="8106" y="24855"/>
                    <a:pt x="8006" y="24922"/>
                    <a:pt x="7906" y="25022"/>
                  </a:cubicBezTo>
                  <a:cubicBezTo>
                    <a:pt x="8273" y="25355"/>
                    <a:pt x="8606" y="25689"/>
                    <a:pt x="8973" y="26056"/>
                  </a:cubicBezTo>
                  <a:cubicBezTo>
                    <a:pt x="9140" y="25956"/>
                    <a:pt x="9340" y="25922"/>
                    <a:pt x="9507" y="25922"/>
                  </a:cubicBezTo>
                  <a:cubicBezTo>
                    <a:pt x="10241" y="25922"/>
                    <a:pt x="10808" y="26489"/>
                    <a:pt x="10808" y="27190"/>
                  </a:cubicBezTo>
                  <a:cubicBezTo>
                    <a:pt x="10841" y="27357"/>
                    <a:pt x="10808" y="27523"/>
                    <a:pt x="10741" y="27657"/>
                  </a:cubicBezTo>
                  <a:cubicBezTo>
                    <a:pt x="11142" y="28024"/>
                    <a:pt x="11542" y="28357"/>
                    <a:pt x="11976" y="28691"/>
                  </a:cubicBezTo>
                  <a:cubicBezTo>
                    <a:pt x="13043" y="29558"/>
                    <a:pt x="13977" y="30592"/>
                    <a:pt x="14911" y="31593"/>
                  </a:cubicBezTo>
                  <a:cubicBezTo>
                    <a:pt x="14844" y="30993"/>
                    <a:pt x="15178" y="30359"/>
                    <a:pt x="15945" y="30359"/>
                  </a:cubicBezTo>
                  <a:cubicBezTo>
                    <a:pt x="17313" y="30359"/>
                    <a:pt x="17279" y="32494"/>
                    <a:pt x="15945" y="32494"/>
                  </a:cubicBezTo>
                  <a:cubicBezTo>
                    <a:pt x="15878" y="32494"/>
                    <a:pt x="15812" y="32460"/>
                    <a:pt x="15778" y="32460"/>
                  </a:cubicBezTo>
                  <a:cubicBezTo>
                    <a:pt x="16345" y="33027"/>
                    <a:pt x="16912" y="33594"/>
                    <a:pt x="17580" y="34128"/>
                  </a:cubicBezTo>
                  <a:cubicBezTo>
                    <a:pt x="19614" y="35729"/>
                    <a:pt x="21883" y="37831"/>
                    <a:pt x="24585" y="37998"/>
                  </a:cubicBezTo>
                  <a:cubicBezTo>
                    <a:pt x="24664" y="38001"/>
                    <a:pt x="24741" y="38002"/>
                    <a:pt x="24817" y="38002"/>
                  </a:cubicBezTo>
                  <a:cubicBezTo>
                    <a:pt x="26320" y="38002"/>
                    <a:pt x="27314" y="37387"/>
                    <a:pt x="28521" y="36530"/>
                  </a:cubicBezTo>
                  <a:cubicBezTo>
                    <a:pt x="29121" y="36063"/>
                    <a:pt x="29755" y="35629"/>
                    <a:pt x="30322" y="35162"/>
                  </a:cubicBezTo>
                  <a:cubicBezTo>
                    <a:pt x="28321" y="34495"/>
                    <a:pt x="28554" y="30993"/>
                    <a:pt x="31056" y="30993"/>
                  </a:cubicBezTo>
                  <a:cubicBezTo>
                    <a:pt x="32323" y="30993"/>
                    <a:pt x="33024" y="31927"/>
                    <a:pt x="33091" y="32927"/>
                  </a:cubicBezTo>
                  <a:cubicBezTo>
                    <a:pt x="35492" y="30859"/>
                    <a:pt x="37761" y="28658"/>
                    <a:pt x="39895" y="26289"/>
                  </a:cubicBezTo>
                  <a:cubicBezTo>
                    <a:pt x="39095" y="26156"/>
                    <a:pt x="38528" y="25489"/>
                    <a:pt x="38494" y="24688"/>
                  </a:cubicBezTo>
                  <a:cubicBezTo>
                    <a:pt x="38461" y="23787"/>
                    <a:pt x="39295" y="23020"/>
                    <a:pt x="40162" y="23020"/>
                  </a:cubicBezTo>
                  <a:cubicBezTo>
                    <a:pt x="40896" y="23020"/>
                    <a:pt x="41497" y="23521"/>
                    <a:pt x="41697" y="24188"/>
                  </a:cubicBezTo>
                  <a:cubicBezTo>
                    <a:pt x="43965" y="21486"/>
                    <a:pt x="46167" y="18884"/>
                    <a:pt x="47768" y="15782"/>
                  </a:cubicBezTo>
                  <a:lnTo>
                    <a:pt x="47768" y="15782"/>
                  </a:lnTo>
                  <a:cubicBezTo>
                    <a:pt x="47705" y="15793"/>
                    <a:pt x="47641" y="15799"/>
                    <a:pt x="47577" y="15799"/>
                  </a:cubicBezTo>
                  <a:cubicBezTo>
                    <a:pt x="47267" y="15799"/>
                    <a:pt x="46955" y="15669"/>
                    <a:pt x="46734" y="15448"/>
                  </a:cubicBezTo>
                  <a:cubicBezTo>
                    <a:pt x="46200" y="14914"/>
                    <a:pt x="46300" y="13914"/>
                    <a:pt x="46967" y="13513"/>
                  </a:cubicBezTo>
                  <a:cubicBezTo>
                    <a:pt x="47001" y="13513"/>
                    <a:pt x="47034" y="13513"/>
                    <a:pt x="47067" y="13480"/>
                  </a:cubicBezTo>
                  <a:cubicBezTo>
                    <a:pt x="47246" y="13378"/>
                    <a:pt x="47440" y="13329"/>
                    <a:pt x="47634" y="13329"/>
                  </a:cubicBezTo>
                  <a:cubicBezTo>
                    <a:pt x="47945" y="13329"/>
                    <a:pt x="48255" y="13454"/>
                    <a:pt x="48502" y="13680"/>
                  </a:cubicBezTo>
                  <a:cubicBezTo>
                    <a:pt x="48602" y="13747"/>
                    <a:pt x="48668" y="13847"/>
                    <a:pt x="48735" y="13947"/>
                  </a:cubicBezTo>
                  <a:cubicBezTo>
                    <a:pt x="49302" y="12880"/>
                    <a:pt x="49836" y="11879"/>
                    <a:pt x="48935" y="10678"/>
                  </a:cubicBezTo>
                  <a:cubicBezTo>
                    <a:pt x="48268" y="9811"/>
                    <a:pt x="47267" y="9277"/>
                    <a:pt x="46300" y="8777"/>
                  </a:cubicBezTo>
                  <a:cubicBezTo>
                    <a:pt x="40763" y="5841"/>
                    <a:pt x="35225" y="2939"/>
                    <a:pt x="29355" y="804"/>
                  </a:cubicBezTo>
                  <a:cubicBezTo>
                    <a:pt x="28254" y="404"/>
                    <a:pt x="27086" y="37"/>
                    <a:pt x="25885" y="4"/>
                  </a:cubicBezTo>
                  <a:cubicBezTo>
                    <a:pt x="25825" y="2"/>
                    <a:pt x="25764" y="1"/>
                    <a:pt x="2570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4" name="Google Shape;944;p39"/>
          <p:cNvGrpSpPr/>
          <p:nvPr/>
        </p:nvGrpSpPr>
        <p:grpSpPr>
          <a:xfrm flipH="1" rot="-127571">
            <a:off x="2336521" y="4521415"/>
            <a:ext cx="1237132" cy="837812"/>
            <a:chOff x="7954342" y="56442"/>
            <a:chExt cx="1237147" cy="837822"/>
          </a:xfrm>
        </p:grpSpPr>
        <p:sp>
          <p:nvSpPr>
            <p:cNvPr id="945" name="Google Shape;945;p39"/>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39"/>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39"/>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39"/>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39"/>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39"/>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39"/>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39"/>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39"/>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4" name="Google Shape;954;p39"/>
          <p:cNvGrpSpPr/>
          <p:nvPr/>
        </p:nvGrpSpPr>
        <p:grpSpPr>
          <a:xfrm>
            <a:off x="6479417" y="-163883"/>
            <a:ext cx="1237147" cy="837822"/>
            <a:chOff x="7954342" y="56442"/>
            <a:chExt cx="1237147" cy="837822"/>
          </a:xfrm>
        </p:grpSpPr>
        <p:sp>
          <p:nvSpPr>
            <p:cNvPr id="955" name="Google Shape;955;p39"/>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39"/>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39"/>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39"/>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39"/>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39"/>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39"/>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39"/>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39"/>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4" name="Google Shape;964;p39"/>
          <p:cNvSpPr/>
          <p:nvPr/>
        </p:nvSpPr>
        <p:spPr>
          <a:xfrm>
            <a:off x="2554075" y="-179025"/>
            <a:ext cx="2960775" cy="732175"/>
          </a:xfrm>
          <a:custGeom>
            <a:rect b="b" l="l" r="r" t="t"/>
            <a:pathLst>
              <a:path extrusionOk="0" h="29287" w="118431">
                <a:moveTo>
                  <a:pt x="0" y="4958"/>
                </a:moveTo>
                <a:cubicBezTo>
                  <a:pt x="6151" y="8998"/>
                  <a:pt x="24146" y="28461"/>
                  <a:pt x="36907" y="29195"/>
                </a:cubicBezTo>
                <a:cubicBezTo>
                  <a:pt x="49668" y="29929"/>
                  <a:pt x="62980" y="14230"/>
                  <a:pt x="76567" y="9364"/>
                </a:cubicBezTo>
                <a:cubicBezTo>
                  <a:pt x="90154" y="4498"/>
                  <a:pt x="111454" y="1561"/>
                  <a:pt x="118431" y="0"/>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5" name="Shape 965"/>
        <p:cNvGrpSpPr/>
        <p:nvPr/>
      </p:nvGrpSpPr>
      <p:grpSpPr>
        <a:xfrm>
          <a:off x="0" y="0"/>
          <a:ext cx="0" cy="0"/>
          <a:chOff x="0" y="0"/>
          <a:chExt cx="0" cy="0"/>
        </a:xfrm>
      </p:grpSpPr>
      <p:sp>
        <p:nvSpPr>
          <p:cNvPr id="966" name="Google Shape;966;p40"/>
          <p:cNvSpPr txBox="1"/>
          <p:nvPr>
            <p:ph hasCustomPrompt="1" type="title"/>
          </p:nvPr>
        </p:nvSpPr>
        <p:spPr>
          <a:xfrm>
            <a:off x="1391017" y="1622375"/>
            <a:ext cx="6362100" cy="1371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0"/>
              <a:buNone/>
              <a:defRPr b="1" sz="12000">
                <a:solidFill>
                  <a:schemeClr val="lt1"/>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67" name="Google Shape;967;p40"/>
          <p:cNvSpPr txBox="1"/>
          <p:nvPr>
            <p:ph idx="1" type="body"/>
          </p:nvPr>
        </p:nvSpPr>
        <p:spPr>
          <a:xfrm>
            <a:off x="1390883" y="3159425"/>
            <a:ext cx="6362100" cy="318000"/>
          </a:xfrm>
          <a:prstGeom prst="rect">
            <a:avLst/>
          </a:prstGeom>
          <a:noFill/>
          <a:ln>
            <a:noFill/>
          </a:ln>
        </p:spPr>
        <p:txBody>
          <a:bodyPr anchorCtr="0" anchor="ctr" bIns="91425" lIns="91425" spcFirstLastPara="1" rIns="91425" wrap="square" tIns="91425">
            <a:noAutofit/>
          </a:bodyPr>
          <a:lstStyle>
            <a:lvl1pPr indent="-330200" lvl="0" marL="457200" algn="ctr">
              <a:lnSpc>
                <a:spcPct val="100000"/>
              </a:lnSpc>
              <a:spcBef>
                <a:spcPts val="0"/>
              </a:spcBef>
              <a:spcAft>
                <a:spcPts val="0"/>
              </a:spcAft>
              <a:buSzPts val="1600"/>
              <a:buChar char="●"/>
              <a:defRPr sz="2000">
                <a:solidFill>
                  <a:schemeClr val="accent3"/>
                </a:solidFill>
              </a:defRPr>
            </a:lvl1pPr>
            <a:lvl2pPr indent="-330200" lvl="1" marL="914400" algn="ctr">
              <a:lnSpc>
                <a:spcPct val="100000"/>
              </a:lnSpc>
              <a:spcBef>
                <a:spcPts val="0"/>
              </a:spcBef>
              <a:spcAft>
                <a:spcPts val="0"/>
              </a:spcAft>
              <a:buSzPts val="1600"/>
              <a:buChar char="○"/>
              <a:defRPr/>
            </a:lvl2pPr>
            <a:lvl3pPr indent="-330200" lvl="2" marL="1371600" algn="ctr">
              <a:lnSpc>
                <a:spcPct val="100000"/>
              </a:lnSpc>
              <a:spcBef>
                <a:spcPts val="0"/>
              </a:spcBef>
              <a:spcAft>
                <a:spcPts val="0"/>
              </a:spcAft>
              <a:buSzPts val="1600"/>
              <a:buChar char="■"/>
              <a:defRPr/>
            </a:lvl3pPr>
            <a:lvl4pPr indent="-330200" lvl="3" marL="1828800" algn="ctr">
              <a:lnSpc>
                <a:spcPct val="100000"/>
              </a:lnSpc>
              <a:spcBef>
                <a:spcPts val="0"/>
              </a:spcBef>
              <a:spcAft>
                <a:spcPts val="0"/>
              </a:spcAft>
              <a:buSzPts val="1600"/>
              <a:buChar char="●"/>
              <a:defRPr/>
            </a:lvl4pPr>
            <a:lvl5pPr indent="-330200" lvl="4" marL="2286000" algn="ctr">
              <a:lnSpc>
                <a:spcPct val="100000"/>
              </a:lnSpc>
              <a:spcBef>
                <a:spcPts val="0"/>
              </a:spcBef>
              <a:spcAft>
                <a:spcPts val="0"/>
              </a:spcAft>
              <a:buSzPts val="1600"/>
              <a:buChar char="○"/>
              <a:defRPr/>
            </a:lvl5pPr>
            <a:lvl6pPr indent="-330200" lvl="5" marL="2743200" algn="ctr">
              <a:lnSpc>
                <a:spcPct val="100000"/>
              </a:lnSpc>
              <a:spcBef>
                <a:spcPts val="0"/>
              </a:spcBef>
              <a:spcAft>
                <a:spcPts val="0"/>
              </a:spcAft>
              <a:buSzPts val="1600"/>
              <a:buChar char="■"/>
              <a:defRPr/>
            </a:lvl6pPr>
            <a:lvl7pPr indent="-330200" lvl="6" marL="3200400" algn="ctr">
              <a:lnSpc>
                <a:spcPct val="100000"/>
              </a:lnSpc>
              <a:spcBef>
                <a:spcPts val="0"/>
              </a:spcBef>
              <a:spcAft>
                <a:spcPts val="0"/>
              </a:spcAft>
              <a:buSzPts val="1600"/>
              <a:buChar char="●"/>
              <a:defRPr/>
            </a:lvl7pPr>
            <a:lvl8pPr indent="-330200" lvl="7" marL="3657600" algn="ctr">
              <a:lnSpc>
                <a:spcPct val="100000"/>
              </a:lnSpc>
              <a:spcBef>
                <a:spcPts val="0"/>
              </a:spcBef>
              <a:spcAft>
                <a:spcPts val="0"/>
              </a:spcAft>
              <a:buSzPts val="1600"/>
              <a:buChar char="○"/>
              <a:defRPr/>
            </a:lvl8pPr>
            <a:lvl9pPr indent="-330200" lvl="8" marL="4114800" algn="ctr">
              <a:lnSpc>
                <a:spcPct val="100000"/>
              </a:lnSpc>
              <a:spcBef>
                <a:spcPts val="0"/>
              </a:spcBef>
              <a:spcAft>
                <a:spcPts val="0"/>
              </a:spcAft>
              <a:buSzPts val="1600"/>
              <a:buChar char="■"/>
              <a:defRPr/>
            </a:lvl9pPr>
          </a:lstStyle>
          <a:p/>
        </p:txBody>
      </p:sp>
      <p:grpSp>
        <p:nvGrpSpPr>
          <p:cNvPr id="968" name="Google Shape;968;p40"/>
          <p:cNvGrpSpPr/>
          <p:nvPr/>
        </p:nvGrpSpPr>
        <p:grpSpPr>
          <a:xfrm>
            <a:off x="-260100" y="4120000"/>
            <a:ext cx="1697075" cy="1035325"/>
            <a:chOff x="1894025" y="3393550"/>
            <a:chExt cx="1697075" cy="1035325"/>
          </a:xfrm>
        </p:grpSpPr>
        <p:sp>
          <p:nvSpPr>
            <p:cNvPr id="969" name="Google Shape;969;p40"/>
            <p:cNvSpPr/>
            <p:nvPr/>
          </p:nvSpPr>
          <p:spPr>
            <a:xfrm>
              <a:off x="1894025" y="3393550"/>
              <a:ext cx="1697075" cy="1035325"/>
            </a:xfrm>
            <a:custGeom>
              <a:rect b="b" l="l" r="r" t="t"/>
              <a:pathLst>
                <a:path extrusionOk="0" h="41413" w="67883">
                  <a:moveTo>
                    <a:pt x="34981" y="1"/>
                  </a:moveTo>
                  <a:cubicBezTo>
                    <a:pt x="33264" y="1"/>
                    <a:pt x="31592" y="379"/>
                    <a:pt x="29655" y="1074"/>
                  </a:cubicBezTo>
                  <a:cubicBezTo>
                    <a:pt x="25952" y="2375"/>
                    <a:pt x="22617" y="4510"/>
                    <a:pt x="19381" y="6678"/>
                  </a:cubicBezTo>
                  <a:cubicBezTo>
                    <a:pt x="14344" y="10114"/>
                    <a:pt x="9074" y="13216"/>
                    <a:pt x="4203" y="16919"/>
                  </a:cubicBezTo>
                  <a:cubicBezTo>
                    <a:pt x="3136" y="17719"/>
                    <a:pt x="2102" y="18553"/>
                    <a:pt x="1335" y="19654"/>
                  </a:cubicBezTo>
                  <a:cubicBezTo>
                    <a:pt x="0" y="21656"/>
                    <a:pt x="401" y="25325"/>
                    <a:pt x="2669" y="26593"/>
                  </a:cubicBezTo>
                  <a:cubicBezTo>
                    <a:pt x="3436" y="27026"/>
                    <a:pt x="4337" y="27126"/>
                    <a:pt x="5171" y="27293"/>
                  </a:cubicBezTo>
                  <a:cubicBezTo>
                    <a:pt x="6905" y="27693"/>
                    <a:pt x="8507" y="28461"/>
                    <a:pt x="10108" y="29194"/>
                  </a:cubicBezTo>
                  <a:cubicBezTo>
                    <a:pt x="17179" y="32530"/>
                    <a:pt x="24218" y="35832"/>
                    <a:pt x="31289" y="39168"/>
                  </a:cubicBezTo>
                  <a:cubicBezTo>
                    <a:pt x="33295" y="40123"/>
                    <a:pt x="35422" y="41412"/>
                    <a:pt x="37699" y="41412"/>
                  </a:cubicBezTo>
                  <a:cubicBezTo>
                    <a:pt x="37808" y="41412"/>
                    <a:pt x="37918" y="41409"/>
                    <a:pt x="38028" y="41403"/>
                  </a:cubicBezTo>
                  <a:cubicBezTo>
                    <a:pt x="40863" y="41236"/>
                    <a:pt x="43298" y="39468"/>
                    <a:pt x="45299" y="37467"/>
                  </a:cubicBezTo>
                  <a:cubicBezTo>
                    <a:pt x="47101" y="35666"/>
                    <a:pt x="48669" y="33564"/>
                    <a:pt x="50770" y="32096"/>
                  </a:cubicBezTo>
                  <a:cubicBezTo>
                    <a:pt x="52972" y="30495"/>
                    <a:pt x="55473" y="29328"/>
                    <a:pt x="57608" y="27593"/>
                  </a:cubicBezTo>
                  <a:cubicBezTo>
                    <a:pt x="58976" y="26492"/>
                    <a:pt x="60243" y="25225"/>
                    <a:pt x="61711" y="24258"/>
                  </a:cubicBezTo>
                  <a:cubicBezTo>
                    <a:pt x="62979" y="23424"/>
                    <a:pt x="64380" y="22790"/>
                    <a:pt x="65547" y="21789"/>
                  </a:cubicBezTo>
                  <a:cubicBezTo>
                    <a:pt x="67482" y="20121"/>
                    <a:pt x="67882" y="16986"/>
                    <a:pt x="67515" y="14551"/>
                  </a:cubicBezTo>
                  <a:cubicBezTo>
                    <a:pt x="67449" y="14117"/>
                    <a:pt x="67215" y="13683"/>
                    <a:pt x="66848" y="13316"/>
                  </a:cubicBezTo>
                  <a:cubicBezTo>
                    <a:pt x="65514" y="11882"/>
                    <a:pt x="62612" y="10881"/>
                    <a:pt x="61311" y="10181"/>
                  </a:cubicBezTo>
                  <a:cubicBezTo>
                    <a:pt x="58642" y="8746"/>
                    <a:pt x="55907" y="7412"/>
                    <a:pt x="53172" y="6145"/>
                  </a:cubicBezTo>
                  <a:cubicBezTo>
                    <a:pt x="48635" y="4076"/>
                    <a:pt x="43965" y="2208"/>
                    <a:pt x="39195" y="707"/>
                  </a:cubicBezTo>
                  <a:cubicBezTo>
                    <a:pt x="37667" y="227"/>
                    <a:pt x="36310" y="1"/>
                    <a:pt x="3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40"/>
            <p:cNvSpPr/>
            <p:nvPr/>
          </p:nvSpPr>
          <p:spPr>
            <a:xfrm>
              <a:off x="1894025" y="3729775"/>
              <a:ext cx="1697075" cy="699100"/>
            </a:xfrm>
            <a:custGeom>
              <a:rect b="b" l="l" r="r" t="t"/>
              <a:pathLst>
                <a:path extrusionOk="0" h="27964" w="67883">
                  <a:moveTo>
                    <a:pt x="66948" y="1"/>
                  </a:moveTo>
                  <a:cubicBezTo>
                    <a:pt x="66781" y="534"/>
                    <a:pt x="66515" y="1035"/>
                    <a:pt x="66214" y="1502"/>
                  </a:cubicBezTo>
                  <a:cubicBezTo>
                    <a:pt x="65547" y="2636"/>
                    <a:pt x="64847" y="3737"/>
                    <a:pt x="63946" y="4704"/>
                  </a:cubicBezTo>
                  <a:cubicBezTo>
                    <a:pt x="62979" y="5705"/>
                    <a:pt x="61811" y="6505"/>
                    <a:pt x="60644" y="7273"/>
                  </a:cubicBezTo>
                  <a:cubicBezTo>
                    <a:pt x="56874" y="9875"/>
                    <a:pt x="53105" y="12443"/>
                    <a:pt x="49369" y="15012"/>
                  </a:cubicBezTo>
                  <a:cubicBezTo>
                    <a:pt x="48268" y="15745"/>
                    <a:pt x="47167" y="16513"/>
                    <a:pt x="46233" y="17413"/>
                  </a:cubicBezTo>
                  <a:cubicBezTo>
                    <a:pt x="44999" y="18647"/>
                    <a:pt x="44032" y="20182"/>
                    <a:pt x="42564" y="21116"/>
                  </a:cubicBezTo>
                  <a:cubicBezTo>
                    <a:pt x="41326" y="21912"/>
                    <a:pt x="39911" y="22206"/>
                    <a:pt x="38442" y="22206"/>
                  </a:cubicBezTo>
                  <a:cubicBezTo>
                    <a:pt x="36587" y="22206"/>
                    <a:pt x="34644" y="21737"/>
                    <a:pt x="32857" y="21216"/>
                  </a:cubicBezTo>
                  <a:cubicBezTo>
                    <a:pt x="31023" y="20682"/>
                    <a:pt x="28921" y="20282"/>
                    <a:pt x="27153" y="19515"/>
                  </a:cubicBezTo>
                  <a:cubicBezTo>
                    <a:pt x="25419" y="18714"/>
                    <a:pt x="23884" y="17580"/>
                    <a:pt x="22050" y="16846"/>
                  </a:cubicBezTo>
                  <a:lnTo>
                    <a:pt x="12042" y="12943"/>
                  </a:lnTo>
                  <a:cubicBezTo>
                    <a:pt x="11375" y="12677"/>
                    <a:pt x="10675" y="12410"/>
                    <a:pt x="9974" y="12143"/>
                  </a:cubicBezTo>
                  <a:cubicBezTo>
                    <a:pt x="7939" y="11342"/>
                    <a:pt x="5738" y="10442"/>
                    <a:pt x="4537" y="8607"/>
                  </a:cubicBezTo>
                  <a:cubicBezTo>
                    <a:pt x="4103" y="7940"/>
                    <a:pt x="3803" y="7206"/>
                    <a:pt x="3336" y="6572"/>
                  </a:cubicBezTo>
                  <a:cubicBezTo>
                    <a:pt x="3003" y="6072"/>
                    <a:pt x="2536" y="5605"/>
                    <a:pt x="1969" y="5405"/>
                  </a:cubicBezTo>
                  <a:cubicBezTo>
                    <a:pt x="1735" y="5671"/>
                    <a:pt x="1535" y="5905"/>
                    <a:pt x="1368" y="6172"/>
                  </a:cubicBezTo>
                  <a:cubicBezTo>
                    <a:pt x="0" y="8173"/>
                    <a:pt x="401" y="11876"/>
                    <a:pt x="2669" y="13144"/>
                  </a:cubicBezTo>
                  <a:cubicBezTo>
                    <a:pt x="3436" y="13577"/>
                    <a:pt x="4337" y="13677"/>
                    <a:pt x="5171" y="13844"/>
                  </a:cubicBezTo>
                  <a:cubicBezTo>
                    <a:pt x="6905" y="14244"/>
                    <a:pt x="8540" y="14978"/>
                    <a:pt x="10141" y="15745"/>
                  </a:cubicBezTo>
                  <a:cubicBezTo>
                    <a:pt x="17179" y="19048"/>
                    <a:pt x="24251" y="22383"/>
                    <a:pt x="31289" y="25719"/>
                  </a:cubicBezTo>
                  <a:cubicBezTo>
                    <a:pt x="33327" y="26674"/>
                    <a:pt x="35425" y="27963"/>
                    <a:pt x="37728" y="27963"/>
                  </a:cubicBezTo>
                  <a:cubicBezTo>
                    <a:pt x="37839" y="27963"/>
                    <a:pt x="37950" y="27960"/>
                    <a:pt x="38061" y="27954"/>
                  </a:cubicBezTo>
                  <a:cubicBezTo>
                    <a:pt x="40863" y="27787"/>
                    <a:pt x="43298" y="25986"/>
                    <a:pt x="45299" y="24018"/>
                  </a:cubicBezTo>
                  <a:cubicBezTo>
                    <a:pt x="47101" y="22217"/>
                    <a:pt x="48669" y="20115"/>
                    <a:pt x="50770" y="18614"/>
                  </a:cubicBezTo>
                  <a:cubicBezTo>
                    <a:pt x="53005" y="17046"/>
                    <a:pt x="55473" y="15879"/>
                    <a:pt x="57608" y="14144"/>
                  </a:cubicBezTo>
                  <a:cubicBezTo>
                    <a:pt x="58976" y="13043"/>
                    <a:pt x="60243" y="11776"/>
                    <a:pt x="61711" y="10809"/>
                  </a:cubicBezTo>
                  <a:cubicBezTo>
                    <a:pt x="62979" y="9975"/>
                    <a:pt x="64380" y="9341"/>
                    <a:pt x="65547" y="8340"/>
                  </a:cubicBezTo>
                  <a:cubicBezTo>
                    <a:pt x="67482" y="6672"/>
                    <a:pt x="67882" y="3537"/>
                    <a:pt x="67515" y="1102"/>
                  </a:cubicBezTo>
                  <a:cubicBezTo>
                    <a:pt x="67449" y="701"/>
                    <a:pt x="67248" y="334"/>
                    <a:pt x="669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40"/>
            <p:cNvSpPr/>
            <p:nvPr/>
          </p:nvSpPr>
          <p:spPr>
            <a:xfrm>
              <a:off x="3018150" y="3834850"/>
              <a:ext cx="564600" cy="498725"/>
            </a:xfrm>
            <a:custGeom>
              <a:rect b="b" l="l" r="r" t="t"/>
              <a:pathLst>
                <a:path extrusionOk="0" h="19949" w="22584">
                  <a:moveTo>
                    <a:pt x="22584" y="1"/>
                  </a:moveTo>
                  <a:cubicBezTo>
                    <a:pt x="19982" y="1935"/>
                    <a:pt x="17547" y="4104"/>
                    <a:pt x="15412" y="6539"/>
                  </a:cubicBezTo>
                  <a:cubicBezTo>
                    <a:pt x="15070" y="6907"/>
                    <a:pt x="14623" y="7297"/>
                    <a:pt x="14188" y="7297"/>
                  </a:cubicBezTo>
                  <a:cubicBezTo>
                    <a:pt x="14072" y="7297"/>
                    <a:pt x="13957" y="7269"/>
                    <a:pt x="13844" y="7206"/>
                  </a:cubicBezTo>
                  <a:cubicBezTo>
                    <a:pt x="13410" y="6939"/>
                    <a:pt x="13377" y="6339"/>
                    <a:pt x="13144" y="5938"/>
                  </a:cubicBezTo>
                  <a:cubicBezTo>
                    <a:pt x="12943" y="5638"/>
                    <a:pt x="12643" y="5471"/>
                    <a:pt x="12310" y="5405"/>
                  </a:cubicBezTo>
                  <a:cubicBezTo>
                    <a:pt x="11943" y="5672"/>
                    <a:pt x="11576" y="5905"/>
                    <a:pt x="11209" y="6172"/>
                  </a:cubicBezTo>
                  <a:cubicBezTo>
                    <a:pt x="11109" y="7273"/>
                    <a:pt x="11509" y="8474"/>
                    <a:pt x="11109" y="9541"/>
                  </a:cubicBezTo>
                  <a:cubicBezTo>
                    <a:pt x="10709" y="10542"/>
                    <a:pt x="9708" y="11142"/>
                    <a:pt x="8807" y="11642"/>
                  </a:cubicBezTo>
                  <a:cubicBezTo>
                    <a:pt x="7540" y="12376"/>
                    <a:pt x="6239" y="13110"/>
                    <a:pt x="4971" y="13811"/>
                  </a:cubicBezTo>
                  <a:cubicBezTo>
                    <a:pt x="4537" y="14059"/>
                    <a:pt x="4000" y="14294"/>
                    <a:pt x="3528" y="14294"/>
                  </a:cubicBezTo>
                  <a:cubicBezTo>
                    <a:pt x="3238" y="14294"/>
                    <a:pt x="2972" y="14206"/>
                    <a:pt x="2770" y="13977"/>
                  </a:cubicBezTo>
                  <a:cubicBezTo>
                    <a:pt x="2369" y="13510"/>
                    <a:pt x="2503" y="12843"/>
                    <a:pt x="2469" y="12210"/>
                  </a:cubicBezTo>
                  <a:lnTo>
                    <a:pt x="2469" y="12210"/>
                  </a:lnTo>
                  <a:cubicBezTo>
                    <a:pt x="2036" y="12543"/>
                    <a:pt x="1635" y="12877"/>
                    <a:pt x="1268" y="13244"/>
                  </a:cubicBezTo>
                  <a:cubicBezTo>
                    <a:pt x="835" y="13677"/>
                    <a:pt x="401" y="14178"/>
                    <a:pt x="1" y="14645"/>
                  </a:cubicBezTo>
                  <a:cubicBezTo>
                    <a:pt x="168" y="15512"/>
                    <a:pt x="301" y="16379"/>
                    <a:pt x="368" y="17280"/>
                  </a:cubicBezTo>
                  <a:cubicBezTo>
                    <a:pt x="435" y="18180"/>
                    <a:pt x="334" y="19081"/>
                    <a:pt x="234" y="19948"/>
                  </a:cubicBezTo>
                  <a:cubicBezTo>
                    <a:pt x="268" y="19915"/>
                    <a:pt x="301" y="19848"/>
                    <a:pt x="334" y="19815"/>
                  </a:cubicBezTo>
                  <a:cubicBezTo>
                    <a:pt x="2136" y="18014"/>
                    <a:pt x="3704" y="15912"/>
                    <a:pt x="5805" y="14444"/>
                  </a:cubicBezTo>
                  <a:cubicBezTo>
                    <a:pt x="8040" y="12843"/>
                    <a:pt x="10508" y="11676"/>
                    <a:pt x="12643" y="9975"/>
                  </a:cubicBezTo>
                  <a:cubicBezTo>
                    <a:pt x="14011" y="8840"/>
                    <a:pt x="15278" y="7606"/>
                    <a:pt x="16746" y="6606"/>
                  </a:cubicBezTo>
                  <a:cubicBezTo>
                    <a:pt x="18014" y="5772"/>
                    <a:pt x="19415" y="5138"/>
                    <a:pt x="20582" y="4137"/>
                  </a:cubicBezTo>
                  <a:cubicBezTo>
                    <a:pt x="20716" y="4037"/>
                    <a:pt x="20849" y="3904"/>
                    <a:pt x="20949" y="3770"/>
                  </a:cubicBezTo>
                  <a:cubicBezTo>
                    <a:pt x="20983" y="3737"/>
                    <a:pt x="21016" y="3670"/>
                    <a:pt x="21049" y="3637"/>
                  </a:cubicBezTo>
                  <a:cubicBezTo>
                    <a:pt x="21149" y="3537"/>
                    <a:pt x="21216" y="3437"/>
                    <a:pt x="21283" y="3337"/>
                  </a:cubicBezTo>
                  <a:cubicBezTo>
                    <a:pt x="21349" y="3303"/>
                    <a:pt x="21383" y="3270"/>
                    <a:pt x="21416" y="3203"/>
                  </a:cubicBezTo>
                  <a:cubicBezTo>
                    <a:pt x="21483" y="3103"/>
                    <a:pt x="21550" y="3003"/>
                    <a:pt x="21616" y="2903"/>
                  </a:cubicBezTo>
                  <a:cubicBezTo>
                    <a:pt x="21650" y="2836"/>
                    <a:pt x="21650" y="2803"/>
                    <a:pt x="21683" y="2736"/>
                  </a:cubicBezTo>
                  <a:cubicBezTo>
                    <a:pt x="21750" y="2603"/>
                    <a:pt x="21850" y="2469"/>
                    <a:pt x="21883" y="2336"/>
                  </a:cubicBezTo>
                  <a:cubicBezTo>
                    <a:pt x="21917" y="2336"/>
                    <a:pt x="21917" y="2302"/>
                    <a:pt x="21917" y="2269"/>
                  </a:cubicBezTo>
                  <a:cubicBezTo>
                    <a:pt x="22083" y="1935"/>
                    <a:pt x="22217" y="1569"/>
                    <a:pt x="22317" y="1168"/>
                  </a:cubicBezTo>
                  <a:cubicBezTo>
                    <a:pt x="22384" y="1001"/>
                    <a:pt x="22417" y="801"/>
                    <a:pt x="22450" y="601"/>
                  </a:cubicBezTo>
                  <a:cubicBezTo>
                    <a:pt x="22450" y="601"/>
                    <a:pt x="22450" y="601"/>
                    <a:pt x="22484" y="568"/>
                  </a:cubicBezTo>
                  <a:cubicBezTo>
                    <a:pt x="22517" y="368"/>
                    <a:pt x="22550" y="201"/>
                    <a:pt x="2258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40"/>
            <p:cNvSpPr/>
            <p:nvPr/>
          </p:nvSpPr>
          <p:spPr>
            <a:xfrm>
              <a:off x="1911525" y="3844025"/>
              <a:ext cx="833125" cy="511725"/>
            </a:xfrm>
            <a:custGeom>
              <a:rect b="b" l="l" r="r" t="t"/>
              <a:pathLst>
                <a:path extrusionOk="0" h="20469" w="33325">
                  <a:moveTo>
                    <a:pt x="2136" y="1"/>
                  </a:moveTo>
                  <a:cubicBezTo>
                    <a:pt x="1569" y="501"/>
                    <a:pt x="1068" y="1001"/>
                    <a:pt x="635" y="1635"/>
                  </a:cubicBezTo>
                  <a:cubicBezTo>
                    <a:pt x="335" y="2102"/>
                    <a:pt x="101" y="2669"/>
                    <a:pt x="1" y="3303"/>
                  </a:cubicBezTo>
                  <a:cubicBezTo>
                    <a:pt x="2336" y="4771"/>
                    <a:pt x="4204" y="6739"/>
                    <a:pt x="6839" y="7940"/>
                  </a:cubicBezTo>
                  <a:cubicBezTo>
                    <a:pt x="9641" y="9207"/>
                    <a:pt x="12610" y="10075"/>
                    <a:pt x="15412" y="11409"/>
                  </a:cubicBezTo>
                  <a:cubicBezTo>
                    <a:pt x="18414" y="12810"/>
                    <a:pt x="21183" y="14678"/>
                    <a:pt x="24252" y="15912"/>
                  </a:cubicBezTo>
                  <a:cubicBezTo>
                    <a:pt x="26153" y="16646"/>
                    <a:pt x="28321" y="17313"/>
                    <a:pt x="29188" y="19148"/>
                  </a:cubicBezTo>
                  <a:cubicBezTo>
                    <a:pt x="29389" y="19548"/>
                    <a:pt x="29522" y="20048"/>
                    <a:pt x="29922" y="20315"/>
                  </a:cubicBezTo>
                  <a:cubicBezTo>
                    <a:pt x="30074" y="20421"/>
                    <a:pt x="30243" y="20469"/>
                    <a:pt x="30421" y="20469"/>
                  </a:cubicBezTo>
                  <a:cubicBezTo>
                    <a:pt x="31029" y="20469"/>
                    <a:pt x="31749" y="19918"/>
                    <a:pt x="32291" y="19248"/>
                  </a:cubicBezTo>
                  <a:cubicBezTo>
                    <a:pt x="32924" y="18447"/>
                    <a:pt x="33325" y="17513"/>
                    <a:pt x="33058" y="17013"/>
                  </a:cubicBezTo>
                  <a:cubicBezTo>
                    <a:pt x="32958" y="16779"/>
                    <a:pt x="32791" y="16613"/>
                    <a:pt x="32591" y="16446"/>
                  </a:cubicBezTo>
                  <a:cubicBezTo>
                    <a:pt x="29922" y="14178"/>
                    <a:pt x="26420" y="13277"/>
                    <a:pt x="23151" y="12043"/>
                  </a:cubicBezTo>
                  <a:cubicBezTo>
                    <a:pt x="20149" y="10909"/>
                    <a:pt x="17247" y="9474"/>
                    <a:pt x="14378" y="8073"/>
                  </a:cubicBezTo>
                  <a:cubicBezTo>
                    <a:pt x="12944" y="7373"/>
                    <a:pt x="11476" y="6639"/>
                    <a:pt x="10041" y="5972"/>
                  </a:cubicBezTo>
                  <a:cubicBezTo>
                    <a:pt x="8874" y="5471"/>
                    <a:pt x="7440" y="5138"/>
                    <a:pt x="6439" y="4404"/>
                  </a:cubicBezTo>
                  <a:cubicBezTo>
                    <a:pt x="4938" y="3303"/>
                    <a:pt x="4004" y="1535"/>
                    <a:pt x="2569" y="334"/>
                  </a:cubicBezTo>
                  <a:cubicBezTo>
                    <a:pt x="2436" y="201"/>
                    <a:pt x="2303" y="101"/>
                    <a:pt x="213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40"/>
            <p:cNvSpPr/>
            <p:nvPr/>
          </p:nvSpPr>
          <p:spPr>
            <a:xfrm>
              <a:off x="1912375" y="3393550"/>
              <a:ext cx="1669550" cy="526400"/>
            </a:xfrm>
            <a:custGeom>
              <a:rect b="b" l="l" r="r" t="t"/>
              <a:pathLst>
                <a:path extrusionOk="0" h="21056" w="66782">
                  <a:moveTo>
                    <a:pt x="34247" y="1"/>
                  </a:moveTo>
                  <a:cubicBezTo>
                    <a:pt x="32530" y="1"/>
                    <a:pt x="30858" y="379"/>
                    <a:pt x="28921" y="1074"/>
                  </a:cubicBezTo>
                  <a:cubicBezTo>
                    <a:pt x="25218" y="2375"/>
                    <a:pt x="21883" y="4510"/>
                    <a:pt x="18647" y="6678"/>
                  </a:cubicBezTo>
                  <a:cubicBezTo>
                    <a:pt x="13610" y="10114"/>
                    <a:pt x="8340" y="13216"/>
                    <a:pt x="3469" y="16919"/>
                  </a:cubicBezTo>
                  <a:cubicBezTo>
                    <a:pt x="2402" y="17719"/>
                    <a:pt x="1368" y="18553"/>
                    <a:pt x="601" y="19654"/>
                  </a:cubicBezTo>
                  <a:cubicBezTo>
                    <a:pt x="334" y="20054"/>
                    <a:pt x="134" y="20522"/>
                    <a:pt x="0" y="21055"/>
                  </a:cubicBezTo>
                  <a:cubicBezTo>
                    <a:pt x="1301" y="19854"/>
                    <a:pt x="2669" y="18720"/>
                    <a:pt x="4103" y="17653"/>
                  </a:cubicBezTo>
                  <a:cubicBezTo>
                    <a:pt x="7839" y="14917"/>
                    <a:pt x="11909" y="12649"/>
                    <a:pt x="16045" y="10581"/>
                  </a:cubicBezTo>
                  <a:cubicBezTo>
                    <a:pt x="18413" y="9414"/>
                    <a:pt x="20782" y="8313"/>
                    <a:pt x="23184" y="7212"/>
                  </a:cubicBezTo>
                  <a:cubicBezTo>
                    <a:pt x="24470" y="6592"/>
                    <a:pt x="25931" y="5987"/>
                    <a:pt x="27315" y="5987"/>
                  </a:cubicBezTo>
                  <a:cubicBezTo>
                    <a:pt x="27941" y="5987"/>
                    <a:pt x="28550" y="6110"/>
                    <a:pt x="29121" y="6411"/>
                  </a:cubicBezTo>
                  <a:cubicBezTo>
                    <a:pt x="30022" y="6845"/>
                    <a:pt x="30689" y="7679"/>
                    <a:pt x="31523" y="8213"/>
                  </a:cubicBezTo>
                  <a:cubicBezTo>
                    <a:pt x="32154" y="8589"/>
                    <a:pt x="32882" y="8770"/>
                    <a:pt x="33611" y="8770"/>
                  </a:cubicBezTo>
                  <a:cubicBezTo>
                    <a:pt x="34695" y="8770"/>
                    <a:pt x="35782" y="8370"/>
                    <a:pt x="36560" y="7612"/>
                  </a:cubicBezTo>
                  <a:cubicBezTo>
                    <a:pt x="37060" y="7112"/>
                    <a:pt x="37427" y="6445"/>
                    <a:pt x="38061" y="6078"/>
                  </a:cubicBezTo>
                  <a:cubicBezTo>
                    <a:pt x="38595" y="5711"/>
                    <a:pt x="39295" y="5644"/>
                    <a:pt x="39962" y="5611"/>
                  </a:cubicBezTo>
                  <a:cubicBezTo>
                    <a:pt x="40346" y="5588"/>
                    <a:pt x="40729" y="5577"/>
                    <a:pt x="41109" y="5577"/>
                  </a:cubicBezTo>
                  <a:cubicBezTo>
                    <a:pt x="50134" y="5577"/>
                    <a:pt x="58043" y="11830"/>
                    <a:pt x="66781" y="14551"/>
                  </a:cubicBezTo>
                  <a:cubicBezTo>
                    <a:pt x="66715" y="14117"/>
                    <a:pt x="66448" y="13683"/>
                    <a:pt x="66114" y="13316"/>
                  </a:cubicBezTo>
                  <a:cubicBezTo>
                    <a:pt x="64780" y="11882"/>
                    <a:pt x="61878" y="10881"/>
                    <a:pt x="60577" y="10181"/>
                  </a:cubicBezTo>
                  <a:cubicBezTo>
                    <a:pt x="57908" y="8746"/>
                    <a:pt x="55173" y="7412"/>
                    <a:pt x="52438" y="6145"/>
                  </a:cubicBezTo>
                  <a:cubicBezTo>
                    <a:pt x="47901" y="4076"/>
                    <a:pt x="43231" y="2208"/>
                    <a:pt x="38461" y="707"/>
                  </a:cubicBezTo>
                  <a:cubicBezTo>
                    <a:pt x="36933" y="227"/>
                    <a:pt x="35576" y="1"/>
                    <a:pt x="3424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74" name="Google Shape;974;p40"/>
          <p:cNvGrpSpPr/>
          <p:nvPr/>
        </p:nvGrpSpPr>
        <p:grpSpPr>
          <a:xfrm rot="-1435341">
            <a:off x="4184405" y="4504113"/>
            <a:ext cx="1684558" cy="782729"/>
            <a:chOff x="1884850" y="3105525"/>
            <a:chExt cx="1684550" cy="782725"/>
          </a:xfrm>
        </p:grpSpPr>
        <p:sp>
          <p:nvSpPr>
            <p:cNvPr id="975" name="Google Shape;975;p40"/>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40"/>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40"/>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40"/>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40"/>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40"/>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40"/>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40"/>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40"/>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40"/>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40"/>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40"/>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40"/>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40"/>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40"/>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40"/>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40"/>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40"/>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3" name="Google Shape;993;p40"/>
          <p:cNvGrpSpPr/>
          <p:nvPr/>
        </p:nvGrpSpPr>
        <p:grpSpPr>
          <a:xfrm rot="2320018">
            <a:off x="7271382" y="110061"/>
            <a:ext cx="1600344" cy="939561"/>
            <a:chOff x="1939900" y="2001425"/>
            <a:chExt cx="1600325" cy="939550"/>
          </a:xfrm>
        </p:grpSpPr>
        <p:sp>
          <p:nvSpPr>
            <p:cNvPr id="994" name="Google Shape;994;p40"/>
            <p:cNvSpPr/>
            <p:nvPr/>
          </p:nvSpPr>
          <p:spPr>
            <a:xfrm>
              <a:off x="1939900" y="2001425"/>
              <a:ext cx="1600325" cy="939550"/>
            </a:xfrm>
            <a:custGeom>
              <a:rect b="b" l="l" r="r" t="t"/>
              <a:pathLst>
                <a:path extrusionOk="0" h="37582" w="64013">
                  <a:moveTo>
                    <a:pt x="53040" y="0"/>
                  </a:moveTo>
                  <a:cubicBezTo>
                    <a:pt x="52834" y="0"/>
                    <a:pt x="52630" y="14"/>
                    <a:pt x="52438" y="35"/>
                  </a:cubicBezTo>
                  <a:cubicBezTo>
                    <a:pt x="48401" y="536"/>
                    <a:pt x="44565" y="2037"/>
                    <a:pt x="40629" y="3071"/>
                  </a:cubicBezTo>
                  <a:cubicBezTo>
                    <a:pt x="36860" y="4071"/>
                    <a:pt x="33457" y="3805"/>
                    <a:pt x="29655" y="4005"/>
                  </a:cubicBezTo>
                  <a:cubicBezTo>
                    <a:pt x="27420" y="4138"/>
                    <a:pt x="25151" y="4739"/>
                    <a:pt x="22950" y="4772"/>
                  </a:cubicBezTo>
                  <a:cubicBezTo>
                    <a:pt x="22928" y="4772"/>
                    <a:pt x="22907" y="4773"/>
                    <a:pt x="22886" y="4773"/>
                  </a:cubicBezTo>
                  <a:cubicBezTo>
                    <a:pt x="21755" y="4773"/>
                    <a:pt x="20472" y="4112"/>
                    <a:pt x="19293" y="4112"/>
                  </a:cubicBezTo>
                  <a:cubicBezTo>
                    <a:pt x="18956" y="4112"/>
                    <a:pt x="18627" y="4166"/>
                    <a:pt x="18313" y="4305"/>
                  </a:cubicBezTo>
                  <a:cubicBezTo>
                    <a:pt x="17379" y="4739"/>
                    <a:pt x="17012" y="5839"/>
                    <a:pt x="16445" y="6707"/>
                  </a:cubicBezTo>
                  <a:cubicBezTo>
                    <a:pt x="15711" y="7741"/>
                    <a:pt x="14577" y="8475"/>
                    <a:pt x="13310" y="8641"/>
                  </a:cubicBezTo>
                  <a:cubicBezTo>
                    <a:pt x="13160" y="8671"/>
                    <a:pt x="13003" y="8688"/>
                    <a:pt x="12846" y="8688"/>
                  </a:cubicBezTo>
                  <a:cubicBezTo>
                    <a:pt x="12653" y="8688"/>
                    <a:pt x="12459" y="8663"/>
                    <a:pt x="12276" y="8608"/>
                  </a:cubicBezTo>
                  <a:cubicBezTo>
                    <a:pt x="11842" y="8441"/>
                    <a:pt x="11508" y="8108"/>
                    <a:pt x="11175" y="7807"/>
                  </a:cubicBezTo>
                  <a:cubicBezTo>
                    <a:pt x="10240" y="6986"/>
                    <a:pt x="9040" y="6381"/>
                    <a:pt x="7821" y="6381"/>
                  </a:cubicBezTo>
                  <a:cubicBezTo>
                    <a:pt x="7605" y="6381"/>
                    <a:pt x="7388" y="6400"/>
                    <a:pt x="7172" y="6440"/>
                  </a:cubicBezTo>
                  <a:cubicBezTo>
                    <a:pt x="5771" y="6740"/>
                    <a:pt x="4537" y="8208"/>
                    <a:pt x="4937" y="9609"/>
                  </a:cubicBezTo>
                  <a:cubicBezTo>
                    <a:pt x="5070" y="10209"/>
                    <a:pt x="5504" y="10810"/>
                    <a:pt x="5271" y="11377"/>
                  </a:cubicBezTo>
                  <a:cubicBezTo>
                    <a:pt x="5137" y="11777"/>
                    <a:pt x="4703" y="12010"/>
                    <a:pt x="4337" y="12211"/>
                  </a:cubicBezTo>
                  <a:cubicBezTo>
                    <a:pt x="3002" y="12878"/>
                    <a:pt x="1635" y="13512"/>
                    <a:pt x="701" y="14612"/>
                  </a:cubicBezTo>
                  <a:cubicBezTo>
                    <a:pt x="334" y="15079"/>
                    <a:pt x="0" y="15680"/>
                    <a:pt x="167" y="16247"/>
                  </a:cubicBezTo>
                  <a:cubicBezTo>
                    <a:pt x="300" y="16814"/>
                    <a:pt x="834" y="17181"/>
                    <a:pt x="1268" y="17614"/>
                  </a:cubicBezTo>
                  <a:cubicBezTo>
                    <a:pt x="2135" y="18482"/>
                    <a:pt x="2502" y="19816"/>
                    <a:pt x="2202" y="21017"/>
                  </a:cubicBezTo>
                  <a:cubicBezTo>
                    <a:pt x="1901" y="22251"/>
                    <a:pt x="1001" y="23652"/>
                    <a:pt x="1835" y="24620"/>
                  </a:cubicBezTo>
                  <a:cubicBezTo>
                    <a:pt x="2335" y="25187"/>
                    <a:pt x="3202" y="25220"/>
                    <a:pt x="3836" y="25687"/>
                  </a:cubicBezTo>
                  <a:cubicBezTo>
                    <a:pt x="4937" y="26521"/>
                    <a:pt x="4804" y="28522"/>
                    <a:pt x="6038" y="29189"/>
                  </a:cubicBezTo>
                  <a:cubicBezTo>
                    <a:pt x="6234" y="29291"/>
                    <a:pt x="6448" y="29338"/>
                    <a:pt x="6664" y="29338"/>
                  </a:cubicBezTo>
                  <a:cubicBezTo>
                    <a:pt x="7365" y="29338"/>
                    <a:pt x="8078" y="28844"/>
                    <a:pt x="8206" y="28155"/>
                  </a:cubicBezTo>
                  <a:cubicBezTo>
                    <a:pt x="8473" y="26955"/>
                    <a:pt x="7272" y="25487"/>
                    <a:pt x="8139" y="24586"/>
                  </a:cubicBezTo>
                  <a:cubicBezTo>
                    <a:pt x="8367" y="24359"/>
                    <a:pt x="8670" y="24262"/>
                    <a:pt x="8986" y="24262"/>
                  </a:cubicBezTo>
                  <a:cubicBezTo>
                    <a:pt x="9366" y="24262"/>
                    <a:pt x="9765" y="24401"/>
                    <a:pt x="10074" y="24620"/>
                  </a:cubicBezTo>
                  <a:cubicBezTo>
                    <a:pt x="12276" y="26087"/>
                    <a:pt x="11842" y="30023"/>
                    <a:pt x="14210" y="31191"/>
                  </a:cubicBezTo>
                  <a:cubicBezTo>
                    <a:pt x="14547" y="31363"/>
                    <a:pt x="14915" y="31443"/>
                    <a:pt x="15287" y="31443"/>
                  </a:cubicBezTo>
                  <a:cubicBezTo>
                    <a:pt x="16425" y="31443"/>
                    <a:pt x="17586" y="30696"/>
                    <a:pt x="17913" y="29590"/>
                  </a:cubicBezTo>
                  <a:cubicBezTo>
                    <a:pt x="18180" y="28622"/>
                    <a:pt x="17980" y="27455"/>
                    <a:pt x="18680" y="26754"/>
                  </a:cubicBezTo>
                  <a:cubicBezTo>
                    <a:pt x="18962" y="26488"/>
                    <a:pt x="19331" y="26369"/>
                    <a:pt x="19713" y="26369"/>
                  </a:cubicBezTo>
                  <a:cubicBezTo>
                    <a:pt x="20146" y="26369"/>
                    <a:pt x="20594" y="26522"/>
                    <a:pt x="20948" y="26788"/>
                  </a:cubicBezTo>
                  <a:cubicBezTo>
                    <a:pt x="21616" y="27255"/>
                    <a:pt x="22016" y="28022"/>
                    <a:pt x="22316" y="28789"/>
                  </a:cubicBezTo>
                  <a:cubicBezTo>
                    <a:pt x="22850" y="30157"/>
                    <a:pt x="23217" y="31591"/>
                    <a:pt x="23917" y="32892"/>
                  </a:cubicBezTo>
                  <a:cubicBezTo>
                    <a:pt x="24584" y="34193"/>
                    <a:pt x="25652" y="35394"/>
                    <a:pt x="27053" y="35794"/>
                  </a:cubicBezTo>
                  <a:cubicBezTo>
                    <a:pt x="27174" y="35814"/>
                    <a:pt x="27296" y="35847"/>
                    <a:pt x="27418" y="35847"/>
                  </a:cubicBezTo>
                  <a:cubicBezTo>
                    <a:pt x="27496" y="35847"/>
                    <a:pt x="27575" y="35833"/>
                    <a:pt x="27653" y="35794"/>
                  </a:cubicBezTo>
                  <a:cubicBezTo>
                    <a:pt x="28087" y="35661"/>
                    <a:pt x="28154" y="35060"/>
                    <a:pt x="28187" y="34593"/>
                  </a:cubicBezTo>
                  <a:cubicBezTo>
                    <a:pt x="28287" y="33159"/>
                    <a:pt x="28787" y="31691"/>
                    <a:pt x="29921" y="30824"/>
                  </a:cubicBezTo>
                  <a:cubicBezTo>
                    <a:pt x="30451" y="30419"/>
                    <a:pt x="31132" y="30203"/>
                    <a:pt x="31797" y="30203"/>
                  </a:cubicBezTo>
                  <a:cubicBezTo>
                    <a:pt x="32557" y="30203"/>
                    <a:pt x="33295" y="30486"/>
                    <a:pt x="33758" y="31091"/>
                  </a:cubicBezTo>
                  <a:cubicBezTo>
                    <a:pt x="35025" y="32792"/>
                    <a:pt x="33457" y="35794"/>
                    <a:pt x="35092" y="37162"/>
                  </a:cubicBezTo>
                  <a:cubicBezTo>
                    <a:pt x="35436" y="37453"/>
                    <a:pt x="35841" y="37581"/>
                    <a:pt x="36260" y="37581"/>
                  </a:cubicBezTo>
                  <a:cubicBezTo>
                    <a:pt x="37424" y="37581"/>
                    <a:pt x="38693" y="36596"/>
                    <a:pt x="39061" y="35394"/>
                  </a:cubicBezTo>
                  <a:cubicBezTo>
                    <a:pt x="39362" y="34393"/>
                    <a:pt x="39261" y="33359"/>
                    <a:pt x="39328" y="32325"/>
                  </a:cubicBezTo>
                  <a:cubicBezTo>
                    <a:pt x="39362" y="31291"/>
                    <a:pt x="39595" y="30190"/>
                    <a:pt x="40329" y="29456"/>
                  </a:cubicBezTo>
                  <a:cubicBezTo>
                    <a:pt x="40698" y="29070"/>
                    <a:pt x="41261" y="28850"/>
                    <a:pt x="41799" y="28850"/>
                  </a:cubicBezTo>
                  <a:cubicBezTo>
                    <a:pt x="42283" y="28850"/>
                    <a:pt x="42746" y="29028"/>
                    <a:pt x="43031" y="29423"/>
                  </a:cubicBezTo>
                  <a:cubicBezTo>
                    <a:pt x="43264" y="29723"/>
                    <a:pt x="43364" y="30090"/>
                    <a:pt x="43565" y="30390"/>
                  </a:cubicBezTo>
                  <a:cubicBezTo>
                    <a:pt x="43895" y="30886"/>
                    <a:pt x="44494" y="31126"/>
                    <a:pt x="45108" y="31126"/>
                  </a:cubicBezTo>
                  <a:cubicBezTo>
                    <a:pt x="45486" y="31126"/>
                    <a:pt x="45869" y="31035"/>
                    <a:pt x="46200" y="30857"/>
                  </a:cubicBezTo>
                  <a:cubicBezTo>
                    <a:pt x="47034" y="30390"/>
                    <a:pt x="47567" y="29456"/>
                    <a:pt x="47868" y="28556"/>
                  </a:cubicBezTo>
                  <a:cubicBezTo>
                    <a:pt x="48168" y="27688"/>
                    <a:pt x="48335" y="26754"/>
                    <a:pt x="48968" y="26154"/>
                  </a:cubicBezTo>
                  <a:cubicBezTo>
                    <a:pt x="49515" y="25650"/>
                    <a:pt x="50227" y="25518"/>
                    <a:pt x="50997" y="25518"/>
                  </a:cubicBezTo>
                  <a:cubicBezTo>
                    <a:pt x="51842" y="25518"/>
                    <a:pt x="52757" y="25677"/>
                    <a:pt x="53600" y="25677"/>
                  </a:cubicBezTo>
                  <a:cubicBezTo>
                    <a:pt x="54379" y="25677"/>
                    <a:pt x="55096" y="25542"/>
                    <a:pt x="55640" y="25020"/>
                  </a:cubicBezTo>
                  <a:cubicBezTo>
                    <a:pt x="57208" y="23452"/>
                    <a:pt x="55640" y="20083"/>
                    <a:pt x="57474" y="18849"/>
                  </a:cubicBezTo>
                  <a:cubicBezTo>
                    <a:pt x="58408" y="18248"/>
                    <a:pt x="59743" y="18615"/>
                    <a:pt x="60743" y="18081"/>
                  </a:cubicBezTo>
                  <a:cubicBezTo>
                    <a:pt x="61544" y="17648"/>
                    <a:pt x="61944" y="16680"/>
                    <a:pt x="61944" y="15746"/>
                  </a:cubicBezTo>
                  <a:cubicBezTo>
                    <a:pt x="61911" y="14846"/>
                    <a:pt x="61544" y="13979"/>
                    <a:pt x="61077" y="13178"/>
                  </a:cubicBezTo>
                  <a:cubicBezTo>
                    <a:pt x="60844" y="12711"/>
                    <a:pt x="60543" y="12244"/>
                    <a:pt x="60543" y="11710"/>
                  </a:cubicBezTo>
                  <a:cubicBezTo>
                    <a:pt x="60577" y="10009"/>
                    <a:pt x="63512" y="9675"/>
                    <a:pt x="63846" y="7974"/>
                  </a:cubicBezTo>
                  <a:cubicBezTo>
                    <a:pt x="64012" y="7140"/>
                    <a:pt x="63412" y="6340"/>
                    <a:pt x="62678" y="5939"/>
                  </a:cubicBezTo>
                  <a:cubicBezTo>
                    <a:pt x="62044" y="5639"/>
                    <a:pt x="61344" y="5673"/>
                    <a:pt x="60743" y="5372"/>
                  </a:cubicBezTo>
                  <a:cubicBezTo>
                    <a:pt x="60643" y="5306"/>
                    <a:pt x="60543" y="5239"/>
                    <a:pt x="60443" y="5172"/>
                  </a:cubicBezTo>
                  <a:cubicBezTo>
                    <a:pt x="60043" y="4839"/>
                    <a:pt x="59809" y="4372"/>
                    <a:pt x="59176" y="4205"/>
                  </a:cubicBezTo>
                  <a:cubicBezTo>
                    <a:pt x="58909" y="4127"/>
                    <a:pt x="58635" y="4101"/>
                    <a:pt x="58357" y="4101"/>
                  </a:cubicBezTo>
                  <a:cubicBezTo>
                    <a:pt x="57801" y="4101"/>
                    <a:pt x="57230" y="4205"/>
                    <a:pt x="56674" y="4205"/>
                  </a:cubicBezTo>
                  <a:cubicBezTo>
                    <a:pt x="56639" y="4206"/>
                    <a:pt x="56604" y="4207"/>
                    <a:pt x="56569" y="4207"/>
                  </a:cubicBezTo>
                  <a:cubicBezTo>
                    <a:pt x="55758" y="4207"/>
                    <a:pt x="54832" y="3837"/>
                    <a:pt x="54672" y="3037"/>
                  </a:cubicBezTo>
                  <a:cubicBezTo>
                    <a:pt x="54506" y="2304"/>
                    <a:pt x="55039" y="1570"/>
                    <a:pt x="54806" y="869"/>
                  </a:cubicBezTo>
                  <a:cubicBezTo>
                    <a:pt x="54570" y="187"/>
                    <a:pt x="53797" y="0"/>
                    <a:pt x="5304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40"/>
            <p:cNvSpPr/>
            <p:nvPr/>
          </p:nvSpPr>
          <p:spPr>
            <a:xfrm>
              <a:off x="2039125" y="2461050"/>
              <a:ext cx="381125" cy="273850"/>
            </a:xfrm>
            <a:custGeom>
              <a:rect b="b" l="l" r="r" t="t"/>
              <a:pathLst>
                <a:path extrusionOk="0" h="10954" w="15245">
                  <a:moveTo>
                    <a:pt x="13268" y="0"/>
                  </a:moveTo>
                  <a:cubicBezTo>
                    <a:pt x="12542" y="0"/>
                    <a:pt x="11696" y="163"/>
                    <a:pt x="10875" y="697"/>
                  </a:cubicBezTo>
                  <a:cubicBezTo>
                    <a:pt x="9074" y="1865"/>
                    <a:pt x="2069" y="6168"/>
                    <a:pt x="1" y="7435"/>
                  </a:cubicBezTo>
                  <a:cubicBezTo>
                    <a:pt x="968" y="8336"/>
                    <a:pt x="868" y="10171"/>
                    <a:pt x="2069" y="10804"/>
                  </a:cubicBezTo>
                  <a:cubicBezTo>
                    <a:pt x="2265" y="10906"/>
                    <a:pt x="2479" y="10953"/>
                    <a:pt x="2695" y="10953"/>
                  </a:cubicBezTo>
                  <a:cubicBezTo>
                    <a:pt x="3396" y="10953"/>
                    <a:pt x="4109" y="10459"/>
                    <a:pt x="4237" y="9770"/>
                  </a:cubicBezTo>
                  <a:cubicBezTo>
                    <a:pt x="4504" y="8570"/>
                    <a:pt x="3303" y="7102"/>
                    <a:pt x="4170" y="6201"/>
                  </a:cubicBezTo>
                  <a:cubicBezTo>
                    <a:pt x="4398" y="5974"/>
                    <a:pt x="4701" y="5877"/>
                    <a:pt x="5017" y="5877"/>
                  </a:cubicBezTo>
                  <a:cubicBezTo>
                    <a:pt x="5397" y="5877"/>
                    <a:pt x="5796" y="6016"/>
                    <a:pt x="6105" y="6235"/>
                  </a:cubicBezTo>
                  <a:cubicBezTo>
                    <a:pt x="6539" y="6535"/>
                    <a:pt x="6872" y="6935"/>
                    <a:pt x="7172" y="7369"/>
                  </a:cubicBezTo>
                  <a:cubicBezTo>
                    <a:pt x="9407" y="5434"/>
                    <a:pt x="15245" y="397"/>
                    <a:pt x="15245" y="397"/>
                  </a:cubicBezTo>
                  <a:cubicBezTo>
                    <a:pt x="15245" y="397"/>
                    <a:pt x="14402" y="0"/>
                    <a:pt x="1326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40"/>
            <p:cNvSpPr/>
            <p:nvPr/>
          </p:nvSpPr>
          <p:spPr>
            <a:xfrm>
              <a:off x="2722125" y="2547675"/>
              <a:ext cx="200150" cy="393300"/>
            </a:xfrm>
            <a:custGeom>
              <a:rect b="b" l="l" r="r" t="t"/>
              <a:pathLst>
                <a:path extrusionOk="0" h="15732" w="8006">
                  <a:moveTo>
                    <a:pt x="167" y="1"/>
                  </a:moveTo>
                  <a:cubicBezTo>
                    <a:pt x="134" y="34"/>
                    <a:pt x="100" y="68"/>
                    <a:pt x="100" y="134"/>
                  </a:cubicBezTo>
                  <a:cubicBezTo>
                    <a:pt x="0" y="902"/>
                    <a:pt x="100" y="1735"/>
                    <a:pt x="267" y="2469"/>
                  </a:cubicBezTo>
                  <a:cubicBezTo>
                    <a:pt x="367" y="2836"/>
                    <a:pt x="467" y="3203"/>
                    <a:pt x="534" y="3603"/>
                  </a:cubicBezTo>
                  <a:cubicBezTo>
                    <a:pt x="701" y="5205"/>
                    <a:pt x="901" y="6806"/>
                    <a:pt x="1134" y="8407"/>
                  </a:cubicBezTo>
                  <a:cubicBezTo>
                    <a:pt x="1668" y="8507"/>
                    <a:pt x="2135" y="8807"/>
                    <a:pt x="2469" y="9241"/>
                  </a:cubicBezTo>
                  <a:cubicBezTo>
                    <a:pt x="3736" y="10942"/>
                    <a:pt x="2168" y="13911"/>
                    <a:pt x="3803" y="15312"/>
                  </a:cubicBezTo>
                  <a:cubicBezTo>
                    <a:pt x="4147" y="15603"/>
                    <a:pt x="4552" y="15731"/>
                    <a:pt x="4971" y="15731"/>
                  </a:cubicBezTo>
                  <a:cubicBezTo>
                    <a:pt x="6135" y="15731"/>
                    <a:pt x="7404" y="14746"/>
                    <a:pt x="7772" y="13544"/>
                  </a:cubicBezTo>
                  <a:cubicBezTo>
                    <a:pt x="7906" y="13110"/>
                    <a:pt x="7972" y="12643"/>
                    <a:pt x="8006" y="12176"/>
                  </a:cubicBezTo>
                  <a:cubicBezTo>
                    <a:pt x="7639" y="11643"/>
                    <a:pt x="7305" y="11075"/>
                    <a:pt x="6938" y="10542"/>
                  </a:cubicBezTo>
                  <a:cubicBezTo>
                    <a:pt x="6071" y="9207"/>
                    <a:pt x="5204" y="7873"/>
                    <a:pt x="4370" y="6472"/>
                  </a:cubicBezTo>
                  <a:cubicBezTo>
                    <a:pt x="3636" y="5271"/>
                    <a:pt x="2969" y="4004"/>
                    <a:pt x="2202" y="2803"/>
                  </a:cubicBezTo>
                  <a:cubicBezTo>
                    <a:pt x="1601" y="1802"/>
                    <a:pt x="1268" y="735"/>
                    <a:pt x="300" y="34"/>
                  </a:cubicBezTo>
                  <a:cubicBezTo>
                    <a:pt x="267" y="34"/>
                    <a:pt x="200" y="1"/>
                    <a:pt x="16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40"/>
            <p:cNvSpPr/>
            <p:nvPr/>
          </p:nvSpPr>
          <p:spPr>
            <a:xfrm>
              <a:off x="2071650" y="2363350"/>
              <a:ext cx="82575" cy="97300"/>
            </a:xfrm>
            <a:custGeom>
              <a:rect b="b" l="l" r="r" t="t"/>
              <a:pathLst>
                <a:path extrusionOk="0" h="3892" w="3303">
                  <a:moveTo>
                    <a:pt x="2091" y="0"/>
                  </a:moveTo>
                  <a:cubicBezTo>
                    <a:pt x="963" y="0"/>
                    <a:pt x="280" y="1177"/>
                    <a:pt x="67" y="2270"/>
                  </a:cubicBezTo>
                  <a:cubicBezTo>
                    <a:pt x="1" y="2737"/>
                    <a:pt x="1" y="3271"/>
                    <a:pt x="367" y="3604"/>
                  </a:cubicBezTo>
                  <a:cubicBezTo>
                    <a:pt x="553" y="3790"/>
                    <a:pt x="824" y="3892"/>
                    <a:pt x="1094" y="3892"/>
                  </a:cubicBezTo>
                  <a:cubicBezTo>
                    <a:pt x="1164" y="3892"/>
                    <a:pt x="1233" y="3885"/>
                    <a:pt x="1301" y="3871"/>
                  </a:cubicBezTo>
                  <a:cubicBezTo>
                    <a:pt x="1668" y="3805"/>
                    <a:pt x="1969" y="3638"/>
                    <a:pt x="2235" y="3404"/>
                  </a:cubicBezTo>
                  <a:cubicBezTo>
                    <a:pt x="2869" y="2871"/>
                    <a:pt x="3270" y="2037"/>
                    <a:pt x="3303" y="1203"/>
                  </a:cubicBezTo>
                  <a:cubicBezTo>
                    <a:pt x="3303" y="1003"/>
                    <a:pt x="3270" y="769"/>
                    <a:pt x="3169" y="569"/>
                  </a:cubicBezTo>
                  <a:cubicBezTo>
                    <a:pt x="3036" y="302"/>
                    <a:pt x="2736" y="135"/>
                    <a:pt x="2436" y="35"/>
                  </a:cubicBezTo>
                  <a:cubicBezTo>
                    <a:pt x="2316" y="11"/>
                    <a:pt x="2201" y="0"/>
                    <a:pt x="209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40"/>
            <p:cNvSpPr/>
            <p:nvPr/>
          </p:nvSpPr>
          <p:spPr>
            <a:xfrm>
              <a:off x="3318375" y="2183125"/>
              <a:ext cx="133450" cy="60700"/>
            </a:xfrm>
            <a:custGeom>
              <a:rect b="b" l="l" r="r" t="t"/>
              <a:pathLst>
                <a:path extrusionOk="0" h="2428" w="5338">
                  <a:moveTo>
                    <a:pt x="3260" y="1"/>
                  </a:moveTo>
                  <a:cubicBezTo>
                    <a:pt x="2300" y="1"/>
                    <a:pt x="1092" y="346"/>
                    <a:pt x="334" y="740"/>
                  </a:cubicBezTo>
                  <a:cubicBezTo>
                    <a:pt x="267" y="773"/>
                    <a:pt x="167" y="806"/>
                    <a:pt x="134" y="873"/>
                  </a:cubicBezTo>
                  <a:cubicBezTo>
                    <a:pt x="0" y="1073"/>
                    <a:pt x="101" y="1340"/>
                    <a:pt x="234" y="1507"/>
                  </a:cubicBezTo>
                  <a:cubicBezTo>
                    <a:pt x="568" y="1940"/>
                    <a:pt x="1068" y="2207"/>
                    <a:pt x="1602" y="2341"/>
                  </a:cubicBezTo>
                  <a:cubicBezTo>
                    <a:pt x="1940" y="2404"/>
                    <a:pt x="2278" y="2427"/>
                    <a:pt x="2617" y="2427"/>
                  </a:cubicBezTo>
                  <a:cubicBezTo>
                    <a:pt x="2812" y="2427"/>
                    <a:pt x="3007" y="2420"/>
                    <a:pt x="3203" y="2407"/>
                  </a:cubicBezTo>
                  <a:cubicBezTo>
                    <a:pt x="3536" y="2374"/>
                    <a:pt x="3903" y="2341"/>
                    <a:pt x="4203" y="2207"/>
                  </a:cubicBezTo>
                  <a:cubicBezTo>
                    <a:pt x="5338" y="1674"/>
                    <a:pt x="4871" y="173"/>
                    <a:pt x="3770" y="39"/>
                  </a:cubicBezTo>
                  <a:cubicBezTo>
                    <a:pt x="3612" y="13"/>
                    <a:pt x="3440" y="1"/>
                    <a:pt x="326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40"/>
            <p:cNvSpPr/>
            <p:nvPr/>
          </p:nvSpPr>
          <p:spPr>
            <a:xfrm>
              <a:off x="3239975" y="2353250"/>
              <a:ext cx="93000" cy="66600"/>
            </a:xfrm>
            <a:custGeom>
              <a:rect b="b" l="l" r="r" t="t"/>
              <a:pathLst>
                <a:path extrusionOk="0" h="2664" w="3720">
                  <a:moveTo>
                    <a:pt x="1983" y="1"/>
                  </a:moveTo>
                  <a:cubicBezTo>
                    <a:pt x="1295" y="1"/>
                    <a:pt x="541" y="380"/>
                    <a:pt x="301" y="940"/>
                  </a:cubicBezTo>
                  <a:cubicBezTo>
                    <a:pt x="1" y="1540"/>
                    <a:pt x="401" y="2140"/>
                    <a:pt x="935" y="2474"/>
                  </a:cubicBezTo>
                  <a:cubicBezTo>
                    <a:pt x="1170" y="2605"/>
                    <a:pt x="1426" y="2664"/>
                    <a:pt x="1680" y="2664"/>
                  </a:cubicBezTo>
                  <a:cubicBezTo>
                    <a:pt x="2720" y="2664"/>
                    <a:pt x="3720" y="1672"/>
                    <a:pt x="3103" y="573"/>
                  </a:cubicBezTo>
                  <a:cubicBezTo>
                    <a:pt x="2876" y="171"/>
                    <a:pt x="2444" y="1"/>
                    <a:pt x="19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40"/>
            <p:cNvSpPr/>
            <p:nvPr/>
          </p:nvSpPr>
          <p:spPr>
            <a:xfrm>
              <a:off x="2953650" y="2521900"/>
              <a:ext cx="62875" cy="72500"/>
            </a:xfrm>
            <a:custGeom>
              <a:rect b="b" l="l" r="r" t="t"/>
              <a:pathLst>
                <a:path extrusionOk="0" h="2900" w="2515">
                  <a:moveTo>
                    <a:pt x="1348" y="1"/>
                  </a:moveTo>
                  <a:cubicBezTo>
                    <a:pt x="659" y="1"/>
                    <a:pt x="1" y="730"/>
                    <a:pt x="46" y="1566"/>
                  </a:cubicBezTo>
                  <a:cubicBezTo>
                    <a:pt x="79" y="2066"/>
                    <a:pt x="346" y="2533"/>
                    <a:pt x="746" y="2766"/>
                  </a:cubicBezTo>
                  <a:cubicBezTo>
                    <a:pt x="913" y="2833"/>
                    <a:pt x="1080" y="2900"/>
                    <a:pt x="1247" y="2900"/>
                  </a:cubicBezTo>
                  <a:cubicBezTo>
                    <a:pt x="1513" y="2900"/>
                    <a:pt x="1780" y="2733"/>
                    <a:pt x="1980" y="2500"/>
                  </a:cubicBezTo>
                  <a:cubicBezTo>
                    <a:pt x="2147" y="2299"/>
                    <a:pt x="2247" y="2033"/>
                    <a:pt x="2347" y="1766"/>
                  </a:cubicBezTo>
                  <a:cubicBezTo>
                    <a:pt x="2447" y="1365"/>
                    <a:pt x="2514" y="898"/>
                    <a:pt x="2281" y="565"/>
                  </a:cubicBezTo>
                  <a:cubicBezTo>
                    <a:pt x="2012" y="166"/>
                    <a:pt x="1676" y="1"/>
                    <a:pt x="13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40"/>
            <p:cNvSpPr/>
            <p:nvPr/>
          </p:nvSpPr>
          <p:spPr>
            <a:xfrm>
              <a:off x="3107000" y="2444575"/>
              <a:ext cx="63075" cy="62400"/>
            </a:xfrm>
            <a:custGeom>
              <a:rect b="b" l="l" r="r" t="t"/>
              <a:pathLst>
                <a:path extrusionOk="0" h="2496" w="2523">
                  <a:moveTo>
                    <a:pt x="1254" y="0"/>
                  </a:moveTo>
                  <a:cubicBezTo>
                    <a:pt x="637" y="0"/>
                    <a:pt x="1" y="445"/>
                    <a:pt x="49" y="1423"/>
                  </a:cubicBezTo>
                  <a:cubicBezTo>
                    <a:pt x="81" y="1959"/>
                    <a:pt x="530" y="2496"/>
                    <a:pt x="1059" y="2496"/>
                  </a:cubicBezTo>
                  <a:cubicBezTo>
                    <a:pt x="1089" y="2496"/>
                    <a:pt x="1120" y="2494"/>
                    <a:pt x="1150" y="2490"/>
                  </a:cubicBezTo>
                  <a:cubicBezTo>
                    <a:pt x="1317" y="2457"/>
                    <a:pt x="1484" y="2390"/>
                    <a:pt x="1651" y="2290"/>
                  </a:cubicBezTo>
                  <a:cubicBezTo>
                    <a:pt x="1984" y="2090"/>
                    <a:pt x="2251" y="1756"/>
                    <a:pt x="2318" y="1356"/>
                  </a:cubicBezTo>
                  <a:cubicBezTo>
                    <a:pt x="2522" y="486"/>
                    <a:pt x="1899" y="0"/>
                    <a:pt x="125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40"/>
            <p:cNvSpPr/>
            <p:nvPr/>
          </p:nvSpPr>
          <p:spPr>
            <a:xfrm>
              <a:off x="2379375" y="2521700"/>
              <a:ext cx="100100" cy="81425"/>
            </a:xfrm>
            <a:custGeom>
              <a:rect b="b" l="l" r="r" t="t"/>
              <a:pathLst>
                <a:path extrusionOk="0" h="3257" w="4004">
                  <a:moveTo>
                    <a:pt x="2369" y="0"/>
                  </a:moveTo>
                  <a:cubicBezTo>
                    <a:pt x="2335" y="0"/>
                    <a:pt x="2301" y="2"/>
                    <a:pt x="2269" y="6"/>
                  </a:cubicBezTo>
                  <a:cubicBezTo>
                    <a:pt x="1535" y="73"/>
                    <a:pt x="734" y="1007"/>
                    <a:pt x="334" y="1574"/>
                  </a:cubicBezTo>
                  <a:cubicBezTo>
                    <a:pt x="167" y="1807"/>
                    <a:pt x="0" y="2141"/>
                    <a:pt x="34" y="2441"/>
                  </a:cubicBezTo>
                  <a:cubicBezTo>
                    <a:pt x="67" y="2875"/>
                    <a:pt x="501" y="3208"/>
                    <a:pt x="934" y="3241"/>
                  </a:cubicBezTo>
                  <a:cubicBezTo>
                    <a:pt x="1001" y="3252"/>
                    <a:pt x="1067" y="3256"/>
                    <a:pt x="1133" y="3256"/>
                  </a:cubicBezTo>
                  <a:cubicBezTo>
                    <a:pt x="1500" y="3256"/>
                    <a:pt x="1863" y="3111"/>
                    <a:pt x="2202" y="2941"/>
                  </a:cubicBezTo>
                  <a:cubicBezTo>
                    <a:pt x="2569" y="2774"/>
                    <a:pt x="2902" y="2541"/>
                    <a:pt x="3236" y="2274"/>
                  </a:cubicBezTo>
                  <a:cubicBezTo>
                    <a:pt x="3636" y="1974"/>
                    <a:pt x="4003" y="1507"/>
                    <a:pt x="3903" y="1040"/>
                  </a:cubicBezTo>
                  <a:cubicBezTo>
                    <a:pt x="3777" y="505"/>
                    <a:pt x="2940" y="0"/>
                    <a:pt x="236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40"/>
            <p:cNvSpPr/>
            <p:nvPr/>
          </p:nvSpPr>
          <p:spPr>
            <a:xfrm>
              <a:off x="2307650" y="2670225"/>
              <a:ext cx="65900" cy="61850"/>
            </a:xfrm>
            <a:custGeom>
              <a:rect b="b" l="l" r="r" t="t"/>
              <a:pathLst>
                <a:path extrusionOk="0" h="2474" w="2636">
                  <a:moveTo>
                    <a:pt x="1798" y="1"/>
                  </a:moveTo>
                  <a:cubicBezTo>
                    <a:pt x="1312" y="1"/>
                    <a:pt x="742" y="484"/>
                    <a:pt x="434" y="836"/>
                  </a:cubicBezTo>
                  <a:cubicBezTo>
                    <a:pt x="301" y="1003"/>
                    <a:pt x="167" y="1170"/>
                    <a:pt x="134" y="1370"/>
                  </a:cubicBezTo>
                  <a:cubicBezTo>
                    <a:pt x="1" y="1870"/>
                    <a:pt x="468" y="2437"/>
                    <a:pt x="1001" y="2471"/>
                  </a:cubicBezTo>
                  <a:cubicBezTo>
                    <a:pt x="1027" y="2472"/>
                    <a:pt x="1053" y="2473"/>
                    <a:pt x="1079" y="2473"/>
                  </a:cubicBezTo>
                  <a:cubicBezTo>
                    <a:pt x="1614" y="2473"/>
                    <a:pt x="2081" y="2149"/>
                    <a:pt x="2336" y="1704"/>
                  </a:cubicBezTo>
                  <a:cubicBezTo>
                    <a:pt x="2536" y="1337"/>
                    <a:pt x="2636" y="870"/>
                    <a:pt x="2436" y="469"/>
                  </a:cubicBezTo>
                  <a:cubicBezTo>
                    <a:pt x="2277" y="129"/>
                    <a:pt x="2049" y="1"/>
                    <a:pt x="179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40"/>
            <p:cNvSpPr/>
            <p:nvPr/>
          </p:nvSpPr>
          <p:spPr>
            <a:xfrm>
              <a:off x="2866375" y="2562700"/>
              <a:ext cx="141800" cy="169300"/>
            </a:xfrm>
            <a:custGeom>
              <a:rect b="b" l="l" r="r" t="t"/>
              <a:pathLst>
                <a:path extrusionOk="0" h="6772" w="5672">
                  <a:moveTo>
                    <a:pt x="1" y="0"/>
                  </a:moveTo>
                  <a:lnTo>
                    <a:pt x="3537" y="6772"/>
                  </a:lnTo>
                  <a:cubicBezTo>
                    <a:pt x="3890" y="6530"/>
                    <a:pt x="4325" y="6392"/>
                    <a:pt x="4746" y="6392"/>
                  </a:cubicBezTo>
                  <a:cubicBezTo>
                    <a:pt x="5081" y="6392"/>
                    <a:pt x="5406" y="6480"/>
                    <a:pt x="5672" y="6672"/>
                  </a:cubicBezTo>
                  <a:lnTo>
                    <a:pt x="1" y="0"/>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40"/>
            <p:cNvSpPr/>
            <p:nvPr/>
          </p:nvSpPr>
          <p:spPr>
            <a:xfrm>
              <a:off x="2722950" y="2542675"/>
              <a:ext cx="66750" cy="245200"/>
            </a:xfrm>
            <a:custGeom>
              <a:rect b="b" l="l" r="r" t="t"/>
              <a:pathLst>
                <a:path extrusionOk="0" h="9808" w="2670">
                  <a:moveTo>
                    <a:pt x="0" y="1"/>
                  </a:moveTo>
                  <a:lnTo>
                    <a:pt x="0" y="8574"/>
                  </a:lnTo>
                  <a:cubicBezTo>
                    <a:pt x="154" y="8552"/>
                    <a:pt x="308" y="8540"/>
                    <a:pt x="462" y="8540"/>
                  </a:cubicBezTo>
                  <a:cubicBezTo>
                    <a:pt x="1241" y="8540"/>
                    <a:pt x="1990" y="8828"/>
                    <a:pt x="2436" y="9441"/>
                  </a:cubicBezTo>
                  <a:cubicBezTo>
                    <a:pt x="2536" y="9541"/>
                    <a:pt x="2602" y="9674"/>
                    <a:pt x="2669" y="9808"/>
                  </a:cubicBezTo>
                  <a:lnTo>
                    <a:pt x="0" y="1"/>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40"/>
            <p:cNvSpPr/>
            <p:nvPr/>
          </p:nvSpPr>
          <p:spPr>
            <a:xfrm>
              <a:off x="2431075" y="2509325"/>
              <a:ext cx="192650" cy="268550"/>
            </a:xfrm>
            <a:custGeom>
              <a:rect b="b" l="l" r="r" t="t"/>
              <a:pathLst>
                <a:path extrusionOk="0" h="10742" w="7706">
                  <a:moveTo>
                    <a:pt x="7706" y="0"/>
                  </a:moveTo>
                  <a:lnTo>
                    <a:pt x="0" y="6071"/>
                  </a:lnTo>
                  <a:cubicBezTo>
                    <a:pt x="48" y="6068"/>
                    <a:pt x="95" y="6066"/>
                    <a:pt x="142" y="6066"/>
                  </a:cubicBezTo>
                  <a:cubicBezTo>
                    <a:pt x="561" y="6066"/>
                    <a:pt x="972" y="6198"/>
                    <a:pt x="1301" y="6438"/>
                  </a:cubicBezTo>
                  <a:cubicBezTo>
                    <a:pt x="1969" y="6939"/>
                    <a:pt x="2369" y="7706"/>
                    <a:pt x="2669" y="8473"/>
                  </a:cubicBezTo>
                  <a:cubicBezTo>
                    <a:pt x="2969" y="9207"/>
                    <a:pt x="3203" y="9974"/>
                    <a:pt x="3470" y="10741"/>
                  </a:cubicBezTo>
                  <a:lnTo>
                    <a:pt x="7706" y="0"/>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40"/>
            <p:cNvSpPr/>
            <p:nvPr/>
          </p:nvSpPr>
          <p:spPr>
            <a:xfrm>
              <a:off x="2178400" y="2470950"/>
              <a:ext cx="241850" cy="225200"/>
            </a:xfrm>
            <a:custGeom>
              <a:rect b="b" l="l" r="r" t="t"/>
              <a:pathLst>
                <a:path extrusionOk="0" h="9008" w="9674">
                  <a:moveTo>
                    <a:pt x="9674" y="1"/>
                  </a:moveTo>
                  <a:lnTo>
                    <a:pt x="0" y="5572"/>
                  </a:lnTo>
                  <a:cubicBezTo>
                    <a:pt x="200" y="5638"/>
                    <a:pt x="401" y="5738"/>
                    <a:pt x="534" y="5839"/>
                  </a:cubicBezTo>
                  <a:cubicBezTo>
                    <a:pt x="1568" y="6539"/>
                    <a:pt x="2035" y="7773"/>
                    <a:pt x="2469" y="9007"/>
                  </a:cubicBezTo>
                  <a:lnTo>
                    <a:pt x="9674" y="1"/>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40"/>
            <p:cNvSpPr/>
            <p:nvPr/>
          </p:nvSpPr>
          <p:spPr>
            <a:xfrm>
              <a:off x="1974075" y="2322750"/>
              <a:ext cx="120950" cy="127325"/>
            </a:xfrm>
            <a:custGeom>
              <a:rect b="b" l="l" r="r" t="t"/>
              <a:pathLst>
                <a:path extrusionOk="0" h="5093" w="4838">
                  <a:moveTo>
                    <a:pt x="3866" y="0"/>
                  </a:moveTo>
                  <a:cubicBezTo>
                    <a:pt x="3767" y="0"/>
                    <a:pt x="3667" y="19"/>
                    <a:pt x="3570" y="58"/>
                  </a:cubicBezTo>
                  <a:cubicBezTo>
                    <a:pt x="3203" y="192"/>
                    <a:pt x="2869" y="458"/>
                    <a:pt x="2503" y="625"/>
                  </a:cubicBezTo>
                  <a:cubicBezTo>
                    <a:pt x="2002" y="825"/>
                    <a:pt x="1535" y="1059"/>
                    <a:pt x="1068" y="1326"/>
                  </a:cubicBezTo>
                  <a:cubicBezTo>
                    <a:pt x="534" y="1693"/>
                    <a:pt x="1" y="2226"/>
                    <a:pt x="34" y="2860"/>
                  </a:cubicBezTo>
                  <a:cubicBezTo>
                    <a:pt x="67" y="3260"/>
                    <a:pt x="334" y="3594"/>
                    <a:pt x="568" y="3928"/>
                  </a:cubicBezTo>
                  <a:lnTo>
                    <a:pt x="1035" y="4561"/>
                  </a:lnTo>
                  <a:cubicBezTo>
                    <a:pt x="1168" y="4728"/>
                    <a:pt x="1302" y="4928"/>
                    <a:pt x="1535" y="5028"/>
                  </a:cubicBezTo>
                  <a:cubicBezTo>
                    <a:pt x="1630" y="5072"/>
                    <a:pt x="1728" y="5092"/>
                    <a:pt x="1826" y="5092"/>
                  </a:cubicBezTo>
                  <a:cubicBezTo>
                    <a:pt x="2175" y="5092"/>
                    <a:pt x="2520" y="4841"/>
                    <a:pt x="2703" y="4528"/>
                  </a:cubicBezTo>
                  <a:cubicBezTo>
                    <a:pt x="2936" y="4161"/>
                    <a:pt x="3003" y="3661"/>
                    <a:pt x="3136" y="3227"/>
                  </a:cubicBezTo>
                  <a:cubicBezTo>
                    <a:pt x="3336" y="2593"/>
                    <a:pt x="3670" y="2026"/>
                    <a:pt x="4104" y="1559"/>
                  </a:cubicBezTo>
                  <a:cubicBezTo>
                    <a:pt x="4404" y="1226"/>
                    <a:pt x="4838" y="792"/>
                    <a:pt x="4504" y="325"/>
                  </a:cubicBezTo>
                  <a:cubicBezTo>
                    <a:pt x="4339" y="112"/>
                    <a:pt x="4106" y="0"/>
                    <a:pt x="386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40"/>
            <p:cNvSpPr/>
            <p:nvPr/>
          </p:nvSpPr>
          <p:spPr>
            <a:xfrm>
              <a:off x="1989925" y="2513700"/>
              <a:ext cx="147625" cy="105050"/>
            </a:xfrm>
            <a:custGeom>
              <a:rect b="b" l="l" r="r" t="t"/>
              <a:pathLst>
                <a:path extrusionOk="0" h="4202" w="5905">
                  <a:moveTo>
                    <a:pt x="4981" y="1"/>
                  </a:moveTo>
                  <a:cubicBezTo>
                    <a:pt x="3288" y="1"/>
                    <a:pt x="1413" y="982"/>
                    <a:pt x="434" y="2327"/>
                  </a:cubicBezTo>
                  <a:cubicBezTo>
                    <a:pt x="201" y="2661"/>
                    <a:pt x="1" y="3094"/>
                    <a:pt x="234" y="3461"/>
                  </a:cubicBezTo>
                  <a:cubicBezTo>
                    <a:pt x="334" y="3628"/>
                    <a:pt x="534" y="3728"/>
                    <a:pt x="701" y="3828"/>
                  </a:cubicBezTo>
                  <a:cubicBezTo>
                    <a:pt x="1127" y="4030"/>
                    <a:pt x="1597" y="4201"/>
                    <a:pt x="2043" y="4201"/>
                  </a:cubicBezTo>
                  <a:cubicBezTo>
                    <a:pt x="2260" y="4201"/>
                    <a:pt x="2472" y="4160"/>
                    <a:pt x="2669" y="4062"/>
                  </a:cubicBezTo>
                  <a:cubicBezTo>
                    <a:pt x="3103" y="3828"/>
                    <a:pt x="3370" y="3428"/>
                    <a:pt x="3670" y="3061"/>
                  </a:cubicBezTo>
                  <a:cubicBezTo>
                    <a:pt x="4270" y="2261"/>
                    <a:pt x="5071" y="1627"/>
                    <a:pt x="5638" y="826"/>
                  </a:cubicBezTo>
                  <a:cubicBezTo>
                    <a:pt x="5771" y="593"/>
                    <a:pt x="5905" y="259"/>
                    <a:pt x="5671" y="92"/>
                  </a:cubicBezTo>
                  <a:cubicBezTo>
                    <a:pt x="5605" y="59"/>
                    <a:pt x="5538" y="26"/>
                    <a:pt x="5438" y="26"/>
                  </a:cubicBezTo>
                  <a:cubicBezTo>
                    <a:pt x="5288" y="9"/>
                    <a:pt x="5135" y="1"/>
                    <a:pt x="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40"/>
            <p:cNvSpPr/>
            <p:nvPr/>
          </p:nvSpPr>
          <p:spPr>
            <a:xfrm>
              <a:off x="2597025" y="2571575"/>
              <a:ext cx="99275" cy="277175"/>
            </a:xfrm>
            <a:custGeom>
              <a:rect b="b" l="l" r="r" t="t"/>
              <a:pathLst>
                <a:path extrusionOk="0" h="11087" w="3971">
                  <a:moveTo>
                    <a:pt x="3025" y="0"/>
                  </a:moveTo>
                  <a:cubicBezTo>
                    <a:pt x="2455" y="0"/>
                    <a:pt x="2088" y="939"/>
                    <a:pt x="1869" y="1347"/>
                  </a:cubicBezTo>
                  <a:cubicBezTo>
                    <a:pt x="1168" y="2814"/>
                    <a:pt x="868" y="4415"/>
                    <a:pt x="568" y="5983"/>
                  </a:cubicBezTo>
                  <a:cubicBezTo>
                    <a:pt x="267" y="7551"/>
                    <a:pt x="1" y="9152"/>
                    <a:pt x="301" y="10720"/>
                  </a:cubicBezTo>
                  <a:cubicBezTo>
                    <a:pt x="334" y="10820"/>
                    <a:pt x="334" y="10887"/>
                    <a:pt x="401" y="10953"/>
                  </a:cubicBezTo>
                  <a:cubicBezTo>
                    <a:pt x="468" y="11053"/>
                    <a:pt x="601" y="11087"/>
                    <a:pt x="734" y="11087"/>
                  </a:cubicBezTo>
                  <a:cubicBezTo>
                    <a:pt x="1101" y="11087"/>
                    <a:pt x="1402" y="10820"/>
                    <a:pt x="1568" y="10486"/>
                  </a:cubicBezTo>
                  <a:cubicBezTo>
                    <a:pt x="1735" y="10186"/>
                    <a:pt x="1802" y="9819"/>
                    <a:pt x="1869" y="9486"/>
                  </a:cubicBezTo>
                  <a:cubicBezTo>
                    <a:pt x="2102" y="8585"/>
                    <a:pt x="2536" y="7751"/>
                    <a:pt x="3069" y="7051"/>
                  </a:cubicBezTo>
                  <a:cubicBezTo>
                    <a:pt x="3370" y="6684"/>
                    <a:pt x="3737" y="6317"/>
                    <a:pt x="3837" y="5850"/>
                  </a:cubicBezTo>
                  <a:cubicBezTo>
                    <a:pt x="3903" y="5650"/>
                    <a:pt x="3903" y="5416"/>
                    <a:pt x="3937" y="5216"/>
                  </a:cubicBezTo>
                  <a:cubicBezTo>
                    <a:pt x="3970" y="4149"/>
                    <a:pt x="3937" y="3081"/>
                    <a:pt x="3803" y="2047"/>
                  </a:cubicBezTo>
                  <a:cubicBezTo>
                    <a:pt x="3770" y="1513"/>
                    <a:pt x="3837" y="146"/>
                    <a:pt x="3136" y="12"/>
                  </a:cubicBezTo>
                  <a:cubicBezTo>
                    <a:pt x="3098" y="4"/>
                    <a:pt x="3061" y="0"/>
                    <a:pt x="302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40"/>
            <p:cNvSpPr/>
            <p:nvPr/>
          </p:nvSpPr>
          <p:spPr>
            <a:xfrm>
              <a:off x="3169925" y="2024800"/>
              <a:ext cx="105950" cy="75450"/>
            </a:xfrm>
            <a:custGeom>
              <a:rect b="b" l="l" r="r" t="t"/>
              <a:pathLst>
                <a:path extrusionOk="0" h="3018" w="4238">
                  <a:moveTo>
                    <a:pt x="3737" y="1"/>
                  </a:moveTo>
                  <a:cubicBezTo>
                    <a:pt x="2770" y="1"/>
                    <a:pt x="1802" y="635"/>
                    <a:pt x="935" y="1002"/>
                  </a:cubicBezTo>
                  <a:cubicBezTo>
                    <a:pt x="268" y="1302"/>
                    <a:pt x="1" y="2603"/>
                    <a:pt x="768" y="2936"/>
                  </a:cubicBezTo>
                  <a:cubicBezTo>
                    <a:pt x="868" y="3003"/>
                    <a:pt x="1002" y="3003"/>
                    <a:pt x="1102" y="3003"/>
                  </a:cubicBezTo>
                  <a:cubicBezTo>
                    <a:pt x="1204" y="3012"/>
                    <a:pt x="1309" y="3017"/>
                    <a:pt x="1413" y="3017"/>
                  </a:cubicBezTo>
                  <a:cubicBezTo>
                    <a:pt x="2056" y="3017"/>
                    <a:pt x="2720" y="2838"/>
                    <a:pt x="3237" y="2436"/>
                  </a:cubicBezTo>
                  <a:cubicBezTo>
                    <a:pt x="3837" y="1969"/>
                    <a:pt x="4237" y="1235"/>
                    <a:pt x="4171" y="468"/>
                  </a:cubicBezTo>
                  <a:cubicBezTo>
                    <a:pt x="4171" y="334"/>
                    <a:pt x="4137" y="168"/>
                    <a:pt x="4004" y="68"/>
                  </a:cubicBezTo>
                  <a:cubicBezTo>
                    <a:pt x="3937" y="34"/>
                    <a:pt x="3837" y="1"/>
                    <a:pt x="373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40"/>
            <p:cNvSpPr/>
            <p:nvPr/>
          </p:nvSpPr>
          <p:spPr>
            <a:xfrm>
              <a:off x="3328375" y="2123875"/>
              <a:ext cx="109500" cy="39925"/>
            </a:xfrm>
            <a:custGeom>
              <a:rect b="b" l="l" r="r" t="t"/>
              <a:pathLst>
                <a:path extrusionOk="0" h="1597" w="4380">
                  <a:moveTo>
                    <a:pt x="2279" y="1"/>
                  </a:moveTo>
                  <a:cubicBezTo>
                    <a:pt x="1734" y="1"/>
                    <a:pt x="1236" y="50"/>
                    <a:pt x="1068" y="74"/>
                  </a:cubicBezTo>
                  <a:cubicBezTo>
                    <a:pt x="835" y="107"/>
                    <a:pt x="568" y="141"/>
                    <a:pt x="368" y="274"/>
                  </a:cubicBezTo>
                  <a:cubicBezTo>
                    <a:pt x="134" y="441"/>
                    <a:pt x="1" y="675"/>
                    <a:pt x="34" y="941"/>
                  </a:cubicBezTo>
                  <a:cubicBezTo>
                    <a:pt x="67" y="1108"/>
                    <a:pt x="234" y="1275"/>
                    <a:pt x="401" y="1375"/>
                  </a:cubicBezTo>
                  <a:cubicBezTo>
                    <a:pt x="568" y="1442"/>
                    <a:pt x="768" y="1475"/>
                    <a:pt x="968" y="1508"/>
                  </a:cubicBezTo>
                  <a:cubicBezTo>
                    <a:pt x="1350" y="1556"/>
                    <a:pt x="1739" y="1596"/>
                    <a:pt x="2122" y="1596"/>
                  </a:cubicBezTo>
                  <a:cubicBezTo>
                    <a:pt x="2541" y="1596"/>
                    <a:pt x="2953" y="1548"/>
                    <a:pt x="3336" y="1408"/>
                  </a:cubicBezTo>
                  <a:cubicBezTo>
                    <a:pt x="3637" y="1308"/>
                    <a:pt x="3937" y="1175"/>
                    <a:pt x="4037" y="908"/>
                  </a:cubicBezTo>
                  <a:cubicBezTo>
                    <a:pt x="4379" y="159"/>
                    <a:pt x="3254" y="1"/>
                    <a:pt x="227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40"/>
            <p:cNvSpPr/>
            <p:nvPr/>
          </p:nvSpPr>
          <p:spPr>
            <a:xfrm>
              <a:off x="3296700" y="2284100"/>
              <a:ext cx="148450" cy="80825"/>
            </a:xfrm>
            <a:custGeom>
              <a:rect b="b" l="l" r="r" t="t"/>
              <a:pathLst>
                <a:path extrusionOk="0" h="3233" w="5938">
                  <a:moveTo>
                    <a:pt x="2837" y="1"/>
                  </a:moveTo>
                  <a:cubicBezTo>
                    <a:pt x="2042" y="1"/>
                    <a:pt x="1239" y="117"/>
                    <a:pt x="534" y="370"/>
                  </a:cubicBezTo>
                  <a:cubicBezTo>
                    <a:pt x="367" y="437"/>
                    <a:pt x="167" y="503"/>
                    <a:pt x="100" y="670"/>
                  </a:cubicBezTo>
                  <a:cubicBezTo>
                    <a:pt x="0" y="904"/>
                    <a:pt x="100" y="1170"/>
                    <a:pt x="267" y="1371"/>
                  </a:cubicBezTo>
                  <a:cubicBezTo>
                    <a:pt x="534" y="1738"/>
                    <a:pt x="968" y="2038"/>
                    <a:pt x="1401" y="2271"/>
                  </a:cubicBezTo>
                  <a:cubicBezTo>
                    <a:pt x="2302" y="2772"/>
                    <a:pt x="3336" y="3072"/>
                    <a:pt x="4337" y="3205"/>
                  </a:cubicBezTo>
                  <a:cubicBezTo>
                    <a:pt x="4456" y="3222"/>
                    <a:pt x="4583" y="3233"/>
                    <a:pt x="4709" y="3233"/>
                  </a:cubicBezTo>
                  <a:cubicBezTo>
                    <a:pt x="5075" y="3233"/>
                    <a:pt x="5439" y="3144"/>
                    <a:pt x="5638" y="2872"/>
                  </a:cubicBezTo>
                  <a:cubicBezTo>
                    <a:pt x="5938" y="2405"/>
                    <a:pt x="5904" y="1471"/>
                    <a:pt x="5704" y="970"/>
                  </a:cubicBezTo>
                  <a:cubicBezTo>
                    <a:pt x="5537" y="537"/>
                    <a:pt x="5204" y="370"/>
                    <a:pt x="4770" y="236"/>
                  </a:cubicBezTo>
                  <a:cubicBezTo>
                    <a:pt x="4174" y="84"/>
                    <a:pt x="3509" y="1"/>
                    <a:pt x="283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40"/>
            <p:cNvSpPr/>
            <p:nvPr/>
          </p:nvSpPr>
          <p:spPr>
            <a:xfrm>
              <a:off x="3179100" y="2502700"/>
              <a:ext cx="127625" cy="91300"/>
            </a:xfrm>
            <a:custGeom>
              <a:rect b="b" l="l" r="r" t="t"/>
              <a:pathLst>
                <a:path extrusionOk="0" h="3652" w="5105">
                  <a:moveTo>
                    <a:pt x="1256" y="0"/>
                  </a:moveTo>
                  <a:cubicBezTo>
                    <a:pt x="830" y="0"/>
                    <a:pt x="419" y="93"/>
                    <a:pt x="201" y="432"/>
                  </a:cubicBezTo>
                  <a:cubicBezTo>
                    <a:pt x="34" y="666"/>
                    <a:pt x="1" y="999"/>
                    <a:pt x="34" y="1300"/>
                  </a:cubicBezTo>
                  <a:cubicBezTo>
                    <a:pt x="168" y="2100"/>
                    <a:pt x="901" y="2701"/>
                    <a:pt x="1635" y="3134"/>
                  </a:cubicBezTo>
                  <a:cubicBezTo>
                    <a:pt x="2069" y="3368"/>
                    <a:pt x="2569" y="3601"/>
                    <a:pt x="3070" y="3635"/>
                  </a:cubicBezTo>
                  <a:cubicBezTo>
                    <a:pt x="3152" y="3645"/>
                    <a:pt x="3236" y="3651"/>
                    <a:pt x="3321" y="3651"/>
                  </a:cubicBezTo>
                  <a:cubicBezTo>
                    <a:pt x="3750" y="3651"/>
                    <a:pt x="4192" y="3507"/>
                    <a:pt x="4471" y="3201"/>
                  </a:cubicBezTo>
                  <a:cubicBezTo>
                    <a:pt x="5004" y="2634"/>
                    <a:pt x="5104" y="1366"/>
                    <a:pt x="4404" y="866"/>
                  </a:cubicBezTo>
                  <a:cubicBezTo>
                    <a:pt x="3770" y="366"/>
                    <a:pt x="2536" y="165"/>
                    <a:pt x="1735" y="32"/>
                  </a:cubicBezTo>
                  <a:cubicBezTo>
                    <a:pt x="1580" y="14"/>
                    <a:pt x="1417" y="0"/>
                    <a:pt x="125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40"/>
            <p:cNvSpPr/>
            <p:nvPr/>
          </p:nvSpPr>
          <p:spPr>
            <a:xfrm>
              <a:off x="3029000" y="2571275"/>
              <a:ext cx="115100" cy="133025"/>
            </a:xfrm>
            <a:custGeom>
              <a:rect b="b" l="l" r="r" t="t"/>
              <a:pathLst>
                <a:path extrusionOk="0" h="5321" w="4604">
                  <a:moveTo>
                    <a:pt x="2528" y="1"/>
                  </a:moveTo>
                  <a:cubicBezTo>
                    <a:pt x="2275" y="1"/>
                    <a:pt x="2018" y="34"/>
                    <a:pt x="1768" y="91"/>
                  </a:cubicBezTo>
                  <a:cubicBezTo>
                    <a:pt x="1235" y="258"/>
                    <a:pt x="701" y="525"/>
                    <a:pt x="367" y="1025"/>
                  </a:cubicBezTo>
                  <a:cubicBezTo>
                    <a:pt x="67" y="1459"/>
                    <a:pt x="1" y="1992"/>
                    <a:pt x="67" y="2526"/>
                  </a:cubicBezTo>
                  <a:cubicBezTo>
                    <a:pt x="134" y="3026"/>
                    <a:pt x="367" y="3493"/>
                    <a:pt x="601" y="3960"/>
                  </a:cubicBezTo>
                  <a:cubicBezTo>
                    <a:pt x="834" y="4394"/>
                    <a:pt x="1135" y="4828"/>
                    <a:pt x="1568" y="5095"/>
                  </a:cubicBezTo>
                  <a:cubicBezTo>
                    <a:pt x="1797" y="5235"/>
                    <a:pt x="2063" y="5320"/>
                    <a:pt x="2322" y="5320"/>
                  </a:cubicBezTo>
                  <a:cubicBezTo>
                    <a:pt x="2554" y="5320"/>
                    <a:pt x="2780" y="5252"/>
                    <a:pt x="2969" y="5095"/>
                  </a:cubicBezTo>
                  <a:cubicBezTo>
                    <a:pt x="3236" y="4894"/>
                    <a:pt x="3370" y="4561"/>
                    <a:pt x="3503" y="4261"/>
                  </a:cubicBezTo>
                  <a:cubicBezTo>
                    <a:pt x="3803" y="3493"/>
                    <a:pt x="4103" y="2726"/>
                    <a:pt x="4370" y="1959"/>
                  </a:cubicBezTo>
                  <a:cubicBezTo>
                    <a:pt x="4604" y="1359"/>
                    <a:pt x="4370" y="892"/>
                    <a:pt x="3870" y="458"/>
                  </a:cubicBezTo>
                  <a:cubicBezTo>
                    <a:pt x="3496" y="127"/>
                    <a:pt x="3019" y="1"/>
                    <a:pt x="25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6" name="Google Shape;1016;p40"/>
          <p:cNvGrpSpPr/>
          <p:nvPr/>
        </p:nvGrpSpPr>
        <p:grpSpPr>
          <a:xfrm>
            <a:off x="-107712" y="250025"/>
            <a:ext cx="1373500" cy="922925"/>
            <a:chOff x="2302238" y="842175"/>
            <a:chExt cx="1373500" cy="922925"/>
          </a:xfrm>
        </p:grpSpPr>
        <p:sp>
          <p:nvSpPr>
            <p:cNvPr id="1017" name="Google Shape;1017;p40"/>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40"/>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40"/>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40"/>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40"/>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40"/>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40"/>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40"/>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40"/>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40"/>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40"/>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40"/>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40"/>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40"/>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40"/>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40"/>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40"/>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40"/>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40"/>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40"/>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40"/>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40"/>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40"/>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40"/>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40"/>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40"/>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40"/>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40"/>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40"/>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40"/>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40"/>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40"/>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40"/>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40"/>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40"/>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40"/>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40"/>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40"/>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40"/>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40"/>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40"/>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40"/>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9" name="Google Shape;1059;p40"/>
          <p:cNvGrpSpPr/>
          <p:nvPr/>
        </p:nvGrpSpPr>
        <p:grpSpPr>
          <a:xfrm rot="-9757282">
            <a:off x="2547054" y="-116538"/>
            <a:ext cx="1237209" cy="837864"/>
            <a:chOff x="7954342" y="56442"/>
            <a:chExt cx="1237147" cy="837822"/>
          </a:xfrm>
        </p:grpSpPr>
        <p:sp>
          <p:nvSpPr>
            <p:cNvPr id="1060" name="Google Shape;1060;p40"/>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40"/>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40"/>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40"/>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40"/>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40"/>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40"/>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40"/>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40"/>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9" name="Google Shape;1069;p40"/>
          <p:cNvGrpSpPr/>
          <p:nvPr/>
        </p:nvGrpSpPr>
        <p:grpSpPr>
          <a:xfrm rot="-3457450">
            <a:off x="8193139" y="4072261"/>
            <a:ext cx="1237214" cy="837868"/>
            <a:chOff x="7954342" y="56442"/>
            <a:chExt cx="1237147" cy="837822"/>
          </a:xfrm>
        </p:grpSpPr>
        <p:sp>
          <p:nvSpPr>
            <p:cNvPr id="1070" name="Google Shape;1070;p40"/>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40"/>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40"/>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40"/>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40"/>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40"/>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40"/>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40"/>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40"/>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79" name="Google Shape;1079;p40"/>
          <p:cNvSpPr/>
          <p:nvPr/>
        </p:nvSpPr>
        <p:spPr>
          <a:xfrm>
            <a:off x="-459825" y="1615869"/>
            <a:ext cx="1367050" cy="2419975"/>
          </a:xfrm>
          <a:custGeom>
            <a:rect b="b" l="l" r="r" t="t"/>
            <a:pathLst>
              <a:path extrusionOk="0" h="96799" w="54682">
                <a:moveTo>
                  <a:pt x="8263" y="1503"/>
                </a:moveTo>
                <a:cubicBezTo>
                  <a:pt x="11476" y="1595"/>
                  <a:pt x="19830" y="-2077"/>
                  <a:pt x="27542" y="2054"/>
                </a:cubicBezTo>
                <a:cubicBezTo>
                  <a:pt x="35254" y="6185"/>
                  <a:pt x="53340" y="20048"/>
                  <a:pt x="54533" y="26291"/>
                </a:cubicBezTo>
                <a:cubicBezTo>
                  <a:pt x="55727" y="32534"/>
                  <a:pt x="37274" y="32901"/>
                  <a:pt x="34703" y="39511"/>
                </a:cubicBezTo>
                <a:cubicBezTo>
                  <a:pt x="32133" y="46121"/>
                  <a:pt x="40854" y="58516"/>
                  <a:pt x="39110" y="65952"/>
                </a:cubicBezTo>
                <a:cubicBezTo>
                  <a:pt x="37366" y="73388"/>
                  <a:pt x="30755" y="78988"/>
                  <a:pt x="24237" y="84129"/>
                </a:cubicBezTo>
                <a:cubicBezTo>
                  <a:pt x="17719" y="89270"/>
                  <a:pt x="4040" y="94687"/>
                  <a:pt x="0" y="96799"/>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80" name="Shape 1080"/>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7">
    <p:spTree>
      <p:nvGrpSpPr>
        <p:cNvPr id="1081" name="Shape 1081"/>
        <p:cNvGrpSpPr/>
        <p:nvPr/>
      </p:nvGrpSpPr>
      <p:grpSpPr>
        <a:xfrm>
          <a:off x="0" y="0"/>
          <a:ext cx="0" cy="0"/>
          <a:chOff x="0" y="0"/>
          <a:chExt cx="0" cy="0"/>
        </a:xfrm>
      </p:grpSpPr>
      <p:sp>
        <p:nvSpPr>
          <p:cNvPr id="1082" name="Google Shape;1082;p42"/>
          <p:cNvSpPr txBox="1"/>
          <p:nvPr>
            <p:ph type="title"/>
          </p:nvPr>
        </p:nvSpPr>
        <p:spPr>
          <a:xfrm>
            <a:off x="1055845" y="1449456"/>
            <a:ext cx="3456600" cy="274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Arial"/>
              <a:buNone/>
              <a:defRPr b="0" sz="1600">
                <a:solidFill>
                  <a:schemeClr val="accent3"/>
                </a:solidFill>
                <a:latin typeface="Catamaran"/>
                <a:ea typeface="Catamaran"/>
                <a:cs typeface="Catamaran"/>
                <a:sym typeface="Catamaran"/>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083" name="Google Shape;1083;p42"/>
          <p:cNvSpPr txBox="1"/>
          <p:nvPr>
            <p:ph idx="2" type="title"/>
          </p:nvPr>
        </p:nvSpPr>
        <p:spPr>
          <a:xfrm>
            <a:off x="1055845" y="864450"/>
            <a:ext cx="3456600" cy="457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Arial"/>
              <a:buNone/>
              <a:defRPr b="1" sz="35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084" name="Google Shape;1084;p42"/>
          <p:cNvSpPr txBox="1"/>
          <p:nvPr>
            <p:ph idx="1" type="subTitle"/>
          </p:nvPr>
        </p:nvSpPr>
        <p:spPr>
          <a:xfrm>
            <a:off x="1055845" y="4004850"/>
            <a:ext cx="3456600" cy="274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solidFill>
                  <a:schemeClr val="accent3"/>
                </a:solidFill>
              </a:defRPr>
            </a:lvl1pPr>
            <a:lvl2pPr lvl="1" algn="ctr">
              <a:lnSpc>
                <a:spcPct val="100000"/>
              </a:lnSpc>
              <a:spcBef>
                <a:spcPts val="0"/>
              </a:spcBef>
              <a:spcAft>
                <a:spcPts val="0"/>
              </a:spcAft>
              <a:buSzPts val="1600"/>
              <a:buNone/>
              <a:defRPr>
                <a:solidFill>
                  <a:schemeClr val="accent3"/>
                </a:solidFill>
              </a:defRPr>
            </a:lvl2pPr>
            <a:lvl3pPr lvl="2" algn="ctr">
              <a:lnSpc>
                <a:spcPct val="100000"/>
              </a:lnSpc>
              <a:spcBef>
                <a:spcPts val="0"/>
              </a:spcBef>
              <a:spcAft>
                <a:spcPts val="0"/>
              </a:spcAft>
              <a:buSzPts val="1600"/>
              <a:buNone/>
              <a:defRPr>
                <a:solidFill>
                  <a:schemeClr val="accent3"/>
                </a:solidFill>
              </a:defRPr>
            </a:lvl3pPr>
            <a:lvl4pPr lvl="3" algn="ctr">
              <a:lnSpc>
                <a:spcPct val="100000"/>
              </a:lnSpc>
              <a:spcBef>
                <a:spcPts val="0"/>
              </a:spcBef>
              <a:spcAft>
                <a:spcPts val="0"/>
              </a:spcAft>
              <a:buSzPts val="1600"/>
              <a:buNone/>
              <a:defRPr>
                <a:solidFill>
                  <a:schemeClr val="accent3"/>
                </a:solidFill>
              </a:defRPr>
            </a:lvl4pPr>
            <a:lvl5pPr lvl="4" algn="ctr">
              <a:lnSpc>
                <a:spcPct val="100000"/>
              </a:lnSpc>
              <a:spcBef>
                <a:spcPts val="0"/>
              </a:spcBef>
              <a:spcAft>
                <a:spcPts val="0"/>
              </a:spcAft>
              <a:buSzPts val="1600"/>
              <a:buNone/>
              <a:defRPr>
                <a:solidFill>
                  <a:schemeClr val="accent3"/>
                </a:solidFill>
              </a:defRPr>
            </a:lvl5pPr>
            <a:lvl6pPr lvl="5" algn="ctr">
              <a:lnSpc>
                <a:spcPct val="100000"/>
              </a:lnSpc>
              <a:spcBef>
                <a:spcPts val="0"/>
              </a:spcBef>
              <a:spcAft>
                <a:spcPts val="0"/>
              </a:spcAft>
              <a:buSzPts val="1600"/>
              <a:buNone/>
              <a:defRPr>
                <a:solidFill>
                  <a:schemeClr val="accent3"/>
                </a:solidFill>
              </a:defRPr>
            </a:lvl6pPr>
            <a:lvl7pPr lvl="6" algn="ctr">
              <a:lnSpc>
                <a:spcPct val="100000"/>
              </a:lnSpc>
              <a:spcBef>
                <a:spcPts val="0"/>
              </a:spcBef>
              <a:spcAft>
                <a:spcPts val="0"/>
              </a:spcAft>
              <a:buSzPts val="1600"/>
              <a:buNone/>
              <a:defRPr>
                <a:solidFill>
                  <a:schemeClr val="accent3"/>
                </a:solidFill>
              </a:defRPr>
            </a:lvl7pPr>
            <a:lvl8pPr lvl="7" algn="ctr">
              <a:lnSpc>
                <a:spcPct val="100000"/>
              </a:lnSpc>
              <a:spcBef>
                <a:spcPts val="0"/>
              </a:spcBef>
              <a:spcAft>
                <a:spcPts val="0"/>
              </a:spcAft>
              <a:buSzPts val="1600"/>
              <a:buNone/>
              <a:defRPr>
                <a:solidFill>
                  <a:schemeClr val="accent3"/>
                </a:solidFill>
              </a:defRPr>
            </a:lvl8pPr>
            <a:lvl9pPr lvl="8" algn="ctr">
              <a:lnSpc>
                <a:spcPct val="100000"/>
              </a:lnSpc>
              <a:spcBef>
                <a:spcPts val="0"/>
              </a:spcBef>
              <a:spcAft>
                <a:spcPts val="0"/>
              </a:spcAft>
              <a:buSzPts val="1600"/>
              <a:buNone/>
              <a:defRPr>
                <a:solidFill>
                  <a:schemeClr val="accent3"/>
                </a:solidFill>
              </a:defRPr>
            </a:lvl9pPr>
          </a:lstStyle>
          <a:p/>
        </p:txBody>
      </p:sp>
      <p:sp>
        <p:nvSpPr>
          <p:cNvPr id="1085" name="Google Shape;1085;p42"/>
          <p:cNvSpPr txBox="1"/>
          <p:nvPr>
            <p:ph idx="3" type="title"/>
          </p:nvPr>
        </p:nvSpPr>
        <p:spPr>
          <a:xfrm>
            <a:off x="1055845" y="3419359"/>
            <a:ext cx="3456600" cy="457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Arial"/>
              <a:buNone/>
              <a:defRPr b="1" sz="35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086" name="Google Shape;1086;p42"/>
          <p:cNvSpPr txBox="1"/>
          <p:nvPr>
            <p:ph idx="4" type="subTitle"/>
          </p:nvPr>
        </p:nvSpPr>
        <p:spPr>
          <a:xfrm>
            <a:off x="1055845" y="2730365"/>
            <a:ext cx="3456600" cy="274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solidFill>
                  <a:schemeClr val="accent3"/>
                </a:solidFill>
              </a:defRPr>
            </a:lvl1pPr>
            <a:lvl2pPr lvl="1" algn="ctr">
              <a:lnSpc>
                <a:spcPct val="100000"/>
              </a:lnSpc>
              <a:spcBef>
                <a:spcPts val="0"/>
              </a:spcBef>
              <a:spcAft>
                <a:spcPts val="0"/>
              </a:spcAft>
              <a:buSzPts val="1600"/>
              <a:buNone/>
              <a:defRPr>
                <a:solidFill>
                  <a:schemeClr val="accent3"/>
                </a:solidFill>
              </a:defRPr>
            </a:lvl2pPr>
            <a:lvl3pPr lvl="2" algn="ctr">
              <a:lnSpc>
                <a:spcPct val="100000"/>
              </a:lnSpc>
              <a:spcBef>
                <a:spcPts val="0"/>
              </a:spcBef>
              <a:spcAft>
                <a:spcPts val="0"/>
              </a:spcAft>
              <a:buSzPts val="1600"/>
              <a:buNone/>
              <a:defRPr>
                <a:solidFill>
                  <a:schemeClr val="accent3"/>
                </a:solidFill>
              </a:defRPr>
            </a:lvl3pPr>
            <a:lvl4pPr lvl="3" algn="ctr">
              <a:lnSpc>
                <a:spcPct val="100000"/>
              </a:lnSpc>
              <a:spcBef>
                <a:spcPts val="0"/>
              </a:spcBef>
              <a:spcAft>
                <a:spcPts val="0"/>
              </a:spcAft>
              <a:buSzPts val="1600"/>
              <a:buNone/>
              <a:defRPr>
                <a:solidFill>
                  <a:schemeClr val="accent3"/>
                </a:solidFill>
              </a:defRPr>
            </a:lvl4pPr>
            <a:lvl5pPr lvl="4" algn="ctr">
              <a:lnSpc>
                <a:spcPct val="100000"/>
              </a:lnSpc>
              <a:spcBef>
                <a:spcPts val="0"/>
              </a:spcBef>
              <a:spcAft>
                <a:spcPts val="0"/>
              </a:spcAft>
              <a:buSzPts val="1600"/>
              <a:buNone/>
              <a:defRPr>
                <a:solidFill>
                  <a:schemeClr val="accent3"/>
                </a:solidFill>
              </a:defRPr>
            </a:lvl5pPr>
            <a:lvl6pPr lvl="5" algn="ctr">
              <a:lnSpc>
                <a:spcPct val="100000"/>
              </a:lnSpc>
              <a:spcBef>
                <a:spcPts val="0"/>
              </a:spcBef>
              <a:spcAft>
                <a:spcPts val="0"/>
              </a:spcAft>
              <a:buSzPts val="1600"/>
              <a:buNone/>
              <a:defRPr>
                <a:solidFill>
                  <a:schemeClr val="accent3"/>
                </a:solidFill>
              </a:defRPr>
            </a:lvl6pPr>
            <a:lvl7pPr lvl="6" algn="ctr">
              <a:lnSpc>
                <a:spcPct val="100000"/>
              </a:lnSpc>
              <a:spcBef>
                <a:spcPts val="0"/>
              </a:spcBef>
              <a:spcAft>
                <a:spcPts val="0"/>
              </a:spcAft>
              <a:buSzPts val="1600"/>
              <a:buNone/>
              <a:defRPr>
                <a:solidFill>
                  <a:schemeClr val="accent3"/>
                </a:solidFill>
              </a:defRPr>
            </a:lvl7pPr>
            <a:lvl8pPr lvl="7" algn="ctr">
              <a:lnSpc>
                <a:spcPct val="100000"/>
              </a:lnSpc>
              <a:spcBef>
                <a:spcPts val="0"/>
              </a:spcBef>
              <a:spcAft>
                <a:spcPts val="0"/>
              </a:spcAft>
              <a:buSzPts val="1600"/>
              <a:buNone/>
              <a:defRPr>
                <a:solidFill>
                  <a:schemeClr val="accent3"/>
                </a:solidFill>
              </a:defRPr>
            </a:lvl8pPr>
            <a:lvl9pPr lvl="8" algn="ctr">
              <a:lnSpc>
                <a:spcPct val="100000"/>
              </a:lnSpc>
              <a:spcBef>
                <a:spcPts val="0"/>
              </a:spcBef>
              <a:spcAft>
                <a:spcPts val="0"/>
              </a:spcAft>
              <a:buSzPts val="1600"/>
              <a:buNone/>
              <a:defRPr>
                <a:solidFill>
                  <a:schemeClr val="accent3"/>
                </a:solidFill>
              </a:defRPr>
            </a:lvl9pPr>
          </a:lstStyle>
          <a:p/>
        </p:txBody>
      </p:sp>
      <p:sp>
        <p:nvSpPr>
          <p:cNvPr id="1087" name="Google Shape;1087;p42"/>
          <p:cNvSpPr txBox="1"/>
          <p:nvPr>
            <p:ph idx="5" type="title"/>
          </p:nvPr>
        </p:nvSpPr>
        <p:spPr>
          <a:xfrm>
            <a:off x="1055845" y="2141905"/>
            <a:ext cx="3456600" cy="457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Arial"/>
              <a:buNone/>
              <a:defRPr b="1" sz="3500">
                <a:solidFill>
                  <a:schemeClr val="lt1"/>
                </a:solidFill>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grpSp>
        <p:nvGrpSpPr>
          <p:cNvPr id="1088" name="Google Shape;1088;p42"/>
          <p:cNvGrpSpPr/>
          <p:nvPr/>
        </p:nvGrpSpPr>
        <p:grpSpPr>
          <a:xfrm>
            <a:off x="-748950" y="1383900"/>
            <a:ext cx="1697075" cy="1035325"/>
            <a:chOff x="1894025" y="3393550"/>
            <a:chExt cx="1697075" cy="1035325"/>
          </a:xfrm>
        </p:grpSpPr>
        <p:sp>
          <p:nvSpPr>
            <p:cNvPr id="1089" name="Google Shape;1089;p42"/>
            <p:cNvSpPr/>
            <p:nvPr/>
          </p:nvSpPr>
          <p:spPr>
            <a:xfrm>
              <a:off x="1894025" y="3393550"/>
              <a:ext cx="1697075" cy="1035325"/>
            </a:xfrm>
            <a:custGeom>
              <a:rect b="b" l="l" r="r" t="t"/>
              <a:pathLst>
                <a:path extrusionOk="0" h="41413" w="67883">
                  <a:moveTo>
                    <a:pt x="34981" y="1"/>
                  </a:moveTo>
                  <a:cubicBezTo>
                    <a:pt x="33264" y="1"/>
                    <a:pt x="31592" y="379"/>
                    <a:pt x="29655" y="1074"/>
                  </a:cubicBezTo>
                  <a:cubicBezTo>
                    <a:pt x="25952" y="2375"/>
                    <a:pt x="22617" y="4510"/>
                    <a:pt x="19381" y="6678"/>
                  </a:cubicBezTo>
                  <a:cubicBezTo>
                    <a:pt x="14344" y="10114"/>
                    <a:pt x="9074" y="13216"/>
                    <a:pt x="4203" y="16919"/>
                  </a:cubicBezTo>
                  <a:cubicBezTo>
                    <a:pt x="3136" y="17719"/>
                    <a:pt x="2102" y="18553"/>
                    <a:pt x="1335" y="19654"/>
                  </a:cubicBezTo>
                  <a:cubicBezTo>
                    <a:pt x="0" y="21656"/>
                    <a:pt x="401" y="25325"/>
                    <a:pt x="2669" y="26593"/>
                  </a:cubicBezTo>
                  <a:cubicBezTo>
                    <a:pt x="3436" y="27026"/>
                    <a:pt x="4337" y="27126"/>
                    <a:pt x="5171" y="27293"/>
                  </a:cubicBezTo>
                  <a:cubicBezTo>
                    <a:pt x="6905" y="27693"/>
                    <a:pt x="8507" y="28461"/>
                    <a:pt x="10108" y="29194"/>
                  </a:cubicBezTo>
                  <a:cubicBezTo>
                    <a:pt x="17179" y="32530"/>
                    <a:pt x="24218" y="35832"/>
                    <a:pt x="31289" y="39168"/>
                  </a:cubicBezTo>
                  <a:cubicBezTo>
                    <a:pt x="33295" y="40123"/>
                    <a:pt x="35422" y="41412"/>
                    <a:pt x="37699" y="41412"/>
                  </a:cubicBezTo>
                  <a:cubicBezTo>
                    <a:pt x="37808" y="41412"/>
                    <a:pt x="37918" y="41409"/>
                    <a:pt x="38028" y="41403"/>
                  </a:cubicBezTo>
                  <a:cubicBezTo>
                    <a:pt x="40863" y="41236"/>
                    <a:pt x="43298" y="39468"/>
                    <a:pt x="45299" y="37467"/>
                  </a:cubicBezTo>
                  <a:cubicBezTo>
                    <a:pt x="47101" y="35666"/>
                    <a:pt x="48669" y="33564"/>
                    <a:pt x="50770" y="32096"/>
                  </a:cubicBezTo>
                  <a:cubicBezTo>
                    <a:pt x="52972" y="30495"/>
                    <a:pt x="55473" y="29328"/>
                    <a:pt x="57608" y="27593"/>
                  </a:cubicBezTo>
                  <a:cubicBezTo>
                    <a:pt x="58976" y="26492"/>
                    <a:pt x="60243" y="25225"/>
                    <a:pt x="61711" y="24258"/>
                  </a:cubicBezTo>
                  <a:cubicBezTo>
                    <a:pt x="62979" y="23424"/>
                    <a:pt x="64380" y="22790"/>
                    <a:pt x="65547" y="21789"/>
                  </a:cubicBezTo>
                  <a:cubicBezTo>
                    <a:pt x="67482" y="20121"/>
                    <a:pt x="67882" y="16986"/>
                    <a:pt x="67515" y="14551"/>
                  </a:cubicBezTo>
                  <a:cubicBezTo>
                    <a:pt x="67449" y="14117"/>
                    <a:pt x="67215" y="13683"/>
                    <a:pt x="66848" y="13316"/>
                  </a:cubicBezTo>
                  <a:cubicBezTo>
                    <a:pt x="65514" y="11882"/>
                    <a:pt x="62612" y="10881"/>
                    <a:pt x="61311" y="10181"/>
                  </a:cubicBezTo>
                  <a:cubicBezTo>
                    <a:pt x="58642" y="8746"/>
                    <a:pt x="55907" y="7412"/>
                    <a:pt x="53172" y="6145"/>
                  </a:cubicBezTo>
                  <a:cubicBezTo>
                    <a:pt x="48635" y="4076"/>
                    <a:pt x="43965" y="2208"/>
                    <a:pt x="39195" y="707"/>
                  </a:cubicBezTo>
                  <a:cubicBezTo>
                    <a:pt x="37667" y="227"/>
                    <a:pt x="36310" y="1"/>
                    <a:pt x="3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42"/>
            <p:cNvSpPr/>
            <p:nvPr/>
          </p:nvSpPr>
          <p:spPr>
            <a:xfrm>
              <a:off x="1894025" y="3729775"/>
              <a:ext cx="1697075" cy="699100"/>
            </a:xfrm>
            <a:custGeom>
              <a:rect b="b" l="l" r="r" t="t"/>
              <a:pathLst>
                <a:path extrusionOk="0" h="27964" w="67883">
                  <a:moveTo>
                    <a:pt x="66948" y="1"/>
                  </a:moveTo>
                  <a:cubicBezTo>
                    <a:pt x="66781" y="534"/>
                    <a:pt x="66515" y="1035"/>
                    <a:pt x="66214" y="1502"/>
                  </a:cubicBezTo>
                  <a:cubicBezTo>
                    <a:pt x="65547" y="2636"/>
                    <a:pt x="64847" y="3737"/>
                    <a:pt x="63946" y="4704"/>
                  </a:cubicBezTo>
                  <a:cubicBezTo>
                    <a:pt x="62979" y="5705"/>
                    <a:pt x="61811" y="6505"/>
                    <a:pt x="60644" y="7273"/>
                  </a:cubicBezTo>
                  <a:cubicBezTo>
                    <a:pt x="56874" y="9875"/>
                    <a:pt x="53105" y="12443"/>
                    <a:pt x="49369" y="15012"/>
                  </a:cubicBezTo>
                  <a:cubicBezTo>
                    <a:pt x="48268" y="15745"/>
                    <a:pt x="47167" y="16513"/>
                    <a:pt x="46233" y="17413"/>
                  </a:cubicBezTo>
                  <a:cubicBezTo>
                    <a:pt x="44999" y="18647"/>
                    <a:pt x="44032" y="20182"/>
                    <a:pt x="42564" y="21116"/>
                  </a:cubicBezTo>
                  <a:cubicBezTo>
                    <a:pt x="41326" y="21912"/>
                    <a:pt x="39911" y="22206"/>
                    <a:pt x="38442" y="22206"/>
                  </a:cubicBezTo>
                  <a:cubicBezTo>
                    <a:pt x="36587" y="22206"/>
                    <a:pt x="34644" y="21737"/>
                    <a:pt x="32857" y="21216"/>
                  </a:cubicBezTo>
                  <a:cubicBezTo>
                    <a:pt x="31023" y="20682"/>
                    <a:pt x="28921" y="20282"/>
                    <a:pt x="27153" y="19515"/>
                  </a:cubicBezTo>
                  <a:cubicBezTo>
                    <a:pt x="25419" y="18714"/>
                    <a:pt x="23884" y="17580"/>
                    <a:pt x="22050" y="16846"/>
                  </a:cubicBezTo>
                  <a:lnTo>
                    <a:pt x="12042" y="12943"/>
                  </a:lnTo>
                  <a:cubicBezTo>
                    <a:pt x="11375" y="12677"/>
                    <a:pt x="10675" y="12410"/>
                    <a:pt x="9974" y="12143"/>
                  </a:cubicBezTo>
                  <a:cubicBezTo>
                    <a:pt x="7939" y="11342"/>
                    <a:pt x="5738" y="10442"/>
                    <a:pt x="4537" y="8607"/>
                  </a:cubicBezTo>
                  <a:cubicBezTo>
                    <a:pt x="4103" y="7940"/>
                    <a:pt x="3803" y="7206"/>
                    <a:pt x="3336" y="6572"/>
                  </a:cubicBezTo>
                  <a:cubicBezTo>
                    <a:pt x="3003" y="6072"/>
                    <a:pt x="2536" y="5605"/>
                    <a:pt x="1969" y="5405"/>
                  </a:cubicBezTo>
                  <a:cubicBezTo>
                    <a:pt x="1735" y="5671"/>
                    <a:pt x="1535" y="5905"/>
                    <a:pt x="1368" y="6172"/>
                  </a:cubicBezTo>
                  <a:cubicBezTo>
                    <a:pt x="0" y="8173"/>
                    <a:pt x="401" y="11876"/>
                    <a:pt x="2669" y="13144"/>
                  </a:cubicBezTo>
                  <a:cubicBezTo>
                    <a:pt x="3436" y="13577"/>
                    <a:pt x="4337" y="13677"/>
                    <a:pt x="5171" y="13844"/>
                  </a:cubicBezTo>
                  <a:cubicBezTo>
                    <a:pt x="6905" y="14244"/>
                    <a:pt x="8540" y="14978"/>
                    <a:pt x="10141" y="15745"/>
                  </a:cubicBezTo>
                  <a:cubicBezTo>
                    <a:pt x="17179" y="19048"/>
                    <a:pt x="24251" y="22383"/>
                    <a:pt x="31289" y="25719"/>
                  </a:cubicBezTo>
                  <a:cubicBezTo>
                    <a:pt x="33327" y="26674"/>
                    <a:pt x="35425" y="27963"/>
                    <a:pt x="37728" y="27963"/>
                  </a:cubicBezTo>
                  <a:cubicBezTo>
                    <a:pt x="37839" y="27963"/>
                    <a:pt x="37950" y="27960"/>
                    <a:pt x="38061" y="27954"/>
                  </a:cubicBezTo>
                  <a:cubicBezTo>
                    <a:pt x="40863" y="27787"/>
                    <a:pt x="43298" y="25986"/>
                    <a:pt x="45299" y="24018"/>
                  </a:cubicBezTo>
                  <a:cubicBezTo>
                    <a:pt x="47101" y="22217"/>
                    <a:pt x="48669" y="20115"/>
                    <a:pt x="50770" y="18614"/>
                  </a:cubicBezTo>
                  <a:cubicBezTo>
                    <a:pt x="53005" y="17046"/>
                    <a:pt x="55473" y="15879"/>
                    <a:pt x="57608" y="14144"/>
                  </a:cubicBezTo>
                  <a:cubicBezTo>
                    <a:pt x="58976" y="13043"/>
                    <a:pt x="60243" y="11776"/>
                    <a:pt x="61711" y="10809"/>
                  </a:cubicBezTo>
                  <a:cubicBezTo>
                    <a:pt x="62979" y="9975"/>
                    <a:pt x="64380" y="9341"/>
                    <a:pt x="65547" y="8340"/>
                  </a:cubicBezTo>
                  <a:cubicBezTo>
                    <a:pt x="67482" y="6672"/>
                    <a:pt x="67882" y="3537"/>
                    <a:pt x="67515" y="1102"/>
                  </a:cubicBezTo>
                  <a:cubicBezTo>
                    <a:pt x="67449" y="701"/>
                    <a:pt x="67248" y="334"/>
                    <a:pt x="669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42"/>
            <p:cNvSpPr/>
            <p:nvPr/>
          </p:nvSpPr>
          <p:spPr>
            <a:xfrm>
              <a:off x="3018150" y="3834850"/>
              <a:ext cx="564600" cy="498725"/>
            </a:xfrm>
            <a:custGeom>
              <a:rect b="b" l="l" r="r" t="t"/>
              <a:pathLst>
                <a:path extrusionOk="0" h="19949" w="22584">
                  <a:moveTo>
                    <a:pt x="22584" y="1"/>
                  </a:moveTo>
                  <a:cubicBezTo>
                    <a:pt x="19982" y="1935"/>
                    <a:pt x="17547" y="4104"/>
                    <a:pt x="15412" y="6539"/>
                  </a:cubicBezTo>
                  <a:cubicBezTo>
                    <a:pt x="15070" y="6907"/>
                    <a:pt x="14623" y="7297"/>
                    <a:pt x="14188" y="7297"/>
                  </a:cubicBezTo>
                  <a:cubicBezTo>
                    <a:pt x="14072" y="7297"/>
                    <a:pt x="13957" y="7269"/>
                    <a:pt x="13844" y="7206"/>
                  </a:cubicBezTo>
                  <a:cubicBezTo>
                    <a:pt x="13410" y="6939"/>
                    <a:pt x="13377" y="6339"/>
                    <a:pt x="13144" y="5938"/>
                  </a:cubicBezTo>
                  <a:cubicBezTo>
                    <a:pt x="12943" y="5638"/>
                    <a:pt x="12643" y="5471"/>
                    <a:pt x="12310" y="5405"/>
                  </a:cubicBezTo>
                  <a:cubicBezTo>
                    <a:pt x="11943" y="5672"/>
                    <a:pt x="11576" y="5905"/>
                    <a:pt x="11209" y="6172"/>
                  </a:cubicBezTo>
                  <a:cubicBezTo>
                    <a:pt x="11109" y="7273"/>
                    <a:pt x="11509" y="8474"/>
                    <a:pt x="11109" y="9541"/>
                  </a:cubicBezTo>
                  <a:cubicBezTo>
                    <a:pt x="10709" y="10542"/>
                    <a:pt x="9708" y="11142"/>
                    <a:pt x="8807" y="11642"/>
                  </a:cubicBezTo>
                  <a:cubicBezTo>
                    <a:pt x="7540" y="12376"/>
                    <a:pt x="6239" y="13110"/>
                    <a:pt x="4971" y="13811"/>
                  </a:cubicBezTo>
                  <a:cubicBezTo>
                    <a:pt x="4537" y="14059"/>
                    <a:pt x="4000" y="14294"/>
                    <a:pt x="3528" y="14294"/>
                  </a:cubicBezTo>
                  <a:cubicBezTo>
                    <a:pt x="3238" y="14294"/>
                    <a:pt x="2972" y="14206"/>
                    <a:pt x="2770" y="13977"/>
                  </a:cubicBezTo>
                  <a:cubicBezTo>
                    <a:pt x="2369" y="13510"/>
                    <a:pt x="2503" y="12843"/>
                    <a:pt x="2469" y="12210"/>
                  </a:cubicBezTo>
                  <a:lnTo>
                    <a:pt x="2469" y="12210"/>
                  </a:lnTo>
                  <a:cubicBezTo>
                    <a:pt x="2036" y="12543"/>
                    <a:pt x="1635" y="12877"/>
                    <a:pt x="1268" y="13244"/>
                  </a:cubicBezTo>
                  <a:cubicBezTo>
                    <a:pt x="835" y="13677"/>
                    <a:pt x="401" y="14178"/>
                    <a:pt x="1" y="14645"/>
                  </a:cubicBezTo>
                  <a:cubicBezTo>
                    <a:pt x="168" y="15512"/>
                    <a:pt x="301" y="16379"/>
                    <a:pt x="368" y="17280"/>
                  </a:cubicBezTo>
                  <a:cubicBezTo>
                    <a:pt x="435" y="18180"/>
                    <a:pt x="334" y="19081"/>
                    <a:pt x="234" y="19948"/>
                  </a:cubicBezTo>
                  <a:cubicBezTo>
                    <a:pt x="268" y="19915"/>
                    <a:pt x="301" y="19848"/>
                    <a:pt x="334" y="19815"/>
                  </a:cubicBezTo>
                  <a:cubicBezTo>
                    <a:pt x="2136" y="18014"/>
                    <a:pt x="3704" y="15912"/>
                    <a:pt x="5805" y="14444"/>
                  </a:cubicBezTo>
                  <a:cubicBezTo>
                    <a:pt x="8040" y="12843"/>
                    <a:pt x="10508" y="11676"/>
                    <a:pt x="12643" y="9975"/>
                  </a:cubicBezTo>
                  <a:cubicBezTo>
                    <a:pt x="14011" y="8840"/>
                    <a:pt x="15278" y="7606"/>
                    <a:pt x="16746" y="6606"/>
                  </a:cubicBezTo>
                  <a:cubicBezTo>
                    <a:pt x="18014" y="5772"/>
                    <a:pt x="19415" y="5138"/>
                    <a:pt x="20582" y="4137"/>
                  </a:cubicBezTo>
                  <a:cubicBezTo>
                    <a:pt x="20716" y="4037"/>
                    <a:pt x="20849" y="3904"/>
                    <a:pt x="20949" y="3770"/>
                  </a:cubicBezTo>
                  <a:cubicBezTo>
                    <a:pt x="20983" y="3737"/>
                    <a:pt x="21016" y="3670"/>
                    <a:pt x="21049" y="3637"/>
                  </a:cubicBezTo>
                  <a:cubicBezTo>
                    <a:pt x="21149" y="3537"/>
                    <a:pt x="21216" y="3437"/>
                    <a:pt x="21283" y="3337"/>
                  </a:cubicBezTo>
                  <a:cubicBezTo>
                    <a:pt x="21349" y="3303"/>
                    <a:pt x="21383" y="3270"/>
                    <a:pt x="21416" y="3203"/>
                  </a:cubicBezTo>
                  <a:cubicBezTo>
                    <a:pt x="21483" y="3103"/>
                    <a:pt x="21550" y="3003"/>
                    <a:pt x="21616" y="2903"/>
                  </a:cubicBezTo>
                  <a:cubicBezTo>
                    <a:pt x="21650" y="2836"/>
                    <a:pt x="21650" y="2803"/>
                    <a:pt x="21683" y="2736"/>
                  </a:cubicBezTo>
                  <a:cubicBezTo>
                    <a:pt x="21750" y="2603"/>
                    <a:pt x="21850" y="2469"/>
                    <a:pt x="21883" y="2336"/>
                  </a:cubicBezTo>
                  <a:cubicBezTo>
                    <a:pt x="21917" y="2336"/>
                    <a:pt x="21917" y="2302"/>
                    <a:pt x="21917" y="2269"/>
                  </a:cubicBezTo>
                  <a:cubicBezTo>
                    <a:pt x="22083" y="1935"/>
                    <a:pt x="22217" y="1569"/>
                    <a:pt x="22317" y="1168"/>
                  </a:cubicBezTo>
                  <a:cubicBezTo>
                    <a:pt x="22384" y="1001"/>
                    <a:pt x="22417" y="801"/>
                    <a:pt x="22450" y="601"/>
                  </a:cubicBezTo>
                  <a:cubicBezTo>
                    <a:pt x="22450" y="601"/>
                    <a:pt x="22450" y="601"/>
                    <a:pt x="22484" y="568"/>
                  </a:cubicBezTo>
                  <a:cubicBezTo>
                    <a:pt x="22517" y="368"/>
                    <a:pt x="22550" y="201"/>
                    <a:pt x="2258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42"/>
            <p:cNvSpPr/>
            <p:nvPr/>
          </p:nvSpPr>
          <p:spPr>
            <a:xfrm>
              <a:off x="1911525" y="3844025"/>
              <a:ext cx="833125" cy="511725"/>
            </a:xfrm>
            <a:custGeom>
              <a:rect b="b" l="l" r="r" t="t"/>
              <a:pathLst>
                <a:path extrusionOk="0" h="20469" w="33325">
                  <a:moveTo>
                    <a:pt x="2136" y="1"/>
                  </a:moveTo>
                  <a:cubicBezTo>
                    <a:pt x="1569" y="501"/>
                    <a:pt x="1068" y="1001"/>
                    <a:pt x="635" y="1635"/>
                  </a:cubicBezTo>
                  <a:cubicBezTo>
                    <a:pt x="335" y="2102"/>
                    <a:pt x="101" y="2669"/>
                    <a:pt x="1" y="3303"/>
                  </a:cubicBezTo>
                  <a:cubicBezTo>
                    <a:pt x="2336" y="4771"/>
                    <a:pt x="4204" y="6739"/>
                    <a:pt x="6839" y="7940"/>
                  </a:cubicBezTo>
                  <a:cubicBezTo>
                    <a:pt x="9641" y="9207"/>
                    <a:pt x="12610" y="10075"/>
                    <a:pt x="15412" y="11409"/>
                  </a:cubicBezTo>
                  <a:cubicBezTo>
                    <a:pt x="18414" y="12810"/>
                    <a:pt x="21183" y="14678"/>
                    <a:pt x="24252" y="15912"/>
                  </a:cubicBezTo>
                  <a:cubicBezTo>
                    <a:pt x="26153" y="16646"/>
                    <a:pt x="28321" y="17313"/>
                    <a:pt x="29188" y="19148"/>
                  </a:cubicBezTo>
                  <a:cubicBezTo>
                    <a:pt x="29389" y="19548"/>
                    <a:pt x="29522" y="20048"/>
                    <a:pt x="29922" y="20315"/>
                  </a:cubicBezTo>
                  <a:cubicBezTo>
                    <a:pt x="30074" y="20421"/>
                    <a:pt x="30243" y="20469"/>
                    <a:pt x="30421" y="20469"/>
                  </a:cubicBezTo>
                  <a:cubicBezTo>
                    <a:pt x="31029" y="20469"/>
                    <a:pt x="31749" y="19918"/>
                    <a:pt x="32291" y="19248"/>
                  </a:cubicBezTo>
                  <a:cubicBezTo>
                    <a:pt x="32924" y="18447"/>
                    <a:pt x="33325" y="17513"/>
                    <a:pt x="33058" y="17013"/>
                  </a:cubicBezTo>
                  <a:cubicBezTo>
                    <a:pt x="32958" y="16779"/>
                    <a:pt x="32791" y="16613"/>
                    <a:pt x="32591" y="16446"/>
                  </a:cubicBezTo>
                  <a:cubicBezTo>
                    <a:pt x="29922" y="14178"/>
                    <a:pt x="26420" y="13277"/>
                    <a:pt x="23151" y="12043"/>
                  </a:cubicBezTo>
                  <a:cubicBezTo>
                    <a:pt x="20149" y="10909"/>
                    <a:pt x="17247" y="9474"/>
                    <a:pt x="14378" y="8073"/>
                  </a:cubicBezTo>
                  <a:cubicBezTo>
                    <a:pt x="12944" y="7373"/>
                    <a:pt x="11476" y="6639"/>
                    <a:pt x="10041" y="5972"/>
                  </a:cubicBezTo>
                  <a:cubicBezTo>
                    <a:pt x="8874" y="5471"/>
                    <a:pt x="7440" y="5138"/>
                    <a:pt x="6439" y="4404"/>
                  </a:cubicBezTo>
                  <a:cubicBezTo>
                    <a:pt x="4938" y="3303"/>
                    <a:pt x="4004" y="1535"/>
                    <a:pt x="2569" y="334"/>
                  </a:cubicBezTo>
                  <a:cubicBezTo>
                    <a:pt x="2436" y="201"/>
                    <a:pt x="2303" y="101"/>
                    <a:pt x="213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42"/>
            <p:cNvSpPr/>
            <p:nvPr/>
          </p:nvSpPr>
          <p:spPr>
            <a:xfrm>
              <a:off x="1912375" y="3393550"/>
              <a:ext cx="1669550" cy="526400"/>
            </a:xfrm>
            <a:custGeom>
              <a:rect b="b" l="l" r="r" t="t"/>
              <a:pathLst>
                <a:path extrusionOk="0" h="21056" w="66782">
                  <a:moveTo>
                    <a:pt x="34247" y="1"/>
                  </a:moveTo>
                  <a:cubicBezTo>
                    <a:pt x="32530" y="1"/>
                    <a:pt x="30858" y="379"/>
                    <a:pt x="28921" y="1074"/>
                  </a:cubicBezTo>
                  <a:cubicBezTo>
                    <a:pt x="25218" y="2375"/>
                    <a:pt x="21883" y="4510"/>
                    <a:pt x="18647" y="6678"/>
                  </a:cubicBezTo>
                  <a:cubicBezTo>
                    <a:pt x="13610" y="10114"/>
                    <a:pt x="8340" y="13216"/>
                    <a:pt x="3469" y="16919"/>
                  </a:cubicBezTo>
                  <a:cubicBezTo>
                    <a:pt x="2402" y="17719"/>
                    <a:pt x="1368" y="18553"/>
                    <a:pt x="601" y="19654"/>
                  </a:cubicBezTo>
                  <a:cubicBezTo>
                    <a:pt x="334" y="20054"/>
                    <a:pt x="134" y="20522"/>
                    <a:pt x="0" y="21055"/>
                  </a:cubicBezTo>
                  <a:cubicBezTo>
                    <a:pt x="1301" y="19854"/>
                    <a:pt x="2669" y="18720"/>
                    <a:pt x="4103" y="17653"/>
                  </a:cubicBezTo>
                  <a:cubicBezTo>
                    <a:pt x="7839" y="14917"/>
                    <a:pt x="11909" y="12649"/>
                    <a:pt x="16045" y="10581"/>
                  </a:cubicBezTo>
                  <a:cubicBezTo>
                    <a:pt x="18413" y="9414"/>
                    <a:pt x="20782" y="8313"/>
                    <a:pt x="23184" y="7212"/>
                  </a:cubicBezTo>
                  <a:cubicBezTo>
                    <a:pt x="24470" y="6592"/>
                    <a:pt x="25931" y="5987"/>
                    <a:pt x="27315" y="5987"/>
                  </a:cubicBezTo>
                  <a:cubicBezTo>
                    <a:pt x="27941" y="5987"/>
                    <a:pt x="28550" y="6110"/>
                    <a:pt x="29121" y="6411"/>
                  </a:cubicBezTo>
                  <a:cubicBezTo>
                    <a:pt x="30022" y="6845"/>
                    <a:pt x="30689" y="7679"/>
                    <a:pt x="31523" y="8213"/>
                  </a:cubicBezTo>
                  <a:cubicBezTo>
                    <a:pt x="32154" y="8589"/>
                    <a:pt x="32882" y="8770"/>
                    <a:pt x="33611" y="8770"/>
                  </a:cubicBezTo>
                  <a:cubicBezTo>
                    <a:pt x="34695" y="8770"/>
                    <a:pt x="35782" y="8370"/>
                    <a:pt x="36560" y="7612"/>
                  </a:cubicBezTo>
                  <a:cubicBezTo>
                    <a:pt x="37060" y="7112"/>
                    <a:pt x="37427" y="6445"/>
                    <a:pt x="38061" y="6078"/>
                  </a:cubicBezTo>
                  <a:cubicBezTo>
                    <a:pt x="38595" y="5711"/>
                    <a:pt x="39295" y="5644"/>
                    <a:pt x="39962" y="5611"/>
                  </a:cubicBezTo>
                  <a:cubicBezTo>
                    <a:pt x="40346" y="5588"/>
                    <a:pt x="40729" y="5577"/>
                    <a:pt x="41109" y="5577"/>
                  </a:cubicBezTo>
                  <a:cubicBezTo>
                    <a:pt x="50134" y="5577"/>
                    <a:pt x="58043" y="11830"/>
                    <a:pt x="66781" y="14551"/>
                  </a:cubicBezTo>
                  <a:cubicBezTo>
                    <a:pt x="66715" y="14117"/>
                    <a:pt x="66448" y="13683"/>
                    <a:pt x="66114" y="13316"/>
                  </a:cubicBezTo>
                  <a:cubicBezTo>
                    <a:pt x="64780" y="11882"/>
                    <a:pt x="61878" y="10881"/>
                    <a:pt x="60577" y="10181"/>
                  </a:cubicBezTo>
                  <a:cubicBezTo>
                    <a:pt x="57908" y="8746"/>
                    <a:pt x="55173" y="7412"/>
                    <a:pt x="52438" y="6145"/>
                  </a:cubicBezTo>
                  <a:cubicBezTo>
                    <a:pt x="47901" y="4076"/>
                    <a:pt x="43231" y="2208"/>
                    <a:pt x="38461" y="707"/>
                  </a:cubicBezTo>
                  <a:cubicBezTo>
                    <a:pt x="36933" y="227"/>
                    <a:pt x="35576" y="1"/>
                    <a:pt x="3424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4" name="Google Shape;1094;p42"/>
          <p:cNvGrpSpPr/>
          <p:nvPr/>
        </p:nvGrpSpPr>
        <p:grpSpPr>
          <a:xfrm rot="-3189044">
            <a:off x="-719967" y="3520446"/>
            <a:ext cx="1684516" cy="782709"/>
            <a:chOff x="1884850" y="3105525"/>
            <a:chExt cx="1684550" cy="782725"/>
          </a:xfrm>
        </p:grpSpPr>
        <p:sp>
          <p:nvSpPr>
            <p:cNvPr id="1095" name="Google Shape;1095;p42"/>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42"/>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42"/>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42"/>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42"/>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42"/>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42"/>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42"/>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42"/>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42"/>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42"/>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42"/>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42"/>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42"/>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42"/>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42"/>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42"/>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42"/>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6">
    <p:spTree>
      <p:nvGrpSpPr>
        <p:cNvPr id="1113" name="Shape 1113"/>
        <p:cNvGrpSpPr/>
        <p:nvPr/>
      </p:nvGrpSpPr>
      <p:grpSpPr>
        <a:xfrm>
          <a:off x="0" y="0"/>
          <a:ext cx="0" cy="0"/>
          <a:chOff x="0" y="0"/>
          <a:chExt cx="0" cy="0"/>
        </a:xfrm>
      </p:grpSpPr>
      <p:sp>
        <p:nvSpPr>
          <p:cNvPr id="1114" name="Google Shape;1114;p43"/>
          <p:cNvSpPr txBox="1"/>
          <p:nvPr>
            <p:ph idx="1" type="subTitle"/>
          </p:nvPr>
        </p:nvSpPr>
        <p:spPr>
          <a:xfrm>
            <a:off x="2010600" y="4007375"/>
            <a:ext cx="5122800" cy="579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600">
                <a:solidFill>
                  <a:schemeClr val="accent3"/>
                </a:solidFill>
              </a:defRPr>
            </a:lvl1pPr>
            <a:lvl2pPr lvl="1" algn="ctr">
              <a:lnSpc>
                <a:spcPct val="100000"/>
              </a:lnSpc>
              <a:spcBef>
                <a:spcPts val="0"/>
              </a:spcBef>
              <a:spcAft>
                <a:spcPts val="0"/>
              </a:spcAft>
              <a:buSzPts val="1600"/>
              <a:buNone/>
              <a:defRPr sz="1600">
                <a:solidFill>
                  <a:schemeClr val="accent3"/>
                </a:solidFill>
              </a:defRPr>
            </a:lvl2pPr>
            <a:lvl3pPr lvl="2" algn="ctr">
              <a:lnSpc>
                <a:spcPct val="100000"/>
              </a:lnSpc>
              <a:spcBef>
                <a:spcPts val="0"/>
              </a:spcBef>
              <a:spcAft>
                <a:spcPts val="0"/>
              </a:spcAft>
              <a:buSzPts val="1600"/>
              <a:buNone/>
              <a:defRPr sz="1600">
                <a:solidFill>
                  <a:schemeClr val="accent3"/>
                </a:solidFill>
              </a:defRPr>
            </a:lvl3pPr>
            <a:lvl4pPr lvl="3" algn="ctr">
              <a:lnSpc>
                <a:spcPct val="100000"/>
              </a:lnSpc>
              <a:spcBef>
                <a:spcPts val="0"/>
              </a:spcBef>
              <a:spcAft>
                <a:spcPts val="0"/>
              </a:spcAft>
              <a:buSzPts val="1600"/>
              <a:buNone/>
              <a:defRPr sz="1600">
                <a:solidFill>
                  <a:schemeClr val="accent3"/>
                </a:solidFill>
              </a:defRPr>
            </a:lvl4pPr>
            <a:lvl5pPr lvl="4" algn="ctr">
              <a:lnSpc>
                <a:spcPct val="100000"/>
              </a:lnSpc>
              <a:spcBef>
                <a:spcPts val="0"/>
              </a:spcBef>
              <a:spcAft>
                <a:spcPts val="0"/>
              </a:spcAft>
              <a:buSzPts val="1600"/>
              <a:buNone/>
              <a:defRPr sz="1600">
                <a:solidFill>
                  <a:schemeClr val="accent3"/>
                </a:solidFill>
              </a:defRPr>
            </a:lvl5pPr>
            <a:lvl6pPr lvl="5" algn="ctr">
              <a:lnSpc>
                <a:spcPct val="100000"/>
              </a:lnSpc>
              <a:spcBef>
                <a:spcPts val="0"/>
              </a:spcBef>
              <a:spcAft>
                <a:spcPts val="0"/>
              </a:spcAft>
              <a:buSzPts val="1600"/>
              <a:buNone/>
              <a:defRPr sz="1600">
                <a:solidFill>
                  <a:schemeClr val="accent3"/>
                </a:solidFill>
              </a:defRPr>
            </a:lvl6pPr>
            <a:lvl7pPr lvl="6" algn="ctr">
              <a:lnSpc>
                <a:spcPct val="100000"/>
              </a:lnSpc>
              <a:spcBef>
                <a:spcPts val="0"/>
              </a:spcBef>
              <a:spcAft>
                <a:spcPts val="0"/>
              </a:spcAft>
              <a:buSzPts val="1600"/>
              <a:buNone/>
              <a:defRPr sz="1600">
                <a:solidFill>
                  <a:schemeClr val="accent3"/>
                </a:solidFill>
              </a:defRPr>
            </a:lvl7pPr>
            <a:lvl8pPr lvl="7" algn="ctr">
              <a:lnSpc>
                <a:spcPct val="100000"/>
              </a:lnSpc>
              <a:spcBef>
                <a:spcPts val="0"/>
              </a:spcBef>
              <a:spcAft>
                <a:spcPts val="0"/>
              </a:spcAft>
              <a:buSzPts val="1600"/>
              <a:buNone/>
              <a:defRPr sz="1600">
                <a:solidFill>
                  <a:schemeClr val="accent3"/>
                </a:solidFill>
              </a:defRPr>
            </a:lvl8pPr>
            <a:lvl9pPr lvl="8" algn="ctr">
              <a:lnSpc>
                <a:spcPct val="100000"/>
              </a:lnSpc>
              <a:spcBef>
                <a:spcPts val="0"/>
              </a:spcBef>
              <a:spcAft>
                <a:spcPts val="0"/>
              </a:spcAft>
              <a:buSzPts val="1600"/>
              <a:buNone/>
              <a:defRPr sz="1600">
                <a:solidFill>
                  <a:schemeClr val="accent3"/>
                </a:solidFill>
              </a:defRPr>
            </a:lvl9pPr>
          </a:lstStyle>
          <a:p/>
        </p:txBody>
      </p:sp>
      <p:sp>
        <p:nvSpPr>
          <p:cNvPr id="1115" name="Google Shape;1115;p43"/>
          <p:cNvSpPr txBox="1"/>
          <p:nvPr>
            <p:ph type="title"/>
          </p:nvPr>
        </p:nvSpPr>
        <p:spPr>
          <a:xfrm>
            <a:off x="713225" y="548640"/>
            <a:ext cx="7717500" cy="2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800"/>
              <a:buFont typeface="Dosis"/>
              <a:buNone/>
              <a:defRPr b="1"/>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grpSp>
        <p:nvGrpSpPr>
          <p:cNvPr id="1116" name="Google Shape;1116;p43"/>
          <p:cNvGrpSpPr/>
          <p:nvPr/>
        </p:nvGrpSpPr>
        <p:grpSpPr>
          <a:xfrm rot="2700000">
            <a:off x="-479334" y="3779172"/>
            <a:ext cx="1697059" cy="1035315"/>
            <a:chOff x="1894025" y="3393550"/>
            <a:chExt cx="1697075" cy="1035325"/>
          </a:xfrm>
        </p:grpSpPr>
        <p:sp>
          <p:nvSpPr>
            <p:cNvPr id="1117" name="Google Shape;1117;p43"/>
            <p:cNvSpPr/>
            <p:nvPr/>
          </p:nvSpPr>
          <p:spPr>
            <a:xfrm>
              <a:off x="1894025" y="3393550"/>
              <a:ext cx="1697075" cy="1035325"/>
            </a:xfrm>
            <a:custGeom>
              <a:rect b="b" l="l" r="r" t="t"/>
              <a:pathLst>
                <a:path extrusionOk="0" h="41413" w="67883">
                  <a:moveTo>
                    <a:pt x="34981" y="1"/>
                  </a:moveTo>
                  <a:cubicBezTo>
                    <a:pt x="33264" y="1"/>
                    <a:pt x="31592" y="379"/>
                    <a:pt x="29655" y="1074"/>
                  </a:cubicBezTo>
                  <a:cubicBezTo>
                    <a:pt x="25952" y="2375"/>
                    <a:pt x="22617" y="4510"/>
                    <a:pt x="19381" y="6678"/>
                  </a:cubicBezTo>
                  <a:cubicBezTo>
                    <a:pt x="14344" y="10114"/>
                    <a:pt x="9074" y="13216"/>
                    <a:pt x="4203" y="16919"/>
                  </a:cubicBezTo>
                  <a:cubicBezTo>
                    <a:pt x="3136" y="17719"/>
                    <a:pt x="2102" y="18553"/>
                    <a:pt x="1335" y="19654"/>
                  </a:cubicBezTo>
                  <a:cubicBezTo>
                    <a:pt x="0" y="21656"/>
                    <a:pt x="401" y="25325"/>
                    <a:pt x="2669" y="26593"/>
                  </a:cubicBezTo>
                  <a:cubicBezTo>
                    <a:pt x="3436" y="27026"/>
                    <a:pt x="4337" y="27126"/>
                    <a:pt x="5171" y="27293"/>
                  </a:cubicBezTo>
                  <a:cubicBezTo>
                    <a:pt x="6905" y="27693"/>
                    <a:pt x="8507" y="28461"/>
                    <a:pt x="10108" y="29194"/>
                  </a:cubicBezTo>
                  <a:cubicBezTo>
                    <a:pt x="17179" y="32530"/>
                    <a:pt x="24218" y="35832"/>
                    <a:pt x="31289" y="39168"/>
                  </a:cubicBezTo>
                  <a:cubicBezTo>
                    <a:pt x="33295" y="40123"/>
                    <a:pt x="35422" y="41412"/>
                    <a:pt x="37699" y="41412"/>
                  </a:cubicBezTo>
                  <a:cubicBezTo>
                    <a:pt x="37808" y="41412"/>
                    <a:pt x="37918" y="41409"/>
                    <a:pt x="38028" y="41403"/>
                  </a:cubicBezTo>
                  <a:cubicBezTo>
                    <a:pt x="40863" y="41236"/>
                    <a:pt x="43298" y="39468"/>
                    <a:pt x="45299" y="37467"/>
                  </a:cubicBezTo>
                  <a:cubicBezTo>
                    <a:pt x="47101" y="35666"/>
                    <a:pt x="48669" y="33564"/>
                    <a:pt x="50770" y="32096"/>
                  </a:cubicBezTo>
                  <a:cubicBezTo>
                    <a:pt x="52972" y="30495"/>
                    <a:pt x="55473" y="29328"/>
                    <a:pt x="57608" y="27593"/>
                  </a:cubicBezTo>
                  <a:cubicBezTo>
                    <a:pt x="58976" y="26492"/>
                    <a:pt x="60243" y="25225"/>
                    <a:pt x="61711" y="24258"/>
                  </a:cubicBezTo>
                  <a:cubicBezTo>
                    <a:pt x="62979" y="23424"/>
                    <a:pt x="64380" y="22790"/>
                    <a:pt x="65547" y="21789"/>
                  </a:cubicBezTo>
                  <a:cubicBezTo>
                    <a:pt x="67482" y="20121"/>
                    <a:pt x="67882" y="16986"/>
                    <a:pt x="67515" y="14551"/>
                  </a:cubicBezTo>
                  <a:cubicBezTo>
                    <a:pt x="67449" y="14117"/>
                    <a:pt x="67215" y="13683"/>
                    <a:pt x="66848" y="13316"/>
                  </a:cubicBezTo>
                  <a:cubicBezTo>
                    <a:pt x="65514" y="11882"/>
                    <a:pt x="62612" y="10881"/>
                    <a:pt x="61311" y="10181"/>
                  </a:cubicBezTo>
                  <a:cubicBezTo>
                    <a:pt x="58642" y="8746"/>
                    <a:pt x="55907" y="7412"/>
                    <a:pt x="53172" y="6145"/>
                  </a:cubicBezTo>
                  <a:cubicBezTo>
                    <a:pt x="48635" y="4076"/>
                    <a:pt x="43965" y="2208"/>
                    <a:pt x="39195" y="707"/>
                  </a:cubicBezTo>
                  <a:cubicBezTo>
                    <a:pt x="37667" y="227"/>
                    <a:pt x="36310" y="1"/>
                    <a:pt x="3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43"/>
            <p:cNvSpPr/>
            <p:nvPr/>
          </p:nvSpPr>
          <p:spPr>
            <a:xfrm>
              <a:off x="1894025" y="3729775"/>
              <a:ext cx="1697075" cy="699100"/>
            </a:xfrm>
            <a:custGeom>
              <a:rect b="b" l="l" r="r" t="t"/>
              <a:pathLst>
                <a:path extrusionOk="0" h="27964" w="67883">
                  <a:moveTo>
                    <a:pt x="66948" y="1"/>
                  </a:moveTo>
                  <a:cubicBezTo>
                    <a:pt x="66781" y="534"/>
                    <a:pt x="66515" y="1035"/>
                    <a:pt x="66214" y="1502"/>
                  </a:cubicBezTo>
                  <a:cubicBezTo>
                    <a:pt x="65547" y="2636"/>
                    <a:pt x="64847" y="3737"/>
                    <a:pt x="63946" y="4704"/>
                  </a:cubicBezTo>
                  <a:cubicBezTo>
                    <a:pt x="62979" y="5705"/>
                    <a:pt x="61811" y="6505"/>
                    <a:pt x="60644" y="7273"/>
                  </a:cubicBezTo>
                  <a:cubicBezTo>
                    <a:pt x="56874" y="9875"/>
                    <a:pt x="53105" y="12443"/>
                    <a:pt x="49369" y="15012"/>
                  </a:cubicBezTo>
                  <a:cubicBezTo>
                    <a:pt x="48268" y="15745"/>
                    <a:pt x="47167" y="16513"/>
                    <a:pt x="46233" y="17413"/>
                  </a:cubicBezTo>
                  <a:cubicBezTo>
                    <a:pt x="44999" y="18647"/>
                    <a:pt x="44032" y="20182"/>
                    <a:pt x="42564" y="21116"/>
                  </a:cubicBezTo>
                  <a:cubicBezTo>
                    <a:pt x="41326" y="21912"/>
                    <a:pt x="39911" y="22206"/>
                    <a:pt x="38442" y="22206"/>
                  </a:cubicBezTo>
                  <a:cubicBezTo>
                    <a:pt x="36587" y="22206"/>
                    <a:pt x="34644" y="21737"/>
                    <a:pt x="32857" y="21216"/>
                  </a:cubicBezTo>
                  <a:cubicBezTo>
                    <a:pt x="31023" y="20682"/>
                    <a:pt x="28921" y="20282"/>
                    <a:pt x="27153" y="19515"/>
                  </a:cubicBezTo>
                  <a:cubicBezTo>
                    <a:pt x="25419" y="18714"/>
                    <a:pt x="23884" y="17580"/>
                    <a:pt x="22050" y="16846"/>
                  </a:cubicBezTo>
                  <a:lnTo>
                    <a:pt x="12042" y="12943"/>
                  </a:lnTo>
                  <a:cubicBezTo>
                    <a:pt x="11375" y="12677"/>
                    <a:pt x="10675" y="12410"/>
                    <a:pt x="9974" y="12143"/>
                  </a:cubicBezTo>
                  <a:cubicBezTo>
                    <a:pt x="7939" y="11342"/>
                    <a:pt x="5738" y="10442"/>
                    <a:pt x="4537" y="8607"/>
                  </a:cubicBezTo>
                  <a:cubicBezTo>
                    <a:pt x="4103" y="7940"/>
                    <a:pt x="3803" y="7206"/>
                    <a:pt x="3336" y="6572"/>
                  </a:cubicBezTo>
                  <a:cubicBezTo>
                    <a:pt x="3003" y="6072"/>
                    <a:pt x="2536" y="5605"/>
                    <a:pt x="1969" y="5405"/>
                  </a:cubicBezTo>
                  <a:cubicBezTo>
                    <a:pt x="1735" y="5671"/>
                    <a:pt x="1535" y="5905"/>
                    <a:pt x="1368" y="6172"/>
                  </a:cubicBezTo>
                  <a:cubicBezTo>
                    <a:pt x="0" y="8173"/>
                    <a:pt x="401" y="11876"/>
                    <a:pt x="2669" y="13144"/>
                  </a:cubicBezTo>
                  <a:cubicBezTo>
                    <a:pt x="3436" y="13577"/>
                    <a:pt x="4337" y="13677"/>
                    <a:pt x="5171" y="13844"/>
                  </a:cubicBezTo>
                  <a:cubicBezTo>
                    <a:pt x="6905" y="14244"/>
                    <a:pt x="8540" y="14978"/>
                    <a:pt x="10141" y="15745"/>
                  </a:cubicBezTo>
                  <a:cubicBezTo>
                    <a:pt x="17179" y="19048"/>
                    <a:pt x="24251" y="22383"/>
                    <a:pt x="31289" y="25719"/>
                  </a:cubicBezTo>
                  <a:cubicBezTo>
                    <a:pt x="33327" y="26674"/>
                    <a:pt x="35425" y="27963"/>
                    <a:pt x="37728" y="27963"/>
                  </a:cubicBezTo>
                  <a:cubicBezTo>
                    <a:pt x="37839" y="27963"/>
                    <a:pt x="37950" y="27960"/>
                    <a:pt x="38061" y="27954"/>
                  </a:cubicBezTo>
                  <a:cubicBezTo>
                    <a:pt x="40863" y="27787"/>
                    <a:pt x="43298" y="25986"/>
                    <a:pt x="45299" y="24018"/>
                  </a:cubicBezTo>
                  <a:cubicBezTo>
                    <a:pt x="47101" y="22217"/>
                    <a:pt x="48669" y="20115"/>
                    <a:pt x="50770" y="18614"/>
                  </a:cubicBezTo>
                  <a:cubicBezTo>
                    <a:pt x="53005" y="17046"/>
                    <a:pt x="55473" y="15879"/>
                    <a:pt x="57608" y="14144"/>
                  </a:cubicBezTo>
                  <a:cubicBezTo>
                    <a:pt x="58976" y="13043"/>
                    <a:pt x="60243" y="11776"/>
                    <a:pt x="61711" y="10809"/>
                  </a:cubicBezTo>
                  <a:cubicBezTo>
                    <a:pt x="62979" y="9975"/>
                    <a:pt x="64380" y="9341"/>
                    <a:pt x="65547" y="8340"/>
                  </a:cubicBezTo>
                  <a:cubicBezTo>
                    <a:pt x="67482" y="6672"/>
                    <a:pt x="67882" y="3537"/>
                    <a:pt x="67515" y="1102"/>
                  </a:cubicBezTo>
                  <a:cubicBezTo>
                    <a:pt x="67449" y="701"/>
                    <a:pt x="67248" y="334"/>
                    <a:pt x="669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43"/>
            <p:cNvSpPr/>
            <p:nvPr/>
          </p:nvSpPr>
          <p:spPr>
            <a:xfrm>
              <a:off x="3018150" y="3834850"/>
              <a:ext cx="564600" cy="498725"/>
            </a:xfrm>
            <a:custGeom>
              <a:rect b="b" l="l" r="r" t="t"/>
              <a:pathLst>
                <a:path extrusionOk="0" h="19949" w="22584">
                  <a:moveTo>
                    <a:pt x="22584" y="1"/>
                  </a:moveTo>
                  <a:cubicBezTo>
                    <a:pt x="19982" y="1935"/>
                    <a:pt x="17547" y="4104"/>
                    <a:pt x="15412" y="6539"/>
                  </a:cubicBezTo>
                  <a:cubicBezTo>
                    <a:pt x="15070" y="6907"/>
                    <a:pt x="14623" y="7297"/>
                    <a:pt x="14188" y="7297"/>
                  </a:cubicBezTo>
                  <a:cubicBezTo>
                    <a:pt x="14072" y="7297"/>
                    <a:pt x="13957" y="7269"/>
                    <a:pt x="13844" y="7206"/>
                  </a:cubicBezTo>
                  <a:cubicBezTo>
                    <a:pt x="13410" y="6939"/>
                    <a:pt x="13377" y="6339"/>
                    <a:pt x="13144" y="5938"/>
                  </a:cubicBezTo>
                  <a:cubicBezTo>
                    <a:pt x="12943" y="5638"/>
                    <a:pt x="12643" y="5471"/>
                    <a:pt x="12310" y="5405"/>
                  </a:cubicBezTo>
                  <a:cubicBezTo>
                    <a:pt x="11943" y="5672"/>
                    <a:pt x="11576" y="5905"/>
                    <a:pt x="11209" y="6172"/>
                  </a:cubicBezTo>
                  <a:cubicBezTo>
                    <a:pt x="11109" y="7273"/>
                    <a:pt x="11509" y="8474"/>
                    <a:pt x="11109" y="9541"/>
                  </a:cubicBezTo>
                  <a:cubicBezTo>
                    <a:pt x="10709" y="10542"/>
                    <a:pt x="9708" y="11142"/>
                    <a:pt x="8807" y="11642"/>
                  </a:cubicBezTo>
                  <a:cubicBezTo>
                    <a:pt x="7540" y="12376"/>
                    <a:pt x="6239" y="13110"/>
                    <a:pt x="4971" y="13811"/>
                  </a:cubicBezTo>
                  <a:cubicBezTo>
                    <a:pt x="4537" y="14059"/>
                    <a:pt x="4000" y="14294"/>
                    <a:pt x="3528" y="14294"/>
                  </a:cubicBezTo>
                  <a:cubicBezTo>
                    <a:pt x="3238" y="14294"/>
                    <a:pt x="2972" y="14206"/>
                    <a:pt x="2770" y="13977"/>
                  </a:cubicBezTo>
                  <a:cubicBezTo>
                    <a:pt x="2369" y="13510"/>
                    <a:pt x="2503" y="12843"/>
                    <a:pt x="2469" y="12210"/>
                  </a:cubicBezTo>
                  <a:lnTo>
                    <a:pt x="2469" y="12210"/>
                  </a:lnTo>
                  <a:cubicBezTo>
                    <a:pt x="2036" y="12543"/>
                    <a:pt x="1635" y="12877"/>
                    <a:pt x="1268" y="13244"/>
                  </a:cubicBezTo>
                  <a:cubicBezTo>
                    <a:pt x="835" y="13677"/>
                    <a:pt x="401" y="14178"/>
                    <a:pt x="1" y="14645"/>
                  </a:cubicBezTo>
                  <a:cubicBezTo>
                    <a:pt x="168" y="15512"/>
                    <a:pt x="301" y="16379"/>
                    <a:pt x="368" y="17280"/>
                  </a:cubicBezTo>
                  <a:cubicBezTo>
                    <a:pt x="435" y="18180"/>
                    <a:pt x="334" y="19081"/>
                    <a:pt x="234" y="19948"/>
                  </a:cubicBezTo>
                  <a:cubicBezTo>
                    <a:pt x="268" y="19915"/>
                    <a:pt x="301" y="19848"/>
                    <a:pt x="334" y="19815"/>
                  </a:cubicBezTo>
                  <a:cubicBezTo>
                    <a:pt x="2136" y="18014"/>
                    <a:pt x="3704" y="15912"/>
                    <a:pt x="5805" y="14444"/>
                  </a:cubicBezTo>
                  <a:cubicBezTo>
                    <a:pt x="8040" y="12843"/>
                    <a:pt x="10508" y="11676"/>
                    <a:pt x="12643" y="9975"/>
                  </a:cubicBezTo>
                  <a:cubicBezTo>
                    <a:pt x="14011" y="8840"/>
                    <a:pt x="15278" y="7606"/>
                    <a:pt x="16746" y="6606"/>
                  </a:cubicBezTo>
                  <a:cubicBezTo>
                    <a:pt x="18014" y="5772"/>
                    <a:pt x="19415" y="5138"/>
                    <a:pt x="20582" y="4137"/>
                  </a:cubicBezTo>
                  <a:cubicBezTo>
                    <a:pt x="20716" y="4037"/>
                    <a:pt x="20849" y="3904"/>
                    <a:pt x="20949" y="3770"/>
                  </a:cubicBezTo>
                  <a:cubicBezTo>
                    <a:pt x="20983" y="3737"/>
                    <a:pt x="21016" y="3670"/>
                    <a:pt x="21049" y="3637"/>
                  </a:cubicBezTo>
                  <a:cubicBezTo>
                    <a:pt x="21149" y="3537"/>
                    <a:pt x="21216" y="3437"/>
                    <a:pt x="21283" y="3337"/>
                  </a:cubicBezTo>
                  <a:cubicBezTo>
                    <a:pt x="21349" y="3303"/>
                    <a:pt x="21383" y="3270"/>
                    <a:pt x="21416" y="3203"/>
                  </a:cubicBezTo>
                  <a:cubicBezTo>
                    <a:pt x="21483" y="3103"/>
                    <a:pt x="21550" y="3003"/>
                    <a:pt x="21616" y="2903"/>
                  </a:cubicBezTo>
                  <a:cubicBezTo>
                    <a:pt x="21650" y="2836"/>
                    <a:pt x="21650" y="2803"/>
                    <a:pt x="21683" y="2736"/>
                  </a:cubicBezTo>
                  <a:cubicBezTo>
                    <a:pt x="21750" y="2603"/>
                    <a:pt x="21850" y="2469"/>
                    <a:pt x="21883" y="2336"/>
                  </a:cubicBezTo>
                  <a:cubicBezTo>
                    <a:pt x="21917" y="2336"/>
                    <a:pt x="21917" y="2302"/>
                    <a:pt x="21917" y="2269"/>
                  </a:cubicBezTo>
                  <a:cubicBezTo>
                    <a:pt x="22083" y="1935"/>
                    <a:pt x="22217" y="1569"/>
                    <a:pt x="22317" y="1168"/>
                  </a:cubicBezTo>
                  <a:cubicBezTo>
                    <a:pt x="22384" y="1001"/>
                    <a:pt x="22417" y="801"/>
                    <a:pt x="22450" y="601"/>
                  </a:cubicBezTo>
                  <a:cubicBezTo>
                    <a:pt x="22450" y="601"/>
                    <a:pt x="22450" y="601"/>
                    <a:pt x="22484" y="568"/>
                  </a:cubicBezTo>
                  <a:cubicBezTo>
                    <a:pt x="22517" y="368"/>
                    <a:pt x="22550" y="201"/>
                    <a:pt x="2258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43"/>
            <p:cNvSpPr/>
            <p:nvPr/>
          </p:nvSpPr>
          <p:spPr>
            <a:xfrm>
              <a:off x="1911525" y="3844025"/>
              <a:ext cx="833125" cy="511725"/>
            </a:xfrm>
            <a:custGeom>
              <a:rect b="b" l="l" r="r" t="t"/>
              <a:pathLst>
                <a:path extrusionOk="0" h="20469" w="33325">
                  <a:moveTo>
                    <a:pt x="2136" y="1"/>
                  </a:moveTo>
                  <a:cubicBezTo>
                    <a:pt x="1569" y="501"/>
                    <a:pt x="1068" y="1001"/>
                    <a:pt x="635" y="1635"/>
                  </a:cubicBezTo>
                  <a:cubicBezTo>
                    <a:pt x="335" y="2102"/>
                    <a:pt x="101" y="2669"/>
                    <a:pt x="1" y="3303"/>
                  </a:cubicBezTo>
                  <a:cubicBezTo>
                    <a:pt x="2336" y="4771"/>
                    <a:pt x="4204" y="6739"/>
                    <a:pt x="6839" y="7940"/>
                  </a:cubicBezTo>
                  <a:cubicBezTo>
                    <a:pt x="9641" y="9207"/>
                    <a:pt x="12610" y="10075"/>
                    <a:pt x="15412" y="11409"/>
                  </a:cubicBezTo>
                  <a:cubicBezTo>
                    <a:pt x="18414" y="12810"/>
                    <a:pt x="21183" y="14678"/>
                    <a:pt x="24252" y="15912"/>
                  </a:cubicBezTo>
                  <a:cubicBezTo>
                    <a:pt x="26153" y="16646"/>
                    <a:pt x="28321" y="17313"/>
                    <a:pt x="29188" y="19148"/>
                  </a:cubicBezTo>
                  <a:cubicBezTo>
                    <a:pt x="29389" y="19548"/>
                    <a:pt x="29522" y="20048"/>
                    <a:pt x="29922" y="20315"/>
                  </a:cubicBezTo>
                  <a:cubicBezTo>
                    <a:pt x="30074" y="20421"/>
                    <a:pt x="30243" y="20469"/>
                    <a:pt x="30421" y="20469"/>
                  </a:cubicBezTo>
                  <a:cubicBezTo>
                    <a:pt x="31029" y="20469"/>
                    <a:pt x="31749" y="19918"/>
                    <a:pt x="32291" y="19248"/>
                  </a:cubicBezTo>
                  <a:cubicBezTo>
                    <a:pt x="32924" y="18447"/>
                    <a:pt x="33325" y="17513"/>
                    <a:pt x="33058" y="17013"/>
                  </a:cubicBezTo>
                  <a:cubicBezTo>
                    <a:pt x="32958" y="16779"/>
                    <a:pt x="32791" y="16613"/>
                    <a:pt x="32591" y="16446"/>
                  </a:cubicBezTo>
                  <a:cubicBezTo>
                    <a:pt x="29922" y="14178"/>
                    <a:pt x="26420" y="13277"/>
                    <a:pt x="23151" y="12043"/>
                  </a:cubicBezTo>
                  <a:cubicBezTo>
                    <a:pt x="20149" y="10909"/>
                    <a:pt x="17247" y="9474"/>
                    <a:pt x="14378" y="8073"/>
                  </a:cubicBezTo>
                  <a:cubicBezTo>
                    <a:pt x="12944" y="7373"/>
                    <a:pt x="11476" y="6639"/>
                    <a:pt x="10041" y="5972"/>
                  </a:cubicBezTo>
                  <a:cubicBezTo>
                    <a:pt x="8874" y="5471"/>
                    <a:pt x="7440" y="5138"/>
                    <a:pt x="6439" y="4404"/>
                  </a:cubicBezTo>
                  <a:cubicBezTo>
                    <a:pt x="4938" y="3303"/>
                    <a:pt x="4004" y="1535"/>
                    <a:pt x="2569" y="334"/>
                  </a:cubicBezTo>
                  <a:cubicBezTo>
                    <a:pt x="2436" y="201"/>
                    <a:pt x="2303" y="101"/>
                    <a:pt x="213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43"/>
            <p:cNvSpPr/>
            <p:nvPr/>
          </p:nvSpPr>
          <p:spPr>
            <a:xfrm>
              <a:off x="1912375" y="3393550"/>
              <a:ext cx="1669550" cy="526400"/>
            </a:xfrm>
            <a:custGeom>
              <a:rect b="b" l="l" r="r" t="t"/>
              <a:pathLst>
                <a:path extrusionOk="0" h="21056" w="66782">
                  <a:moveTo>
                    <a:pt x="34247" y="1"/>
                  </a:moveTo>
                  <a:cubicBezTo>
                    <a:pt x="32530" y="1"/>
                    <a:pt x="30858" y="379"/>
                    <a:pt x="28921" y="1074"/>
                  </a:cubicBezTo>
                  <a:cubicBezTo>
                    <a:pt x="25218" y="2375"/>
                    <a:pt x="21883" y="4510"/>
                    <a:pt x="18647" y="6678"/>
                  </a:cubicBezTo>
                  <a:cubicBezTo>
                    <a:pt x="13610" y="10114"/>
                    <a:pt x="8340" y="13216"/>
                    <a:pt x="3469" y="16919"/>
                  </a:cubicBezTo>
                  <a:cubicBezTo>
                    <a:pt x="2402" y="17719"/>
                    <a:pt x="1368" y="18553"/>
                    <a:pt x="601" y="19654"/>
                  </a:cubicBezTo>
                  <a:cubicBezTo>
                    <a:pt x="334" y="20054"/>
                    <a:pt x="134" y="20522"/>
                    <a:pt x="0" y="21055"/>
                  </a:cubicBezTo>
                  <a:cubicBezTo>
                    <a:pt x="1301" y="19854"/>
                    <a:pt x="2669" y="18720"/>
                    <a:pt x="4103" y="17653"/>
                  </a:cubicBezTo>
                  <a:cubicBezTo>
                    <a:pt x="7839" y="14917"/>
                    <a:pt x="11909" y="12649"/>
                    <a:pt x="16045" y="10581"/>
                  </a:cubicBezTo>
                  <a:cubicBezTo>
                    <a:pt x="18413" y="9414"/>
                    <a:pt x="20782" y="8313"/>
                    <a:pt x="23184" y="7212"/>
                  </a:cubicBezTo>
                  <a:cubicBezTo>
                    <a:pt x="24470" y="6592"/>
                    <a:pt x="25931" y="5987"/>
                    <a:pt x="27315" y="5987"/>
                  </a:cubicBezTo>
                  <a:cubicBezTo>
                    <a:pt x="27941" y="5987"/>
                    <a:pt x="28550" y="6110"/>
                    <a:pt x="29121" y="6411"/>
                  </a:cubicBezTo>
                  <a:cubicBezTo>
                    <a:pt x="30022" y="6845"/>
                    <a:pt x="30689" y="7679"/>
                    <a:pt x="31523" y="8213"/>
                  </a:cubicBezTo>
                  <a:cubicBezTo>
                    <a:pt x="32154" y="8589"/>
                    <a:pt x="32882" y="8770"/>
                    <a:pt x="33611" y="8770"/>
                  </a:cubicBezTo>
                  <a:cubicBezTo>
                    <a:pt x="34695" y="8770"/>
                    <a:pt x="35782" y="8370"/>
                    <a:pt x="36560" y="7612"/>
                  </a:cubicBezTo>
                  <a:cubicBezTo>
                    <a:pt x="37060" y="7112"/>
                    <a:pt x="37427" y="6445"/>
                    <a:pt x="38061" y="6078"/>
                  </a:cubicBezTo>
                  <a:cubicBezTo>
                    <a:pt x="38595" y="5711"/>
                    <a:pt x="39295" y="5644"/>
                    <a:pt x="39962" y="5611"/>
                  </a:cubicBezTo>
                  <a:cubicBezTo>
                    <a:pt x="40346" y="5588"/>
                    <a:pt x="40729" y="5577"/>
                    <a:pt x="41109" y="5577"/>
                  </a:cubicBezTo>
                  <a:cubicBezTo>
                    <a:pt x="50134" y="5577"/>
                    <a:pt x="58043" y="11830"/>
                    <a:pt x="66781" y="14551"/>
                  </a:cubicBezTo>
                  <a:cubicBezTo>
                    <a:pt x="66715" y="14117"/>
                    <a:pt x="66448" y="13683"/>
                    <a:pt x="66114" y="13316"/>
                  </a:cubicBezTo>
                  <a:cubicBezTo>
                    <a:pt x="64780" y="11882"/>
                    <a:pt x="61878" y="10881"/>
                    <a:pt x="60577" y="10181"/>
                  </a:cubicBezTo>
                  <a:cubicBezTo>
                    <a:pt x="57908" y="8746"/>
                    <a:pt x="55173" y="7412"/>
                    <a:pt x="52438" y="6145"/>
                  </a:cubicBezTo>
                  <a:cubicBezTo>
                    <a:pt x="47901" y="4076"/>
                    <a:pt x="43231" y="2208"/>
                    <a:pt x="38461" y="707"/>
                  </a:cubicBezTo>
                  <a:cubicBezTo>
                    <a:pt x="36933" y="227"/>
                    <a:pt x="35576" y="1"/>
                    <a:pt x="3424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22" name="Google Shape;1122;p43"/>
          <p:cNvGrpSpPr/>
          <p:nvPr/>
        </p:nvGrpSpPr>
        <p:grpSpPr>
          <a:xfrm rot="3636756">
            <a:off x="-527842" y="1375714"/>
            <a:ext cx="1684508" cy="782706"/>
            <a:chOff x="1884850" y="3105525"/>
            <a:chExt cx="1684550" cy="782725"/>
          </a:xfrm>
        </p:grpSpPr>
        <p:sp>
          <p:nvSpPr>
            <p:cNvPr id="1123" name="Google Shape;1123;p43"/>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43"/>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43"/>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43"/>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43"/>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43"/>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43"/>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43"/>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43"/>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43"/>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43"/>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43"/>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43"/>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43"/>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43"/>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43"/>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43"/>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43"/>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1" name="Google Shape;1141;p43"/>
          <p:cNvGrpSpPr/>
          <p:nvPr/>
        </p:nvGrpSpPr>
        <p:grpSpPr>
          <a:xfrm rot="1320277">
            <a:off x="7583183" y="86708"/>
            <a:ext cx="1361918" cy="879544"/>
            <a:chOff x="538050" y="1430388"/>
            <a:chExt cx="1361850" cy="879500"/>
          </a:xfrm>
        </p:grpSpPr>
        <p:sp>
          <p:nvSpPr>
            <p:cNvPr id="1142" name="Google Shape;1142;p43"/>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43"/>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43"/>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43"/>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6" name="Google Shape;1146;p43"/>
          <p:cNvGrpSpPr/>
          <p:nvPr/>
        </p:nvGrpSpPr>
        <p:grpSpPr>
          <a:xfrm rot="-7268142">
            <a:off x="8163408" y="3775709"/>
            <a:ext cx="1237226" cy="837876"/>
            <a:chOff x="7954342" y="56442"/>
            <a:chExt cx="1237147" cy="837822"/>
          </a:xfrm>
        </p:grpSpPr>
        <p:sp>
          <p:nvSpPr>
            <p:cNvPr id="1147" name="Google Shape;1147;p43"/>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43"/>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43"/>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43"/>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43"/>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43"/>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43"/>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43"/>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43"/>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56" name="Google Shape;1156;p43"/>
          <p:cNvSpPr/>
          <p:nvPr/>
        </p:nvSpPr>
        <p:spPr>
          <a:xfrm flipH="1" rot="1166300">
            <a:off x="8027357" y="1895150"/>
            <a:ext cx="1024490" cy="3537509"/>
          </a:xfrm>
          <a:custGeom>
            <a:rect b="b" l="l" r="r" t="t"/>
            <a:pathLst>
              <a:path extrusionOk="0" h="96799" w="54682">
                <a:moveTo>
                  <a:pt x="8263" y="1503"/>
                </a:moveTo>
                <a:cubicBezTo>
                  <a:pt x="11476" y="1595"/>
                  <a:pt x="19830" y="-2077"/>
                  <a:pt x="27542" y="2054"/>
                </a:cubicBezTo>
                <a:cubicBezTo>
                  <a:pt x="35254" y="6185"/>
                  <a:pt x="53340" y="20048"/>
                  <a:pt x="54533" y="26291"/>
                </a:cubicBezTo>
                <a:cubicBezTo>
                  <a:pt x="55727" y="32534"/>
                  <a:pt x="37274" y="32901"/>
                  <a:pt x="34703" y="39511"/>
                </a:cubicBezTo>
                <a:cubicBezTo>
                  <a:pt x="32133" y="46121"/>
                  <a:pt x="40854" y="58516"/>
                  <a:pt x="39110" y="65952"/>
                </a:cubicBezTo>
                <a:cubicBezTo>
                  <a:pt x="37366" y="73388"/>
                  <a:pt x="30755" y="78988"/>
                  <a:pt x="24237" y="84129"/>
                </a:cubicBezTo>
                <a:cubicBezTo>
                  <a:pt x="17719" y="89270"/>
                  <a:pt x="4040" y="94687"/>
                  <a:pt x="0" y="96799"/>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7" name="Google Shape;1157;p43"/>
          <p:cNvGrpSpPr/>
          <p:nvPr/>
        </p:nvGrpSpPr>
        <p:grpSpPr>
          <a:xfrm flipH="1" rot="-7610750">
            <a:off x="857138" y="-44624"/>
            <a:ext cx="1237221" cy="837872"/>
            <a:chOff x="7954342" y="56442"/>
            <a:chExt cx="1237147" cy="837822"/>
          </a:xfrm>
        </p:grpSpPr>
        <p:sp>
          <p:nvSpPr>
            <p:cNvPr id="1158" name="Google Shape;1158;p43"/>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43"/>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43"/>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43"/>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43"/>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43"/>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43"/>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43"/>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43"/>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
    <p:spTree>
      <p:nvGrpSpPr>
        <p:cNvPr id="1167" name="Shape 1167"/>
        <p:cNvGrpSpPr/>
        <p:nvPr/>
      </p:nvGrpSpPr>
      <p:grpSpPr>
        <a:xfrm>
          <a:off x="0" y="0"/>
          <a:ext cx="0" cy="0"/>
          <a:chOff x="0" y="0"/>
          <a:chExt cx="0" cy="0"/>
        </a:xfrm>
      </p:grpSpPr>
      <p:sp>
        <p:nvSpPr>
          <p:cNvPr id="1168" name="Google Shape;1168;p44"/>
          <p:cNvSpPr txBox="1"/>
          <p:nvPr>
            <p:ph idx="1" type="subTitle"/>
          </p:nvPr>
        </p:nvSpPr>
        <p:spPr>
          <a:xfrm>
            <a:off x="713275" y="1703391"/>
            <a:ext cx="2194500" cy="183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b="1" sz="2000">
                <a:latin typeface="Francois One"/>
                <a:ea typeface="Francois One"/>
                <a:cs typeface="Francois One"/>
                <a:sym typeface="Francois One"/>
              </a:defRPr>
            </a:lvl1pPr>
            <a:lvl2pPr lvl="1" algn="ctr">
              <a:lnSpc>
                <a:spcPct val="100000"/>
              </a:lnSpc>
              <a:spcBef>
                <a:spcPts val="0"/>
              </a:spcBef>
              <a:spcAft>
                <a:spcPts val="0"/>
              </a:spcAft>
              <a:buSzPts val="1600"/>
              <a:buNone/>
              <a:defRPr b="1" sz="2000">
                <a:latin typeface="Francois One"/>
                <a:ea typeface="Francois One"/>
                <a:cs typeface="Francois One"/>
                <a:sym typeface="Francois One"/>
              </a:defRPr>
            </a:lvl2pPr>
            <a:lvl3pPr lvl="2" algn="ctr">
              <a:lnSpc>
                <a:spcPct val="100000"/>
              </a:lnSpc>
              <a:spcBef>
                <a:spcPts val="0"/>
              </a:spcBef>
              <a:spcAft>
                <a:spcPts val="0"/>
              </a:spcAft>
              <a:buSzPts val="1600"/>
              <a:buNone/>
              <a:defRPr b="1" sz="2000">
                <a:latin typeface="Francois One"/>
                <a:ea typeface="Francois One"/>
                <a:cs typeface="Francois One"/>
                <a:sym typeface="Francois One"/>
              </a:defRPr>
            </a:lvl3pPr>
            <a:lvl4pPr lvl="3" algn="ctr">
              <a:lnSpc>
                <a:spcPct val="100000"/>
              </a:lnSpc>
              <a:spcBef>
                <a:spcPts val="0"/>
              </a:spcBef>
              <a:spcAft>
                <a:spcPts val="0"/>
              </a:spcAft>
              <a:buSzPts val="1600"/>
              <a:buNone/>
              <a:defRPr b="1" sz="2000">
                <a:latin typeface="Francois One"/>
                <a:ea typeface="Francois One"/>
                <a:cs typeface="Francois One"/>
                <a:sym typeface="Francois One"/>
              </a:defRPr>
            </a:lvl4pPr>
            <a:lvl5pPr lvl="4" algn="ctr">
              <a:lnSpc>
                <a:spcPct val="100000"/>
              </a:lnSpc>
              <a:spcBef>
                <a:spcPts val="0"/>
              </a:spcBef>
              <a:spcAft>
                <a:spcPts val="0"/>
              </a:spcAft>
              <a:buSzPts val="1600"/>
              <a:buNone/>
              <a:defRPr b="1" sz="2000">
                <a:latin typeface="Francois One"/>
                <a:ea typeface="Francois One"/>
                <a:cs typeface="Francois One"/>
                <a:sym typeface="Francois One"/>
              </a:defRPr>
            </a:lvl5pPr>
            <a:lvl6pPr lvl="5" algn="ctr">
              <a:lnSpc>
                <a:spcPct val="100000"/>
              </a:lnSpc>
              <a:spcBef>
                <a:spcPts val="0"/>
              </a:spcBef>
              <a:spcAft>
                <a:spcPts val="0"/>
              </a:spcAft>
              <a:buSzPts val="1600"/>
              <a:buNone/>
              <a:defRPr b="1" sz="2000">
                <a:latin typeface="Francois One"/>
                <a:ea typeface="Francois One"/>
                <a:cs typeface="Francois One"/>
                <a:sym typeface="Francois One"/>
              </a:defRPr>
            </a:lvl6pPr>
            <a:lvl7pPr lvl="6" algn="ctr">
              <a:lnSpc>
                <a:spcPct val="100000"/>
              </a:lnSpc>
              <a:spcBef>
                <a:spcPts val="0"/>
              </a:spcBef>
              <a:spcAft>
                <a:spcPts val="0"/>
              </a:spcAft>
              <a:buSzPts val="1600"/>
              <a:buNone/>
              <a:defRPr b="1" sz="2000">
                <a:latin typeface="Francois One"/>
                <a:ea typeface="Francois One"/>
                <a:cs typeface="Francois One"/>
                <a:sym typeface="Francois One"/>
              </a:defRPr>
            </a:lvl7pPr>
            <a:lvl8pPr lvl="7" algn="ctr">
              <a:lnSpc>
                <a:spcPct val="100000"/>
              </a:lnSpc>
              <a:spcBef>
                <a:spcPts val="0"/>
              </a:spcBef>
              <a:spcAft>
                <a:spcPts val="0"/>
              </a:spcAft>
              <a:buSzPts val="1600"/>
              <a:buNone/>
              <a:defRPr b="1" sz="2000">
                <a:latin typeface="Francois One"/>
                <a:ea typeface="Francois One"/>
                <a:cs typeface="Francois One"/>
                <a:sym typeface="Francois One"/>
              </a:defRPr>
            </a:lvl8pPr>
            <a:lvl9pPr lvl="8" algn="ctr">
              <a:lnSpc>
                <a:spcPct val="100000"/>
              </a:lnSpc>
              <a:spcBef>
                <a:spcPts val="0"/>
              </a:spcBef>
              <a:spcAft>
                <a:spcPts val="0"/>
              </a:spcAft>
              <a:buSzPts val="1600"/>
              <a:buNone/>
              <a:defRPr b="1" sz="2000">
                <a:latin typeface="Francois One"/>
                <a:ea typeface="Francois One"/>
                <a:cs typeface="Francois One"/>
                <a:sym typeface="Francois One"/>
              </a:defRPr>
            </a:lvl9pPr>
          </a:lstStyle>
          <a:p/>
        </p:txBody>
      </p:sp>
      <p:sp>
        <p:nvSpPr>
          <p:cNvPr id="1169" name="Google Shape;1169;p44"/>
          <p:cNvSpPr txBox="1"/>
          <p:nvPr>
            <p:ph idx="2" type="subTitle"/>
          </p:nvPr>
        </p:nvSpPr>
        <p:spPr>
          <a:xfrm>
            <a:off x="713275" y="1944191"/>
            <a:ext cx="2194500" cy="86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400"/>
            </a:lvl2pPr>
            <a:lvl3pPr lvl="2" algn="ctr">
              <a:lnSpc>
                <a:spcPct val="100000"/>
              </a:lnSpc>
              <a:spcBef>
                <a:spcPts val="0"/>
              </a:spcBef>
              <a:spcAft>
                <a:spcPts val="0"/>
              </a:spcAft>
              <a:buSzPts val="1600"/>
              <a:buNone/>
              <a:defRPr sz="1400"/>
            </a:lvl3pPr>
            <a:lvl4pPr lvl="3" algn="ctr">
              <a:lnSpc>
                <a:spcPct val="100000"/>
              </a:lnSpc>
              <a:spcBef>
                <a:spcPts val="0"/>
              </a:spcBef>
              <a:spcAft>
                <a:spcPts val="0"/>
              </a:spcAft>
              <a:buSzPts val="1600"/>
              <a:buNone/>
              <a:defRPr sz="1400"/>
            </a:lvl4pPr>
            <a:lvl5pPr lvl="4" algn="ctr">
              <a:lnSpc>
                <a:spcPct val="100000"/>
              </a:lnSpc>
              <a:spcBef>
                <a:spcPts val="0"/>
              </a:spcBef>
              <a:spcAft>
                <a:spcPts val="0"/>
              </a:spcAft>
              <a:buSzPts val="1600"/>
              <a:buNone/>
              <a:defRPr sz="1400"/>
            </a:lvl5pPr>
            <a:lvl6pPr lvl="5" algn="ctr">
              <a:lnSpc>
                <a:spcPct val="100000"/>
              </a:lnSpc>
              <a:spcBef>
                <a:spcPts val="0"/>
              </a:spcBef>
              <a:spcAft>
                <a:spcPts val="0"/>
              </a:spcAft>
              <a:buSzPts val="1600"/>
              <a:buNone/>
              <a:defRPr sz="1400"/>
            </a:lvl6pPr>
            <a:lvl7pPr lvl="6" algn="ctr">
              <a:lnSpc>
                <a:spcPct val="100000"/>
              </a:lnSpc>
              <a:spcBef>
                <a:spcPts val="0"/>
              </a:spcBef>
              <a:spcAft>
                <a:spcPts val="0"/>
              </a:spcAft>
              <a:buSzPts val="1600"/>
              <a:buNone/>
              <a:defRPr sz="1400"/>
            </a:lvl7pPr>
            <a:lvl8pPr lvl="7" algn="ctr">
              <a:lnSpc>
                <a:spcPct val="100000"/>
              </a:lnSpc>
              <a:spcBef>
                <a:spcPts val="0"/>
              </a:spcBef>
              <a:spcAft>
                <a:spcPts val="0"/>
              </a:spcAft>
              <a:buSzPts val="1600"/>
              <a:buNone/>
              <a:defRPr sz="1400"/>
            </a:lvl8pPr>
            <a:lvl9pPr lvl="8" algn="ctr">
              <a:lnSpc>
                <a:spcPct val="100000"/>
              </a:lnSpc>
              <a:spcBef>
                <a:spcPts val="0"/>
              </a:spcBef>
              <a:spcAft>
                <a:spcPts val="0"/>
              </a:spcAft>
              <a:buSzPts val="1600"/>
              <a:buNone/>
              <a:defRPr sz="1400"/>
            </a:lvl9pPr>
          </a:lstStyle>
          <a:p/>
        </p:txBody>
      </p:sp>
      <p:sp>
        <p:nvSpPr>
          <p:cNvPr id="1170" name="Google Shape;1170;p44"/>
          <p:cNvSpPr txBox="1"/>
          <p:nvPr>
            <p:ph idx="3" type="subTitle"/>
          </p:nvPr>
        </p:nvSpPr>
        <p:spPr>
          <a:xfrm>
            <a:off x="3474750" y="1703391"/>
            <a:ext cx="2194500" cy="183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b="1" sz="2000">
                <a:latin typeface="Francois One"/>
                <a:ea typeface="Francois One"/>
                <a:cs typeface="Francois One"/>
                <a:sym typeface="Francois One"/>
              </a:defRPr>
            </a:lvl1pPr>
            <a:lvl2pPr lvl="1" algn="ctr">
              <a:lnSpc>
                <a:spcPct val="100000"/>
              </a:lnSpc>
              <a:spcBef>
                <a:spcPts val="0"/>
              </a:spcBef>
              <a:spcAft>
                <a:spcPts val="0"/>
              </a:spcAft>
              <a:buSzPts val="1600"/>
              <a:buNone/>
              <a:defRPr b="1" sz="2000">
                <a:latin typeface="Francois One"/>
                <a:ea typeface="Francois One"/>
                <a:cs typeface="Francois One"/>
                <a:sym typeface="Francois One"/>
              </a:defRPr>
            </a:lvl2pPr>
            <a:lvl3pPr lvl="2" algn="ctr">
              <a:lnSpc>
                <a:spcPct val="100000"/>
              </a:lnSpc>
              <a:spcBef>
                <a:spcPts val="0"/>
              </a:spcBef>
              <a:spcAft>
                <a:spcPts val="0"/>
              </a:spcAft>
              <a:buSzPts val="1600"/>
              <a:buNone/>
              <a:defRPr b="1" sz="2000">
                <a:latin typeface="Francois One"/>
                <a:ea typeface="Francois One"/>
                <a:cs typeface="Francois One"/>
                <a:sym typeface="Francois One"/>
              </a:defRPr>
            </a:lvl3pPr>
            <a:lvl4pPr lvl="3" algn="ctr">
              <a:lnSpc>
                <a:spcPct val="100000"/>
              </a:lnSpc>
              <a:spcBef>
                <a:spcPts val="0"/>
              </a:spcBef>
              <a:spcAft>
                <a:spcPts val="0"/>
              </a:spcAft>
              <a:buSzPts val="1600"/>
              <a:buNone/>
              <a:defRPr b="1" sz="2000">
                <a:latin typeface="Francois One"/>
                <a:ea typeface="Francois One"/>
                <a:cs typeface="Francois One"/>
                <a:sym typeface="Francois One"/>
              </a:defRPr>
            </a:lvl4pPr>
            <a:lvl5pPr lvl="4" algn="ctr">
              <a:lnSpc>
                <a:spcPct val="100000"/>
              </a:lnSpc>
              <a:spcBef>
                <a:spcPts val="0"/>
              </a:spcBef>
              <a:spcAft>
                <a:spcPts val="0"/>
              </a:spcAft>
              <a:buSzPts val="1600"/>
              <a:buNone/>
              <a:defRPr b="1" sz="2000">
                <a:latin typeface="Francois One"/>
                <a:ea typeface="Francois One"/>
                <a:cs typeface="Francois One"/>
                <a:sym typeface="Francois One"/>
              </a:defRPr>
            </a:lvl5pPr>
            <a:lvl6pPr lvl="5" algn="ctr">
              <a:lnSpc>
                <a:spcPct val="100000"/>
              </a:lnSpc>
              <a:spcBef>
                <a:spcPts val="0"/>
              </a:spcBef>
              <a:spcAft>
                <a:spcPts val="0"/>
              </a:spcAft>
              <a:buSzPts val="1600"/>
              <a:buNone/>
              <a:defRPr b="1" sz="2000">
                <a:latin typeface="Francois One"/>
                <a:ea typeface="Francois One"/>
                <a:cs typeface="Francois One"/>
                <a:sym typeface="Francois One"/>
              </a:defRPr>
            </a:lvl6pPr>
            <a:lvl7pPr lvl="6" algn="ctr">
              <a:lnSpc>
                <a:spcPct val="100000"/>
              </a:lnSpc>
              <a:spcBef>
                <a:spcPts val="0"/>
              </a:spcBef>
              <a:spcAft>
                <a:spcPts val="0"/>
              </a:spcAft>
              <a:buSzPts val="1600"/>
              <a:buNone/>
              <a:defRPr b="1" sz="2000">
                <a:latin typeface="Francois One"/>
                <a:ea typeface="Francois One"/>
                <a:cs typeface="Francois One"/>
                <a:sym typeface="Francois One"/>
              </a:defRPr>
            </a:lvl7pPr>
            <a:lvl8pPr lvl="7" algn="ctr">
              <a:lnSpc>
                <a:spcPct val="100000"/>
              </a:lnSpc>
              <a:spcBef>
                <a:spcPts val="0"/>
              </a:spcBef>
              <a:spcAft>
                <a:spcPts val="0"/>
              </a:spcAft>
              <a:buSzPts val="1600"/>
              <a:buNone/>
              <a:defRPr b="1" sz="2000">
                <a:latin typeface="Francois One"/>
                <a:ea typeface="Francois One"/>
                <a:cs typeface="Francois One"/>
                <a:sym typeface="Francois One"/>
              </a:defRPr>
            </a:lvl8pPr>
            <a:lvl9pPr lvl="8" algn="ctr">
              <a:lnSpc>
                <a:spcPct val="100000"/>
              </a:lnSpc>
              <a:spcBef>
                <a:spcPts val="0"/>
              </a:spcBef>
              <a:spcAft>
                <a:spcPts val="0"/>
              </a:spcAft>
              <a:buSzPts val="1600"/>
              <a:buNone/>
              <a:defRPr b="1" sz="2000">
                <a:latin typeface="Francois One"/>
                <a:ea typeface="Francois One"/>
                <a:cs typeface="Francois One"/>
                <a:sym typeface="Francois One"/>
              </a:defRPr>
            </a:lvl9pPr>
          </a:lstStyle>
          <a:p/>
        </p:txBody>
      </p:sp>
      <p:sp>
        <p:nvSpPr>
          <p:cNvPr id="1171" name="Google Shape;1171;p44"/>
          <p:cNvSpPr txBox="1"/>
          <p:nvPr>
            <p:ph idx="4" type="subTitle"/>
          </p:nvPr>
        </p:nvSpPr>
        <p:spPr>
          <a:xfrm>
            <a:off x="3474750" y="1944191"/>
            <a:ext cx="2194500" cy="86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400"/>
            </a:lvl2pPr>
            <a:lvl3pPr lvl="2" algn="ctr">
              <a:lnSpc>
                <a:spcPct val="100000"/>
              </a:lnSpc>
              <a:spcBef>
                <a:spcPts val="0"/>
              </a:spcBef>
              <a:spcAft>
                <a:spcPts val="0"/>
              </a:spcAft>
              <a:buSzPts val="1600"/>
              <a:buNone/>
              <a:defRPr sz="1400"/>
            </a:lvl3pPr>
            <a:lvl4pPr lvl="3" algn="ctr">
              <a:lnSpc>
                <a:spcPct val="100000"/>
              </a:lnSpc>
              <a:spcBef>
                <a:spcPts val="0"/>
              </a:spcBef>
              <a:spcAft>
                <a:spcPts val="0"/>
              </a:spcAft>
              <a:buSzPts val="1600"/>
              <a:buNone/>
              <a:defRPr sz="1400"/>
            </a:lvl4pPr>
            <a:lvl5pPr lvl="4" algn="ctr">
              <a:lnSpc>
                <a:spcPct val="100000"/>
              </a:lnSpc>
              <a:spcBef>
                <a:spcPts val="0"/>
              </a:spcBef>
              <a:spcAft>
                <a:spcPts val="0"/>
              </a:spcAft>
              <a:buSzPts val="1600"/>
              <a:buNone/>
              <a:defRPr sz="1400"/>
            </a:lvl5pPr>
            <a:lvl6pPr lvl="5" algn="ctr">
              <a:lnSpc>
                <a:spcPct val="100000"/>
              </a:lnSpc>
              <a:spcBef>
                <a:spcPts val="0"/>
              </a:spcBef>
              <a:spcAft>
                <a:spcPts val="0"/>
              </a:spcAft>
              <a:buSzPts val="1600"/>
              <a:buNone/>
              <a:defRPr sz="1400"/>
            </a:lvl6pPr>
            <a:lvl7pPr lvl="6" algn="ctr">
              <a:lnSpc>
                <a:spcPct val="100000"/>
              </a:lnSpc>
              <a:spcBef>
                <a:spcPts val="0"/>
              </a:spcBef>
              <a:spcAft>
                <a:spcPts val="0"/>
              </a:spcAft>
              <a:buSzPts val="1600"/>
              <a:buNone/>
              <a:defRPr sz="1400"/>
            </a:lvl7pPr>
            <a:lvl8pPr lvl="7" algn="ctr">
              <a:lnSpc>
                <a:spcPct val="100000"/>
              </a:lnSpc>
              <a:spcBef>
                <a:spcPts val="0"/>
              </a:spcBef>
              <a:spcAft>
                <a:spcPts val="0"/>
              </a:spcAft>
              <a:buSzPts val="1600"/>
              <a:buNone/>
              <a:defRPr sz="1400"/>
            </a:lvl8pPr>
            <a:lvl9pPr lvl="8" algn="ctr">
              <a:lnSpc>
                <a:spcPct val="100000"/>
              </a:lnSpc>
              <a:spcBef>
                <a:spcPts val="0"/>
              </a:spcBef>
              <a:spcAft>
                <a:spcPts val="0"/>
              </a:spcAft>
              <a:buSzPts val="1600"/>
              <a:buNone/>
              <a:defRPr sz="1400"/>
            </a:lvl9pPr>
          </a:lstStyle>
          <a:p/>
        </p:txBody>
      </p:sp>
      <p:sp>
        <p:nvSpPr>
          <p:cNvPr id="1172" name="Google Shape;1172;p44"/>
          <p:cNvSpPr txBox="1"/>
          <p:nvPr>
            <p:ph idx="5" type="subTitle"/>
          </p:nvPr>
        </p:nvSpPr>
        <p:spPr>
          <a:xfrm>
            <a:off x="6236225" y="1703391"/>
            <a:ext cx="2194500" cy="183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b="1" sz="2000">
                <a:latin typeface="Francois One"/>
                <a:ea typeface="Francois One"/>
                <a:cs typeface="Francois One"/>
                <a:sym typeface="Francois One"/>
              </a:defRPr>
            </a:lvl1pPr>
            <a:lvl2pPr lvl="1" algn="ctr">
              <a:lnSpc>
                <a:spcPct val="100000"/>
              </a:lnSpc>
              <a:spcBef>
                <a:spcPts val="0"/>
              </a:spcBef>
              <a:spcAft>
                <a:spcPts val="0"/>
              </a:spcAft>
              <a:buSzPts val="1600"/>
              <a:buNone/>
              <a:defRPr b="1" sz="2000">
                <a:latin typeface="Francois One"/>
                <a:ea typeface="Francois One"/>
                <a:cs typeface="Francois One"/>
                <a:sym typeface="Francois One"/>
              </a:defRPr>
            </a:lvl2pPr>
            <a:lvl3pPr lvl="2" algn="ctr">
              <a:lnSpc>
                <a:spcPct val="100000"/>
              </a:lnSpc>
              <a:spcBef>
                <a:spcPts val="0"/>
              </a:spcBef>
              <a:spcAft>
                <a:spcPts val="0"/>
              </a:spcAft>
              <a:buSzPts val="1600"/>
              <a:buNone/>
              <a:defRPr b="1" sz="2000">
                <a:latin typeface="Francois One"/>
                <a:ea typeface="Francois One"/>
                <a:cs typeface="Francois One"/>
                <a:sym typeface="Francois One"/>
              </a:defRPr>
            </a:lvl3pPr>
            <a:lvl4pPr lvl="3" algn="ctr">
              <a:lnSpc>
                <a:spcPct val="100000"/>
              </a:lnSpc>
              <a:spcBef>
                <a:spcPts val="0"/>
              </a:spcBef>
              <a:spcAft>
                <a:spcPts val="0"/>
              </a:spcAft>
              <a:buSzPts val="1600"/>
              <a:buNone/>
              <a:defRPr b="1" sz="2000">
                <a:latin typeface="Francois One"/>
                <a:ea typeface="Francois One"/>
                <a:cs typeface="Francois One"/>
                <a:sym typeface="Francois One"/>
              </a:defRPr>
            </a:lvl4pPr>
            <a:lvl5pPr lvl="4" algn="ctr">
              <a:lnSpc>
                <a:spcPct val="100000"/>
              </a:lnSpc>
              <a:spcBef>
                <a:spcPts val="0"/>
              </a:spcBef>
              <a:spcAft>
                <a:spcPts val="0"/>
              </a:spcAft>
              <a:buSzPts val="1600"/>
              <a:buNone/>
              <a:defRPr b="1" sz="2000">
                <a:latin typeface="Francois One"/>
                <a:ea typeface="Francois One"/>
                <a:cs typeface="Francois One"/>
                <a:sym typeface="Francois One"/>
              </a:defRPr>
            </a:lvl5pPr>
            <a:lvl6pPr lvl="5" algn="ctr">
              <a:lnSpc>
                <a:spcPct val="100000"/>
              </a:lnSpc>
              <a:spcBef>
                <a:spcPts val="0"/>
              </a:spcBef>
              <a:spcAft>
                <a:spcPts val="0"/>
              </a:spcAft>
              <a:buSzPts val="1600"/>
              <a:buNone/>
              <a:defRPr b="1" sz="2000">
                <a:latin typeface="Francois One"/>
                <a:ea typeface="Francois One"/>
                <a:cs typeface="Francois One"/>
                <a:sym typeface="Francois One"/>
              </a:defRPr>
            </a:lvl6pPr>
            <a:lvl7pPr lvl="6" algn="ctr">
              <a:lnSpc>
                <a:spcPct val="100000"/>
              </a:lnSpc>
              <a:spcBef>
                <a:spcPts val="0"/>
              </a:spcBef>
              <a:spcAft>
                <a:spcPts val="0"/>
              </a:spcAft>
              <a:buSzPts val="1600"/>
              <a:buNone/>
              <a:defRPr b="1" sz="2000">
                <a:latin typeface="Francois One"/>
                <a:ea typeface="Francois One"/>
                <a:cs typeface="Francois One"/>
                <a:sym typeface="Francois One"/>
              </a:defRPr>
            </a:lvl7pPr>
            <a:lvl8pPr lvl="7" algn="ctr">
              <a:lnSpc>
                <a:spcPct val="100000"/>
              </a:lnSpc>
              <a:spcBef>
                <a:spcPts val="0"/>
              </a:spcBef>
              <a:spcAft>
                <a:spcPts val="0"/>
              </a:spcAft>
              <a:buSzPts val="1600"/>
              <a:buNone/>
              <a:defRPr b="1" sz="2000">
                <a:latin typeface="Francois One"/>
                <a:ea typeface="Francois One"/>
                <a:cs typeface="Francois One"/>
                <a:sym typeface="Francois One"/>
              </a:defRPr>
            </a:lvl8pPr>
            <a:lvl9pPr lvl="8" algn="ctr">
              <a:lnSpc>
                <a:spcPct val="100000"/>
              </a:lnSpc>
              <a:spcBef>
                <a:spcPts val="0"/>
              </a:spcBef>
              <a:spcAft>
                <a:spcPts val="0"/>
              </a:spcAft>
              <a:buSzPts val="1600"/>
              <a:buNone/>
              <a:defRPr b="1" sz="2000">
                <a:latin typeface="Francois One"/>
                <a:ea typeface="Francois One"/>
                <a:cs typeface="Francois One"/>
                <a:sym typeface="Francois One"/>
              </a:defRPr>
            </a:lvl9pPr>
          </a:lstStyle>
          <a:p/>
        </p:txBody>
      </p:sp>
      <p:sp>
        <p:nvSpPr>
          <p:cNvPr id="1173" name="Google Shape;1173;p44"/>
          <p:cNvSpPr txBox="1"/>
          <p:nvPr>
            <p:ph idx="6" type="subTitle"/>
          </p:nvPr>
        </p:nvSpPr>
        <p:spPr>
          <a:xfrm>
            <a:off x="6236225" y="1944191"/>
            <a:ext cx="2194500" cy="86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400"/>
            </a:lvl2pPr>
            <a:lvl3pPr lvl="2" algn="ctr">
              <a:lnSpc>
                <a:spcPct val="100000"/>
              </a:lnSpc>
              <a:spcBef>
                <a:spcPts val="0"/>
              </a:spcBef>
              <a:spcAft>
                <a:spcPts val="0"/>
              </a:spcAft>
              <a:buSzPts val="1600"/>
              <a:buNone/>
              <a:defRPr sz="1400"/>
            </a:lvl3pPr>
            <a:lvl4pPr lvl="3" algn="ctr">
              <a:lnSpc>
                <a:spcPct val="100000"/>
              </a:lnSpc>
              <a:spcBef>
                <a:spcPts val="0"/>
              </a:spcBef>
              <a:spcAft>
                <a:spcPts val="0"/>
              </a:spcAft>
              <a:buSzPts val="1600"/>
              <a:buNone/>
              <a:defRPr sz="1400"/>
            </a:lvl4pPr>
            <a:lvl5pPr lvl="4" algn="ctr">
              <a:lnSpc>
                <a:spcPct val="100000"/>
              </a:lnSpc>
              <a:spcBef>
                <a:spcPts val="0"/>
              </a:spcBef>
              <a:spcAft>
                <a:spcPts val="0"/>
              </a:spcAft>
              <a:buSzPts val="1600"/>
              <a:buNone/>
              <a:defRPr sz="1400"/>
            </a:lvl5pPr>
            <a:lvl6pPr lvl="5" algn="ctr">
              <a:lnSpc>
                <a:spcPct val="100000"/>
              </a:lnSpc>
              <a:spcBef>
                <a:spcPts val="0"/>
              </a:spcBef>
              <a:spcAft>
                <a:spcPts val="0"/>
              </a:spcAft>
              <a:buSzPts val="1600"/>
              <a:buNone/>
              <a:defRPr sz="1400"/>
            </a:lvl6pPr>
            <a:lvl7pPr lvl="6" algn="ctr">
              <a:lnSpc>
                <a:spcPct val="100000"/>
              </a:lnSpc>
              <a:spcBef>
                <a:spcPts val="0"/>
              </a:spcBef>
              <a:spcAft>
                <a:spcPts val="0"/>
              </a:spcAft>
              <a:buSzPts val="1600"/>
              <a:buNone/>
              <a:defRPr sz="1400"/>
            </a:lvl7pPr>
            <a:lvl8pPr lvl="7" algn="ctr">
              <a:lnSpc>
                <a:spcPct val="100000"/>
              </a:lnSpc>
              <a:spcBef>
                <a:spcPts val="0"/>
              </a:spcBef>
              <a:spcAft>
                <a:spcPts val="0"/>
              </a:spcAft>
              <a:buSzPts val="1600"/>
              <a:buNone/>
              <a:defRPr sz="1400"/>
            </a:lvl8pPr>
            <a:lvl9pPr lvl="8" algn="ctr">
              <a:lnSpc>
                <a:spcPct val="100000"/>
              </a:lnSpc>
              <a:spcBef>
                <a:spcPts val="0"/>
              </a:spcBef>
              <a:spcAft>
                <a:spcPts val="0"/>
              </a:spcAft>
              <a:buSzPts val="1600"/>
              <a:buNone/>
              <a:defRPr sz="1400"/>
            </a:lvl9pPr>
          </a:lstStyle>
          <a:p/>
        </p:txBody>
      </p:sp>
      <p:sp>
        <p:nvSpPr>
          <p:cNvPr id="1174" name="Google Shape;1174;p44"/>
          <p:cNvSpPr txBox="1"/>
          <p:nvPr>
            <p:ph type="title"/>
          </p:nvPr>
        </p:nvSpPr>
        <p:spPr>
          <a:xfrm>
            <a:off x="713225" y="548640"/>
            <a:ext cx="7717500" cy="2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800"/>
              <a:buNone/>
              <a:defRPr b="1"/>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grpSp>
        <p:nvGrpSpPr>
          <p:cNvPr id="1175" name="Google Shape;1175;p44"/>
          <p:cNvGrpSpPr/>
          <p:nvPr/>
        </p:nvGrpSpPr>
        <p:grpSpPr>
          <a:xfrm rot="3388130">
            <a:off x="8350729" y="233491"/>
            <a:ext cx="1373524" cy="922941"/>
            <a:chOff x="2302238" y="842175"/>
            <a:chExt cx="1373500" cy="922925"/>
          </a:xfrm>
        </p:grpSpPr>
        <p:sp>
          <p:nvSpPr>
            <p:cNvPr id="1176" name="Google Shape;1176;p44"/>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44"/>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44"/>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44"/>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44"/>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44"/>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44"/>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44"/>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44"/>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44"/>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44"/>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44"/>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44"/>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44"/>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44"/>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44"/>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44"/>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44"/>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44"/>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44"/>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44"/>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44"/>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44"/>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44"/>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44"/>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44"/>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44"/>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44"/>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44"/>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44"/>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44"/>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44"/>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44"/>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44"/>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44"/>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44"/>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44"/>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44"/>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44"/>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44"/>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44"/>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44"/>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18" name="Google Shape;1218;p44"/>
          <p:cNvSpPr/>
          <p:nvPr/>
        </p:nvSpPr>
        <p:spPr>
          <a:xfrm rot="1799999">
            <a:off x="-718744" y="-275437"/>
            <a:ext cx="1024468" cy="3537612"/>
          </a:xfrm>
          <a:custGeom>
            <a:rect b="b" l="l" r="r" t="t"/>
            <a:pathLst>
              <a:path extrusionOk="0" h="96799" w="54682">
                <a:moveTo>
                  <a:pt x="8263" y="1503"/>
                </a:moveTo>
                <a:cubicBezTo>
                  <a:pt x="11476" y="1595"/>
                  <a:pt x="19830" y="-2077"/>
                  <a:pt x="27542" y="2054"/>
                </a:cubicBezTo>
                <a:cubicBezTo>
                  <a:pt x="35254" y="6185"/>
                  <a:pt x="53340" y="20048"/>
                  <a:pt x="54533" y="26291"/>
                </a:cubicBezTo>
                <a:cubicBezTo>
                  <a:pt x="55727" y="32534"/>
                  <a:pt x="37274" y="32901"/>
                  <a:pt x="34703" y="39511"/>
                </a:cubicBezTo>
                <a:cubicBezTo>
                  <a:pt x="32133" y="46121"/>
                  <a:pt x="40854" y="58516"/>
                  <a:pt x="39110" y="65952"/>
                </a:cubicBezTo>
                <a:cubicBezTo>
                  <a:pt x="37366" y="73388"/>
                  <a:pt x="30755" y="78988"/>
                  <a:pt x="24237" y="84129"/>
                </a:cubicBezTo>
                <a:cubicBezTo>
                  <a:pt x="17719" y="89270"/>
                  <a:pt x="4040" y="94687"/>
                  <a:pt x="0" y="96799"/>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9" name="Google Shape;1219;p44"/>
          <p:cNvGrpSpPr/>
          <p:nvPr/>
        </p:nvGrpSpPr>
        <p:grpSpPr>
          <a:xfrm flipH="1" rot="-7610750">
            <a:off x="-719587" y="1628101"/>
            <a:ext cx="1237221" cy="837872"/>
            <a:chOff x="7954342" y="56442"/>
            <a:chExt cx="1237147" cy="837822"/>
          </a:xfrm>
        </p:grpSpPr>
        <p:sp>
          <p:nvSpPr>
            <p:cNvPr id="1220" name="Google Shape;1220;p44"/>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44"/>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44"/>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44"/>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44"/>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44"/>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44"/>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44"/>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44"/>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1229" name="Shape 1229"/>
        <p:cNvGrpSpPr/>
        <p:nvPr/>
      </p:nvGrpSpPr>
      <p:grpSpPr>
        <a:xfrm>
          <a:off x="0" y="0"/>
          <a:ext cx="0" cy="0"/>
          <a:chOff x="0" y="0"/>
          <a:chExt cx="0" cy="0"/>
        </a:xfrm>
      </p:grpSpPr>
      <p:sp>
        <p:nvSpPr>
          <p:cNvPr id="1230" name="Google Shape;1230;p45"/>
          <p:cNvSpPr txBox="1"/>
          <p:nvPr>
            <p:ph type="title"/>
          </p:nvPr>
        </p:nvSpPr>
        <p:spPr>
          <a:xfrm>
            <a:off x="713225" y="548640"/>
            <a:ext cx="7717500" cy="2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b="1"/>
            </a:lvl1pPr>
            <a:lvl2pPr lvl="1" algn="ctr">
              <a:lnSpc>
                <a:spcPct val="100000"/>
              </a:lnSpc>
              <a:spcBef>
                <a:spcPts val="0"/>
              </a:spcBef>
              <a:spcAft>
                <a:spcPts val="0"/>
              </a:spcAft>
              <a:buSzPts val="2800"/>
              <a:buNone/>
              <a:defRPr>
                <a:latin typeface="Comfortaa Medium"/>
                <a:ea typeface="Comfortaa Medium"/>
                <a:cs typeface="Comfortaa Medium"/>
                <a:sym typeface="Comfortaa Medium"/>
              </a:defRPr>
            </a:lvl2pPr>
            <a:lvl3pPr lvl="2" algn="ctr">
              <a:lnSpc>
                <a:spcPct val="100000"/>
              </a:lnSpc>
              <a:spcBef>
                <a:spcPts val="0"/>
              </a:spcBef>
              <a:spcAft>
                <a:spcPts val="0"/>
              </a:spcAft>
              <a:buSzPts val="2800"/>
              <a:buNone/>
              <a:defRPr>
                <a:latin typeface="Comfortaa Medium"/>
                <a:ea typeface="Comfortaa Medium"/>
                <a:cs typeface="Comfortaa Medium"/>
                <a:sym typeface="Comfortaa Medium"/>
              </a:defRPr>
            </a:lvl3pPr>
            <a:lvl4pPr lvl="3" algn="ctr">
              <a:lnSpc>
                <a:spcPct val="100000"/>
              </a:lnSpc>
              <a:spcBef>
                <a:spcPts val="0"/>
              </a:spcBef>
              <a:spcAft>
                <a:spcPts val="0"/>
              </a:spcAft>
              <a:buSzPts val="2800"/>
              <a:buNone/>
              <a:defRPr>
                <a:latin typeface="Comfortaa Medium"/>
                <a:ea typeface="Comfortaa Medium"/>
                <a:cs typeface="Comfortaa Medium"/>
                <a:sym typeface="Comfortaa Medium"/>
              </a:defRPr>
            </a:lvl4pPr>
            <a:lvl5pPr lvl="4" algn="ctr">
              <a:lnSpc>
                <a:spcPct val="100000"/>
              </a:lnSpc>
              <a:spcBef>
                <a:spcPts val="0"/>
              </a:spcBef>
              <a:spcAft>
                <a:spcPts val="0"/>
              </a:spcAft>
              <a:buSzPts val="2800"/>
              <a:buNone/>
              <a:defRPr>
                <a:latin typeface="Comfortaa Medium"/>
                <a:ea typeface="Comfortaa Medium"/>
                <a:cs typeface="Comfortaa Medium"/>
                <a:sym typeface="Comfortaa Medium"/>
              </a:defRPr>
            </a:lvl5pPr>
            <a:lvl6pPr lvl="5" algn="ctr">
              <a:lnSpc>
                <a:spcPct val="100000"/>
              </a:lnSpc>
              <a:spcBef>
                <a:spcPts val="0"/>
              </a:spcBef>
              <a:spcAft>
                <a:spcPts val="0"/>
              </a:spcAft>
              <a:buSzPts val="2800"/>
              <a:buNone/>
              <a:defRPr>
                <a:latin typeface="Comfortaa Medium"/>
                <a:ea typeface="Comfortaa Medium"/>
                <a:cs typeface="Comfortaa Medium"/>
                <a:sym typeface="Comfortaa Medium"/>
              </a:defRPr>
            </a:lvl6pPr>
            <a:lvl7pPr lvl="6" algn="ctr">
              <a:lnSpc>
                <a:spcPct val="100000"/>
              </a:lnSpc>
              <a:spcBef>
                <a:spcPts val="0"/>
              </a:spcBef>
              <a:spcAft>
                <a:spcPts val="0"/>
              </a:spcAft>
              <a:buSzPts val="2800"/>
              <a:buNone/>
              <a:defRPr>
                <a:latin typeface="Comfortaa Medium"/>
                <a:ea typeface="Comfortaa Medium"/>
                <a:cs typeface="Comfortaa Medium"/>
                <a:sym typeface="Comfortaa Medium"/>
              </a:defRPr>
            </a:lvl7pPr>
            <a:lvl8pPr lvl="7" algn="ctr">
              <a:lnSpc>
                <a:spcPct val="100000"/>
              </a:lnSpc>
              <a:spcBef>
                <a:spcPts val="0"/>
              </a:spcBef>
              <a:spcAft>
                <a:spcPts val="0"/>
              </a:spcAft>
              <a:buSzPts val="2800"/>
              <a:buNone/>
              <a:defRPr>
                <a:latin typeface="Comfortaa Medium"/>
                <a:ea typeface="Comfortaa Medium"/>
                <a:cs typeface="Comfortaa Medium"/>
                <a:sym typeface="Comfortaa Medium"/>
              </a:defRPr>
            </a:lvl8pPr>
            <a:lvl9pPr lvl="8" algn="ctr">
              <a:lnSpc>
                <a:spcPct val="100000"/>
              </a:lnSpc>
              <a:spcBef>
                <a:spcPts val="0"/>
              </a:spcBef>
              <a:spcAft>
                <a:spcPts val="0"/>
              </a:spcAft>
              <a:buSzPts val="2800"/>
              <a:buNone/>
              <a:defRPr>
                <a:latin typeface="Comfortaa Medium"/>
                <a:ea typeface="Comfortaa Medium"/>
                <a:cs typeface="Comfortaa Medium"/>
                <a:sym typeface="Comfortaa Medium"/>
              </a:defRPr>
            </a:lvl9pPr>
          </a:lstStyle>
          <a:p/>
        </p:txBody>
      </p:sp>
      <p:grpSp>
        <p:nvGrpSpPr>
          <p:cNvPr id="1231" name="Google Shape;1231;p45"/>
          <p:cNvGrpSpPr/>
          <p:nvPr/>
        </p:nvGrpSpPr>
        <p:grpSpPr>
          <a:xfrm rot="-186080">
            <a:off x="5237323" y="4780499"/>
            <a:ext cx="1614468" cy="779047"/>
            <a:chOff x="407100" y="684850"/>
            <a:chExt cx="1614525" cy="779075"/>
          </a:xfrm>
        </p:grpSpPr>
        <p:sp>
          <p:nvSpPr>
            <p:cNvPr id="1232" name="Google Shape;1232;p45"/>
            <p:cNvSpPr/>
            <p:nvPr/>
          </p:nvSpPr>
          <p:spPr>
            <a:xfrm>
              <a:off x="407100" y="684850"/>
              <a:ext cx="1614525" cy="779075"/>
            </a:xfrm>
            <a:custGeom>
              <a:rect b="b" l="l" r="r" t="t"/>
              <a:pathLst>
                <a:path extrusionOk="0" h="31163" w="64581">
                  <a:moveTo>
                    <a:pt x="58224" y="0"/>
                  </a:moveTo>
                  <a:cubicBezTo>
                    <a:pt x="51269" y="0"/>
                    <a:pt x="44288" y="1367"/>
                    <a:pt x="37828" y="4004"/>
                  </a:cubicBezTo>
                  <a:cubicBezTo>
                    <a:pt x="36994" y="4337"/>
                    <a:pt x="36126" y="4704"/>
                    <a:pt x="35226" y="4804"/>
                  </a:cubicBezTo>
                  <a:cubicBezTo>
                    <a:pt x="34985" y="4842"/>
                    <a:pt x="34741" y="4855"/>
                    <a:pt x="34495" y="4855"/>
                  </a:cubicBezTo>
                  <a:cubicBezTo>
                    <a:pt x="33858" y="4855"/>
                    <a:pt x="33207" y="4762"/>
                    <a:pt x="32557" y="4738"/>
                  </a:cubicBezTo>
                  <a:cubicBezTo>
                    <a:pt x="32397" y="4731"/>
                    <a:pt x="32234" y="4727"/>
                    <a:pt x="32070" y="4727"/>
                  </a:cubicBezTo>
                  <a:cubicBezTo>
                    <a:pt x="29869" y="4727"/>
                    <a:pt x="27310" y="5336"/>
                    <a:pt x="25385" y="6205"/>
                  </a:cubicBezTo>
                  <a:cubicBezTo>
                    <a:pt x="22850" y="7340"/>
                    <a:pt x="20482" y="10075"/>
                    <a:pt x="18347" y="11809"/>
                  </a:cubicBezTo>
                  <a:cubicBezTo>
                    <a:pt x="13377" y="15879"/>
                    <a:pt x="8340" y="19882"/>
                    <a:pt x="3136" y="23718"/>
                  </a:cubicBezTo>
                  <a:cubicBezTo>
                    <a:pt x="1502" y="24919"/>
                    <a:pt x="1" y="26753"/>
                    <a:pt x="1435" y="28822"/>
                  </a:cubicBezTo>
                  <a:cubicBezTo>
                    <a:pt x="2202" y="29922"/>
                    <a:pt x="3503" y="30523"/>
                    <a:pt x="4804" y="30823"/>
                  </a:cubicBezTo>
                  <a:cubicBezTo>
                    <a:pt x="5826" y="31061"/>
                    <a:pt x="6809" y="31163"/>
                    <a:pt x="7775" y="31163"/>
                  </a:cubicBezTo>
                  <a:cubicBezTo>
                    <a:pt x="9523" y="31163"/>
                    <a:pt x="11215" y="30829"/>
                    <a:pt x="12977" y="30356"/>
                  </a:cubicBezTo>
                  <a:cubicBezTo>
                    <a:pt x="16379" y="29422"/>
                    <a:pt x="19815" y="28555"/>
                    <a:pt x="23251" y="27788"/>
                  </a:cubicBezTo>
                  <a:cubicBezTo>
                    <a:pt x="30122" y="26286"/>
                    <a:pt x="37094" y="25119"/>
                    <a:pt x="44099" y="24318"/>
                  </a:cubicBezTo>
                  <a:cubicBezTo>
                    <a:pt x="45333" y="24185"/>
                    <a:pt x="46567" y="24052"/>
                    <a:pt x="47701" y="23551"/>
                  </a:cubicBezTo>
                  <a:cubicBezTo>
                    <a:pt x="48869" y="23084"/>
                    <a:pt x="49903" y="22217"/>
                    <a:pt x="50236" y="21049"/>
                  </a:cubicBezTo>
                  <a:cubicBezTo>
                    <a:pt x="50370" y="20582"/>
                    <a:pt x="50437" y="20082"/>
                    <a:pt x="50603" y="19648"/>
                  </a:cubicBezTo>
                  <a:cubicBezTo>
                    <a:pt x="50870" y="18915"/>
                    <a:pt x="51504" y="18381"/>
                    <a:pt x="52104" y="17880"/>
                  </a:cubicBezTo>
                  <a:cubicBezTo>
                    <a:pt x="54606" y="15679"/>
                    <a:pt x="56841" y="13177"/>
                    <a:pt x="58709" y="10408"/>
                  </a:cubicBezTo>
                  <a:cubicBezTo>
                    <a:pt x="59443" y="9308"/>
                    <a:pt x="59910" y="8440"/>
                    <a:pt x="61111" y="7840"/>
                  </a:cubicBezTo>
                  <a:cubicBezTo>
                    <a:pt x="62445" y="7206"/>
                    <a:pt x="63546" y="7039"/>
                    <a:pt x="63880" y="5338"/>
                  </a:cubicBezTo>
                  <a:cubicBezTo>
                    <a:pt x="64146" y="3937"/>
                    <a:pt x="64580" y="2236"/>
                    <a:pt x="63446" y="1202"/>
                  </a:cubicBezTo>
                  <a:cubicBezTo>
                    <a:pt x="62178" y="101"/>
                    <a:pt x="60077" y="34"/>
                    <a:pt x="58476" y="1"/>
                  </a:cubicBezTo>
                  <a:cubicBezTo>
                    <a:pt x="58392" y="1"/>
                    <a:pt x="58308" y="0"/>
                    <a:pt x="5822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45"/>
            <p:cNvSpPr/>
            <p:nvPr/>
          </p:nvSpPr>
          <p:spPr>
            <a:xfrm>
              <a:off x="407100" y="1061225"/>
              <a:ext cx="1178375" cy="369275"/>
            </a:xfrm>
            <a:custGeom>
              <a:rect b="b" l="l" r="r" t="t"/>
              <a:pathLst>
                <a:path extrusionOk="0" h="14771" w="47135">
                  <a:moveTo>
                    <a:pt x="36928" y="0"/>
                  </a:moveTo>
                  <a:cubicBezTo>
                    <a:pt x="36372" y="0"/>
                    <a:pt x="35816" y="10"/>
                    <a:pt x="35259" y="23"/>
                  </a:cubicBezTo>
                  <a:cubicBezTo>
                    <a:pt x="31657" y="90"/>
                    <a:pt x="28021" y="390"/>
                    <a:pt x="24418" y="924"/>
                  </a:cubicBezTo>
                  <a:cubicBezTo>
                    <a:pt x="21816" y="1324"/>
                    <a:pt x="19248" y="1825"/>
                    <a:pt x="16779" y="2725"/>
                  </a:cubicBezTo>
                  <a:cubicBezTo>
                    <a:pt x="14211" y="3693"/>
                    <a:pt x="11809" y="5127"/>
                    <a:pt x="9207" y="6094"/>
                  </a:cubicBezTo>
                  <a:cubicBezTo>
                    <a:pt x="7906" y="6561"/>
                    <a:pt x="6272" y="6928"/>
                    <a:pt x="4704" y="7495"/>
                  </a:cubicBezTo>
                  <a:cubicBezTo>
                    <a:pt x="4170" y="7862"/>
                    <a:pt x="3670" y="8263"/>
                    <a:pt x="3136" y="8663"/>
                  </a:cubicBezTo>
                  <a:cubicBezTo>
                    <a:pt x="1502" y="9864"/>
                    <a:pt x="1" y="11698"/>
                    <a:pt x="1468" y="13767"/>
                  </a:cubicBezTo>
                  <a:cubicBezTo>
                    <a:pt x="1702" y="14134"/>
                    <a:pt x="2035" y="14434"/>
                    <a:pt x="2402" y="14701"/>
                  </a:cubicBezTo>
                  <a:cubicBezTo>
                    <a:pt x="2602" y="14734"/>
                    <a:pt x="2836" y="14767"/>
                    <a:pt x="3069" y="14767"/>
                  </a:cubicBezTo>
                  <a:cubicBezTo>
                    <a:pt x="3166" y="14770"/>
                    <a:pt x="3263" y="14771"/>
                    <a:pt x="3360" y="14771"/>
                  </a:cubicBezTo>
                  <a:cubicBezTo>
                    <a:pt x="4635" y="14771"/>
                    <a:pt x="5930" y="14565"/>
                    <a:pt x="7139" y="14100"/>
                  </a:cubicBezTo>
                  <a:cubicBezTo>
                    <a:pt x="8006" y="13767"/>
                    <a:pt x="8874" y="13300"/>
                    <a:pt x="9774" y="13066"/>
                  </a:cubicBezTo>
                  <a:cubicBezTo>
                    <a:pt x="10108" y="12983"/>
                    <a:pt x="10459" y="12933"/>
                    <a:pt x="10804" y="12933"/>
                  </a:cubicBezTo>
                  <a:cubicBezTo>
                    <a:pt x="11425" y="12933"/>
                    <a:pt x="12026" y="13093"/>
                    <a:pt x="12476" y="13500"/>
                  </a:cubicBezTo>
                  <a:cubicBezTo>
                    <a:pt x="13043" y="12332"/>
                    <a:pt x="14344" y="11732"/>
                    <a:pt x="15545" y="11332"/>
                  </a:cubicBezTo>
                  <a:cubicBezTo>
                    <a:pt x="19281" y="10064"/>
                    <a:pt x="23184" y="9530"/>
                    <a:pt x="27053" y="8997"/>
                  </a:cubicBezTo>
                  <a:cubicBezTo>
                    <a:pt x="32657" y="8196"/>
                    <a:pt x="38261" y="7429"/>
                    <a:pt x="43865" y="6628"/>
                  </a:cubicBezTo>
                  <a:cubicBezTo>
                    <a:pt x="44766" y="6495"/>
                    <a:pt x="45767" y="6328"/>
                    <a:pt x="46367" y="5661"/>
                  </a:cubicBezTo>
                  <a:cubicBezTo>
                    <a:pt x="47134" y="4794"/>
                    <a:pt x="46967" y="3359"/>
                    <a:pt x="46234" y="2459"/>
                  </a:cubicBezTo>
                  <a:cubicBezTo>
                    <a:pt x="45500" y="1525"/>
                    <a:pt x="44366" y="1057"/>
                    <a:pt x="43231" y="724"/>
                  </a:cubicBezTo>
                  <a:cubicBezTo>
                    <a:pt x="41192" y="141"/>
                    <a:pt x="39069" y="0"/>
                    <a:pt x="3692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45"/>
            <p:cNvSpPr/>
            <p:nvPr/>
          </p:nvSpPr>
          <p:spPr>
            <a:xfrm>
              <a:off x="1577950" y="871600"/>
              <a:ext cx="194325" cy="380350"/>
            </a:xfrm>
            <a:custGeom>
              <a:rect b="b" l="l" r="r" t="t"/>
              <a:pathLst>
                <a:path extrusionOk="0" h="15214" w="7773">
                  <a:moveTo>
                    <a:pt x="4630" y="0"/>
                  </a:moveTo>
                  <a:cubicBezTo>
                    <a:pt x="4224" y="0"/>
                    <a:pt x="3849" y="254"/>
                    <a:pt x="3503" y="537"/>
                  </a:cubicBezTo>
                  <a:cubicBezTo>
                    <a:pt x="1835" y="1938"/>
                    <a:pt x="0" y="5140"/>
                    <a:pt x="300" y="7375"/>
                  </a:cubicBezTo>
                  <a:cubicBezTo>
                    <a:pt x="667" y="10010"/>
                    <a:pt x="1401" y="12679"/>
                    <a:pt x="2302" y="15214"/>
                  </a:cubicBezTo>
                  <a:cubicBezTo>
                    <a:pt x="2802" y="14747"/>
                    <a:pt x="3202" y="14213"/>
                    <a:pt x="3402" y="13546"/>
                  </a:cubicBezTo>
                  <a:cubicBezTo>
                    <a:pt x="3569" y="13112"/>
                    <a:pt x="3603" y="12612"/>
                    <a:pt x="3769" y="12178"/>
                  </a:cubicBezTo>
                  <a:cubicBezTo>
                    <a:pt x="4070" y="11445"/>
                    <a:pt x="4670" y="10911"/>
                    <a:pt x="5270" y="10410"/>
                  </a:cubicBezTo>
                  <a:cubicBezTo>
                    <a:pt x="6138" y="9643"/>
                    <a:pt x="6972" y="8843"/>
                    <a:pt x="7772" y="8009"/>
                  </a:cubicBezTo>
                  <a:cubicBezTo>
                    <a:pt x="7272" y="5974"/>
                    <a:pt x="6738" y="3939"/>
                    <a:pt x="6238" y="1938"/>
                  </a:cubicBezTo>
                  <a:cubicBezTo>
                    <a:pt x="6004" y="1070"/>
                    <a:pt x="5571" y="36"/>
                    <a:pt x="4703" y="3"/>
                  </a:cubicBezTo>
                  <a:cubicBezTo>
                    <a:pt x="4679" y="1"/>
                    <a:pt x="4654" y="0"/>
                    <a:pt x="463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45"/>
            <p:cNvSpPr/>
            <p:nvPr/>
          </p:nvSpPr>
          <p:spPr>
            <a:xfrm>
              <a:off x="436300" y="684850"/>
              <a:ext cx="1568625" cy="688925"/>
            </a:xfrm>
            <a:custGeom>
              <a:rect b="b" l="l" r="r" t="t"/>
              <a:pathLst>
                <a:path extrusionOk="0" h="27557" w="62745">
                  <a:moveTo>
                    <a:pt x="57056" y="0"/>
                  </a:moveTo>
                  <a:cubicBezTo>
                    <a:pt x="50101" y="0"/>
                    <a:pt x="43120" y="1367"/>
                    <a:pt x="36660" y="4004"/>
                  </a:cubicBezTo>
                  <a:cubicBezTo>
                    <a:pt x="35826" y="4337"/>
                    <a:pt x="34992" y="4704"/>
                    <a:pt x="34091" y="4804"/>
                  </a:cubicBezTo>
                  <a:cubicBezTo>
                    <a:pt x="33841" y="4842"/>
                    <a:pt x="33590" y="4855"/>
                    <a:pt x="33340" y="4855"/>
                  </a:cubicBezTo>
                  <a:cubicBezTo>
                    <a:pt x="32690" y="4855"/>
                    <a:pt x="32039" y="4762"/>
                    <a:pt x="31389" y="4738"/>
                  </a:cubicBezTo>
                  <a:cubicBezTo>
                    <a:pt x="31229" y="4731"/>
                    <a:pt x="31066" y="4727"/>
                    <a:pt x="30902" y="4727"/>
                  </a:cubicBezTo>
                  <a:cubicBezTo>
                    <a:pt x="28705" y="4727"/>
                    <a:pt x="26173" y="5336"/>
                    <a:pt x="24217" y="6205"/>
                  </a:cubicBezTo>
                  <a:cubicBezTo>
                    <a:pt x="21682" y="7340"/>
                    <a:pt x="19314" y="10075"/>
                    <a:pt x="17179" y="11809"/>
                  </a:cubicBezTo>
                  <a:cubicBezTo>
                    <a:pt x="12209" y="15879"/>
                    <a:pt x="7172" y="19882"/>
                    <a:pt x="1968" y="23718"/>
                  </a:cubicBezTo>
                  <a:cubicBezTo>
                    <a:pt x="1168" y="24285"/>
                    <a:pt x="400" y="25052"/>
                    <a:pt x="0" y="25886"/>
                  </a:cubicBezTo>
                  <a:cubicBezTo>
                    <a:pt x="1234" y="26653"/>
                    <a:pt x="2569" y="27354"/>
                    <a:pt x="4003" y="27521"/>
                  </a:cubicBezTo>
                  <a:cubicBezTo>
                    <a:pt x="4229" y="27545"/>
                    <a:pt x="4457" y="27556"/>
                    <a:pt x="4685" y="27556"/>
                  </a:cubicBezTo>
                  <a:cubicBezTo>
                    <a:pt x="5701" y="27556"/>
                    <a:pt x="6731" y="27338"/>
                    <a:pt x="7739" y="27120"/>
                  </a:cubicBezTo>
                  <a:cubicBezTo>
                    <a:pt x="13510" y="25819"/>
                    <a:pt x="19314" y="24318"/>
                    <a:pt x="25185" y="23418"/>
                  </a:cubicBezTo>
                  <a:cubicBezTo>
                    <a:pt x="31122" y="22484"/>
                    <a:pt x="37060" y="21383"/>
                    <a:pt x="42931" y="20115"/>
                  </a:cubicBezTo>
                  <a:cubicBezTo>
                    <a:pt x="44665" y="19715"/>
                    <a:pt x="46567" y="19215"/>
                    <a:pt x="47401" y="17680"/>
                  </a:cubicBezTo>
                  <a:cubicBezTo>
                    <a:pt x="47901" y="16746"/>
                    <a:pt x="47901" y="15612"/>
                    <a:pt x="48235" y="14611"/>
                  </a:cubicBezTo>
                  <a:cubicBezTo>
                    <a:pt x="48568" y="13711"/>
                    <a:pt x="49169" y="12944"/>
                    <a:pt x="49802" y="12210"/>
                  </a:cubicBezTo>
                  <a:cubicBezTo>
                    <a:pt x="52871" y="8474"/>
                    <a:pt x="56140" y="5071"/>
                    <a:pt x="60610" y="3103"/>
                  </a:cubicBezTo>
                  <a:cubicBezTo>
                    <a:pt x="61377" y="2736"/>
                    <a:pt x="62211" y="2403"/>
                    <a:pt x="62745" y="1769"/>
                  </a:cubicBezTo>
                  <a:cubicBezTo>
                    <a:pt x="62611" y="1569"/>
                    <a:pt x="62478" y="1369"/>
                    <a:pt x="62278" y="1202"/>
                  </a:cubicBezTo>
                  <a:cubicBezTo>
                    <a:pt x="61010" y="101"/>
                    <a:pt x="58909" y="34"/>
                    <a:pt x="57308" y="1"/>
                  </a:cubicBezTo>
                  <a:cubicBezTo>
                    <a:pt x="57224" y="1"/>
                    <a:pt x="57140" y="0"/>
                    <a:pt x="5705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45"/>
            <p:cNvSpPr/>
            <p:nvPr/>
          </p:nvSpPr>
          <p:spPr>
            <a:xfrm>
              <a:off x="578050" y="684850"/>
              <a:ext cx="1426050" cy="522900"/>
            </a:xfrm>
            <a:custGeom>
              <a:rect b="b" l="l" r="r" t="t"/>
              <a:pathLst>
                <a:path extrusionOk="0" h="20916" w="57042">
                  <a:moveTo>
                    <a:pt x="51386" y="0"/>
                  </a:moveTo>
                  <a:cubicBezTo>
                    <a:pt x="44431" y="0"/>
                    <a:pt x="37450" y="1367"/>
                    <a:pt x="30990" y="4004"/>
                  </a:cubicBezTo>
                  <a:cubicBezTo>
                    <a:pt x="30156" y="4337"/>
                    <a:pt x="29322" y="4704"/>
                    <a:pt x="28421" y="4804"/>
                  </a:cubicBezTo>
                  <a:cubicBezTo>
                    <a:pt x="28171" y="4842"/>
                    <a:pt x="27920" y="4855"/>
                    <a:pt x="27670" y="4855"/>
                  </a:cubicBezTo>
                  <a:cubicBezTo>
                    <a:pt x="27020" y="4855"/>
                    <a:pt x="26369" y="4762"/>
                    <a:pt x="25719" y="4738"/>
                  </a:cubicBezTo>
                  <a:cubicBezTo>
                    <a:pt x="25559" y="4731"/>
                    <a:pt x="25396" y="4727"/>
                    <a:pt x="25232" y="4727"/>
                  </a:cubicBezTo>
                  <a:cubicBezTo>
                    <a:pt x="23035" y="4727"/>
                    <a:pt x="20503" y="5336"/>
                    <a:pt x="18547" y="6205"/>
                  </a:cubicBezTo>
                  <a:cubicBezTo>
                    <a:pt x="16012" y="7340"/>
                    <a:pt x="13644" y="10075"/>
                    <a:pt x="11509" y="11809"/>
                  </a:cubicBezTo>
                  <a:cubicBezTo>
                    <a:pt x="7706" y="14912"/>
                    <a:pt x="3904" y="17947"/>
                    <a:pt x="1" y="20916"/>
                  </a:cubicBezTo>
                  <a:cubicBezTo>
                    <a:pt x="101" y="20883"/>
                    <a:pt x="201" y="20849"/>
                    <a:pt x="334" y="20783"/>
                  </a:cubicBezTo>
                  <a:cubicBezTo>
                    <a:pt x="2469" y="19782"/>
                    <a:pt x="4504" y="17880"/>
                    <a:pt x="6472" y="16513"/>
                  </a:cubicBezTo>
                  <a:cubicBezTo>
                    <a:pt x="8607" y="15012"/>
                    <a:pt x="10742" y="13544"/>
                    <a:pt x="12877" y="12043"/>
                  </a:cubicBezTo>
                  <a:cubicBezTo>
                    <a:pt x="14811" y="10675"/>
                    <a:pt x="16846" y="9308"/>
                    <a:pt x="19181" y="8907"/>
                  </a:cubicBezTo>
                  <a:cubicBezTo>
                    <a:pt x="19615" y="8834"/>
                    <a:pt x="20054" y="8798"/>
                    <a:pt x="20493" y="8798"/>
                  </a:cubicBezTo>
                  <a:cubicBezTo>
                    <a:pt x="22042" y="8798"/>
                    <a:pt x="23585" y="9250"/>
                    <a:pt x="24885" y="10108"/>
                  </a:cubicBezTo>
                  <a:cubicBezTo>
                    <a:pt x="25185" y="10275"/>
                    <a:pt x="25486" y="10475"/>
                    <a:pt x="25786" y="10475"/>
                  </a:cubicBezTo>
                  <a:cubicBezTo>
                    <a:pt x="26086" y="10442"/>
                    <a:pt x="26320" y="10242"/>
                    <a:pt x="26553" y="10041"/>
                  </a:cubicBezTo>
                  <a:cubicBezTo>
                    <a:pt x="29755" y="7306"/>
                    <a:pt x="33892" y="6039"/>
                    <a:pt x="37928" y="4804"/>
                  </a:cubicBezTo>
                  <a:cubicBezTo>
                    <a:pt x="41797" y="3637"/>
                    <a:pt x="45733" y="2469"/>
                    <a:pt x="49770" y="2203"/>
                  </a:cubicBezTo>
                  <a:cubicBezTo>
                    <a:pt x="50511" y="2160"/>
                    <a:pt x="51248" y="2148"/>
                    <a:pt x="51983" y="2148"/>
                  </a:cubicBezTo>
                  <a:cubicBezTo>
                    <a:pt x="52966" y="2148"/>
                    <a:pt x="53945" y="2170"/>
                    <a:pt x="54922" y="2170"/>
                  </a:cubicBezTo>
                  <a:cubicBezTo>
                    <a:pt x="55518" y="2170"/>
                    <a:pt x="56113" y="2162"/>
                    <a:pt x="56708" y="2136"/>
                  </a:cubicBezTo>
                  <a:cubicBezTo>
                    <a:pt x="56841" y="2036"/>
                    <a:pt x="56941" y="1902"/>
                    <a:pt x="57042" y="1769"/>
                  </a:cubicBezTo>
                  <a:cubicBezTo>
                    <a:pt x="56941" y="1569"/>
                    <a:pt x="56808" y="1369"/>
                    <a:pt x="56608" y="1202"/>
                  </a:cubicBezTo>
                  <a:cubicBezTo>
                    <a:pt x="55340" y="101"/>
                    <a:pt x="53239" y="34"/>
                    <a:pt x="51638" y="1"/>
                  </a:cubicBezTo>
                  <a:cubicBezTo>
                    <a:pt x="51554" y="1"/>
                    <a:pt x="51470" y="0"/>
                    <a:pt x="5138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37" name="Google Shape;1237;p45"/>
          <p:cNvGrpSpPr/>
          <p:nvPr/>
        </p:nvGrpSpPr>
        <p:grpSpPr>
          <a:xfrm>
            <a:off x="-479537" y="4362075"/>
            <a:ext cx="1373500" cy="922925"/>
            <a:chOff x="2302238" y="842175"/>
            <a:chExt cx="1373500" cy="922925"/>
          </a:xfrm>
        </p:grpSpPr>
        <p:sp>
          <p:nvSpPr>
            <p:cNvPr id="1238" name="Google Shape;1238;p45"/>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45"/>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p45"/>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45"/>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45"/>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45"/>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45"/>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45"/>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45"/>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45"/>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45"/>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45"/>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45"/>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45"/>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45"/>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45"/>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45"/>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45"/>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45"/>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45"/>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45"/>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45"/>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45"/>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45"/>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45"/>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45"/>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45"/>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45"/>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45"/>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45"/>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45"/>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45"/>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45"/>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45"/>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45"/>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45"/>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45"/>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45"/>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45"/>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45"/>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45"/>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45"/>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0" name="Google Shape;1280;p45"/>
          <p:cNvGrpSpPr/>
          <p:nvPr/>
        </p:nvGrpSpPr>
        <p:grpSpPr>
          <a:xfrm flipH="1" rot="-127571">
            <a:off x="-358254" y="-19335"/>
            <a:ext cx="1237132" cy="837812"/>
            <a:chOff x="7954342" y="56442"/>
            <a:chExt cx="1237147" cy="837822"/>
          </a:xfrm>
        </p:grpSpPr>
        <p:sp>
          <p:nvSpPr>
            <p:cNvPr id="1281" name="Google Shape;1281;p45"/>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45"/>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45"/>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45"/>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45"/>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45"/>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45"/>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45"/>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45"/>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0" name="Google Shape;1290;p45"/>
          <p:cNvGrpSpPr/>
          <p:nvPr/>
        </p:nvGrpSpPr>
        <p:grpSpPr>
          <a:xfrm>
            <a:off x="8354492" y="2819842"/>
            <a:ext cx="1237147" cy="837822"/>
            <a:chOff x="7954342" y="56442"/>
            <a:chExt cx="1237147" cy="837822"/>
          </a:xfrm>
        </p:grpSpPr>
        <p:sp>
          <p:nvSpPr>
            <p:cNvPr id="1291" name="Google Shape;1291;p45"/>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45"/>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45"/>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45"/>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45"/>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45"/>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45"/>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45"/>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45"/>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00" name="Google Shape;1300;p45"/>
          <p:cNvSpPr/>
          <p:nvPr/>
        </p:nvSpPr>
        <p:spPr>
          <a:xfrm rot="1800044">
            <a:off x="7657634" y="262756"/>
            <a:ext cx="2960710" cy="732159"/>
          </a:xfrm>
          <a:custGeom>
            <a:rect b="b" l="l" r="r" t="t"/>
            <a:pathLst>
              <a:path extrusionOk="0" h="29287" w="118431">
                <a:moveTo>
                  <a:pt x="0" y="4958"/>
                </a:moveTo>
                <a:cubicBezTo>
                  <a:pt x="6151" y="8998"/>
                  <a:pt x="24146" y="28461"/>
                  <a:pt x="36907" y="29195"/>
                </a:cubicBezTo>
                <a:cubicBezTo>
                  <a:pt x="49668" y="29929"/>
                  <a:pt x="62980" y="14230"/>
                  <a:pt x="76567" y="9364"/>
                </a:cubicBezTo>
                <a:cubicBezTo>
                  <a:pt x="90154" y="4498"/>
                  <a:pt x="111454" y="1561"/>
                  <a:pt x="118431" y="0"/>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1" name="Google Shape;1301;p45"/>
          <p:cNvGrpSpPr/>
          <p:nvPr/>
        </p:nvGrpSpPr>
        <p:grpSpPr>
          <a:xfrm rot="-2943041">
            <a:off x="-682660" y="2421677"/>
            <a:ext cx="1361869" cy="879512"/>
            <a:chOff x="538050" y="1430388"/>
            <a:chExt cx="1361850" cy="879500"/>
          </a:xfrm>
        </p:grpSpPr>
        <p:sp>
          <p:nvSpPr>
            <p:cNvPr id="1302" name="Google Shape;1302;p45"/>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45"/>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45"/>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45"/>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6">
    <p:spTree>
      <p:nvGrpSpPr>
        <p:cNvPr id="1306" name="Shape 1306"/>
        <p:cNvGrpSpPr/>
        <p:nvPr/>
      </p:nvGrpSpPr>
      <p:grpSpPr>
        <a:xfrm>
          <a:off x="0" y="0"/>
          <a:ext cx="0" cy="0"/>
          <a:chOff x="0" y="0"/>
          <a:chExt cx="0" cy="0"/>
        </a:xfrm>
      </p:grpSpPr>
      <p:sp>
        <p:nvSpPr>
          <p:cNvPr id="1307" name="Google Shape;1307;p46"/>
          <p:cNvSpPr txBox="1"/>
          <p:nvPr>
            <p:ph type="title"/>
          </p:nvPr>
        </p:nvSpPr>
        <p:spPr>
          <a:xfrm>
            <a:off x="2642550" y="950478"/>
            <a:ext cx="3858900" cy="640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500"/>
              <a:buFont typeface="Dosis"/>
              <a:buNone/>
              <a:defRPr b="1" sz="6500"/>
            </a:lvl1pPr>
            <a:lvl2pPr lvl="1" algn="ctr">
              <a:lnSpc>
                <a:spcPct val="100000"/>
              </a:lnSpc>
              <a:spcBef>
                <a:spcPts val="0"/>
              </a:spcBef>
              <a:spcAft>
                <a:spcPts val="0"/>
              </a:spcAft>
              <a:buClr>
                <a:schemeClr val="dk1"/>
              </a:buClr>
              <a:buSzPts val="6500"/>
              <a:buNone/>
              <a:defRPr sz="6500">
                <a:solidFill>
                  <a:schemeClr val="dk1"/>
                </a:solidFill>
              </a:defRPr>
            </a:lvl2pPr>
            <a:lvl3pPr lvl="2" algn="ctr">
              <a:lnSpc>
                <a:spcPct val="100000"/>
              </a:lnSpc>
              <a:spcBef>
                <a:spcPts val="0"/>
              </a:spcBef>
              <a:spcAft>
                <a:spcPts val="0"/>
              </a:spcAft>
              <a:buClr>
                <a:schemeClr val="dk1"/>
              </a:buClr>
              <a:buSzPts val="6500"/>
              <a:buNone/>
              <a:defRPr sz="6500">
                <a:solidFill>
                  <a:schemeClr val="dk1"/>
                </a:solidFill>
              </a:defRPr>
            </a:lvl3pPr>
            <a:lvl4pPr lvl="3" algn="ctr">
              <a:lnSpc>
                <a:spcPct val="100000"/>
              </a:lnSpc>
              <a:spcBef>
                <a:spcPts val="0"/>
              </a:spcBef>
              <a:spcAft>
                <a:spcPts val="0"/>
              </a:spcAft>
              <a:buClr>
                <a:schemeClr val="dk1"/>
              </a:buClr>
              <a:buSzPts val="6500"/>
              <a:buNone/>
              <a:defRPr sz="6500">
                <a:solidFill>
                  <a:schemeClr val="dk1"/>
                </a:solidFill>
              </a:defRPr>
            </a:lvl4pPr>
            <a:lvl5pPr lvl="4" algn="ctr">
              <a:lnSpc>
                <a:spcPct val="100000"/>
              </a:lnSpc>
              <a:spcBef>
                <a:spcPts val="0"/>
              </a:spcBef>
              <a:spcAft>
                <a:spcPts val="0"/>
              </a:spcAft>
              <a:buClr>
                <a:schemeClr val="dk1"/>
              </a:buClr>
              <a:buSzPts val="6500"/>
              <a:buNone/>
              <a:defRPr sz="6500">
                <a:solidFill>
                  <a:schemeClr val="dk1"/>
                </a:solidFill>
              </a:defRPr>
            </a:lvl5pPr>
            <a:lvl6pPr lvl="5" algn="ctr">
              <a:lnSpc>
                <a:spcPct val="100000"/>
              </a:lnSpc>
              <a:spcBef>
                <a:spcPts val="0"/>
              </a:spcBef>
              <a:spcAft>
                <a:spcPts val="0"/>
              </a:spcAft>
              <a:buClr>
                <a:schemeClr val="dk1"/>
              </a:buClr>
              <a:buSzPts val="6500"/>
              <a:buNone/>
              <a:defRPr sz="6500">
                <a:solidFill>
                  <a:schemeClr val="dk1"/>
                </a:solidFill>
              </a:defRPr>
            </a:lvl6pPr>
            <a:lvl7pPr lvl="6" algn="ctr">
              <a:lnSpc>
                <a:spcPct val="100000"/>
              </a:lnSpc>
              <a:spcBef>
                <a:spcPts val="0"/>
              </a:spcBef>
              <a:spcAft>
                <a:spcPts val="0"/>
              </a:spcAft>
              <a:buClr>
                <a:schemeClr val="dk1"/>
              </a:buClr>
              <a:buSzPts val="6500"/>
              <a:buNone/>
              <a:defRPr sz="6500">
                <a:solidFill>
                  <a:schemeClr val="dk1"/>
                </a:solidFill>
              </a:defRPr>
            </a:lvl7pPr>
            <a:lvl8pPr lvl="7" algn="ctr">
              <a:lnSpc>
                <a:spcPct val="100000"/>
              </a:lnSpc>
              <a:spcBef>
                <a:spcPts val="0"/>
              </a:spcBef>
              <a:spcAft>
                <a:spcPts val="0"/>
              </a:spcAft>
              <a:buClr>
                <a:schemeClr val="dk1"/>
              </a:buClr>
              <a:buSzPts val="6500"/>
              <a:buNone/>
              <a:defRPr sz="6500">
                <a:solidFill>
                  <a:schemeClr val="dk1"/>
                </a:solidFill>
              </a:defRPr>
            </a:lvl8pPr>
            <a:lvl9pPr lvl="8" algn="ctr">
              <a:lnSpc>
                <a:spcPct val="100000"/>
              </a:lnSpc>
              <a:spcBef>
                <a:spcPts val="0"/>
              </a:spcBef>
              <a:spcAft>
                <a:spcPts val="0"/>
              </a:spcAft>
              <a:buClr>
                <a:schemeClr val="dk1"/>
              </a:buClr>
              <a:buSzPts val="6500"/>
              <a:buNone/>
              <a:defRPr sz="6500">
                <a:solidFill>
                  <a:schemeClr val="dk1"/>
                </a:solidFill>
              </a:defRPr>
            </a:lvl9pPr>
          </a:lstStyle>
          <a:p/>
        </p:txBody>
      </p:sp>
      <p:sp>
        <p:nvSpPr>
          <p:cNvPr id="1308" name="Google Shape;1308;p46"/>
          <p:cNvSpPr txBox="1"/>
          <p:nvPr>
            <p:ph idx="1" type="subTitle"/>
          </p:nvPr>
        </p:nvSpPr>
        <p:spPr>
          <a:xfrm>
            <a:off x="2642550" y="1774000"/>
            <a:ext cx="3858900" cy="354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b="1">
                <a:solidFill>
                  <a:schemeClr val="accent3"/>
                </a:solidFill>
                <a:latin typeface="Francois One"/>
                <a:ea typeface="Francois One"/>
                <a:cs typeface="Francois One"/>
                <a:sym typeface="Francois One"/>
              </a:defRPr>
            </a:lvl1pPr>
            <a:lvl2pPr lvl="1" algn="ctr">
              <a:lnSpc>
                <a:spcPct val="100000"/>
              </a:lnSpc>
              <a:spcBef>
                <a:spcPts val="0"/>
              </a:spcBef>
              <a:spcAft>
                <a:spcPts val="0"/>
              </a:spcAft>
              <a:buSzPts val="1600"/>
              <a:buNone/>
              <a:defRPr b="1">
                <a:solidFill>
                  <a:schemeClr val="accent3"/>
                </a:solidFill>
                <a:latin typeface="Francois One"/>
                <a:ea typeface="Francois One"/>
                <a:cs typeface="Francois One"/>
                <a:sym typeface="Francois One"/>
              </a:defRPr>
            </a:lvl2pPr>
            <a:lvl3pPr lvl="2" algn="ctr">
              <a:lnSpc>
                <a:spcPct val="100000"/>
              </a:lnSpc>
              <a:spcBef>
                <a:spcPts val="0"/>
              </a:spcBef>
              <a:spcAft>
                <a:spcPts val="0"/>
              </a:spcAft>
              <a:buSzPts val="1600"/>
              <a:buNone/>
              <a:defRPr b="1">
                <a:solidFill>
                  <a:schemeClr val="accent3"/>
                </a:solidFill>
                <a:latin typeface="Francois One"/>
                <a:ea typeface="Francois One"/>
                <a:cs typeface="Francois One"/>
                <a:sym typeface="Francois One"/>
              </a:defRPr>
            </a:lvl3pPr>
            <a:lvl4pPr lvl="3" algn="ctr">
              <a:lnSpc>
                <a:spcPct val="100000"/>
              </a:lnSpc>
              <a:spcBef>
                <a:spcPts val="0"/>
              </a:spcBef>
              <a:spcAft>
                <a:spcPts val="0"/>
              </a:spcAft>
              <a:buSzPts val="1600"/>
              <a:buNone/>
              <a:defRPr b="1">
                <a:solidFill>
                  <a:schemeClr val="accent3"/>
                </a:solidFill>
                <a:latin typeface="Francois One"/>
                <a:ea typeface="Francois One"/>
                <a:cs typeface="Francois One"/>
                <a:sym typeface="Francois One"/>
              </a:defRPr>
            </a:lvl4pPr>
            <a:lvl5pPr lvl="4" algn="ctr">
              <a:lnSpc>
                <a:spcPct val="100000"/>
              </a:lnSpc>
              <a:spcBef>
                <a:spcPts val="0"/>
              </a:spcBef>
              <a:spcAft>
                <a:spcPts val="0"/>
              </a:spcAft>
              <a:buSzPts val="1600"/>
              <a:buNone/>
              <a:defRPr b="1">
                <a:solidFill>
                  <a:schemeClr val="accent3"/>
                </a:solidFill>
                <a:latin typeface="Francois One"/>
                <a:ea typeface="Francois One"/>
                <a:cs typeface="Francois One"/>
                <a:sym typeface="Francois One"/>
              </a:defRPr>
            </a:lvl5pPr>
            <a:lvl6pPr lvl="5" algn="ctr">
              <a:lnSpc>
                <a:spcPct val="100000"/>
              </a:lnSpc>
              <a:spcBef>
                <a:spcPts val="0"/>
              </a:spcBef>
              <a:spcAft>
                <a:spcPts val="0"/>
              </a:spcAft>
              <a:buSzPts val="1600"/>
              <a:buNone/>
              <a:defRPr b="1">
                <a:solidFill>
                  <a:schemeClr val="accent3"/>
                </a:solidFill>
                <a:latin typeface="Francois One"/>
                <a:ea typeface="Francois One"/>
                <a:cs typeface="Francois One"/>
                <a:sym typeface="Francois One"/>
              </a:defRPr>
            </a:lvl6pPr>
            <a:lvl7pPr lvl="6" algn="ctr">
              <a:lnSpc>
                <a:spcPct val="100000"/>
              </a:lnSpc>
              <a:spcBef>
                <a:spcPts val="0"/>
              </a:spcBef>
              <a:spcAft>
                <a:spcPts val="0"/>
              </a:spcAft>
              <a:buSzPts val="1600"/>
              <a:buNone/>
              <a:defRPr b="1">
                <a:solidFill>
                  <a:schemeClr val="accent3"/>
                </a:solidFill>
                <a:latin typeface="Francois One"/>
                <a:ea typeface="Francois One"/>
                <a:cs typeface="Francois One"/>
                <a:sym typeface="Francois One"/>
              </a:defRPr>
            </a:lvl7pPr>
            <a:lvl8pPr lvl="7" algn="ctr">
              <a:lnSpc>
                <a:spcPct val="100000"/>
              </a:lnSpc>
              <a:spcBef>
                <a:spcPts val="0"/>
              </a:spcBef>
              <a:spcAft>
                <a:spcPts val="0"/>
              </a:spcAft>
              <a:buSzPts val="1600"/>
              <a:buNone/>
              <a:defRPr b="1">
                <a:solidFill>
                  <a:schemeClr val="accent3"/>
                </a:solidFill>
                <a:latin typeface="Francois One"/>
                <a:ea typeface="Francois One"/>
                <a:cs typeface="Francois One"/>
                <a:sym typeface="Francois One"/>
              </a:defRPr>
            </a:lvl8pPr>
            <a:lvl9pPr lvl="8" algn="ctr">
              <a:lnSpc>
                <a:spcPct val="100000"/>
              </a:lnSpc>
              <a:spcBef>
                <a:spcPts val="0"/>
              </a:spcBef>
              <a:spcAft>
                <a:spcPts val="0"/>
              </a:spcAft>
              <a:buSzPts val="1600"/>
              <a:buNone/>
              <a:defRPr b="1">
                <a:solidFill>
                  <a:schemeClr val="accent3"/>
                </a:solidFill>
                <a:latin typeface="Francois One"/>
                <a:ea typeface="Francois One"/>
                <a:cs typeface="Francois One"/>
                <a:sym typeface="Francois One"/>
              </a:defRPr>
            </a:lvl9pPr>
          </a:lstStyle>
          <a:p/>
        </p:txBody>
      </p:sp>
      <p:sp>
        <p:nvSpPr>
          <p:cNvPr id="1309" name="Google Shape;1309;p46"/>
          <p:cNvSpPr txBox="1"/>
          <p:nvPr/>
        </p:nvSpPr>
        <p:spPr>
          <a:xfrm>
            <a:off x="2370450" y="3815074"/>
            <a:ext cx="4403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200"/>
              <a:buFont typeface="Arial"/>
              <a:buNone/>
            </a:pPr>
            <a:r>
              <a:rPr b="0" i="0" lang="en" sz="1200" u="none" cap="none" strike="noStrike">
                <a:solidFill>
                  <a:schemeClr val="lt1"/>
                </a:solidFill>
                <a:latin typeface="Catamaran"/>
                <a:ea typeface="Catamaran"/>
                <a:cs typeface="Catamaran"/>
                <a:sym typeface="Catamaran"/>
              </a:rPr>
              <a:t>CREDITS: This presentation template was created by </a:t>
            </a:r>
            <a:r>
              <a:rPr b="0" i="0" lang="en" sz="1200" u="none" cap="none" strike="noStrike">
                <a:solidFill>
                  <a:schemeClr val="lt1"/>
                </a:solidFill>
                <a:uFill>
                  <a:noFill/>
                </a:uFill>
                <a:latin typeface="Catamaran"/>
                <a:ea typeface="Catamaran"/>
                <a:cs typeface="Catamaran"/>
                <a:sym typeface="Catamaran"/>
                <a:hlinkClick r:id="rId2">
                  <a:extLst>
                    <a:ext uri="{A12FA001-AC4F-418D-AE19-62706E023703}">
                      <ahyp:hlinkClr val="tx"/>
                    </a:ext>
                  </a:extLst>
                </a:hlinkClick>
              </a:rPr>
              <a:t>Slidesgo</a:t>
            </a:r>
            <a:r>
              <a:rPr b="0" i="0" lang="en" sz="1200" u="none" cap="none" strike="noStrike">
                <a:solidFill>
                  <a:schemeClr val="lt1"/>
                </a:solidFill>
                <a:latin typeface="Catamaran"/>
                <a:ea typeface="Catamaran"/>
                <a:cs typeface="Catamaran"/>
                <a:sym typeface="Catamaran"/>
              </a:rPr>
              <a:t>, including icons by </a:t>
            </a:r>
            <a:r>
              <a:rPr b="1" i="0" lang="en" sz="1200" u="none" cap="none" strike="noStrike">
                <a:solidFill>
                  <a:schemeClr val="lt1"/>
                </a:solidFill>
                <a:uFill>
                  <a:noFill/>
                </a:uFill>
                <a:latin typeface="Catamaran"/>
                <a:ea typeface="Catamaran"/>
                <a:cs typeface="Catamaran"/>
                <a:sym typeface="Catamaran"/>
                <a:hlinkClick r:id="rId3">
                  <a:extLst>
                    <a:ext uri="{A12FA001-AC4F-418D-AE19-62706E023703}">
                      <ahyp:hlinkClr val="tx"/>
                    </a:ext>
                  </a:extLst>
                </a:hlinkClick>
              </a:rPr>
              <a:t>Flaticon</a:t>
            </a:r>
            <a:r>
              <a:rPr b="0" i="0" lang="en" sz="1200" u="none" cap="none" strike="noStrike">
                <a:solidFill>
                  <a:schemeClr val="lt1"/>
                </a:solidFill>
                <a:latin typeface="Catamaran"/>
                <a:ea typeface="Catamaran"/>
                <a:cs typeface="Catamaran"/>
                <a:sym typeface="Catamaran"/>
              </a:rPr>
              <a:t>, infographics &amp; images by </a:t>
            </a:r>
            <a:r>
              <a:rPr b="1" i="0" lang="en" sz="1200" u="none" cap="none" strike="noStrike">
                <a:solidFill>
                  <a:schemeClr val="lt1"/>
                </a:solidFill>
                <a:uFill>
                  <a:noFill/>
                </a:uFill>
                <a:latin typeface="Catamaran"/>
                <a:ea typeface="Catamaran"/>
                <a:cs typeface="Catamaran"/>
                <a:sym typeface="Catamaran"/>
                <a:hlinkClick r:id="rId4">
                  <a:extLst>
                    <a:ext uri="{A12FA001-AC4F-418D-AE19-62706E023703}">
                      <ahyp:hlinkClr val="tx"/>
                    </a:ext>
                  </a:extLst>
                </a:hlinkClick>
              </a:rPr>
              <a:t>Freepik</a:t>
            </a:r>
            <a:endParaRPr b="1" i="0" sz="1200" u="none" cap="none" strike="noStrike">
              <a:solidFill>
                <a:schemeClr val="lt1"/>
              </a:solidFill>
              <a:latin typeface="Catamaran"/>
              <a:ea typeface="Catamaran"/>
              <a:cs typeface="Catamaran"/>
              <a:sym typeface="Catamaran"/>
            </a:endParaRPr>
          </a:p>
        </p:txBody>
      </p:sp>
      <p:sp>
        <p:nvSpPr>
          <p:cNvPr id="1310" name="Google Shape;1310;p46"/>
          <p:cNvSpPr txBox="1"/>
          <p:nvPr>
            <p:ph idx="2" type="subTitle"/>
          </p:nvPr>
        </p:nvSpPr>
        <p:spPr>
          <a:xfrm>
            <a:off x="2642550" y="3001360"/>
            <a:ext cx="3858900" cy="640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solidFill>
                  <a:schemeClr val="accent3"/>
                </a:solidFill>
              </a:defRPr>
            </a:lvl1pPr>
            <a:lvl2pPr lvl="1" algn="ctr">
              <a:lnSpc>
                <a:spcPct val="100000"/>
              </a:lnSpc>
              <a:spcBef>
                <a:spcPts val="0"/>
              </a:spcBef>
              <a:spcAft>
                <a:spcPts val="0"/>
              </a:spcAft>
              <a:buSzPts val="1600"/>
              <a:buNone/>
              <a:defRPr>
                <a:solidFill>
                  <a:schemeClr val="accent3"/>
                </a:solidFill>
              </a:defRPr>
            </a:lvl2pPr>
            <a:lvl3pPr lvl="2" algn="ctr">
              <a:lnSpc>
                <a:spcPct val="100000"/>
              </a:lnSpc>
              <a:spcBef>
                <a:spcPts val="0"/>
              </a:spcBef>
              <a:spcAft>
                <a:spcPts val="0"/>
              </a:spcAft>
              <a:buSzPts val="1600"/>
              <a:buNone/>
              <a:defRPr>
                <a:solidFill>
                  <a:schemeClr val="accent3"/>
                </a:solidFill>
              </a:defRPr>
            </a:lvl3pPr>
            <a:lvl4pPr lvl="3" algn="ctr">
              <a:lnSpc>
                <a:spcPct val="100000"/>
              </a:lnSpc>
              <a:spcBef>
                <a:spcPts val="0"/>
              </a:spcBef>
              <a:spcAft>
                <a:spcPts val="0"/>
              </a:spcAft>
              <a:buSzPts val="1600"/>
              <a:buNone/>
              <a:defRPr>
                <a:solidFill>
                  <a:schemeClr val="accent3"/>
                </a:solidFill>
              </a:defRPr>
            </a:lvl4pPr>
            <a:lvl5pPr lvl="4" algn="ctr">
              <a:lnSpc>
                <a:spcPct val="100000"/>
              </a:lnSpc>
              <a:spcBef>
                <a:spcPts val="0"/>
              </a:spcBef>
              <a:spcAft>
                <a:spcPts val="0"/>
              </a:spcAft>
              <a:buSzPts val="1600"/>
              <a:buNone/>
              <a:defRPr>
                <a:solidFill>
                  <a:schemeClr val="accent3"/>
                </a:solidFill>
              </a:defRPr>
            </a:lvl5pPr>
            <a:lvl6pPr lvl="5" algn="ctr">
              <a:lnSpc>
                <a:spcPct val="100000"/>
              </a:lnSpc>
              <a:spcBef>
                <a:spcPts val="0"/>
              </a:spcBef>
              <a:spcAft>
                <a:spcPts val="0"/>
              </a:spcAft>
              <a:buSzPts val="1600"/>
              <a:buNone/>
              <a:defRPr>
                <a:solidFill>
                  <a:schemeClr val="accent3"/>
                </a:solidFill>
              </a:defRPr>
            </a:lvl6pPr>
            <a:lvl7pPr lvl="6" algn="ctr">
              <a:lnSpc>
                <a:spcPct val="100000"/>
              </a:lnSpc>
              <a:spcBef>
                <a:spcPts val="0"/>
              </a:spcBef>
              <a:spcAft>
                <a:spcPts val="0"/>
              </a:spcAft>
              <a:buSzPts val="1600"/>
              <a:buNone/>
              <a:defRPr>
                <a:solidFill>
                  <a:schemeClr val="accent3"/>
                </a:solidFill>
              </a:defRPr>
            </a:lvl7pPr>
            <a:lvl8pPr lvl="7" algn="ctr">
              <a:lnSpc>
                <a:spcPct val="100000"/>
              </a:lnSpc>
              <a:spcBef>
                <a:spcPts val="0"/>
              </a:spcBef>
              <a:spcAft>
                <a:spcPts val="0"/>
              </a:spcAft>
              <a:buSzPts val="1600"/>
              <a:buNone/>
              <a:defRPr>
                <a:solidFill>
                  <a:schemeClr val="accent3"/>
                </a:solidFill>
              </a:defRPr>
            </a:lvl8pPr>
            <a:lvl9pPr lvl="8" algn="ctr">
              <a:lnSpc>
                <a:spcPct val="100000"/>
              </a:lnSpc>
              <a:spcBef>
                <a:spcPts val="0"/>
              </a:spcBef>
              <a:spcAft>
                <a:spcPts val="0"/>
              </a:spcAft>
              <a:buSzPts val="1600"/>
              <a:buNone/>
              <a:defRPr>
                <a:solidFill>
                  <a:schemeClr val="accent3"/>
                </a:solidFill>
              </a:defRPr>
            </a:lvl9pPr>
          </a:lstStyle>
          <a:p/>
        </p:txBody>
      </p:sp>
      <p:grpSp>
        <p:nvGrpSpPr>
          <p:cNvPr id="1311" name="Google Shape;1311;p46"/>
          <p:cNvGrpSpPr/>
          <p:nvPr/>
        </p:nvGrpSpPr>
        <p:grpSpPr>
          <a:xfrm>
            <a:off x="-95950" y="3448625"/>
            <a:ext cx="1697075" cy="1035325"/>
            <a:chOff x="1894025" y="3393550"/>
            <a:chExt cx="1697075" cy="1035325"/>
          </a:xfrm>
        </p:grpSpPr>
        <p:sp>
          <p:nvSpPr>
            <p:cNvPr id="1312" name="Google Shape;1312;p46"/>
            <p:cNvSpPr/>
            <p:nvPr/>
          </p:nvSpPr>
          <p:spPr>
            <a:xfrm>
              <a:off x="1894025" y="3393550"/>
              <a:ext cx="1697075" cy="1035325"/>
            </a:xfrm>
            <a:custGeom>
              <a:rect b="b" l="l" r="r" t="t"/>
              <a:pathLst>
                <a:path extrusionOk="0" h="41413" w="67883">
                  <a:moveTo>
                    <a:pt x="34981" y="1"/>
                  </a:moveTo>
                  <a:cubicBezTo>
                    <a:pt x="33264" y="1"/>
                    <a:pt x="31592" y="379"/>
                    <a:pt x="29655" y="1074"/>
                  </a:cubicBezTo>
                  <a:cubicBezTo>
                    <a:pt x="25952" y="2375"/>
                    <a:pt x="22617" y="4510"/>
                    <a:pt x="19381" y="6678"/>
                  </a:cubicBezTo>
                  <a:cubicBezTo>
                    <a:pt x="14344" y="10114"/>
                    <a:pt x="9074" y="13216"/>
                    <a:pt x="4203" y="16919"/>
                  </a:cubicBezTo>
                  <a:cubicBezTo>
                    <a:pt x="3136" y="17719"/>
                    <a:pt x="2102" y="18553"/>
                    <a:pt x="1335" y="19654"/>
                  </a:cubicBezTo>
                  <a:cubicBezTo>
                    <a:pt x="0" y="21656"/>
                    <a:pt x="401" y="25325"/>
                    <a:pt x="2669" y="26593"/>
                  </a:cubicBezTo>
                  <a:cubicBezTo>
                    <a:pt x="3436" y="27026"/>
                    <a:pt x="4337" y="27126"/>
                    <a:pt x="5171" y="27293"/>
                  </a:cubicBezTo>
                  <a:cubicBezTo>
                    <a:pt x="6905" y="27693"/>
                    <a:pt x="8507" y="28461"/>
                    <a:pt x="10108" y="29194"/>
                  </a:cubicBezTo>
                  <a:cubicBezTo>
                    <a:pt x="17179" y="32530"/>
                    <a:pt x="24218" y="35832"/>
                    <a:pt x="31289" y="39168"/>
                  </a:cubicBezTo>
                  <a:cubicBezTo>
                    <a:pt x="33295" y="40123"/>
                    <a:pt x="35422" y="41412"/>
                    <a:pt x="37699" y="41412"/>
                  </a:cubicBezTo>
                  <a:cubicBezTo>
                    <a:pt x="37808" y="41412"/>
                    <a:pt x="37918" y="41409"/>
                    <a:pt x="38028" y="41403"/>
                  </a:cubicBezTo>
                  <a:cubicBezTo>
                    <a:pt x="40863" y="41236"/>
                    <a:pt x="43298" y="39468"/>
                    <a:pt x="45299" y="37467"/>
                  </a:cubicBezTo>
                  <a:cubicBezTo>
                    <a:pt x="47101" y="35666"/>
                    <a:pt x="48669" y="33564"/>
                    <a:pt x="50770" y="32096"/>
                  </a:cubicBezTo>
                  <a:cubicBezTo>
                    <a:pt x="52972" y="30495"/>
                    <a:pt x="55473" y="29328"/>
                    <a:pt x="57608" y="27593"/>
                  </a:cubicBezTo>
                  <a:cubicBezTo>
                    <a:pt x="58976" y="26492"/>
                    <a:pt x="60243" y="25225"/>
                    <a:pt x="61711" y="24258"/>
                  </a:cubicBezTo>
                  <a:cubicBezTo>
                    <a:pt x="62979" y="23424"/>
                    <a:pt x="64380" y="22790"/>
                    <a:pt x="65547" y="21789"/>
                  </a:cubicBezTo>
                  <a:cubicBezTo>
                    <a:pt x="67482" y="20121"/>
                    <a:pt x="67882" y="16986"/>
                    <a:pt x="67515" y="14551"/>
                  </a:cubicBezTo>
                  <a:cubicBezTo>
                    <a:pt x="67449" y="14117"/>
                    <a:pt x="67215" y="13683"/>
                    <a:pt x="66848" y="13316"/>
                  </a:cubicBezTo>
                  <a:cubicBezTo>
                    <a:pt x="65514" y="11882"/>
                    <a:pt x="62612" y="10881"/>
                    <a:pt x="61311" y="10181"/>
                  </a:cubicBezTo>
                  <a:cubicBezTo>
                    <a:pt x="58642" y="8746"/>
                    <a:pt x="55907" y="7412"/>
                    <a:pt x="53172" y="6145"/>
                  </a:cubicBezTo>
                  <a:cubicBezTo>
                    <a:pt x="48635" y="4076"/>
                    <a:pt x="43965" y="2208"/>
                    <a:pt x="39195" y="707"/>
                  </a:cubicBezTo>
                  <a:cubicBezTo>
                    <a:pt x="37667" y="227"/>
                    <a:pt x="36310" y="1"/>
                    <a:pt x="3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46"/>
            <p:cNvSpPr/>
            <p:nvPr/>
          </p:nvSpPr>
          <p:spPr>
            <a:xfrm>
              <a:off x="1894025" y="3729775"/>
              <a:ext cx="1697075" cy="699100"/>
            </a:xfrm>
            <a:custGeom>
              <a:rect b="b" l="l" r="r" t="t"/>
              <a:pathLst>
                <a:path extrusionOk="0" h="27964" w="67883">
                  <a:moveTo>
                    <a:pt x="66948" y="1"/>
                  </a:moveTo>
                  <a:cubicBezTo>
                    <a:pt x="66781" y="534"/>
                    <a:pt x="66515" y="1035"/>
                    <a:pt x="66214" y="1502"/>
                  </a:cubicBezTo>
                  <a:cubicBezTo>
                    <a:pt x="65547" y="2636"/>
                    <a:pt x="64847" y="3737"/>
                    <a:pt x="63946" y="4704"/>
                  </a:cubicBezTo>
                  <a:cubicBezTo>
                    <a:pt x="62979" y="5705"/>
                    <a:pt x="61811" y="6505"/>
                    <a:pt x="60644" y="7273"/>
                  </a:cubicBezTo>
                  <a:cubicBezTo>
                    <a:pt x="56874" y="9875"/>
                    <a:pt x="53105" y="12443"/>
                    <a:pt x="49369" y="15012"/>
                  </a:cubicBezTo>
                  <a:cubicBezTo>
                    <a:pt x="48268" y="15745"/>
                    <a:pt x="47167" y="16513"/>
                    <a:pt x="46233" y="17413"/>
                  </a:cubicBezTo>
                  <a:cubicBezTo>
                    <a:pt x="44999" y="18647"/>
                    <a:pt x="44032" y="20182"/>
                    <a:pt x="42564" y="21116"/>
                  </a:cubicBezTo>
                  <a:cubicBezTo>
                    <a:pt x="41326" y="21912"/>
                    <a:pt x="39911" y="22206"/>
                    <a:pt x="38442" y="22206"/>
                  </a:cubicBezTo>
                  <a:cubicBezTo>
                    <a:pt x="36587" y="22206"/>
                    <a:pt x="34644" y="21737"/>
                    <a:pt x="32857" y="21216"/>
                  </a:cubicBezTo>
                  <a:cubicBezTo>
                    <a:pt x="31023" y="20682"/>
                    <a:pt x="28921" y="20282"/>
                    <a:pt x="27153" y="19515"/>
                  </a:cubicBezTo>
                  <a:cubicBezTo>
                    <a:pt x="25419" y="18714"/>
                    <a:pt x="23884" y="17580"/>
                    <a:pt x="22050" y="16846"/>
                  </a:cubicBezTo>
                  <a:lnTo>
                    <a:pt x="12042" y="12943"/>
                  </a:lnTo>
                  <a:cubicBezTo>
                    <a:pt x="11375" y="12677"/>
                    <a:pt x="10675" y="12410"/>
                    <a:pt x="9974" y="12143"/>
                  </a:cubicBezTo>
                  <a:cubicBezTo>
                    <a:pt x="7939" y="11342"/>
                    <a:pt x="5738" y="10442"/>
                    <a:pt x="4537" y="8607"/>
                  </a:cubicBezTo>
                  <a:cubicBezTo>
                    <a:pt x="4103" y="7940"/>
                    <a:pt x="3803" y="7206"/>
                    <a:pt x="3336" y="6572"/>
                  </a:cubicBezTo>
                  <a:cubicBezTo>
                    <a:pt x="3003" y="6072"/>
                    <a:pt x="2536" y="5605"/>
                    <a:pt x="1969" y="5405"/>
                  </a:cubicBezTo>
                  <a:cubicBezTo>
                    <a:pt x="1735" y="5671"/>
                    <a:pt x="1535" y="5905"/>
                    <a:pt x="1368" y="6172"/>
                  </a:cubicBezTo>
                  <a:cubicBezTo>
                    <a:pt x="0" y="8173"/>
                    <a:pt x="401" y="11876"/>
                    <a:pt x="2669" y="13144"/>
                  </a:cubicBezTo>
                  <a:cubicBezTo>
                    <a:pt x="3436" y="13577"/>
                    <a:pt x="4337" y="13677"/>
                    <a:pt x="5171" y="13844"/>
                  </a:cubicBezTo>
                  <a:cubicBezTo>
                    <a:pt x="6905" y="14244"/>
                    <a:pt x="8540" y="14978"/>
                    <a:pt x="10141" y="15745"/>
                  </a:cubicBezTo>
                  <a:cubicBezTo>
                    <a:pt x="17179" y="19048"/>
                    <a:pt x="24251" y="22383"/>
                    <a:pt x="31289" y="25719"/>
                  </a:cubicBezTo>
                  <a:cubicBezTo>
                    <a:pt x="33327" y="26674"/>
                    <a:pt x="35425" y="27963"/>
                    <a:pt x="37728" y="27963"/>
                  </a:cubicBezTo>
                  <a:cubicBezTo>
                    <a:pt x="37839" y="27963"/>
                    <a:pt x="37950" y="27960"/>
                    <a:pt x="38061" y="27954"/>
                  </a:cubicBezTo>
                  <a:cubicBezTo>
                    <a:pt x="40863" y="27787"/>
                    <a:pt x="43298" y="25986"/>
                    <a:pt x="45299" y="24018"/>
                  </a:cubicBezTo>
                  <a:cubicBezTo>
                    <a:pt x="47101" y="22217"/>
                    <a:pt x="48669" y="20115"/>
                    <a:pt x="50770" y="18614"/>
                  </a:cubicBezTo>
                  <a:cubicBezTo>
                    <a:pt x="53005" y="17046"/>
                    <a:pt x="55473" y="15879"/>
                    <a:pt x="57608" y="14144"/>
                  </a:cubicBezTo>
                  <a:cubicBezTo>
                    <a:pt x="58976" y="13043"/>
                    <a:pt x="60243" y="11776"/>
                    <a:pt x="61711" y="10809"/>
                  </a:cubicBezTo>
                  <a:cubicBezTo>
                    <a:pt x="62979" y="9975"/>
                    <a:pt x="64380" y="9341"/>
                    <a:pt x="65547" y="8340"/>
                  </a:cubicBezTo>
                  <a:cubicBezTo>
                    <a:pt x="67482" y="6672"/>
                    <a:pt x="67882" y="3537"/>
                    <a:pt x="67515" y="1102"/>
                  </a:cubicBezTo>
                  <a:cubicBezTo>
                    <a:pt x="67449" y="701"/>
                    <a:pt x="67248" y="334"/>
                    <a:pt x="669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46"/>
            <p:cNvSpPr/>
            <p:nvPr/>
          </p:nvSpPr>
          <p:spPr>
            <a:xfrm>
              <a:off x="3018150" y="3834850"/>
              <a:ext cx="564600" cy="498725"/>
            </a:xfrm>
            <a:custGeom>
              <a:rect b="b" l="l" r="r" t="t"/>
              <a:pathLst>
                <a:path extrusionOk="0" h="19949" w="22584">
                  <a:moveTo>
                    <a:pt x="22584" y="1"/>
                  </a:moveTo>
                  <a:cubicBezTo>
                    <a:pt x="19982" y="1935"/>
                    <a:pt x="17547" y="4104"/>
                    <a:pt x="15412" y="6539"/>
                  </a:cubicBezTo>
                  <a:cubicBezTo>
                    <a:pt x="15070" y="6907"/>
                    <a:pt x="14623" y="7297"/>
                    <a:pt x="14188" y="7297"/>
                  </a:cubicBezTo>
                  <a:cubicBezTo>
                    <a:pt x="14072" y="7297"/>
                    <a:pt x="13957" y="7269"/>
                    <a:pt x="13844" y="7206"/>
                  </a:cubicBezTo>
                  <a:cubicBezTo>
                    <a:pt x="13410" y="6939"/>
                    <a:pt x="13377" y="6339"/>
                    <a:pt x="13144" y="5938"/>
                  </a:cubicBezTo>
                  <a:cubicBezTo>
                    <a:pt x="12943" y="5638"/>
                    <a:pt x="12643" y="5471"/>
                    <a:pt x="12310" y="5405"/>
                  </a:cubicBezTo>
                  <a:cubicBezTo>
                    <a:pt x="11943" y="5672"/>
                    <a:pt x="11576" y="5905"/>
                    <a:pt x="11209" y="6172"/>
                  </a:cubicBezTo>
                  <a:cubicBezTo>
                    <a:pt x="11109" y="7273"/>
                    <a:pt x="11509" y="8474"/>
                    <a:pt x="11109" y="9541"/>
                  </a:cubicBezTo>
                  <a:cubicBezTo>
                    <a:pt x="10709" y="10542"/>
                    <a:pt x="9708" y="11142"/>
                    <a:pt x="8807" y="11642"/>
                  </a:cubicBezTo>
                  <a:cubicBezTo>
                    <a:pt x="7540" y="12376"/>
                    <a:pt x="6239" y="13110"/>
                    <a:pt x="4971" y="13811"/>
                  </a:cubicBezTo>
                  <a:cubicBezTo>
                    <a:pt x="4537" y="14059"/>
                    <a:pt x="4000" y="14294"/>
                    <a:pt x="3528" y="14294"/>
                  </a:cubicBezTo>
                  <a:cubicBezTo>
                    <a:pt x="3238" y="14294"/>
                    <a:pt x="2972" y="14206"/>
                    <a:pt x="2770" y="13977"/>
                  </a:cubicBezTo>
                  <a:cubicBezTo>
                    <a:pt x="2369" y="13510"/>
                    <a:pt x="2503" y="12843"/>
                    <a:pt x="2469" y="12210"/>
                  </a:cubicBezTo>
                  <a:lnTo>
                    <a:pt x="2469" y="12210"/>
                  </a:lnTo>
                  <a:cubicBezTo>
                    <a:pt x="2036" y="12543"/>
                    <a:pt x="1635" y="12877"/>
                    <a:pt x="1268" y="13244"/>
                  </a:cubicBezTo>
                  <a:cubicBezTo>
                    <a:pt x="835" y="13677"/>
                    <a:pt x="401" y="14178"/>
                    <a:pt x="1" y="14645"/>
                  </a:cubicBezTo>
                  <a:cubicBezTo>
                    <a:pt x="168" y="15512"/>
                    <a:pt x="301" y="16379"/>
                    <a:pt x="368" y="17280"/>
                  </a:cubicBezTo>
                  <a:cubicBezTo>
                    <a:pt x="435" y="18180"/>
                    <a:pt x="334" y="19081"/>
                    <a:pt x="234" y="19948"/>
                  </a:cubicBezTo>
                  <a:cubicBezTo>
                    <a:pt x="268" y="19915"/>
                    <a:pt x="301" y="19848"/>
                    <a:pt x="334" y="19815"/>
                  </a:cubicBezTo>
                  <a:cubicBezTo>
                    <a:pt x="2136" y="18014"/>
                    <a:pt x="3704" y="15912"/>
                    <a:pt x="5805" y="14444"/>
                  </a:cubicBezTo>
                  <a:cubicBezTo>
                    <a:pt x="8040" y="12843"/>
                    <a:pt x="10508" y="11676"/>
                    <a:pt x="12643" y="9975"/>
                  </a:cubicBezTo>
                  <a:cubicBezTo>
                    <a:pt x="14011" y="8840"/>
                    <a:pt x="15278" y="7606"/>
                    <a:pt x="16746" y="6606"/>
                  </a:cubicBezTo>
                  <a:cubicBezTo>
                    <a:pt x="18014" y="5772"/>
                    <a:pt x="19415" y="5138"/>
                    <a:pt x="20582" y="4137"/>
                  </a:cubicBezTo>
                  <a:cubicBezTo>
                    <a:pt x="20716" y="4037"/>
                    <a:pt x="20849" y="3904"/>
                    <a:pt x="20949" y="3770"/>
                  </a:cubicBezTo>
                  <a:cubicBezTo>
                    <a:pt x="20983" y="3737"/>
                    <a:pt x="21016" y="3670"/>
                    <a:pt x="21049" y="3637"/>
                  </a:cubicBezTo>
                  <a:cubicBezTo>
                    <a:pt x="21149" y="3537"/>
                    <a:pt x="21216" y="3437"/>
                    <a:pt x="21283" y="3337"/>
                  </a:cubicBezTo>
                  <a:cubicBezTo>
                    <a:pt x="21349" y="3303"/>
                    <a:pt x="21383" y="3270"/>
                    <a:pt x="21416" y="3203"/>
                  </a:cubicBezTo>
                  <a:cubicBezTo>
                    <a:pt x="21483" y="3103"/>
                    <a:pt x="21550" y="3003"/>
                    <a:pt x="21616" y="2903"/>
                  </a:cubicBezTo>
                  <a:cubicBezTo>
                    <a:pt x="21650" y="2836"/>
                    <a:pt x="21650" y="2803"/>
                    <a:pt x="21683" y="2736"/>
                  </a:cubicBezTo>
                  <a:cubicBezTo>
                    <a:pt x="21750" y="2603"/>
                    <a:pt x="21850" y="2469"/>
                    <a:pt x="21883" y="2336"/>
                  </a:cubicBezTo>
                  <a:cubicBezTo>
                    <a:pt x="21917" y="2336"/>
                    <a:pt x="21917" y="2302"/>
                    <a:pt x="21917" y="2269"/>
                  </a:cubicBezTo>
                  <a:cubicBezTo>
                    <a:pt x="22083" y="1935"/>
                    <a:pt x="22217" y="1569"/>
                    <a:pt x="22317" y="1168"/>
                  </a:cubicBezTo>
                  <a:cubicBezTo>
                    <a:pt x="22384" y="1001"/>
                    <a:pt x="22417" y="801"/>
                    <a:pt x="22450" y="601"/>
                  </a:cubicBezTo>
                  <a:cubicBezTo>
                    <a:pt x="22450" y="601"/>
                    <a:pt x="22450" y="601"/>
                    <a:pt x="22484" y="568"/>
                  </a:cubicBezTo>
                  <a:cubicBezTo>
                    <a:pt x="22517" y="368"/>
                    <a:pt x="22550" y="201"/>
                    <a:pt x="2258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46"/>
            <p:cNvSpPr/>
            <p:nvPr/>
          </p:nvSpPr>
          <p:spPr>
            <a:xfrm>
              <a:off x="1911525" y="3844025"/>
              <a:ext cx="833125" cy="511725"/>
            </a:xfrm>
            <a:custGeom>
              <a:rect b="b" l="l" r="r" t="t"/>
              <a:pathLst>
                <a:path extrusionOk="0" h="20469" w="33325">
                  <a:moveTo>
                    <a:pt x="2136" y="1"/>
                  </a:moveTo>
                  <a:cubicBezTo>
                    <a:pt x="1569" y="501"/>
                    <a:pt x="1068" y="1001"/>
                    <a:pt x="635" y="1635"/>
                  </a:cubicBezTo>
                  <a:cubicBezTo>
                    <a:pt x="335" y="2102"/>
                    <a:pt x="101" y="2669"/>
                    <a:pt x="1" y="3303"/>
                  </a:cubicBezTo>
                  <a:cubicBezTo>
                    <a:pt x="2336" y="4771"/>
                    <a:pt x="4204" y="6739"/>
                    <a:pt x="6839" y="7940"/>
                  </a:cubicBezTo>
                  <a:cubicBezTo>
                    <a:pt x="9641" y="9207"/>
                    <a:pt x="12610" y="10075"/>
                    <a:pt x="15412" y="11409"/>
                  </a:cubicBezTo>
                  <a:cubicBezTo>
                    <a:pt x="18414" y="12810"/>
                    <a:pt x="21183" y="14678"/>
                    <a:pt x="24252" y="15912"/>
                  </a:cubicBezTo>
                  <a:cubicBezTo>
                    <a:pt x="26153" y="16646"/>
                    <a:pt x="28321" y="17313"/>
                    <a:pt x="29188" y="19148"/>
                  </a:cubicBezTo>
                  <a:cubicBezTo>
                    <a:pt x="29389" y="19548"/>
                    <a:pt x="29522" y="20048"/>
                    <a:pt x="29922" y="20315"/>
                  </a:cubicBezTo>
                  <a:cubicBezTo>
                    <a:pt x="30074" y="20421"/>
                    <a:pt x="30243" y="20469"/>
                    <a:pt x="30421" y="20469"/>
                  </a:cubicBezTo>
                  <a:cubicBezTo>
                    <a:pt x="31029" y="20469"/>
                    <a:pt x="31749" y="19918"/>
                    <a:pt x="32291" y="19248"/>
                  </a:cubicBezTo>
                  <a:cubicBezTo>
                    <a:pt x="32924" y="18447"/>
                    <a:pt x="33325" y="17513"/>
                    <a:pt x="33058" y="17013"/>
                  </a:cubicBezTo>
                  <a:cubicBezTo>
                    <a:pt x="32958" y="16779"/>
                    <a:pt x="32791" y="16613"/>
                    <a:pt x="32591" y="16446"/>
                  </a:cubicBezTo>
                  <a:cubicBezTo>
                    <a:pt x="29922" y="14178"/>
                    <a:pt x="26420" y="13277"/>
                    <a:pt x="23151" y="12043"/>
                  </a:cubicBezTo>
                  <a:cubicBezTo>
                    <a:pt x="20149" y="10909"/>
                    <a:pt x="17247" y="9474"/>
                    <a:pt x="14378" y="8073"/>
                  </a:cubicBezTo>
                  <a:cubicBezTo>
                    <a:pt x="12944" y="7373"/>
                    <a:pt x="11476" y="6639"/>
                    <a:pt x="10041" y="5972"/>
                  </a:cubicBezTo>
                  <a:cubicBezTo>
                    <a:pt x="8874" y="5471"/>
                    <a:pt x="7440" y="5138"/>
                    <a:pt x="6439" y="4404"/>
                  </a:cubicBezTo>
                  <a:cubicBezTo>
                    <a:pt x="4938" y="3303"/>
                    <a:pt x="4004" y="1535"/>
                    <a:pt x="2569" y="334"/>
                  </a:cubicBezTo>
                  <a:cubicBezTo>
                    <a:pt x="2436" y="201"/>
                    <a:pt x="2303" y="101"/>
                    <a:pt x="213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46"/>
            <p:cNvSpPr/>
            <p:nvPr/>
          </p:nvSpPr>
          <p:spPr>
            <a:xfrm>
              <a:off x="1912375" y="3393550"/>
              <a:ext cx="1669550" cy="526400"/>
            </a:xfrm>
            <a:custGeom>
              <a:rect b="b" l="l" r="r" t="t"/>
              <a:pathLst>
                <a:path extrusionOk="0" h="21056" w="66782">
                  <a:moveTo>
                    <a:pt x="34247" y="1"/>
                  </a:moveTo>
                  <a:cubicBezTo>
                    <a:pt x="32530" y="1"/>
                    <a:pt x="30858" y="379"/>
                    <a:pt x="28921" y="1074"/>
                  </a:cubicBezTo>
                  <a:cubicBezTo>
                    <a:pt x="25218" y="2375"/>
                    <a:pt x="21883" y="4510"/>
                    <a:pt x="18647" y="6678"/>
                  </a:cubicBezTo>
                  <a:cubicBezTo>
                    <a:pt x="13610" y="10114"/>
                    <a:pt x="8340" y="13216"/>
                    <a:pt x="3469" y="16919"/>
                  </a:cubicBezTo>
                  <a:cubicBezTo>
                    <a:pt x="2402" y="17719"/>
                    <a:pt x="1368" y="18553"/>
                    <a:pt x="601" y="19654"/>
                  </a:cubicBezTo>
                  <a:cubicBezTo>
                    <a:pt x="334" y="20054"/>
                    <a:pt x="134" y="20522"/>
                    <a:pt x="0" y="21055"/>
                  </a:cubicBezTo>
                  <a:cubicBezTo>
                    <a:pt x="1301" y="19854"/>
                    <a:pt x="2669" y="18720"/>
                    <a:pt x="4103" y="17653"/>
                  </a:cubicBezTo>
                  <a:cubicBezTo>
                    <a:pt x="7839" y="14917"/>
                    <a:pt x="11909" y="12649"/>
                    <a:pt x="16045" y="10581"/>
                  </a:cubicBezTo>
                  <a:cubicBezTo>
                    <a:pt x="18413" y="9414"/>
                    <a:pt x="20782" y="8313"/>
                    <a:pt x="23184" y="7212"/>
                  </a:cubicBezTo>
                  <a:cubicBezTo>
                    <a:pt x="24470" y="6592"/>
                    <a:pt x="25931" y="5987"/>
                    <a:pt x="27315" y="5987"/>
                  </a:cubicBezTo>
                  <a:cubicBezTo>
                    <a:pt x="27941" y="5987"/>
                    <a:pt x="28550" y="6110"/>
                    <a:pt x="29121" y="6411"/>
                  </a:cubicBezTo>
                  <a:cubicBezTo>
                    <a:pt x="30022" y="6845"/>
                    <a:pt x="30689" y="7679"/>
                    <a:pt x="31523" y="8213"/>
                  </a:cubicBezTo>
                  <a:cubicBezTo>
                    <a:pt x="32154" y="8589"/>
                    <a:pt x="32882" y="8770"/>
                    <a:pt x="33611" y="8770"/>
                  </a:cubicBezTo>
                  <a:cubicBezTo>
                    <a:pt x="34695" y="8770"/>
                    <a:pt x="35782" y="8370"/>
                    <a:pt x="36560" y="7612"/>
                  </a:cubicBezTo>
                  <a:cubicBezTo>
                    <a:pt x="37060" y="7112"/>
                    <a:pt x="37427" y="6445"/>
                    <a:pt x="38061" y="6078"/>
                  </a:cubicBezTo>
                  <a:cubicBezTo>
                    <a:pt x="38595" y="5711"/>
                    <a:pt x="39295" y="5644"/>
                    <a:pt x="39962" y="5611"/>
                  </a:cubicBezTo>
                  <a:cubicBezTo>
                    <a:pt x="40346" y="5588"/>
                    <a:pt x="40729" y="5577"/>
                    <a:pt x="41109" y="5577"/>
                  </a:cubicBezTo>
                  <a:cubicBezTo>
                    <a:pt x="50134" y="5577"/>
                    <a:pt x="58043" y="11830"/>
                    <a:pt x="66781" y="14551"/>
                  </a:cubicBezTo>
                  <a:cubicBezTo>
                    <a:pt x="66715" y="14117"/>
                    <a:pt x="66448" y="13683"/>
                    <a:pt x="66114" y="13316"/>
                  </a:cubicBezTo>
                  <a:cubicBezTo>
                    <a:pt x="64780" y="11882"/>
                    <a:pt x="61878" y="10881"/>
                    <a:pt x="60577" y="10181"/>
                  </a:cubicBezTo>
                  <a:cubicBezTo>
                    <a:pt x="57908" y="8746"/>
                    <a:pt x="55173" y="7412"/>
                    <a:pt x="52438" y="6145"/>
                  </a:cubicBezTo>
                  <a:cubicBezTo>
                    <a:pt x="47901" y="4076"/>
                    <a:pt x="43231" y="2208"/>
                    <a:pt x="38461" y="707"/>
                  </a:cubicBezTo>
                  <a:cubicBezTo>
                    <a:pt x="36933" y="227"/>
                    <a:pt x="35576" y="1"/>
                    <a:pt x="3424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7" name="Google Shape;1317;p46"/>
          <p:cNvGrpSpPr/>
          <p:nvPr/>
        </p:nvGrpSpPr>
        <p:grpSpPr>
          <a:xfrm>
            <a:off x="7621150" y="2241038"/>
            <a:ext cx="1684550" cy="782725"/>
            <a:chOff x="1884850" y="3105525"/>
            <a:chExt cx="1684550" cy="782725"/>
          </a:xfrm>
        </p:grpSpPr>
        <p:sp>
          <p:nvSpPr>
            <p:cNvPr id="1318" name="Google Shape;1318;p46"/>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46"/>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46"/>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46"/>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46"/>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46"/>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46"/>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46"/>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46"/>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46"/>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46"/>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46"/>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46"/>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46"/>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46"/>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46"/>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46"/>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46"/>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36" name="Google Shape;1336;p46"/>
          <p:cNvGrpSpPr/>
          <p:nvPr/>
        </p:nvGrpSpPr>
        <p:grpSpPr>
          <a:xfrm rot="10160709">
            <a:off x="7615931" y="4158803"/>
            <a:ext cx="1600392" cy="939589"/>
            <a:chOff x="1939900" y="2001425"/>
            <a:chExt cx="1600325" cy="939550"/>
          </a:xfrm>
        </p:grpSpPr>
        <p:sp>
          <p:nvSpPr>
            <p:cNvPr id="1337" name="Google Shape;1337;p46"/>
            <p:cNvSpPr/>
            <p:nvPr/>
          </p:nvSpPr>
          <p:spPr>
            <a:xfrm>
              <a:off x="1939900" y="2001425"/>
              <a:ext cx="1600325" cy="939550"/>
            </a:xfrm>
            <a:custGeom>
              <a:rect b="b" l="l" r="r" t="t"/>
              <a:pathLst>
                <a:path extrusionOk="0" h="37582" w="64013">
                  <a:moveTo>
                    <a:pt x="53040" y="0"/>
                  </a:moveTo>
                  <a:cubicBezTo>
                    <a:pt x="52834" y="0"/>
                    <a:pt x="52630" y="14"/>
                    <a:pt x="52438" y="35"/>
                  </a:cubicBezTo>
                  <a:cubicBezTo>
                    <a:pt x="48401" y="536"/>
                    <a:pt x="44565" y="2037"/>
                    <a:pt x="40629" y="3071"/>
                  </a:cubicBezTo>
                  <a:cubicBezTo>
                    <a:pt x="36860" y="4071"/>
                    <a:pt x="33457" y="3805"/>
                    <a:pt x="29655" y="4005"/>
                  </a:cubicBezTo>
                  <a:cubicBezTo>
                    <a:pt x="27420" y="4138"/>
                    <a:pt x="25151" y="4739"/>
                    <a:pt x="22950" y="4772"/>
                  </a:cubicBezTo>
                  <a:cubicBezTo>
                    <a:pt x="22928" y="4772"/>
                    <a:pt x="22907" y="4773"/>
                    <a:pt x="22886" y="4773"/>
                  </a:cubicBezTo>
                  <a:cubicBezTo>
                    <a:pt x="21755" y="4773"/>
                    <a:pt x="20472" y="4112"/>
                    <a:pt x="19293" y="4112"/>
                  </a:cubicBezTo>
                  <a:cubicBezTo>
                    <a:pt x="18956" y="4112"/>
                    <a:pt x="18627" y="4166"/>
                    <a:pt x="18313" y="4305"/>
                  </a:cubicBezTo>
                  <a:cubicBezTo>
                    <a:pt x="17379" y="4739"/>
                    <a:pt x="17012" y="5839"/>
                    <a:pt x="16445" y="6707"/>
                  </a:cubicBezTo>
                  <a:cubicBezTo>
                    <a:pt x="15711" y="7741"/>
                    <a:pt x="14577" y="8475"/>
                    <a:pt x="13310" y="8641"/>
                  </a:cubicBezTo>
                  <a:cubicBezTo>
                    <a:pt x="13160" y="8671"/>
                    <a:pt x="13003" y="8688"/>
                    <a:pt x="12846" y="8688"/>
                  </a:cubicBezTo>
                  <a:cubicBezTo>
                    <a:pt x="12653" y="8688"/>
                    <a:pt x="12459" y="8663"/>
                    <a:pt x="12276" y="8608"/>
                  </a:cubicBezTo>
                  <a:cubicBezTo>
                    <a:pt x="11842" y="8441"/>
                    <a:pt x="11508" y="8108"/>
                    <a:pt x="11175" y="7807"/>
                  </a:cubicBezTo>
                  <a:cubicBezTo>
                    <a:pt x="10240" y="6986"/>
                    <a:pt x="9040" y="6381"/>
                    <a:pt x="7821" y="6381"/>
                  </a:cubicBezTo>
                  <a:cubicBezTo>
                    <a:pt x="7605" y="6381"/>
                    <a:pt x="7388" y="6400"/>
                    <a:pt x="7172" y="6440"/>
                  </a:cubicBezTo>
                  <a:cubicBezTo>
                    <a:pt x="5771" y="6740"/>
                    <a:pt x="4537" y="8208"/>
                    <a:pt x="4937" y="9609"/>
                  </a:cubicBezTo>
                  <a:cubicBezTo>
                    <a:pt x="5070" y="10209"/>
                    <a:pt x="5504" y="10810"/>
                    <a:pt x="5271" y="11377"/>
                  </a:cubicBezTo>
                  <a:cubicBezTo>
                    <a:pt x="5137" y="11777"/>
                    <a:pt x="4703" y="12010"/>
                    <a:pt x="4337" y="12211"/>
                  </a:cubicBezTo>
                  <a:cubicBezTo>
                    <a:pt x="3002" y="12878"/>
                    <a:pt x="1635" y="13512"/>
                    <a:pt x="701" y="14612"/>
                  </a:cubicBezTo>
                  <a:cubicBezTo>
                    <a:pt x="334" y="15079"/>
                    <a:pt x="0" y="15680"/>
                    <a:pt x="167" y="16247"/>
                  </a:cubicBezTo>
                  <a:cubicBezTo>
                    <a:pt x="300" y="16814"/>
                    <a:pt x="834" y="17181"/>
                    <a:pt x="1268" y="17614"/>
                  </a:cubicBezTo>
                  <a:cubicBezTo>
                    <a:pt x="2135" y="18482"/>
                    <a:pt x="2502" y="19816"/>
                    <a:pt x="2202" y="21017"/>
                  </a:cubicBezTo>
                  <a:cubicBezTo>
                    <a:pt x="1901" y="22251"/>
                    <a:pt x="1001" y="23652"/>
                    <a:pt x="1835" y="24620"/>
                  </a:cubicBezTo>
                  <a:cubicBezTo>
                    <a:pt x="2335" y="25187"/>
                    <a:pt x="3202" y="25220"/>
                    <a:pt x="3836" y="25687"/>
                  </a:cubicBezTo>
                  <a:cubicBezTo>
                    <a:pt x="4937" y="26521"/>
                    <a:pt x="4804" y="28522"/>
                    <a:pt x="6038" y="29189"/>
                  </a:cubicBezTo>
                  <a:cubicBezTo>
                    <a:pt x="6234" y="29291"/>
                    <a:pt x="6448" y="29338"/>
                    <a:pt x="6664" y="29338"/>
                  </a:cubicBezTo>
                  <a:cubicBezTo>
                    <a:pt x="7365" y="29338"/>
                    <a:pt x="8078" y="28844"/>
                    <a:pt x="8206" y="28155"/>
                  </a:cubicBezTo>
                  <a:cubicBezTo>
                    <a:pt x="8473" y="26955"/>
                    <a:pt x="7272" y="25487"/>
                    <a:pt x="8139" y="24586"/>
                  </a:cubicBezTo>
                  <a:cubicBezTo>
                    <a:pt x="8367" y="24359"/>
                    <a:pt x="8670" y="24262"/>
                    <a:pt x="8986" y="24262"/>
                  </a:cubicBezTo>
                  <a:cubicBezTo>
                    <a:pt x="9366" y="24262"/>
                    <a:pt x="9765" y="24401"/>
                    <a:pt x="10074" y="24620"/>
                  </a:cubicBezTo>
                  <a:cubicBezTo>
                    <a:pt x="12276" y="26087"/>
                    <a:pt x="11842" y="30023"/>
                    <a:pt x="14210" y="31191"/>
                  </a:cubicBezTo>
                  <a:cubicBezTo>
                    <a:pt x="14547" y="31363"/>
                    <a:pt x="14915" y="31443"/>
                    <a:pt x="15287" y="31443"/>
                  </a:cubicBezTo>
                  <a:cubicBezTo>
                    <a:pt x="16425" y="31443"/>
                    <a:pt x="17586" y="30696"/>
                    <a:pt x="17913" y="29590"/>
                  </a:cubicBezTo>
                  <a:cubicBezTo>
                    <a:pt x="18180" y="28622"/>
                    <a:pt x="17980" y="27455"/>
                    <a:pt x="18680" y="26754"/>
                  </a:cubicBezTo>
                  <a:cubicBezTo>
                    <a:pt x="18962" y="26488"/>
                    <a:pt x="19331" y="26369"/>
                    <a:pt x="19713" y="26369"/>
                  </a:cubicBezTo>
                  <a:cubicBezTo>
                    <a:pt x="20146" y="26369"/>
                    <a:pt x="20594" y="26522"/>
                    <a:pt x="20948" y="26788"/>
                  </a:cubicBezTo>
                  <a:cubicBezTo>
                    <a:pt x="21616" y="27255"/>
                    <a:pt x="22016" y="28022"/>
                    <a:pt x="22316" y="28789"/>
                  </a:cubicBezTo>
                  <a:cubicBezTo>
                    <a:pt x="22850" y="30157"/>
                    <a:pt x="23217" y="31591"/>
                    <a:pt x="23917" y="32892"/>
                  </a:cubicBezTo>
                  <a:cubicBezTo>
                    <a:pt x="24584" y="34193"/>
                    <a:pt x="25652" y="35394"/>
                    <a:pt x="27053" y="35794"/>
                  </a:cubicBezTo>
                  <a:cubicBezTo>
                    <a:pt x="27174" y="35814"/>
                    <a:pt x="27296" y="35847"/>
                    <a:pt x="27418" y="35847"/>
                  </a:cubicBezTo>
                  <a:cubicBezTo>
                    <a:pt x="27496" y="35847"/>
                    <a:pt x="27575" y="35833"/>
                    <a:pt x="27653" y="35794"/>
                  </a:cubicBezTo>
                  <a:cubicBezTo>
                    <a:pt x="28087" y="35661"/>
                    <a:pt x="28154" y="35060"/>
                    <a:pt x="28187" y="34593"/>
                  </a:cubicBezTo>
                  <a:cubicBezTo>
                    <a:pt x="28287" y="33159"/>
                    <a:pt x="28787" y="31691"/>
                    <a:pt x="29921" y="30824"/>
                  </a:cubicBezTo>
                  <a:cubicBezTo>
                    <a:pt x="30451" y="30419"/>
                    <a:pt x="31132" y="30203"/>
                    <a:pt x="31797" y="30203"/>
                  </a:cubicBezTo>
                  <a:cubicBezTo>
                    <a:pt x="32557" y="30203"/>
                    <a:pt x="33295" y="30486"/>
                    <a:pt x="33758" y="31091"/>
                  </a:cubicBezTo>
                  <a:cubicBezTo>
                    <a:pt x="35025" y="32792"/>
                    <a:pt x="33457" y="35794"/>
                    <a:pt x="35092" y="37162"/>
                  </a:cubicBezTo>
                  <a:cubicBezTo>
                    <a:pt x="35436" y="37453"/>
                    <a:pt x="35841" y="37581"/>
                    <a:pt x="36260" y="37581"/>
                  </a:cubicBezTo>
                  <a:cubicBezTo>
                    <a:pt x="37424" y="37581"/>
                    <a:pt x="38693" y="36596"/>
                    <a:pt x="39061" y="35394"/>
                  </a:cubicBezTo>
                  <a:cubicBezTo>
                    <a:pt x="39362" y="34393"/>
                    <a:pt x="39261" y="33359"/>
                    <a:pt x="39328" y="32325"/>
                  </a:cubicBezTo>
                  <a:cubicBezTo>
                    <a:pt x="39362" y="31291"/>
                    <a:pt x="39595" y="30190"/>
                    <a:pt x="40329" y="29456"/>
                  </a:cubicBezTo>
                  <a:cubicBezTo>
                    <a:pt x="40698" y="29070"/>
                    <a:pt x="41261" y="28850"/>
                    <a:pt x="41799" y="28850"/>
                  </a:cubicBezTo>
                  <a:cubicBezTo>
                    <a:pt x="42283" y="28850"/>
                    <a:pt x="42746" y="29028"/>
                    <a:pt x="43031" y="29423"/>
                  </a:cubicBezTo>
                  <a:cubicBezTo>
                    <a:pt x="43264" y="29723"/>
                    <a:pt x="43364" y="30090"/>
                    <a:pt x="43565" y="30390"/>
                  </a:cubicBezTo>
                  <a:cubicBezTo>
                    <a:pt x="43895" y="30886"/>
                    <a:pt x="44494" y="31126"/>
                    <a:pt x="45108" y="31126"/>
                  </a:cubicBezTo>
                  <a:cubicBezTo>
                    <a:pt x="45486" y="31126"/>
                    <a:pt x="45869" y="31035"/>
                    <a:pt x="46200" y="30857"/>
                  </a:cubicBezTo>
                  <a:cubicBezTo>
                    <a:pt x="47034" y="30390"/>
                    <a:pt x="47567" y="29456"/>
                    <a:pt x="47868" y="28556"/>
                  </a:cubicBezTo>
                  <a:cubicBezTo>
                    <a:pt x="48168" y="27688"/>
                    <a:pt x="48335" y="26754"/>
                    <a:pt x="48968" y="26154"/>
                  </a:cubicBezTo>
                  <a:cubicBezTo>
                    <a:pt x="49515" y="25650"/>
                    <a:pt x="50227" y="25518"/>
                    <a:pt x="50997" y="25518"/>
                  </a:cubicBezTo>
                  <a:cubicBezTo>
                    <a:pt x="51842" y="25518"/>
                    <a:pt x="52757" y="25677"/>
                    <a:pt x="53600" y="25677"/>
                  </a:cubicBezTo>
                  <a:cubicBezTo>
                    <a:pt x="54379" y="25677"/>
                    <a:pt x="55096" y="25542"/>
                    <a:pt x="55640" y="25020"/>
                  </a:cubicBezTo>
                  <a:cubicBezTo>
                    <a:pt x="57208" y="23452"/>
                    <a:pt x="55640" y="20083"/>
                    <a:pt x="57474" y="18849"/>
                  </a:cubicBezTo>
                  <a:cubicBezTo>
                    <a:pt x="58408" y="18248"/>
                    <a:pt x="59743" y="18615"/>
                    <a:pt x="60743" y="18081"/>
                  </a:cubicBezTo>
                  <a:cubicBezTo>
                    <a:pt x="61544" y="17648"/>
                    <a:pt x="61944" y="16680"/>
                    <a:pt x="61944" y="15746"/>
                  </a:cubicBezTo>
                  <a:cubicBezTo>
                    <a:pt x="61911" y="14846"/>
                    <a:pt x="61544" y="13979"/>
                    <a:pt x="61077" y="13178"/>
                  </a:cubicBezTo>
                  <a:cubicBezTo>
                    <a:pt x="60844" y="12711"/>
                    <a:pt x="60543" y="12244"/>
                    <a:pt x="60543" y="11710"/>
                  </a:cubicBezTo>
                  <a:cubicBezTo>
                    <a:pt x="60577" y="10009"/>
                    <a:pt x="63512" y="9675"/>
                    <a:pt x="63846" y="7974"/>
                  </a:cubicBezTo>
                  <a:cubicBezTo>
                    <a:pt x="64012" y="7140"/>
                    <a:pt x="63412" y="6340"/>
                    <a:pt x="62678" y="5939"/>
                  </a:cubicBezTo>
                  <a:cubicBezTo>
                    <a:pt x="62044" y="5639"/>
                    <a:pt x="61344" y="5673"/>
                    <a:pt x="60743" y="5372"/>
                  </a:cubicBezTo>
                  <a:cubicBezTo>
                    <a:pt x="60643" y="5306"/>
                    <a:pt x="60543" y="5239"/>
                    <a:pt x="60443" y="5172"/>
                  </a:cubicBezTo>
                  <a:cubicBezTo>
                    <a:pt x="60043" y="4839"/>
                    <a:pt x="59809" y="4372"/>
                    <a:pt x="59176" y="4205"/>
                  </a:cubicBezTo>
                  <a:cubicBezTo>
                    <a:pt x="58909" y="4127"/>
                    <a:pt x="58635" y="4101"/>
                    <a:pt x="58357" y="4101"/>
                  </a:cubicBezTo>
                  <a:cubicBezTo>
                    <a:pt x="57801" y="4101"/>
                    <a:pt x="57230" y="4205"/>
                    <a:pt x="56674" y="4205"/>
                  </a:cubicBezTo>
                  <a:cubicBezTo>
                    <a:pt x="56639" y="4206"/>
                    <a:pt x="56604" y="4207"/>
                    <a:pt x="56569" y="4207"/>
                  </a:cubicBezTo>
                  <a:cubicBezTo>
                    <a:pt x="55758" y="4207"/>
                    <a:pt x="54832" y="3837"/>
                    <a:pt x="54672" y="3037"/>
                  </a:cubicBezTo>
                  <a:cubicBezTo>
                    <a:pt x="54506" y="2304"/>
                    <a:pt x="55039" y="1570"/>
                    <a:pt x="54806" y="869"/>
                  </a:cubicBezTo>
                  <a:cubicBezTo>
                    <a:pt x="54570" y="187"/>
                    <a:pt x="53797" y="0"/>
                    <a:pt x="5304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46"/>
            <p:cNvSpPr/>
            <p:nvPr/>
          </p:nvSpPr>
          <p:spPr>
            <a:xfrm>
              <a:off x="2039125" y="2461050"/>
              <a:ext cx="381125" cy="273850"/>
            </a:xfrm>
            <a:custGeom>
              <a:rect b="b" l="l" r="r" t="t"/>
              <a:pathLst>
                <a:path extrusionOk="0" h="10954" w="15245">
                  <a:moveTo>
                    <a:pt x="13268" y="0"/>
                  </a:moveTo>
                  <a:cubicBezTo>
                    <a:pt x="12542" y="0"/>
                    <a:pt x="11696" y="163"/>
                    <a:pt x="10875" y="697"/>
                  </a:cubicBezTo>
                  <a:cubicBezTo>
                    <a:pt x="9074" y="1865"/>
                    <a:pt x="2069" y="6168"/>
                    <a:pt x="1" y="7435"/>
                  </a:cubicBezTo>
                  <a:cubicBezTo>
                    <a:pt x="968" y="8336"/>
                    <a:pt x="868" y="10171"/>
                    <a:pt x="2069" y="10804"/>
                  </a:cubicBezTo>
                  <a:cubicBezTo>
                    <a:pt x="2265" y="10906"/>
                    <a:pt x="2479" y="10953"/>
                    <a:pt x="2695" y="10953"/>
                  </a:cubicBezTo>
                  <a:cubicBezTo>
                    <a:pt x="3396" y="10953"/>
                    <a:pt x="4109" y="10459"/>
                    <a:pt x="4237" y="9770"/>
                  </a:cubicBezTo>
                  <a:cubicBezTo>
                    <a:pt x="4504" y="8570"/>
                    <a:pt x="3303" y="7102"/>
                    <a:pt x="4170" y="6201"/>
                  </a:cubicBezTo>
                  <a:cubicBezTo>
                    <a:pt x="4398" y="5974"/>
                    <a:pt x="4701" y="5877"/>
                    <a:pt x="5017" y="5877"/>
                  </a:cubicBezTo>
                  <a:cubicBezTo>
                    <a:pt x="5397" y="5877"/>
                    <a:pt x="5796" y="6016"/>
                    <a:pt x="6105" y="6235"/>
                  </a:cubicBezTo>
                  <a:cubicBezTo>
                    <a:pt x="6539" y="6535"/>
                    <a:pt x="6872" y="6935"/>
                    <a:pt x="7172" y="7369"/>
                  </a:cubicBezTo>
                  <a:cubicBezTo>
                    <a:pt x="9407" y="5434"/>
                    <a:pt x="15245" y="397"/>
                    <a:pt x="15245" y="397"/>
                  </a:cubicBezTo>
                  <a:cubicBezTo>
                    <a:pt x="15245" y="397"/>
                    <a:pt x="14402" y="0"/>
                    <a:pt x="1326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46"/>
            <p:cNvSpPr/>
            <p:nvPr/>
          </p:nvSpPr>
          <p:spPr>
            <a:xfrm>
              <a:off x="2722125" y="2547675"/>
              <a:ext cx="200150" cy="393300"/>
            </a:xfrm>
            <a:custGeom>
              <a:rect b="b" l="l" r="r" t="t"/>
              <a:pathLst>
                <a:path extrusionOk="0" h="15732" w="8006">
                  <a:moveTo>
                    <a:pt x="167" y="1"/>
                  </a:moveTo>
                  <a:cubicBezTo>
                    <a:pt x="134" y="34"/>
                    <a:pt x="100" y="68"/>
                    <a:pt x="100" y="134"/>
                  </a:cubicBezTo>
                  <a:cubicBezTo>
                    <a:pt x="0" y="902"/>
                    <a:pt x="100" y="1735"/>
                    <a:pt x="267" y="2469"/>
                  </a:cubicBezTo>
                  <a:cubicBezTo>
                    <a:pt x="367" y="2836"/>
                    <a:pt x="467" y="3203"/>
                    <a:pt x="534" y="3603"/>
                  </a:cubicBezTo>
                  <a:cubicBezTo>
                    <a:pt x="701" y="5205"/>
                    <a:pt x="901" y="6806"/>
                    <a:pt x="1134" y="8407"/>
                  </a:cubicBezTo>
                  <a:cubicBezTo>
                    <a:pt x="1668" y="8507"/>
                    <a:pt x="2135" y="8807"/>
                    <a:pt x="2469" y="9241"/>
                  </a:cubicBezTo>
                  <a:cubicBezTo>
                    <a:pt x="3736" y="10942"/>
                    <a:pt x="2168" y="13911"/>
                    <a:pt x="3803" y="15312"/>
                  </a:cubicBezTo>
                  <a:cubicBezTo>
                    <a:pt x="4147" y="15603"/>
                    <a:pt x="4552" y="15731"/>
                    <a:pt x="4971" y="15731"/>
                  </a:cubicBezTo>
                  <a:cubicBezTo>
                    <a:pt x="6135" y="15731"/>
                    <a:pt x="7404" y="14746"/>
                    <a:pt x="7772" y="13544"/>
                  </a:cubicBezTo>
                  <a:cubicBezTo>
                    <a:pt x="7906" y="13110"/>
                    <a:pt x="7972" y="12643"/>
                    <a:pt x="8006" y="12176"/>
                  </a:cubicBezTo>
                  <a:cubicBezTo>
                    <a:pt x="7639" y="11643"/>
                    <a:pt x="7305" y="11075"/>
                    <a:pt x="6938" y="10542"/>
                  </a:cubicBezTo>
                  <a:cubicBezTo>
                    <a:pt x="6071" y="9207"/>
                    <a:pt x="5204" y="7873"/>
                    <a:pt x="4370" y="6472"/>
                  </a:cubicBezTo>
                  <a:cubicBezTo>
                    <a:pt x="3636" y="5271"/>
                    <a:pt x="2969" y="4004"/>
                    <a:pt x="2202" y="2803"/>
                  </a:cubicBezTo>
                  <a:cubicBezTo>
                    <a:pt x="1601" y="1802"/>
                    <a:pt x="1268" y="735"/>
                    <a:pt x="300" y="34"/>
                  </a:cubicBezTo>
                  <a:cubicBezTo>
                    <a:pt x="267" y="34"/>
                    <a:pt x="200" y="1"/>
                    <a:pt x="16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46"/>
            <p:cNvSpPr/>
            <p:nvPr/>
          </p:nvSpPr>
          <p:spPr>
            <a:xfrm>
              <a:off x="2071650" y="2363350"/>
              <a:ext cx="82575" cy="97300"/>
            </a:xfrm>
            <a:custGeom>
              <a:rect b="b" l="l" r="r" t="t"/>
              <a:pathLst>
                <a:path extrusionOk="0" h="3892" w="3303">
                  <a:moveTo>
                    <a:pt x="2091" y="0"/>
                  </a:moveTo>
                  <a:cubicBezTo>
                    <a:pt x="963" y="0"/>
                    <a:pt x="280" y="1177"/>
                    <a:pt x="67" y="2270"/>
                  </a:cubicBezTo>
                  <a:cubicBezTo>
                    <a:pt x="1" y="2737"/>
                    <a:pt x="1" y="3271"/>
                    <a:pt x="367" y="3604"/>
                  </a:cubicBezTo>
                  <a:cubicBezTo>
                    <a:pt x="553" y="3790"/>
                    <a:pt x="824" y="3892"/>
                    <a:pt x="1094" y="3892"/>
                  </a:cubicBezTo>
                  <a:cubicBezTo>
                    <a:pt x="1164" y="3892"/>
                    <a:pt x="1233" y="3885"/>
                    <a:pt x="1301" y="3871"/>
                  </a:cubicBezTo>
                  <a:cubicBezTo>
                    <a:pt x="1668" y="3805"/>
                    <a:pt x="1969" y="3638"/>
                    <a:pt x="2235" y="3404"/>
                  </a:cubicBezTo>
                  <a:cubicBezTo>
                    <a:pt x="2869" y="2871"/>
                    <a:pt x="3270" y="2037"/>
                    <a:pt x="3303" y="1203"/>
                  </a:cubicBezTo>
                  <a:cubicBezTo>
                    <a:pt x="3303" y="1003"/>
                    <a:pt x="3270" y="769"/>
                    <a:pt x="3169" y="569"/>
                  </a:cubicBezTo>
                  <a:cubicBezTo>
                    <a:pt x="3036" y="302"/>
                    <a:pt x="2736" y="135"/>
                    <a:pt x="2436" y="35"/>
                  </a:cubicBezTo>
                  <a:cubicBezTo>
                    <a:pt x="2316" y="11"/>
                    <a:pt x="2201" y="0"/>
                    <a:pt x="209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46"/>
            <p:cNvSpPr/>
            <p:nvPr/>
          </p:nvSpPr>
          <p:spPr>
            <a:xfrm>
              <a:off x="3318375" y="2183125"/>
              <a:ext cx="133450" cy="60700"/>
            </a:xfrm>
            <a:custGeom>
              <a:rect b="b" l="l" r="r" t="t"/>
              <a:pathLst>
                <a:path extrusionOk="0" h="2428" w="5338">
                  <a:moveTo>
                    <a:pt x="3260" y="1"/>
                  </a:moveTo>
                  <a:cubicBezTo>
                    <a:pt x="2300" y="1"/>
                    <a:pt x="1092" y="346"/>
                    <a:pt x="334" y="740"/>
                  </a:cubicBezTo>
                  <a:cubicBezTo>
                    <a:pt x="267" y="773"/>
                    <a:pt x="167" y="806"/>
                    <a:pt x="134" y="873"/>
                  </a:cubicBezTo>
                  <a:cubicBezTo>
                    <a:pt x="0" y="1073"/>
                    <a:pt x="101" y="1340"/>
                    <a:pt x="234" y="1507"/>
                  </a:cubicBezTo>
                  <a:cubicBezTo>
                    <a:pt x="568" y="1940"/>
                    <a:pt x="1068" y="2207"/>
                    <a:pt x="1602" y="2341"/>
                  </a:cubicBezTo>
                  <a:cubicBezTo>
                    <a:pt x="1940" y="2404"/>
                    <a:pt x="2278" y="2427"/>
                    <a:pt x="2617" y="2427"/>
                  </a:cubicBezTo>
                  <a:cubicBezTo>
                    <a:pt x="2812" y="2427"/>
                    <a:pt x="3007" y="2420"/>
                    <a:pt x="3203" y="2407"/>
                  </a:cubicBezTo>
                  <a:cubicBezTo>
                    <a:pt x="3536" y="2374"/>
                    <a:pt x="3903" y="2341"/>
                    <a:pt x="4203" y="2207"/>
                  </a:cubicBezTo>
                  <a:cubicBezTo>
                    <a:pt x="5338" y="1674"/>
                    <a:pt x="4871" y="173"/>
                    <a:pt x="3770" y="39"/>
                  </a:cubicBezTo>
                  <a:cubicBezTo>
                    <a:pt x="3612" y="13"/>
                    <a:pt x="3440" y="1"/>
                    <a:pt x="326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46"/>
            <p:cNvSpPr/>
            <p:nvPr/>
          </p:nvSpPr>
          <p:spPr>
            <a:xfrm>
              <a:off x="3239975" y="2353250"/>
              <a:ext cx="93000" cy="66600"/>
            </a:xfrm>
            <a:custGeom>
              <a:rect b="b" l="l" r="r" t="t"/>
              <a:pathLst>
                <a:path extrusionOk="0" h="2664" w="3720">
                  <a:moveTo>
                    <a:pt x="1983" y="1"/>
                  </a:moveTo>
                  <a:cubicBezTo>
                    <a:pt x="1295" y="1"/>
                    <a:pt x="541" y="380"/>
                    <a:pt x="301" y="940"/>
                  </a:cubicBezTo>
                  <a:cubicBezTo>
                    <a:pt x="1" y="1540"/>
                    <a:pt x="401" y="2140"/>
                    <a:pt x="935" y="2474"/>
                  </a:cubicBezTo>
                  <a:cubicBezTo>
                    <a:pt x="1170" y="2605"/>
                    <a:pt x="1426" y="2664"/>
                    <a:pt x="1680" y="2664"/>
                  </a:cubicBezTo>
                  <a:cubicBezTo>
                    <a:pt x="2720" y="2664"/>
                    <a:pt x="3720" y="1672"/>
                    <a:pt x="3103" y="573"/>
                  </a:cubicBezTo>
                  <a:cubicBezTo>
                    <a:pt x="2876" y="171"/>
                    <a:pt x="2444" y="1"/>
                    <a:pt x="19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46"/>
            <p:cNvSpPr/>
            <p:nvPr/>
          </p:nvSpPr>
          <p:spPr>
            <a:xfrm>
              <a:off x="2953650" y="2521900"/>
              <a:ext cx="62875" cy="72500"/>
            </a:xfrm>
            <a:custGeom>
              <a:rect b="b" l="l" r="r" t="t"/>
              <a:pathLst>
                <a:path extrusionOk="0" h="2900" w="2515">
                  <a:moveTo>
                    <a:pt x="1348" y="1"/>
                  </a:moveTo>
                  <a:cubicBezTo>
                    <a:pt x="659" y="1"/>
                    <a:pt x="1" y="730"/>
                    <a:pt x="46" y="1566"/>
                  </a:cubicBezTo>
                  <a:cubicBezTo>
                    <a:pt x="79" y="2066"/>
                    <a:pt x="346" y="2533"/>
                    <a:pt x="746" y="2766"/>
                  </a:cubicBezTo>
                  <a:cubicBezTo>
                    <a:pt x="913" y="2833"/>
                    <a:pt x="1080" y="2900"/>
                    <a:pt x="1247" y="2900"/>
                  </a:cubicBezTo>
                  <a:cubicBezTo>
                    <a:pt x="1513" y="2900"/>
                    <a:pt x="1780" y="2733"/>
                    <a:pt x="1980" y="2500"/>
                  </a:cubicBezTo>
                  <a:cubicBezTo>
                    <a:pt x="2147" y="2299"/>
                    <a:pt x="2247" y="2033"/>
                    <a:pt x="2347" y="1766"/>
                  </a:cubicBezTo>
                  <a:cubicBezTo>
                    <a:pt x="2447" y="1365"/>
                    <a:pt x="2514" y="898"/>
                    <a:pt x="2281" y="565"/>
                  </a:cubicBezTo>
                  <a:cubicBezTo>
                    <a:pt x="2012" y="166"/>
                    <a:pt x="1676" y="1"/>
                    <a:pt x="13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46"/>
            <p:cNvSpPr/>
            <p:nvPr/>
          </p:nvSpPr>
          <p:spPr>
            <a:xfrm>
              <a:off x="3107000" y="2444575"/>
              <a:ext cx="63075" cy="62400"/>
            </a:xfrm>
            <a:custGeom>
              <a:rect b="b" l="l" r="r" t="t"/>
              <a:pathLst>
                <a:path extrusionOk="0" h="2496" w="2523">
                  <a:moveTo>
                    <a:pt x="1254" y="0"/>
                  </a:moveTo>
                  <a:cubicBezTo>
                    <a:pt x="637" y="0"/>
                    <a:pt x="1" y="445"/>
                    <a:pt x="49" y="1423"/>
                  </a:cubicBezTo>
                  <a:cubicBezTo>
                    <a:pt x="81" y="1959"/>
                    <a:pt x="530" y="2496"/>
                    <a:pt x="1059" y="2496"/>
                  </a:cubicBezTo>
                  <a:cubicBezTo>
                    <a:pt x="1089" y="2496"/>
                    <a:pt x="1120" y="2494"/>
                    <a:pt x="1150" y="2490"/>
                  </a:cubicBezTo>
                  <a:cubicBezTo>
                    <a:pt x="1317" y="2457"/>
                    <a:pt x="1484" y="2390"/>
                    <a:pt x="1651" y="2290"/>
                  </a:cubicBezTo>
                  <a:cubicBezTo>
                    <a:pt x="1984" y="2090"/>
                    <a:pt x="2251" y="1756"/>
                    <a:pt x="2318" y="1356"/>
                  </a:cubicBezTo>
                  <a:cubicBezTo>
                    <a:pt x="2522" y="486"/>
                    <a:pt x="1899" y="0"/>
                    <a:pt x="125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46"/>
            <p:cNvSpPr/>
            <p:nvPr/>
          </p:nvSpPr>
          <p:spPr>
            <a:xfrm>
              <a:off x="2379375" y="2521700"/>
              <a:ext cx="100100" cy="81425"/>
            </a:xfrm>
            <a:custGeom>
              <a:rect b="b" l="l" r="r" t="t"/>
              <a:pathLst>
                <a:path extrusionOk="0" h="3257" w="4004">
                  <a:moveTo>
                    <a:pt x="2369" y="0"/>
                  </a:moveTo>
                  <a:cubicBezTo>
                    <a:pt x="2335" y="0"/>
                    <a:pt x="2301" y="2"/>
                    <a:pt x="2269" y="6"/>
                  </a:cubicBezTo>
                  <a:cubicBezTo>
                    <a:pt x="1535" y="73"/>
                    <a:pt x="734" y="1007"/>
                    <a:pt x="334" y="1574"/>
                  </a:cubicBezTo>
                  <a:cubicBezTo>
                    <a:pt x="167" y="1807"/>
                    <a:pt x="0" y="2141"/>
                    <a:pt x="34" y="2441"/>
                  </a:cubicBezTo>
                  <a:cubicBezTo>
                    <a:pt x="67" y="2875"/>
                    <a:pt x="501" y="3208"/>
                    <a:pt x="934" y="3241"/>
                  </a:cubicBezTo>
                  <a:cubicBezTo>
                    <a:pt x="1001" y="3252"/>
                    <a:pt x="1067" y="3256"/>
                    <a:pt x="1133" y="3256"/>
                  </a:cubicBezTo>
                  <a:cubicBezTo>
                    <a:pt x="1500" y="3256"/>
                    <a:pt x="1863" y="3111"/>
                    <a:pt x="2202" y="2941"/>
                  </a:cubicBezTo>
                  <a:cubicBezTo>
                    <a:pt x="2569" y="2774"/>
                    <a:pt x="2902" y="2541"/>
                    <a:pt x="3236" y="2274"/>
                  </a:cubicBezTo>
                  <a:cubicBezTo>
                    <a:pt x="3636" y="1974"/>
                    <a:pt x="4003" y="1507"/>
                    <a:pt x="3903" y="1040"/>
                  </a:cubicBezTo>
                  <a:cubicBezTo>
                    <a:pt x="3777" y="505"/>
                    <a:pt x="2940" y="0"/>
                    <a:pt x="236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46"/>
            <p:cNvSpPr/>
            <p:nvPr/>
          </p:nvSpPr>
          <p:spPr>
            <a:xfrm>
              <a:off x="2307650" y="2670225"/>
              <a:ext cx="65900" cy="61850"/>
            </a:xfrm>
            <a:custGeom>
              <a:rect b="b" l="l" r="r" t="t"/>
              <a:pathLst>
                <a:path extrusionOk="0" h="2474" w="2636">
                  <a:moveTo>
                    <a:pt x="1798" y="1"/>
                  </a:moveTo>
                  <a:cubicBezTo>
                    <a:pt x="1312" y="1"/>
                    <a:pt x="742" y="484"/>
                    <a:pt x="434" y="836"/>
                  </a:cubicBezTo>
                  <a:cubicBezTo>
                    <a:pt x="301" y="1003"/>
                    <a:pt x="167" y="1170"/>
                    <a:pt x="134" y="1370"/>
                  </a:cubicBezTo>
                  <a:cubicBezTo>
                    <a:pt x="1" y="1870"/>
                    <a:pt x="468" y="2437"/>
                    <a:pt x="1001" y="2471"/>
                  </a:cubicBezTo>
                  <a:cubicBezTo>
                    <a:pt x="1027" y="2472"/>
                    <a:pt x="1053" y="2473"/>
                    <a:pt x="1079" y="2473"/>
                  </a:cubicBezTo>
                  <a:cubicBezTo>
                    <a:pt x="1614" y="2473"/>
                    <a:pt x="2081" y="2149"/>
                    <a:pt x="2336" y="1704"/>
                  </a:cubicBezTo>
                  <a:cubicBezTo>
                    <a:pt x="2536" y="1337"/>
                    <a:pt x="2636" y="870"/>
                    <a:pt x="2436" y="469"/>
                  </a:cubicBezTo>
                  <a:cubicBezTo>
                    <a:pt x="2277" y="129"/>
                    <a:pt x="2049" y="1"/>
                    <a:pt x="179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46"/>
            <p:cNvSpPr/>
            <p:nvPr/>
          </p:nvSpPr>
          <p:spPr>
            <a:xfrm>
              <a:off x="2866375" y="2562700"/>
              <a:ext cx="141800" cy="169300"/>
            </a:xfrm>
            <a:custGeom>
              <a:rect b="b" l="l" r="r" t="t"/>
              <a:pathLst>
                <a:path extrusionOk="0" h="6772" w="5672">
                  <a:moveTo>
                    <a:pt x="1" y="0"/>
                  </a:moveTo>
                  <a:lnTo>
                    <a:pt x="3537" y="6772"/>
                  </a:lnTo>
                  <a:cubicBezTo>
                    <a:pt x="3890" y="6530"/>
                    <a:pt x="4325" y="6392"/>
                    <a:pt x="4746" y="6392"/>
                  </a:cubicBezTo>
                  <a:cubicBezTo>
                    <a:pt x="5081" y="6392"/>
                    <a:pt x="5406" y="6480"/>
                    <a:pt x="5672" y="6672"/>
                  </a:cubicBezTo>
                  <a:lnTo>
                    <a:pt x="1" y="0"/>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46"/>
            <p:cNvSpPr/>
            <p:nvPr/>
          </p:nvSpPr>
          <p:spPr>
            <a:xfrm>
              <a:off x="2722950" y="2542675"/>
              <a:ext cx="66750" cy="245200"/>
            </a:xfrm>
            <a:custGeom>
              <a:rect b="b" l="l" r="r" t="t"/>
              <a:pathLst>
                <a:path extrusionOk="0" h="9808" w="2670">
                  <a:moveTo>
                    <a:pt x="0" y="1"/>
                  </a:moveTo>
                  <a:lnTo>
                    <a:pt x="0" y="8574"/>
                  </a:lnTo>
                  <a:cubicBezTo>
                    <a:pt x="154" y="8552"/>
                    <a:pt x="308" y="8540"/>
                    <a:pt x="462" y="8540"/>
                  </a:cubicBezTo>
                  <a:cubicBezTo>
                    <a:pt x="1241" y="8540"/>
                    <a:pt x="1990" y="8828"/>
                    <a:pt x="2436" y="9441"/>
                  </a:cubicBezTo>
                  <a:cubicBezTo>
                    <a:pt x="2536" y="9541"/>
                    <a:pt x="2602" y="9674"/>
                    <a:pt x="2669" y="9808"/>
                  </a:cubicBezTo>
                  <a:lnTo>
                    <a:pt x="0" y="1"/>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46"/>
            <p:cNvSpPr/>
            <p:nvPr/>
          </p:nvSpPr>
          <p:spPr>
            <a:xfrm>
              <a:off x="2431075" y="2509325"/>
              <a:ext cx="192650" cy="268550"/>
            </a:xfrm>
            <a:custGeom>
              <a:rect b="b" l="l" r="r" t="t"/>
              <a:pathLst>
                <a:path extrusionOk="0" h="10742" w="7706">
                  <a:moveTo>
                    <a:pt x="7706" y="0"/>
                  </a:moveTo>
                  <a:lnTo>
                    <a:pt x="0" y="6071"/>
                  </a:lnTo>
                  <a:cubicBezTo>
                    <a:pt x="48" y="6068"/>
                    <a:pt x="95" y="6066"/>
                    <a:pt x="142" y="6066"/>
                  </a:cubicBezTo>
                  <a:cubicBezTo>
                    <a:pt x="561" y="6066"/>
                    <a:pt x="972" y="6198"/>
                    <a:pt x="1301" y="6438"/>
                  </a:cubicBezTo>
                  <a:cubicBezTo>
                    <a:pt x="1969" y="6939"/>
                    <a:pt x="2369" y="7706"/>
                    <a:pt x="2669" y="8473"/>
                  </a:cubicBezTo>
                  <a:cubicBezTo>
                    <a:pt x="2969" y="9207"/>
                    <a:pt x="3203" y="9974"/>
                    <a:pt x="3470" y="10741"/>
                  </a:cubicBezTo>
                  <a:lnTo>
                    <a:pt x="7706" y="0"/>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46"/>
            <p:cNvSpPr/>
            <p:nvPr/>
          </p:nvSpPr>
          <p:spPr>
            <a:xfrm>
              <a:off x="2178400" y="2470950"/>
              <a:ext cx="241850" cy="225200"/>
            </a:xfrm>
            <a:custGeom>
              <a:rect b="b" l="l" r="r" t="t"/>
              <a:pathLst>
                <a:path extrusionOk="0" h="9008" w="9674">
                  <a:moveTo>
                    <a:pt x="9674" y="1"/>
                  </a:moveTo>
                  <a:lnTo>
                    <a:pt x="0" y="5572"/>
                  </a:lnTo>
                  <a:cubicBezTo>
                    <a:pt x="200" y="5638"/>
                    <a:pt x="401" y="5738"/>
                    <a:pt x="534" y="5839"/>
                  </a:cubicBezTo>
                  <a:cubicBezTo>
                    <a:pt x="1568" y="6539"/>
                    <a:pt x="2035" y="7773"/>
                    <a:pt x="2469" y="9007"/>
                  </a:cubicBezTo>
                  <a:lnTo>
                    <a:pt x="9674" y="1"/>
                  </a:ln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46"/>
            <p:cNvSpPr/>
            <p:nvPr/>
          </p:nvSpPr>
          <p:spPr>
            <a:xfrm>
              <a:off x="1974075" y="2322750"/>
              <a:ext cx="120950" cy="127325"/>
            </a:xfrm>
            <a:custGeom>
              <a:rect b="b" l="l" r="r" t="t"/>
              <a:pathLst>
                <a:path extrusionOk="0" h="5093" w="4838">
                  <a:moveTo>
                    <a:pt x="3866" y="0"/>
                  </a:moveTo>
                  <a:cubicBezTo>
                    <a:pt x="3767" y="0"/>
                    <a:pt x="3667" y="19"/>
                    <a:pt x="3570" y="58"/>
                  </a:cubicBezTo>
                  <a:cubicBezTo>
                    <a:pt x="3203" y="192"/>
                    <a:pt x="2869" y="458"/>
                    <a:pt x="2503" y="625"/>
                  </a:cubicBezTo>
                  <a:cubicBezTo>
                    <a:pt x="2002" y="825"/>
                    <a:pt x="1535" y="1059"/>
                    <a:pt x="1068" y="1326"/>
                  </a:cubicBezTo>
                  <a:cubicBezTo>
                    <a:pt x="534" y="1693"/>
                    <a:pt x="1" y="2226"/>
                    <a:pt x="34" y="2860"/>
                  </a:cubicBezTo>
                  <a:cubicBezTo>
                    <a:pt x="67" y="3260"/>
                    <a:pt x="334" y="3594"/>
                    <a:pt x="568" y="3928"/>
                  </a:cubicBezTo>
                  <a:lnTo>
                    <a:pt x="1035" y="4561"/>
                  </a:lnTo>
                  <a:cubicBezTo>
                    <a:pt x="1168" y="4728"/>
                    <a:pt x="1302" y="4928"/>
                    <a:pt x="1535" y="5028"/>
                  </a:cubicBezTo>
                  <a:cubicBezTo>
                    <a:pt x="1630" y="5072"/>
                    <a:pt x="1728" y="5092"/>
                    <a:pt x="1826" y="5092"/>
                  </a:cubicBezTo>
                  <a:cubicBezTo>
                    <a:pt x="2175" y="5092"/>
                    <a:pt x="2520" y="4841"/>
                    <a:pt x="2703" y="4528"/>
                  </a:cubicBezTo>
                  <a:cubicBezTo>
                    <a:pt x="2936" y="4161"/>
                    <a:pt x="3003" y="3661"/>
                    <a:pt x="3136" y="3227"/>
                  </a:cubicBezTo>
                  <a:cubicBezTo>
                    <a:pt x="3336" y="2593"/>
                    <a:pt x="3670" y="2026"/>
                    <a:pt x="4104" y="1559"/>
                  </a:cubicBezTo>
                  <a:cubicBezTo>
                    <a:pt x="4404" y="1226"/>
                    <a:pt x="4838" y="792"/>
                    <a:pt x="4504" y="325"/>
                  </a:cubicBezTo>
                  <a:cubicBezTo>
                    <a:pt x="4339" y="112"/>
                    <a:pt x="4106" y="0"/>
                    <a:pt x="386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46"/>
            <p:cNvSpPr/>
            <p:nvPr/>
          </p:nvSpPr>
          <p:spPr>
            <a:xfrm>
              <a:off x="1989925" y="2513700"/>
              <a:ext cx="147625" cy="105050"/>
            </a:xfrm>
            <a:custGeom>
              <a:rect b="b" l="l" r="r" t="t"/>
              <a:pathLst>
                <a:path extrusionOk="0" h="4202" w="5905">
                  <a:moveTo>
                    <a:pt x="4981" y="1"/>
                  </a:moveTo>
                  <a:cubicBezTo>
                    <a:pt x="3288" y="1"/>
                    <a:pt x="1413" y="982"/>
                    <a:pt x="434" y="2327"/>
                  </a:cubicBezTo>
                  <a:cubicBezTo>
                    <a:pt x="201" y="2661"/>
                    <a:pt x="1" y="3094"/>
                    <a:pt x="234" y="3461"/>
                  </a:cubicBezTo>
                  <a:cubicBezTo>
                    <a:pt x="334" y="3628"/>
                    <a:pt x="534" y="3728"/>
                    <a:pt x="701" y="3828"/>
                  </a:cubicBezTo>
                  <a:cubicBezTo>
                    <a:pt x="1127" y="4030"/>
                    <a:pt x="1597" y="4201"/>
                    <a:pt x="2043" y="4201"/>
                  </a:cubicBezTo>
                  <a:cubicBezTo>
                    <a:pt x="2260" y="4201"/>
                    <a:pt x="2472" y="4160"/>
                    <a:pt x="2669" y="4062"/>
                  </a:cubicBezTo>
                  <a:cubicBezTo>
                    <a:pt x="3103" y="3828"/>
                    <a:pt x="3370" y="3428"/>
                    <a:pt x="3670" y="3061"/>
                  </a:cubicBezTo>
                  <a:cubicBezTo>
                    <a:pt x="4270" y="2261"/>
                    <a:pt x="5071" y="1627"/>
                    <a:pt x="5638" y="826"/>
                  </a:cubicBezTo>
                  <a:cubicBezTo>
                    <a:pt x="5771" y="593"/>
                    <a:pt x="5905" y="259"/>
                    <a:pt x="5671" y="92"/>
                  </a:cubicBezTo>
                  <a:cubicBezTo>
                    <a:pt x="5605" y="59"/>
                    <a:pt x="5538" y="26"/>
                    <a:pt x="5438" y="26"/>
                  </a:cubicBezTo>
                  <a:cubicBezTo>
                    <a:pt x="5288" y="9"/>
                    <a:pt x="5135" y="1"/>
                    <a:pt x="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46"/>
            <p:cNvSpPr/>
            <p:nvPr/>
          </p:nvSpPr>
          <p:spPr>
            <a:xfrm>
              <a:off x="2597025" y="2571575"/>
              <a:ext cx="99275" cy="277175"/>
            </a:xfrm>
            <a:custGeom>
              <a:rect b="b" l="l" r="r" t="t"/>
              <a:pathLst>
                <a:path extrusionOk="0" h="11087" w="3971">
                  <a:moveTo>
                    <a:pt x="3025" y="0"/>
                  </a:moveTo>
                  <a:cubicBezTo>
                    <a:pt x="2455" y="0"/>
                    <a:pt x="2088" y="939"/>
                    <a:pt x="1869" y="1347"/>
                  </a:cubicBezTo>
                  <a:cubicBezTo>
                    <a:pt x="1168" y="2814"/>
                    <a:pt x="868" y="4415"/>
                    <a:pt x="568" y="5983"/>
                  </a:cubicBezTo>
                  <a:cubicBezTo>
                    <a:pt x="267" y="7551"/>
                    <a:pt x="1" y="9152"/>
                    <a:pt x="301" y="10720"/>
                  </a:cubicBezTo>
                  <a:cubicBezTo>
                    <a:pt x="334" y="10820"/>
                    <a:pt x="334" y="10887"/>
                    <a:pt x="401" y="10953"/>
                  </a:cubicBezTo>
                  <a:cubicBezTo>
                    <a:pt x="468" y="11053"/>
                    <a:pt x="601" y="11087"/>
                    <a:pt x="734" y="11087"/>
                  </a:cubicBezTo>
                  <a:cubicBezTo>
                    <a:pt x="1101" y="11087"/>
                    <a:pt x="1402" y="10820"/>
                    <a:pt x="1568" y="10486"/>
                  </a:cubicBezTo>
                  <a:cubicBezTo>
                    <a:pt x="1735" y="10186"/>
                    <a:pt x="1802" y="9819"/>
                    <a:pt x="1869" y="9486"/>
                  </a:cubicBezTo>
                  <a:cubicBezTo>
                    <a:pt x="2102" y="8585"/>
                    <a:pt x="2536" y="7751"/>
                    <a:pt x="3069" y="7051"/>
                  </a:cubicBezTo>
                  <a:cubicBezTo>
                    <a:pt x="3370" y="6684"/>
                    <a:pt x="3737" y="6317"/>
                    <a:pt x="3837" y="5850"/>
                  </a:cubicBezTo>
                  <a:cubicBezTo>
                    <a:pt x="3903" y="5650"/>
                    <a:pt x="3903" y="5416"/>
                    <a:pt x="3937" y="5216"/>
                  </a:cubicBezTo>
                  <a:cubicBezTo>
                    <a:pt x="3970" y="4149"/>
                    <a:pt x="3937" y="3081"/>
                    <a:pt x="3803" y="2047"/>
                  </a:cubicBezTo>
                  <a:cubicBezTo>
                    <a:pt x="3770" y="1513"/>
                    <a:pt x="3837" y="146"/>
                    <a:pt x="3136" y="12"/>
                  </a:cubicBezTo>
                  <a:cubicBezTo>
                    <a:pt x="3098" y="4"/>
                    <a:pt x="3061" y="0"/>
                    <a:pt x="302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46"/>
            <p:cNvSpPr/>
            <p:nvPr/>
          </p:nvSpPr>
          <p:spPr>
            <a:xfrm>
              <a:off x="3169925" y="2024800"/>
              <a:ext cx="105950" cy="75450"/>
            </a:xfrm>
            <a:custGeom>
              <a:rect b="b" l="l" r="r" t="t"/>
              <a:pathLst>
                <a:path extrusionOk="0" h="3018" w="4238">
                  <a:moveTo>
                    <a:pt x="3737" y="1"/>
                  </a:moveTo>
                  <a:cubicBezTo>
                    <a:pt x="2770" y="1"/>
                    <a:pt x="1802" y="635"/>
                    <a:pt x="935" y="1002"/>
                  </a:cubicBezTo>
                  <a:cubicBezTo>
                    <a:pt x="268" y="1302"/>
                    <a:pt x="1" y="2603"/>
                    <a:pt x="768" y="2936"/>
                  </a:cubicBezTo>
                  <a:cubicBezTo>
                    <a:pt x="868" y="3003"/>
                    <a:pt x="1002" y="3003"/>
                    <a:pt x="1102" y="3003"/>
                  </a:cubicBezTo>
                  <a:cubicBezTo>
                    <a:pt x="1204" y="3012"/>
                    <a:pt x="1309" y="3017"/>
                    <a:pt x="1413" y="3017"/>
                  </a:cubicBezTo>
                  <a:cubicBezTo>
                    <a:pt x="2056" y="3017"/>
                    <a:pt x="2720" y="2838"/>
                    <a:pt x="3237" y="2436"/>
                  </a:cubicBezTo>
                  <a:cubicBezTo>
                    <a:pt x="3837" y="1969"/>
                    <a:pt x="4237" y="1235"/>
                    <a:pt x="4171" y="468"/>
                  </a:cubicBezTo>
                  <a:cubicBezTo>
                    <a:pt x="4171" y="334"/>
                    <a:pt x="4137" y="168"/>
                    <a:pt x="4004" y="68"/>
                  </a:cubicBezTo>
                  <a:cubicBezTo>
                    <a:pt x="3937" y="34"/>
                    <a:pt x="3837" y="1"/>
                    <a:pt x="373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46"/>
            <p:cNvSpPr/>
            <p:nvPr/>
          </p:nvSpPr>
          <p:spPr>
            <a:xfrm>
              <a:off x="3328375" y="2123875"/>
              <a:ext cx="109500" cy="39925"/>
            </a:xfrm>
            <a:custGeom>
              <a:rect b="b" l="l" r="r" t="t"/>
              <a:pathLst>
                <a:path extrusionOk="0" h="1597" w="4380">
                  <a:moveTo>
                    <a:pt x="2279" y="1"/>
                  </a:moveTo>
                  <a:cubicBezTo>
                    <a:pt x="1734" y="1"/>
                    <a:pt x="1236" y="50"/>
                    <a:pt x="1068" y="74"/>
                  </a:cubicBezTo>
                  <a:cubicBezTo>
                    <a:pt x="835" y="107"/>
                    <a:pt x="568" y="141"/>
                    <a:pt x="368" y="274"/>
                  </a:cubicBezTo>
                  <a:cubicBezTo>
                    <a:pt x="134" y="441"/>
                    <a:pt x="1" y="675"/>
                    <a:pt x="34" y="941"/>
                  </a:cubicBezTo>
                  <a:cubicBezTo>
                    <a:pt x="67" y="1108"/>
                    <a:pt x="234" y="1275"/>
                    <a:pt x="401" y="1375"/>
                  </a:cubicBezTo>
                  <a:cubicBezTo>
                    <a:pt x="568" y="1442"/>
                    <a:pt x="768" y="1475"/>
                    <a:pt x="968" y="1508"/>
                  </a:cubicBezTo>
                  <a:cubicBezTo>
                    <a:pt x="1350" y="1556"/>
                    <a:pt x="1739" y="1596"/>
                    <a:pt x="2122" y="1596"/>
                  </a:cubicBezTo>
                  <a:cubicBezTo>
                    <a:pt x="2541" y="1596"/>
                    <a:pt x="2953" y="1548"/>
                    <a:pt x="3336" y="1408"/>
                  </a:cubicBezTo>
                  <a:cubicBezTo>
                    <a:pt x="3637" y="1308"/>
                    <a:pt x="3937" y="1175"/>
                    <a:pt x="4037" y="908"/>
                  </a:cubicBezTo>
                  <a:cubicBezTo>
                    <a:pt x="4379" y="159"/>
                    <a:pt x="3254" y="1"/>
                    <a:pt x="227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46"/>
            <p:cNvSpPr/>
            <p:nvPr/>
          </p:nvSpPr>
          <p:spPr>
            <a:xfrm>
              <a:off x="3296700" y="2284100"/>
              <a:ext cx="148450" cy="80825"/>
            </a:xfrm>
            <a:custGeom>
              <a:rect b="b" l="l" r="r" t="t"/>
              <a:pathLst>
                <a:path extrusionOk="0" h="3233" w="5938">
                  <a:moveTo>
                    <a:pt x="2837" y="1"/>
                  </a:moveTo>
                  <a:cubicBezTo>
                    <a:pt x="2042" y="1"/>
                    <a:pt x="1239" y="117"/>
                    <a:pt x="534" y="370"/>
                  </a:cubicBezTo>
                  <a:cubicBezTo>
                    <a:pt x="367" y="437"/>
                    <a:pt x="167" y="503"/>
                    <a:pt x="100" y="670"/>
                  </a:cubicBezTo>
                  <a:cubicBezTo>
                    <a:pt x="0" y="904"/>
                    <a:pt x="100" y="1170"/>
                    <a:pt x="267" y="1371"/>
                  </a:cubicBezTo>
                  <a:cubicBezTo>
                    <a:pt x="534" y="1738"/>
                    <a:pt x="968" y="2038"/>
                    <a:pt x="1401" y="2271"/>
                  </a:cubicBezTo>
                  <a:cubicBezTo>
                    <a:pt x="2302" y="2772"/>
                    <a:pt x="3336" y="3072"/>
                    <a:pt x="4337" y="3205"/>
                  </a:cubicBezTo>
                  <a:cubicBezTo>
                    <a:pt x="4456" y="3222"/>
                    <a:pt x="4583" y="3233"/>
                    <a:pt x="4709" y="3233"/>
                  </a:cubicBezTo>
                  <a:cubicBezTo>
                    <a:pt x="5075" y="3233"/>
                    <a:pt x="5439" y="3144"/>
                    <a:pt x="5638" y="2872"/>
                  </a:cubicBezTo>
                  <a:cubicBezTo>
                    <a:pt x="5938" y="2405"/>
                    <a:pt x="5904" y="1471"/>
                    <a:pt x="5704" y="970"/>
                  </a:cubicBezTo>
                  <a:cubicBezTo>
                    <a:pt x="5537" y="537"/>
                    <a:pt x="5204" y="370"/>
                    <a:pt x="4770" y="236"/>
                  </a:cubicBezTo>
                  <a:cubicBezTo>
                    <a:pt x="4174" y="84"/>
                    <a:pt x="3509" y="1"/>
                    <a:pt x="283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46"/>
            <p:cNvSpPr/>
            <p:nvPr/>
          </p:nvSpPr>
          <p:spPr>
            <a:xfrm>
              <a:off x="3179100" y="2502700"/>
              <a:ext cx="127625" cy="91300"/>
            </a:xfrm>
            <a:custGeom>
              <a:rect b="b" l="l" r="r" t="t"/>
              <a:pathLst>
                <a:path extrusionOk="0" h="3652" w="5105">
                  <a:moveTo>
                    <a:pt x="1256" y="0"/>
                  </a:moveTo>
                  <a:cubicBezTo>
                    <a:pt x="830" y="0"/>
                    <a:pt x="419" y="93"/>
                    <a:pt x="201" y="432"/>
                  </a:cubicBezTo>
                  <a:cubicBezTo>
                    <a:pt x="34" y="666"/>
                    <a:pt x="1" y="999"/>
                    <a:pt x="34" y="1300"/>
                  </a:cubicBezTo>
                  <a:cubicBezTo>
                    <a:pt x="168" y="2100"/>
                    <a:pt x="901" y="2701"/>
                    <a:pt x="1635" y="3134"/>
                  </a:cubicBezTo>
                  <a:cubicBezTo>
                    <a:pt x="2069" y="3368"/>
                    <a:pt x="2569" y="3601"/>
                    <a:pt x="3070" y="3635"/>
                  </a:cubicBezTo>
                  <a:cubicBezTo>
                    <a:pt x="3152" y="3645"/>
                    <a:pt x="3236" y="3651"/>
                    <a:pt x="3321" y="3651"/>
                  </a:cubicBezTo>
                  <a:cubicBezTo>
                    <a:pt x="3750" y="3651"/>
                    <a:pt x="4192" y="3507"/>
                    <a:pt x="4471" y="3201"/>
                  </a:cubicBezTo>
                  <a:cubicBezTo>
                    <a:pt x="5004" y="2634"/>
                    <a:pt x="5104" y="1366"/>
                    <a:pt x="4404" y="866"/>
                  </a:cubicBezTo>
                  <a:cubicBezTo>
                    <a:pt x="3770" y="366"/>
                    <a:pt x="2536" y="165"/>
                    <a:pt x="1735" y="32"/>
                  </a:cubicBezTo>
                  <a:cubicBezTo>
                    <a:pt x="1580" y="14"/>
                    <a:pt x="1417" y="0"/>
                    <a:pt x="125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46"/>
            <p:cNvSpPr/>
            <p:nvPr/>
          </p:nvSpPr>
          <p:spPr>
            <a:xfrm>
              <a:off x="3029000" y="2571275"/>
              <a:ext cx="115100" cy="133025"/>
            </a:xfrm>
            <a:custGeom>
              <a:rect b="b" l="l" r="r" t="t"/>
              <a:pathLst>
                <a:path extrusionOk="0" h="5321" w="4604">
                  <a:moveTo>
                    <a:pt x="2528" y="1"/>
                  </a:moveTo>
                  <a:cubicBezTo>
                    <a:pt x="2275" y="1"/>
                    <a:pt x="2018" y="34"/>
                    <a:pt x="1768" y="91"/>
                  </a:cubicBezTo>
                  <a:cubicBezTo>
                    <a:pt x="1235" y="258"/>
                    <a:pt x="701" y="525"/>
                    <a:pt x="367" y="1025"/>
                  </a:cubicBezTo>
                  <a:cubicBezTo>
                    <a:pt x="67" y="1459"/>
                    <a:pt x="1" y="1992"/>
                    <a:pt x="67" y="2526"/>
                  </a:cubicBezTo>
                  <a:cubicBezTo>
                    <a:pt x="134" y="3026"/>
                    <a:pt x="367" y="3493"/>
                    <a:pt x="601" y="3960"/>
                  </a:cubicBezTo>
                  <a:cubicBezTo>
                    <a:pt x="834" y="4394"/>
                    <a:pt x="1135" y="4828"/>
                    <a:pt x="1568" y="5095"/>
                  </a:cubicBezTo>
                  <a:cubicBezTo>
                    <a:pt x="1797" y="5235"/>
                    <a:pt x="2063" y="5320"/>
                    <a:pt x="2322" y="5320"/>
                  </a:cubicBezTo>
                  <a:cubicBezTo>
                    <a:pt x="2554" y="5320"/>
                    <a:pt x="2780" y="5252"/>
                    <a:pt x="2969" y="5095"/>
                  </a:cubicBezTo>
                  <a:cubicBezTo>
                    <a:pt x="3236" y="4894"/>
                    <a:pt x="3370" y="4561"/>
                    <a:pt x="3503" y="4261"/>
                  </a:cubicBezTo>
                  <a:cubicBezTo>
                    <a:pt x="3803" y="3493"/>
                    <a:pt x="4103" y="2726"/>
                    <a:pt x="4370" y="1959"/>
                  </a:cubicBezTo>
                  <a:cubicBezTo>
                    <a:pt x="4604" y="1359"/>
                    <a:pt x="4370" y="892"/>
                    <a:pt x="3870" y="458"/>
                  </a:cubicBezTo>
                  <a:cubicBezTo>
                    <a:pt x="3496" y="127"/>
                    <a:pt x="3019" y="1"/>
                    <a:pt x="25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59" name="Google Shape;1359;p46"/>
          <p:cNvGrpSpPr/>
          <p:nvPr/>
        </p:nvGrpSpPr>
        <p:grpSpPr>
          <a:xfrm>
            <a:off x="7445225" y="-113525"/>
            <a:ext cx="1515275" cy="1150275"/>
            <a:chOff x="4181475" y="1873500"/>
            <a:chExt cx="1515275" cy="1150275"/>
          </a:xfrm>
        </p:grpSpPr>
        <p:sp>
          <p:nvSpPr>
            <p:cNvPr id="1360" name="Google Shape;1360;p46"/>
            <p:cNvSpPr/>
            <p:nvPr/>
          </p:nvSpPr>
          <p:spPr>
            <a:xfrm>
              <a:off x="4181475" y="1873500"/>
              <a:ext cx="1515275" cy="1150275"/>
            </a:xfrm>
            <a:custGeom>
              <a:rect b="b" l="l" r="r" t="t"/>
              <a:pathLst>
                <a:path extrusionOk="0" h="46011" w="60611">
                  <a:moveTo>
                    <a:pt x="31142" y="0"/>
                  </a:moveTo>
                  <a:cubicBezTo>
                    <a:pt x="29904" y="0"/>
                    <a:pt x="28696" y="320"/>
                    <a:pt x="27487" y="670"/>
                  </a:cubicBezTo>
                  <a:cubicBezTo>
                    <a:pt x="24485" y="1604"/>
                    <a:pt x="21616" y="2938"/>
                    <a:pt x="18814" y="4372"/>
                  </a:cubicBezTo>
                  <a:cubicBezTo>
                    <a:pt x="13310" y="7174"/>
                    <a:pt x="8040" y="10477"/>
                    <a:pt x="3036" y="14146"/>
                  </a:cubicBezTo>
                  <a:cubicBezTo>
                    <a:pt x="1402" y="15347"/>
                    <a:pt x="1" y="16247"/>
                    <a:pt x="167" y="18482"/>
                  </a:cubicBezTo>
                  <a:cubicBezTo>
                    <a:pt x="401" y="21351"/>
                    <a:pt x="3403" y="23886"/>
                    <a:pt x="5271" y="25854"/>
                  </a:cubicBezTo>
                  <a:cubicBezTo>
                    <a:pt x="8206" y="28957"/>
                    <a:pt x="11175" y="32059"/>
                    <a:pt x="14478" y="34761"/>
                  </a:cubicBezTo>
                  <a:cubicBezTo>
                    <a:pt x="16946" y="36729"/>
                    <a:pt x="18747" y="39331"/>
                    <a:pt x="21249" y="41332"/>
                  </a:cubicBezTo>
                  <a:cubicBezTo>
                    <a:pt x="23718" y="43267"/>
                    <a:pt x="26486" y="45802"/>
                    <a:pt x="29722" y="46002"/>
                  </a:cubicBezTo>
                  <a:cubicBezTo>
                    <a:pt x="29835" y="46008"/>
                    <a:pt x="29946" y="46011"/>
                    <a:pt x="30055" y="46011"/>
                  </a:cubicBezTo>
                  <a:cubicBezTo>
                    <a:pt x="31868" y="46011"/>
                    <a:pt x="33078" y="45239"/>
                    <a:pt x="34525" y="44201"/>
                  </a:cubicBezTo>
                  <a:cubicBezTo>
                    <a:pt x="40296" y="40065"/>
                    <a:pt x="45533" y="35194"/>
                    <a:pt x="50103" y="29724"/>
                  </a:cubicBezTo>
                  <a:cubicBezTo>
                    <a:pt x="53205" y="26021"/>
                    <a:pt x="56341" y="22419"/>
                    <a:pt x="58409" y="17982"/>
                  </a:cubicBezTo>
                  <a:cubicBezTo>
                    <a:pt x="59176" y="16281"/>
                    <a:pt x="60611" y="14780"/>
                    <a:pt x="59210" y="12945"/>
                  </a:cubicBezTo>
                  <a:cubicBezTo>
                    <a:pt x="58376" y="11878"/>
                    <a:pt x="57175" y="11244"/>
                    <a:pt x="56007" y="10610"/>
                  </a:cubicBezTo>
                  <a:cubicBezTo>
                    <a:pt x="49336" y="7108"/>
                    <a:pt x="42631" y="3572"/>
                    <a:pt x="35526" y="1003"/>
                  </a:cubicBezTo>
                  <a:cubicBezTo>
                    <a:pt x="34192" y="503"/>
                    <a:pt x="32791" y="36"/>
                    <a:pt x="31323" y="2"/>
                  </a:cubicBezTo>
                  <a:cubicBezTo>
                    <a:pt x="31263" y="1"/>
                    <a:pt x="31202" y="0"/>
                    <a:pt x="3114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46"/>
            <p:cNvSpPr/>
            <p:nvPr/>
          </p:nvSpPr>
          <p:spPr>
            <a:xfrm>
              <a:off x="4185650" y="2212125"/>
              <a:ext cx="1503600" cy="811650"/>
            </a:xfrm>
            <a:custGeom>
              <a:rect b="b" l="l" r="r" t="t"/>
              <a:pathLst>
                <a:path extrusionOk="0" h="32466" w="60144">
                  <a:moveTo>
                    <a:pt x="59409" y="1"/>
                  </a:moveTo>
                  <a:cubicBezTo>
                    <a:pt x="59143" y="901"/>
                    <a:pt x="58542" y="1768"/>
                    <a:pt x="58109" y="2669"/>
                  </a:cubicBezTo>
                  <a:cubicBezTo>
                    <a:pt x="56040" y="7139"/>
                    <a:pt x="52905" y="10708"/>
                    <a:pt x="49803" y="14444"/>
                  </a:cubicBezTo>
                  <a:cubicBezTo>
                    <a:pt x="45233" y="19915"/>
                    <a:pt x="39996" y="24785"/>
                    <a:pt x="34225" y="28921"/>
                  </a:cubicBezTo>
                  <a:cubicBezTo>
                    <a:pt x="32777" y="29960"/>
                    <a:pt x="31567" y="30731"/>
                    <a:pt x="29782" y="30731"/>
                  </a:cubicBezTo>
                  <a:cubicBezTo>
                    <a:pt x="29675" y="30731"/>
                    <a:pt x="29566" y="30728"/>
                    <a:pt x="29455" y="30723"/>
                  </a:cubicBezTo>
                  <a:cubicBezTo>
                    <a:pt x="26186" y="30522"/>
                    <a:pt x="23450" y="27987"/>
                    <a:pt x="20982" y="26053"/>
                  </a:cubicBezTo>
                  <a:cubicBezTo>
                    <a:pt x="18447" y="24018"/>
                    <a:pt x="16679" y="21449"/>
                    <a:pt x="14211" y="19481"/>
                  </a:cubicBezTo>
                  <a:cubicBezTo>
                    <a:pt x="10875" y="16779"/>
                    <a:pt x="7939" y="13677"/>
                    <a:pt x="5004" y="10575"/>
                  </a:cubicBezTo>
                  <a:cubicBezTo>
                    <a:pt x="3303" y="8807"/>
                    <a:pt x="701" y="6572"/>
                    <a:pt x="34" y="4003"/>
                  </a:cubicBezTo>
                  <a:cubicBezTo>
                    <a:pt x="0" y="4304"/>
                    <a:pt x="0" y="4604"/>
                    <a:pt x="0" y="4937"/>
                  </a:cubicBezTo>
                  <a:cubicBezTo>
                    <a:pt x="234" y="7806"/>
                    <a:pt x="3236" y="10341"/>
                    <a:pt x="5104" y="12309"/>
                  </a:cubicBezTo>
                  <a:cubicBezTo>
                    <a:pt x="8039" y="15412"/>
                    <a:pt x="11008" y="18514"/>
                    <a:pt x="14311" y="21216"/>
                  </a:cubicBezTo>
                  <a:cubicBezTo>
                    <a:pt x="16779" y="23184"/>
                    <a:pt x="18580" y="25786"/>
                    <a:pt x="21082" y="27787"/>
                  </a:cubicBezTo>
                  <a:cubicBezTo>
                    <a:pt x="23551" y="29722"/>
                    <a:pt x="26319" y="32257"/>
                    <a:pt x="29555" y="32457"/>
                  </a:cubicBezTo>
                  <a:cubicBezTo>
                    <a:pt x="29668" y="32463"/>
                    <a:pt x="29779" y="32466"/>
                    <a:pt x="29888" y="32466"/>
                  </a:cubicBezTo>
                  <a:cubicBezTo>
                    <a:pt x="31701" y="32466"/>
                    <a:pt x="32911" y="31694"/>
                    <a:pt x="34358" y="30656"/>
                  </a:cubicBezTo>
                  <a:cubicBezTo>
                    <a:pt x="40129" y="26520"/>
                    <a:pt x="45366" y="21649"/>
                    <a:pt x="49936" y="16179"/>
                  </a:cubicBezTo>
                  <a:cubicBezTo>
                    <a:pt x="53038" y="12443"/>
                    <a:pt x="56174" y="8874"/>
                    <a:pt x="58242" y="4404"/>
                  </a:cubicBezTo>
                  <a:cubicBezTo>
                    <a:pt x="58909" y="2936"/>
                    <a:pt x="60143" y="1568"/>
                    <a:pt x="5940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46"/>
            <p:cNvSpPr/>
            <p:nvPr/>
          </p:nvSpPr>
          <p:spPr>
            <a:xfrm>
              <a:off x="4311575" y="1930175"/>
              <a:ext cx="1245900" cy="950075"/>
            </a:xfrm>
            <a:custGeom>
              <a:rect b="b" l="l" r="r" t="t"/>
              <a:pathLst>
                <a:path extrusionOk="0" h="38003" w="49836">
                  <a:moveTo>
                    <a:pt x="40963" y="19618"/>
                  </a:moveTo>
                  <a:cubicBezTo>
                    <a:pt x="42364" y="19618"/>
                    <a:pt x="42364" y="21786"/>
                    <a:pt x="40963" y="21786"/>
                  </a:cubicBezTo>
                  <a:cubicBezTo>
                    <a:pt x="39562" y="21786"/>
                    <a:pt x="39562" y="19618"/>
                    <a:pt x="40963" y="19618"/>
                  </a:cubicBezTo>
                  <a:close/>
                  <a:moveTo>
                    <a:pt x="36193" y="21953"/>
                  </a:moveTo>
                  <a:cubicBezTo>
                    <a:pt x="37160" y="21953"/>
                    <a:pt x="37160" y="23487"/>
                    <a:pt x="36193" y="23487"/>
                  </a:cubicBezTo>
                  <a:cubicBezTo>
                    <a:pt x="35192" y="23487"/>
                    <a:pt x="35192" y="21953"/>
                    <a:pt x="36193" y="21953"/>
                  </a:cubicBezTo>
                  <a:close/>
                  <a:moveTo>
                    <a:pt x="10575" y="23421"/>
                  </a:moveTo>
                  <a:cubicBezTo>
                    <a:pt x="11242" y="23421"/>
                    <a:pt x="11709" y="23988"/>
                    <a:pt x="11742" y="24621"/>
                  </a:cubicBezTo>
                  <a:cubicBezTo>
                    <a:pt x="11775" y="25255"/>
                    <a:pt x="11175" y="25789"/>
                    <a:pt x="10575" y="25789"/>
                  </a:cubicBezTo>
                  <a:cubicBezTo>
                    <a:pt x="9907" y="25789"/>
                    <a:pt x="9407" y="25255"/>
                    <a:pt x="9374" y="24621"/>
                  </a:cubicBezTo>
                  <a:cubicBezTo>
                    <a:pt x="9374" y="23988"/>
                    <a:pt x="9941" y="23421"/>
                    <a:pt x="10575" y="23421"/>
                  </a:cubicBezTo>
                  <a:close/>
                  <a:moveTo>
                    <a:pt x="36193" y="25022"/>
                  </a:moveTo>
                  <a:cubicBezTo>
                    <a:pt x="36526" y="25022"/>
                    <a:pt x="36827" y="25122"/>
                    <a:pt x="37127" y="25255"/>
                  </a:cubicBezTo>
                  <a:cubicBezTo>
                    <a:pt x="37127" y="25255"/>
                    <a:pt x="37160" y="25289"/>
                    <a:pt x="37160" y="25289"/>
                  </a:cubicBezTo>
                  <a:cubicBezTo>
                    <a:pt x="37661" y="25522"/>
                    <a:pt x="37961" y="26089"/>
                    <a:pt x="38027" y="26589"/>
                  </a:cubicBezTo>
                  <a:cubicBezTo>
                    <a:pt x="38094" y="27157"/>
                    <a:pt x="37927" y="27690"/>
                    <a:pt x="37527" y="28124"/>
                  </a:cubicBezTo>
                  <a:lnTo>
                    <a:pt x="37494" y="28157"/>
                  </a:lnTo>
                  <a:cubicBezTo>
                    <a:pt x="37170" y="28503"/>
                    <a:pt x="36706" y="28667"/>
                    <a:pt x="36238" y="28667"/>
                  </a:cubicBezTo>
                  <a:cubicBezTo>
                    <a:pt x="35983" y="28667"/>
                    <a:pt x="35727" y="28618"/>
                    <a:pt x="35492" y="28524"/>
                  </a:cubicBezTo>
                  <a:cubicBezTo>
                    <a:pt x="34892" y="28257"/>
                    <a:pt x="34492" y="27724"/>
                    <a:pt x="34392" y="27090"/>
                  </a:cubicBezTo>
                  <a:cubicBezTo>
                    <a:pt x="34291" y="26356"/>
                    <a:pt x="34625" y="25622"/>
                    <a:pt x="35259" y="25255"/>
                  </a:cubicBezTo>
                  <a:cubicBezTo>
                    <a:pt x="35526" y="25122"/>
                    <a:pt x="35893" y="25022"/>
                    <a:pt x="36193" y="25022"/>
                  </a:cubicBezTo>
                  <a:close/>
                  <a:moveTo>
                    <a:pt x="25703" y="1"/>
                  </a:moveTo>
                  <a:cubicBezTo>
                    <a:pt x="24696" y="1"/>
                    <a:pt x="23692" y="254"/>
                    <a:pt x="22717" y="537"/>
                  </a:cubicBezTo>
                  <a:cubicBezTo>
                    <a:pt x="20248" y="1305"/>
                    <a:pt x="17880" y="2406"/>
                    <a:pt x="15545" y="3573"/>
                  </a:cubicBezTo>
                  <a:cubicBezTo>
                    <a:pt x="11008" y="5941"/>
                    <a:pt x="6638" y="8643"/>
                    <a:pt x="2502" y="11679"/>
                  </a:cubicBezTo>
                  <a:cubicBezTo>
                    <a:pt x="1168" y="12646"/>
                    <a:pt x="0" y="13413"/>
                    <a:pt x="167" y="15248"/>
                  </a:cubicBezTo>
                  <a:cubicBezTo>
                    <a:pt x="301" y="17183"/>
                    <a:pt x="1968" y="18951"/>
                    <a:pt x="3436" y="20418"/>
                  </a:cubicBezTo>
                  <a:cubicBezTo>
                    <a:pt x="3570" y="20018"/>
                    <a:pt x="3970" y="19685"/>
                    <a:pt x="4403" y="19685"/>
                  </a:cubicBezTo>
                  <a:cubicBezTo>
                    <a:pt x="4937" y="19685"/>
                    <a:pt x="5371" y="20152"/>
                    <a:pt x="5404" y="20685"/>
                  </a:cubicBezTo>
                  <a:cubicBezTo>
                    <a:pt x="5404" y="21152"/>
                    <a:pt x="5071" y="21519"/>
                    <a:pt x="4637" y="21653"/>
                  </a:cubicBezTo>
                  <a:cubicBezTo>
                    <a:pt x="5037" y="22053"/>
                    <a:pt x="5404" y="22453"/>
                    <a:pt x="5804" y="22853"/>
                  </a:cubicBezTo>
                  <a:cubicBezTo>
                    <a:pt x="6005" y="22587"/>
                    <a:pt x="6271" y="22386"/>
                    <a:pt x="6605" y="22320"/>
                  </a:cubicBezTo>
                  <a:cubicBezTo>
                    <a:pt x="6605" y="22320"/>
                    <a:pt x="6638" y="22286"/>
                    <a:pt x="6672" y="22286"/>
                  </a:cubicBezTo>
                  <a:cubicBezTo>
                    <a:pt x="6784" y="22262"/>
                    <a:pt x="6902" y="22250"/>
                    <a:pt x="7021" y="22250"/>
                  </a:cubicBezTo>
                  <a:cubicBezTo>
                    <a:pt x="7398" y="22250"/>
                    <a:pt x="7786" y="22375"/>
                    <a:pt x="8039" y="22653"/>
                  </a:cubicBezTo>
                  <a:cubicBezTo>
                    <a:pt x="8039" y="22687"/>
                    <a:pt x="8073" y="22687"/>
                    <a:pt x="8073" y="22720"/>
                  </a:cubicBezTo>
                  <a:cubicBezTo>
                    <a:pt x="8606" y="23287"/>
                    <a:pt x="8673" y="24121"/>
                    <a:pt x="8206" y="24721"/>
                  </a:cubicBezTo>
                  <a:cubicBezTo>
                    <a:pt x="8106" y="24855"/>
                    <a:pt x="8006" y="24922"/>
                    <a:pt x="7906" y="25022"/>
                  </a:cubicBezTo>
                  <a:cubicBezTo>
                    <a:pt x="8273" y="25355"/>
                    <a:pt x="8606" y="25689"/>
                    <a:pt x="8973" y="26056"/>
                  </a:cubicBezTo>
                  <a:cubicBezTo>
                    <a:pt x="9140" y="25956"/>
                    <a:pt x="9340" y="25922"/>
                    <a:pt x="9507" y="25922"/>
                  </a:cubicBezTo>
                  <a:cubicBezTo>
                    <a:pt x="10241" y="25922"/>
                    <a:pt x="10808" y="26489"/>
                    <a:pt x="10808" y="27190"/>
                  </a:cubicBezTo>
                  <a:cubicBezTo>
                    <a:pt x="10841" y="27357"/>
                    <a:pt x="10808" y="27523"/>
                    <a:pt x="10741" y="27657"/>
                  </a:cubicBezTo>
                  <a:cubicBezTo>
                    <a:pt x="11142" y="28024"/>
                    <a:pt x="11542" y="28357"/>
                    <a:pt x="11976" y="28691"/>
                  </a:cubicBezTo>
                  <a:cubicBezTo>
                    <a:pt x="13043" y="29558"/>
                    <a:pt x="13977" y="30592"/>
                    <a:pt x="14911" y="31593"/>
                  </a:cubicBezTo>
                  <a:cubicBezTo>
                    <a:pt x="14844" y="30993"/>
                    <a:pt x="15178" y="30359"/>
                    <a:pt x="15945" y="30359"/>
                  </a:cubicBezTo>
                  <a:cubicBezTo>
                    <a:pt x="17313" y="30359"/>
                    <a:pt x="17279" y="32494"/>
                    <a:pt x="15945" y="32494"/>
                  </a:cubicBezTo>
                  <a:cubicBezTo>
                    <a:pt x="15878" y="32494"/>
                    <a:pt x="15812" y="32460"/>
                    <a:pt x="15778" y="32460"/>
                  </a:cubicBezTo>
                  <a:cubicBezTo>
                    <a:pt x="16345" y="33027"/>
                    <a:pt x="16912" y="33594"/>
                    <a:pt x="17580" y="34128"/>
                  </a:cubicBezTo>
                  <a:cubicBezTo>
                    <a:pt x="19614" y="35729"/>
                    <a:pt x="21883" y="37831"/>
                    <a:pt x="24585" y="37998"/>
                  </a:cubicBezTo>
                  <a:cubicBezTo>
                    <a:pt x="24664" y="38001"/>
                    <a:pt x="24741" y="38002"/>
                    <a:pt x="24817" y="38002"/>
                  </a:cubicBezTo>
                  <a:cubicBezTo>
                    <a:pt x="26320" y="38002"/>
                    <a:pt x="27314" y="37387"/>
                    <a:pt x="28521" y="36530"/>
                  </a:cubicBezTo>
                  <a:cubicBezTo>
                    <a:pt x="29121" y="36063"/>
                    <a:pt x="29755" y="35629"/>
                    <a:pt x="30322" y="35162"/>
                  </a:cubicBezTo>
                  <a:cubicBezTo>
                    <a:pt x="28321" y="34495"/>
                    <a:pt x="28554" y="30993"/>
                    <a:pt x="31056" y="30993"/>
                  </a:cubicBezTo>
                  <a:cubicBezTo>
                    <a:pt x="32323" y="30993"/>
                    <a:pt x="33024" y="31927"/>
                    <a:pt x="33091" y="32927"/>
                  </a:cubicBezTo>
                  <a:cubicBezTo>
                    <a:pt x="35492" y="30859"/>
                    <a:pt x="37761" y="28658"/>
                    <a:pt x="39895" y="26289"/>
                  </a:cubicBezTo>
                  <a:cubicBezTo>
                    <a:pt x="39095" y="26156"/>
                    <a:pt x="38528" y="25489"/>
                    <a:pt x="38494" y="24688"/>
                  </a:cubicBezTo>
                  <a:cubicBezTo>
                    <a:pt x="38461" y="23787"/>
                    <a:pt x="39295" y="23020"/>
                    <a:pt x="40162" y="23020"/>
                  </a:cubicBezTo>
                  <a:cubicBezTo>
                    <a:pt x="40896" y="23020"/>
                    <a:pt x="41497" y="23521"/>
                    <a:pt x="41697" y="24188"/>
                  </a:cubicBezTo>
                  <a:cubicBezTo>
                    <a:pt x="43965" y="21486"/>
                    <a:pt x="46167" y="18884"/>
                    <a:pt x="47768" y="15782"/>
                  </a:cubicBezTo>
                  <a:lnTo>
                    <a:pt x="47768" y="15782"/>
                  </a:lnTo>
                  <a:cubicBezTo>
                    <a:pt x="47705" y="15793"/>
                    <a:pt x="47641" y="15799"/>
                    <a:pt x="47577" y="15799"/>
                  </a:cubicBezTo>
                  <a:cubicBezTo>
                    <a:pt x="47267" y="15799"/>
                    <a:pt x="46955" y="15669"/>
                    <a:pt x="46734" y="15448"/>
                  </a:cubicBezTo>
                  <a:cubicBezTo>
                    <a:pt x="46200" y="14914"/>
                    <a:pt x="46300" y="13914"/>
                    <a:pt x="46967" y="13513"/>
                  </a:cubicBezTo>
                  <a:cubicBezTo>
                    <a:pt x="47001" y="13513"/>
                    <a:pt x="47034" y="13513"/>
                    <a:pt x="47067" y="13480"/>
                  </a:cubicBezTo>
                  <a:cubicBezTo>
                    <a:pt x="47246" y="13378"/>
                    <a:pt x="47440" y="13329"/>
                    <a:pt x="47634" y="13329"/>
                  </a:cubicBezTo>
                  <a:cubicBezTo>
                    <a:pt x="47945" y="13329"/>
                    <a:pt x="48255" y="13454"/>
                    <a:pt x="48502" y="13680"/>
                  </a:cubicBezTo>
                  <a:cubicBezTo>
                    <a:pt x="48602" y="13747"/>
                    <a:pt x="48668" y="13847"/>
                    <a:pt x="48735" y="13947"/>
                  </a:cubicBezTo>
                  <a:cubicBezTo>
                    <a:pt x="49302" y="12880"/>
                    <a:pt x="49836" y="11879"/>
                    <a:pt x="48935" y="10678"/>
                  </a:cubicBezTo>
                  <a:cubicBezTo>
                    <a:pt x="48268" y="9811"/>
                    <a:pt x="47267" y="9277"/>
                    <a:pt x="46300" y="8777"/>
                  </a:cubicBezTo>
                  <a:cubicBezTo>
                    <a:pt x="40763" y="5841"/>
                    <a:pt x="35225" y="2939"/>
                    <a:pt x="29355" y="804"/>
                  </a:cubicBezTo>
                  <a:cubicBezTo>
                    <a:pt x="28254" y="404"/>
                    <a:pt x="27086" y="37"/>
                    <a:pt x="25885" y="4"/>
                  </a:cubicBezTo>
                  <a:cubicBezTo>
                    <a:pt x="25825" y="2"/>
                    <a:pt x="25764" y="1"/>
                    <a:pt x="2570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63" name="Google Shape;1363;p46"/>
          <p:cNvGrpSpPr/>
          <p:nvPr/>
        </p:nvGrpSpPr>
        <p:grpSpPr>
          <a:xfrm>
            <a:off x="284563" y="-37337"/>
            <a:ext cx="1361850" cy="879500"/>
            <a:chOff x="538050" y="1430388"/>
            <a:chExt cx="1361850" cy="879500"/>
          </a:xfrm>
        </p:grpSpPr>
        <p:sp>
          <p:nvSpPr>
            <p:cNvPr id="1364" name="Google Shape;1364;p46"/>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46"/>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46"/>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46"/>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68" name="Google Shape;1368;p46"/>
          <p:cNvGrpSpPr/>
          <p:nvPr/>
        </p:nvGrpSpPr>
        <p:grpSpPr>
          <a:xfrm>
            <a:off x="-76212" y="1590675"/>
            <a:ext cx="1373500" cy="922925"/>
            <a:chOff x="2302238" y="842175"/>
            <a:chExt cx="1373500" cy="922925"/>
          </a:xfrm>
        </p:grpSpPr>
        <p:sp>
          <p:nvSpPr>
            <p:cNvPr id="1369" name="Google Shape;1369;p46"/>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46"/>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46"/>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46"/>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46"/>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46"/>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46"/>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46"/>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46"/>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46"/>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p46"/>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46"/>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46"/>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46"/>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46"/>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46"/>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46"/>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46"/>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46"/>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46"/>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46"/>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46"/>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46"/>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46"/>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46"/>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46"/>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46"/>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46"/>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46"/>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46"/>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46"/>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46"/>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46"/>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46"/>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46"/>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46"/>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46"/>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p46"/>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46"/>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46"/>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46"/>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46"/>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11" name="Google Shape;1411;p46"/>
          <p:cNvGrpSpPr/>
          <p:nvPr/>
        </p:nvGrpSpPr>
        <p:grpSpPr>
          <a:xfrm rot="-7268142">
            <a:off x="6111508" y="2302859"/>
            <a:ext cx="1237226" cy="837876"/>
            <a:chOff x="7954342" y="56442"/>
            <a:chExt cx="1237147" cy="837822"/>
          </a:xfrm>
        </p:grpSpPr>
        <p:sp>
          <p:nvSpPr>
            <p:cNvPr id="1412" name="Google Shape;1412;p46"/>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46"/>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46"/>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46"/>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46"/>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46"/>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46"/>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46"/>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46"/>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21" name="Google Shape;1421;p46"/>
          <p:cNvSpPr/>
          <p:nvPr/>
        </p:nvSpPr>
        <p:spPr>
          <a:xfrm>
            <a:off x="1068700" y="-275425"/>
            <a:ext cx="1024467" cy="3537519"/>
          </a:xfrm>
          <a:custGeom>
            <a:rect b="b" l="l" r="r" t="t"/>
            <a:pathLst>
              <a:path extrusionOk="0" h="96799" w="54682">
                <a:moveTo>
                  <a:pt x="8263" y="1503"/>
                </a:moveTo>
                <a:cubicBezTo>
                  <a:pt x="11476" y="1595"/>
                  <a:pt x="19830" y="-2077"/>
                  <a:pt x="27542" y="2054"/>
                </a:cubicBezTo>
                <a:cubicBezTo>
                  <a:pt x="35254" y="6185"/>
                  <a:pt x="53340" y="20048"/>
                  <a:pt x="54533" y="26291"/>
                </a:cubicBezTo>
                <a:cubicBezTo>
                  <a:pt x="55727" y="32534"/>
                  <a:pt x="37274" y="32901"/>
                  <a:pt x="34703" y="39511"/>
                </a:cubicBezTo>
                <a:cubicBezTo>
                  <a:pt x="32133" y="46121"/>
                  <a:pt x="40854" y="58516"/>
                  <a:pt x="39110" y="65952"/>
                </a:cubicBezTo>
                <a:cubicBezTo>
                  <a:pt x="37366" y="73388"/>
                  <a:pt x="30755" y="78988"/>
                  <a:pt x="24237" y="84129"/>
                </a:cubicBezTo>
                <a:cubicBezTo>
                  <a:pt x="17719" y="89270"/>
                  <a:pt x="4040" y="94687"/>
                  <a:pt x="0" y="96799"/>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7">
    <p:spTree>
      <p:nvGrpSpPr>
        <p:cNvPr id="1422" name="Shape 1422"/>
        <p:cNvGrpSpPr/>
        <p:nvPr/>
      </p:nvGrpSpPr>
      <p:grpSpPr>
        <a:xfrm>
          <a:off x="0" y="0"/>
          <a:ext cx="0" cy="0"/>
          <a:chOff x="0" y="0"/>
          <a:chExt cx="0" cy="0"/>
        </a:xfrm>
      </p:grpSpPr>
      <p:grpSp>
        <p:nvGrpSpPr>
          <p:cNvPr id="1423" name="Google Shape;1423;p47"/>
          <p:cNvGrpSpPr/>
          <p:nvPr/>
        </p:nvGrpSpPr>
        <p:grpSpPr>
          <a:xfrm>
            <a:off x="-88262" y="4349775"/>
            <a:ext cx="1614525" cy="779075"/>
            <a:chOff x="407100" y="684850"/>
            <a:chExt cx="1614525" cy="779075"/>
          </a:xfrm>
        </p:grpSpPr>
        <p:sp>
          <p:nvSpPr>
            <p:cNvPr id="1424" name="Google Shape;1424;p47"/>
            <p:cNvSpPr/>
            <p:nvPr/>
          </p:nvSpPr>
          <p:spPr>
            <a:xfrm>
              <a:off x="407100" y="684850"/>
              <a:ext cx="1614525" cy="779075"/>
            </a:xfrm>
            <a:custGeom>
              <a:rect b="b" l="l" r="r" t="t"/>
              <a:pathLst>
                <a:path extrusionOk="0" h="31163" w="64581">
                  <a:moveTo>
                    <a:pt x="58224" y="0"/>
                  </a:moveTo>
                  <a:cubicBezTo>
                    <a:pt x="51269" y="0"/>
                    <a:pt x="44288" y="1367"/>
                    <a:pt x="37828" y="4004"/>
                  </a:cubicBezTo>
                  <a:cubicBezTo>
                    <a:pt x="36994" y="4337"/>
                    <a:pt x="36126" y="4704"/>
                    <a:pt x="35226" y="4804"/>
                  </a:cubicBezTo>
                  <a:cubicBezTo>
                    <a:pt x="34985" y="4842"/>
                    <a:pt x="34741" y="4855"/>
                    <a:pt x="34495" y="4855"/>
                  </a:cubicBezTo>
                  <a:cubicBezTo>
                    <a:pt x="33858" y="4855"/>
                    <a:pt x="33207" y="4762"/>
                    <a:pt x="32557" y="4738"/>
                  </a:cubicBezTo>
                  <a:cubicBezTo>
                    <a:pt x="32397" y="4731"/>
                    <a:pt x="32234" y="4727"/>
                    <a:pt x="32070" y="4727"/>
                  </a:cubicBezTo>
                  <a:cubicBezTo>
                    <a:pt x="29869" y="4727"/>
                    <a:pt x="27310" y="5336"/>
                    <a:pt x="25385" y="6205"/>
                  </a:cubicBezTo>
                  <a:cubicBezTo>
                    <a:pt x="22850" y="7340"/>
                    <a:pt x="20482" y="10075"/>
                    <a:pt x="18347" y="11809"/>
                  </a:cubicBezTo>
                  <a:cubicBezTo>
                    <a:pt x="13377" y="15879"/>
                    <a:pt x="8340" y="19882"/>
                    <a:pt x="3136" y="23718"/>
                  </a:cubicBezTo>
                  <a:cubicBezTo>
                    <a:pt x="1502" y="24919"/>
                    <a:pt x="1" y="26753"/>
                    <a:pt x="1435" y="28822"/>
                  </a:cubicBezTo>
                  <a:cubicBezTo>
                    <a:pt x="2202" y="29922"/>
                    <a:pt x="3503" y="30523"/>
                    <a:pt x="4804" y="30823"/>
                  </a:cubicBezTo>
                  <a:cubicBezTo>
                    <a:pt x="5826" y="31061"/>
                    <a:pt x="6809" y="31163"/>
                    <a:pt x="7775" y="31163"/>
                  </a:cubicBezTo>
                  <a:cubicBezTo>
                    <a:pt x="9523" y="31163"/>
                    <a:pt x="11215" y="30829"/>
                    <a:pt x="12977" y="30356"/>
                  </a:cubicBezTo>
                  <a:cubicBezTo>
                    <a:pt x="16379" y="29422"/>
                    <a:pt x="19815" y="28555"/>
                    <a:pt x="23251" y="27788"/>
                  </a:cubicBezTo>
                  <a:cubicBezTo>
                    <a:pt x="30122" y="26286"/>
                    <a:pt x="37094" y="25119"/>
                    <a:pt x="44099" y="24318"/>
                  </a:cubicBezTo>
                  <a:cubicBezTo>
                    <a:pt x="45333" y="24185"/>
                    <a:pt x="46567" y="24052"/>
                    <a:pt x="47701" y="23551"/>
                  </a:cubicBezTo>
                  <a:cubicBezTo>
                    <a:pt x="48869" y="23084"/>
                    <a:pt x="49903" y="22217"/>
                    <a:pt x="50236" y="21049"/>
                  </a:cubicBezTo>
                  <a:cubicBezTo>
                    <a:pt x="50370" y="20582"/>
                    <a:pt x="50437" y="20082"/>
                    <a:pt x="50603" y="19648"/>
                  </a:cubicBezTo>
                  <a:cubicBezTo>
                    <a:pt x="50870" y="18915"/>
                    <a:pt x="51504" y="18381"/>
                    <a:pt x="52104" y="17880"/>
                  </a:cubicBezTo>
                  <a:cubicBezTo>
                    <a:pt x="54606" y="15679"/>
                    <a:pt x="56841" y="13177"/>
                    <a:pt x="58709" y="10408"/>
                  </a:cubicBezTo>
                  <a:cubicBezTo>
                    <a:pt x="59443" y="9308"/>
                    <a:pt x="59910" y="8440"/>
                    <a:pt x="61111" y="7840"/>
                  </a:cubicBezTo>
                  <a:cubicBezTo>
                    <a:pt x="62445" y="7206"/>
                    <a:pt x="63546" y="7039"/>
                    <a:pt x="63880" y="5338"/>
                  </a:cubicBezTo>
                  <a:cubicBezTo>
                    <a:pt x="64146" y="3937"/>
                    <a:pt x="64580" y="2236"/>
                    <a:pt x="63446" y="1202"/>
                  </a:cubicBezTo>
                  <a:cubicBezTo>
                    <a:pt x="62178" y="101"/>
                    <a:pt x="60077" y="34"/>
                    <a:pt x="58476" y="1"/>
                  </a:cubicBezTo>
                  <a:cubicBezTo>
                    <a:pt x="58392" y="1"/>
                    <a:pt x="58308" y="0"/>
                    <a:pt x="5822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47"/>
            <p:cNvSpPr/>
            <p:nvPr/>
          </p:nvSpPr>
          <p:spPr>
            <a:xfrm>
              <a:off x="407100" y="1061225"/>
              <a:ext cx="1178375" cy="369275"/>
            </a:xfrm>
            <a:custGeom>
              <a:rect b="b" l="l" r="r" t="t"/>
              <a:pathLst>
                <a:path extrusionOk="0" h="14771" w="47135">
                  <a:moveTo>
                    <a:pt x="36928" y="0"/>
                  </a:moveTo>
                  <a:cubicBezTo>
                    <a:pt x="36372" y="0"/>
                    <a:pt x="35816" y="10"/>
                    <a:pt x="35259" y="23"/>
                  </a:cubicBezTo>
                  <a:cubicBezTo>
                    <a:pt x="31657" y="90"/>
                    <a:pt x="28021" y="390"/>
                    <a:pt x="24418" y="924"/>
                  </a:cubicBezTo>
                  <a:cubicBezTo>
                    <a:pt x="21816" y="1324"/>
                    <a:pt x="19248" y="1825"/>
                    <a:pt x="16779" y="2725"/>
                  </a:cubicBezTo>
                  <a:cubicBezTo>
                    <a:pt x="14211" y="3693"/>
                    <a:pt x="11809" y="5127"/>
                    <a:pt x="9207" y="6094"/>
                  </a:cubicBezTo>
                  <a:cubicBezTo>
                    <a:pt x="7906" y="6561"/>
                    <a:pt x="6272" y="6928"/>
                    <a:pt x="4704" y="7495"/>
                  </a:cubicBezTo>
                  <a:cubicBezTo>
                    <a:pt x="4170" y="7862"/>
                    <a:pt x="3670" y="8263"/>
                    <a:pt x="3136" y="8663"/>
                  </a:cubicBezTo>
                  <a:cubicBezTo>
                    <a:pt x="1502" y="9864"/>
                    <a:pt x="1" y="11698"/>
                    <a:pt x="1468" y="13767"/>
                  </a:cubicBezTo>
                  <a:cubicBezTo>
                    <a:pt x="1702" y="14134"/>
                    <a:pt x="2035" y="14434"/>
                    <a:pt x="2402" y="14701"/>
                  </a:cubicBezTo>
                  <a:cubicBezTo>
                    <a:pt x="2602" y="14734"/>
                    <a:pt x="2836" y="14767"/>
                    <a:pt x="3069" y="14767"/>
                  </a:cubicBezTo>
                  <a:cubicBezTo>
                    <a:pt x="3166" y="14770"/>
                    <a:pt x="3263" y="14771"/>
                    <a:pt x="3360" y="14771"/>
                  </a:cubicBezTo>
                  <a:cubicBezTo>
                    <a:pt x="4635" y="14771"/>
                    <a:pt x="5930" y="14565"/>
                    <a:pt x="7139" y="14100"/>
                  </a:cubicBezTo>
                  <a:cubicBezTo>
                    <a:pt x="8006" y="13767"/>
                    <a:pt x="8874" y="13300"/>
                    <a:pt x="9774" y="13066"/>
                  </a:cubicBezTo>
                  <a:cubicBezTo>
                    <a:pt x="10108" y="12983"/>
                    <a:pt x="10459" y="12933"/>
                    <a:pt x="10804" y="12933"/>
                  </a:cubicBezTo>
                  <a:cubicBezTo>
                    <a:pt x="11425" y="12933"/>
                    <a:pt x="12026" y="13093"/>
                    <a:pt x="12476" y="13500"/>
                  </a:cubicBezTo>
                  <a:cubicBezTo>
                    <a:pt x="13043" y="12332"/>
                    <a:pt x="14344" y="11732"/>
                    <a:pt x="15545" y="11332"/>
                  </a:cubicBezTo>
                  <a:cubicBezTo>
                    <a:pt x="19281" y="10064"/>
                    <a:pt x="23184" y="9530"/>
                    <a:pt x="27053" y="8997"/>
                  </a:cubicBezTo>
                  <a:cubicBezTo>
                    <a:pt x="32657" y="8196"/>
                    <a:pt x="38261" y="7429"/>
                    <a:pt x="43865" y="6628"/>
                  </a:cubicBezTo>
                  <a:cubicBezTo>
                    <a:pt x="44766" y="6495"/>
                    <a:pt x="45767" y="6328"/>
                    <a:pt x="46367" y="5661"/>
                  </a:cubicBezTo>
                  <a:cubicBezTo>
                    <a:pt x="47134" y="4794"/>
                    <a:pt x="46967" y="3359"/>
                    <a:pt x="46234" y="2459"/>
                  </a:cubicBezTo>
                  <a:cubicBezTo>
                    <a:pt x="45500" y="1525"/>
                    <a:pt x="44366" y="1057"/>
                    <a:pt x="43231" y="724"/>
                  </a:cubicBezTo>
                  <a:cubicBezTo>
                    <a:pt x="41192" y="141"/>
                    <a:pt x="39069" y="0"/>
                    <a:pt x="3692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47"/>
            <p:cNvSpPr/>
            <p:nvPr/>
          </p:nvSpPr>
          <p:spPr>
            <a:xfrm>
              <a:off x="1577950" y="871600"/>
              <a:ext cx="194325" cy="380350"/>
            </a:xfrm>
            <a:custGeom>
              <a:rect b="b" l="l" r="r" t="t"/>
              <a:pathLst>
                <a:path extrusionOk="0" h="15214" w="7773">
                  <a:moveTo>
                    <a:pt x="4630" y="0"/>
                  </a:moveTo>
                  <a:cubicBezTo>
                    <a:pt x="4224" y="0"/>
                    <a:pt x="3849" y="254"/>
                    <a:pt x="3503" y="537"/>
                  </a:cubicBezTo>
                  <a:cubicBezTo>
                    <a:pt x="1835" y="1938"/>
                    <a:pt x="0" y="5140"/>
                    <a:pt x="300" y="7375"/>
                  </a:cubicBezTo>
                  <a:cubicBezTo>
                    <a:pt x="667" y="10010"/>
                    <a:pt x="1401" y="12679"/>
                    <a:pt x="2302" y="15214"/>
                  </a:cubicBezTo>
                  <a:cubicBezTo>
                    <a:pt x="2802" y="14747"/>
                    <a:pt x="3202" y="14213"/>
                    <a:pt x="3402" y="13546"/>
                  </a:cubicBezTo>
                  <a:cubicBezTo>
                    <a:pt x="3569" y="13112"/>
                    <a:pt x="3603" y="12612"/>
                    <a:pt x="3769" y="12178"/>
                  </a:cubicBezTo>
                  <a:cubicBezTo>
                    <a:pt x="4070" y="11445"/>
                    <a:pt x="4670" y="10911"/>
                    <a:pt x="5270" y="10410"/>
                  </a:cubicBezTo>
                  <a:cubicBezTo>
                    <a:pt x="6138" y="9643"/>
                    <a:pt x="6972" y="8843"/>
                    <a:pt x="7772" y="8009"/>
                  </a:cubicBezTo>
                  <a:cubicBezTo>
                    <a:pt x="7272" y="5974"/>
                    <a:pt x="6738" y="3939"/>
                    <a:pt x="6238" y="1938"/>
                  </a:cubicBezTo>
                  <a:cubicBezTo>
                    <a:pt x="6004" y="1070"/>
                    <a:pt x="5571" y="36"/>
                    <a:pt x="4703" y="3"/>
                  </a:cubicBezTo>
                  <a:cubicBezTo>
                    <a:pt x="4679" y="1"/>
                    <a:pt x="4654" y="0"/>
                    <a:pt x="463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47"/>
            <p:cNvSpPr/>
            <p:nvPr/>
          </p:nvSpPr>
          <p:spPr>
            <a:xfrm>
              <a:off x="436300" y="684850"/>
              <a:ext cx="1568625" cy="688925"/>
            </a:xfrm>
            <a:custGeom>
              <a:rect b="b" l="l" r="r" t="t"/>
              <a:pathLst>
                <a:path extrusionOk="0" h="27557" w="62745">
                  <a:moveTo>
                    <a:pt x="57056" y="0"/>
                  </a:moveTo>
                  <a:cubicBezTo>
                    <a:pt x="50101" y="0"/>
                    <a:pt x="43120" y="1367"/>
                    <a:pt x="36660" y="4004"/>
                  </a:cubicBezTo>
                  <a:cubicBezTo>
                    <a:pt x="35826" y="4337"/>
                    <a:pt x="34992" y="4704"/>
                    <a:pt x="34091" y="4804"/>
                  </a:cubicBezTo>
                  <a:cubicBezTo>
                    <a:pt x="33841" y="4842"/>
                    <a:pt x="33590" y="4855"/>
                    <a:pt x="33340" y="4855"/>
                  </a:cubicBezTo>
                  <a:cubicBezTo>
                    <a:pt x="32690" y="4855"/>
                    <a:pt x="32039" y="4762"/>
                    <a:pt x="31389" y="4738"/>
                  </a:cubicBezTo>
                  <a:cubicBezTo>
                    <a:pt x="31229" y="4731"/>
                    <a:pt x="31066" y="4727"/>
                    <a:pt x="30902" y="4727"/>
                  </a:cubicBezTo>
                  <a:cubicBezTo>
                    <a:pt x="28705" y="4727"/>
                    <a:pt x="26173" y="5336"/>
                    <a:pt x="24217" y="6205"/>
                  </a:cubicBezTo>
                  <a:cubicBezTo>
                    <a:pt x="21682" y="7340"/>
                    <a:pt x="19314" y="10075"/>
                    <a:pt x="17179" y="11809"/>
                  </a:cubicBezTo>
                  <a:cubicBezTo>
                    <a:pt x="12209" y="15879"/>
                    <a:pt x="7172" y="19882"/>
                    <a:pt x="1968" y="23718"/>
                  </a:cubicBezTo>
                  <a:cubicBezTo>
                    <a:pt x="1168" y="24285"/>
                    <a:pt x="400" y="25052"/>
                    <a:pt x="0" y="25886"/>
                  </a:cubicBezTo>
                  <a:cubicBezTo>
                    <a:pt x="1234" y="26653"/>
                    <a:pt x="2569" y="27354"/>
                    <a:pt x="4003" y="27521"/>
                  </a:cubicBezTo>
                  <a:cubicBezTo>
                    <a:pt x="4229" y="27545"/>
                    <a:pt x="4457" y="27556"/>
                    <a:pt x="4685" y="27556"/>
                  </a:cubicBezTo>
                  <a:cubicBezTo>
                    <a:pt x="5701" y="27556"/>
                    <a:pt x="6731" y="27338"/>
                    <a:pt x="7739" y="27120"/>
                  </a:cubicBezTo>
                  <a:cubicBezTo>
                    <a:pt x="13510" y="25819"/>
                    <a:pt x="19314" y="24318"/>
                    <a:pt x="25185" y="23418"/>
                  </a:cubicBezTo>
                  <a:cubicBezTo>
                    <a:pt x="31122" y="22484"/>
                    <a:pt x="37060" y="21383"/>
                    <a:pt x="42931" y="20115"/>
                  </a:cubicBezTo>
                  <a:cubicBezTo>
                    <a:pt x="44665" y="19715"/>
                    <a:pt x="46567" y="19215"/>
                    <a:pt x="47401" y="17680"/>
                  </a:cubicBezTo>
                  <a:cubicBezTo>
                    <a:pt x="47901" y="16746"/>
                    <a:pt x="47901" y="15612"/>
                    <a:pt x="48235" y="14611"/>
                  </a:cubicBezTo>
                  <a:cubicBezTo>
                    <a:pt x="48568" y="13711"/>
                    <a:pt x="49169" y="12944"/>
                    <a:pt x="49802" y="12210"/>
                  </a:cubicBezTo>
                  <a:cubicBezTo>
                    <a:pt x="52871" y="8474"/>
                    <a:pt x="56140" y="5071"/>
                    <a:pt x="60610" y="3103"/>
                  </a:cubicBezTo>
                  <a:cubicBezTo>
                    <a:pt x="61377" y="2736"/>
                    <a:pt x="62211" y="2403"/>
                    <a:pt x="62745" y="1769"/>
                  </a:cubicBezTo>
                  <a:cubicBezTo>
                    <a:pt x="62611" y="1569"/>
                    <a:pt x="62478" y="1369"/>
                    <a:pt x="62278" y="1202"/>
                  </a:cubicBezTo>
                  <a:cubicBezTo>
                    <a:pt x="61010" y="101"/>
                    <a:pt x="58909" y="34"/>
                    <a:pt x="57308" y="1"/>
                  </a:cubicBezTo>
                  <a:cubicBezTo>
                    <a:pt x="57224" y="1"/>
                    <a:pt x="57140" y="0"/>
                    <a:pt x="5705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47"/>
            <p:cNvSpPr/>
            <p:nvPr/>
          </p:nvSpPr>
          <p:spPr>
            <a:xfrm>
              <a:off x="578050" y="684850"/>
              <a:ext cx="1426050" cy="522900"/>
            </a:xfrm>
            <a:custGeom>
              <a:rect b="b" l="l" r="r" t="t"/>
              <a:pathLst>
                <a:path extrusionOk="0" h="20916" w="57042">
                  <a:moveTo>
                    <a:pt x="51386" y="0"/>
                  </a:moveTo>
                  <a:cubicBezTo>
                    <a:pt x="44431" y="0"/>
                    <a:pt x="37450" y="1367"/>
                    <a:pt x="30990" y="4004"/>
                  </a:cubicBezTo>
                  <a:cubicBezTo>
                    <a:pt x="30156" y="4337"/>
                    <a:pt x="29322" y="4704"/>
                    <a:pt x="28421" y="4804"/>
                  </a:cubicBezTo>
                  <a:cubicBezTo>
                    <a:pt x="28171" y="4842"/>
                    <a:pt x="27920" y="4855"/>
                    <a:pt x="27670" y="4855"/>
                  </a:cubicBezTo>
                  <a:cubicBezTo>
                    <a:pt x="27020" y="4855"/>
                    <a:pt x="26369" y="4762"/>
                    <a:pt x="25719" y="4738"/>
                  </a:cubicBezTo>
                  <a:cubicBezTo>
                    <a:pt x="25559" y="4731"/>
                    <a:pt x="25396" y="4727"/>
                    <a:pt x="25232" y="4727"/>
                  </a:cubicBezTo>
                  <a:cubicBezTo>
                    <a:pt x="23035" y="4727"/>
                    <a:pt x="20503" y="5336"/>
                    <a:pt x="18547" y="6205"/>
                  </a:cubicBezTo>
                  <a:cubicBezTo>
                    <a:pt x="16012" y="7340"/>
                    <a:pt x="13644" y="10075"/>
                    <a:pt x="11509" y="11809"/>
                  </a:cubicBezTo>
                  <a:cubicBezTo>
                    <a:pt x="7706" y="14912"/>
                    <a:pt x="3904" y="17947"/>
                    <a:pt x="1" y="20916"/>
                  </a:cubicBezTo>
                  <a:cubicBezTo>
                    <a:pt x="101" y="20883"/>
                    <a:pt x="201" y="20849"/>
                    <a:pt x="334" y="20783"/>
                  </a:cubicBezTo>
                  <a:cubicBezTo>
                    <a:pt x="2469" y="19782"/>
                    <a:pt x="4504" y="17880"/>
                    <a:pt x="6472" y="16513"/>
                  </a:cubicBezTo>
                  <a:cubicBezTo>
                    <a:pt x="8607" y="15012"/>
                    <a:pt x="10742" y="13544"/>
                    <a:pt x="12877" y="12043"/>
                  </a:cubicBezTo>
                  <a:cubicBezTo>
                    <a:pt x="14811" y="10675"/>
                    <a:pt x="16846" y="9308"/>
                    <a:pt x="19181" y="8907"/>
                  </a:cubicBezTo>
                  <a:cubicBezTo>
                    <a:pt x="19615" y="8834"/>
                    <a:pt x="20054" y="8798"/>
                    <a:pt x="20493" y="8798"/>
                  </a:cubicBezTo>
                  <a:cubicBezTo>
                    <a:pt x="22042" y="8798"/>
                    <a:pt x="23585" y="9250"/>
                    <a:pt x="24885" y="10108"/>
                  </a:cubicBezTo>
                  <a:cubicBezTo>
                    <a:pt x="25185" y="10275"/>
                    <a:pt x="25486" y="10475"/>
                    <a:pt x="25786" y="10475"/>
                  </a:cubicBezTo>
                  <a:cubicBezTo>
                    <a:pt x="26086" y="10442"/>
                    <a:pt x="26320" y="10242"/>
                    <a:pt x="26553" y="10041"/>
                  </a:cubicBezTo>
                  <a:cubicBezTo>
                    <a:pt x="29755" y="7306"/>
                    <a:pt x="33892" y="6039"/>
                    <a:pt x="37928" y="4804"/>
                  </a:cubicBezTo>
                  <a:cubicBezTo>
                    <a:pt x="41797" y="3637"/>
                    <a:pt x="45733" y="2469"/>
                    <a:pt x="49770" y="2203"/>
                  </a:cubicBezTo>
                  <a:cubicBezTo>
                    <a:pt x="50511" y="2160"/>
                    <a:pt x="51248" y="2148"/>
                    <a:pt x="51983" y="2148"/>
                  </a:cubicBezTo>
                  <a:cubicBezTo>
                    <a:pt x="52966" y="2148"/>
                    <a:pt x="53945" y="2170"/>
                    <a:pt x="54922" y="2170"/>
                  </a:cubicBezTo>
                  <a:cubicBezTo>
                    <a:pt x="55518" y="2170"/>
                    <a:pt x="56113" y="2162"/>
                    <a:pt x="56708" y="2136"/>
                  </a:cubicBezTo>
                  <a:cubicBezTo>
                    <a:pt x="56841" y="2036"/>
                    <a:pt x="56941" y="1902"/>
                    <a:pt x="57042" y="1769"/>
                  </a:cubicBezTo>
                  <a:cubicBezTo>
                    <a:pt x="56941" y="1569"/>
                    <a:pt x="56808" y="1369"/>
                    <a:pt x="56608" y="1202"/>
                  </a:cubicBezTo>
                  <a:cubicBezTo>
                    <a:pt x="55340" y="101"/>
                    <a:pt x="53239" y="34"/>
                    <a:pt x="51638" y="1"/>
                  </a:cubicBezTo>
                  <a:cubicBezTo>
                    <a:pt x="51554" y="1"/>
                    <a:pt x="51470" y="0"/>
                    <a:pt x="5138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9" name="Google Shape;1429;p47"/>
          <p:cNvGrpSpPr/>
          <p:nvPr/>
        </p:nvGrpSpPr>
        <p:grpSpPr>
          <a:xfrm rot="894623">
            <a:off x="7106267" y="4582182"/>
            <a:ext cx="1373458" cy="922897"/>
            <a:chOff x="2302238" y="842175"/>
            <a:chExt cx="1373500" cy="922925"/>
          </a:xfrm>
        </p:grpSpPr>
        <p:sp>
          <p:nvSpPr>
            <p:cNvPr id="1430" name="Google Shape;1430;p47"/>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47"/>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47"/>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47"/>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47"/>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47"/>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47"/>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47"/>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47"/>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47"/>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47"/>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47"/>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47"/>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47"/>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47"/>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47"/>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47"/>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47"/>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47"/>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47"/>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47"/>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47"/>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47"/>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47"/>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47"/>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47"/>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47"/>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47"/>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47"/>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47"/>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47"/>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47"/>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47"/>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47"/>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47"/>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47"/>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47"/>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47"/>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47"/>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p47"/>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47"/>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47"/>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72" name="Google Shape;1472;p47"/>
          <p:cNvGrpSpPr/>
          <p:nvPr/>
        </p:nvGrpSpPr>
        <p:grpSpPr>
          <a:xfrm rot="5113982">
            <a:off x="8389219" y="1995951"/>
            <a:ext cx="1361794" cy="879464"/>
            <a:chOff x="538050" y="1430388"/>
            <a:chExt cx="1361850" cy="879500"/>
          </a:xfrm>
        </p:grpSpPr>
        <p:sp>
          <p:nvSpPr>
            <p:cNvPr id="1473" name="Google Shape;1473;p47"/>
            <p:cNvSpPr/>
            <p:nvPr/>
          </p:nvSpPr>
          <p:spPr>
            <a:xfrm>
              <a:off x="538050" y="1430388"/>
              <a:ext cx="1361850" cy="879500"/>
            </a:xfrm>
            <a:custGeom>
              <a:rect b="b" l="l" r="r" t="t"/>
              <a:pathLst>
                <a:path extrusionOk="0" h="35180" w="54474">
                  <a:moveTo>
                    <a:pt x="44707" y="1"/>
                  </a:moveTo>
                  <a:cubicBezTo>
                    <a:pt x="44671" y="1"/>
                    <a:pt x="44635" y="2"/>
                    <a:pt x="44599" y="3"/>
                  </a:cubicBezTo>
                  <a:cubicBezTo>
                    <a:pt x="42832" y="70"/>
                    <a:pt x="41330" y="1237"/>
                    <a:pt x="40163" y="2538"/>
                  </a:cubicBezTo>
                  <a:cubicBezTo>
                    <a:pt x="38995" y="3839"/>
                    <a:pt x="37995" y="5340"/>
                    <a:pt x="36560" y="6341"/>
                  </a:cubicBezTo>
                  <a:cubicBezTo>
                    <a:pt x="35871" y="6833"/>
                    <a:pt x="34983" y="7186"/>
                    <a:pt x="34152" y="7186"/>
                  </a:cubicBezTo>
                  <a:cubicBezTo>
                    <a:pt x="33576" y="7186"/>
                    <a:pt x="33028" y="7017"/>
                    <a:pt x="32591" y="6608"/>
                  </a:cubicBezTo>
                  <a:cubicBezTo>
                    <a:pt x="31423" y="5507"/>
                    <a:pt x="31724" y="3205"/>
                    <a:pt x="30256" y="2505"/>
                  </a:cubicBezTo>
                  <a:cubicBezTo>
                    <a:pt x="30003" y="2378"/>
                    <a:pt x="29742" y="2324"/>
                    <a:pt x="29478" y="2324"/>
                  </a:cubicBezTo>
                  <a:cubicBezTo>
                    <a:pt x="28697" y="2324"/>
                    <a:pt x="27894" y="2798"/>
                    <a:pt x="27220" y="3272"/>
                  </a:cubicBezTo>
                  <a:cubicBezTo>
                    <a:pt x="26753" y="3605"/>
                    <a:pt x="26286" y="4006"/>
                    <a:pt x="26053" y="4506"/>
                  </a:cubicBezTo>
                  <a:cubicBezTo>
                    <a:pt x="25619" y="5574"/>
                    <a:pt x="26353" y="6874"/>
                    <a:pt x="25486" y="7708"/>
                  </a:cubicBezTo>
                  <a:cubicBezTo>
                    <a:pt x="25386" y="7808"/>
                    <a:pt x="25286" y="7909"/>
                    <a:pt x="25152" y="7975"/>
                  </a:cubicBezTo>
                  <a:cubicBezTo>
                    <a:pt x="24751" y="8230"/>
                    <a:pt x="24261" y="8336"/>
                    <a:pt x="23762" y="8336"/>
                  </a:cubicBezTo>
                  <a:cubicBezTo>
                    <a:pt x="23348" y="8336"/>
                    <a:pt x="22929" y="8263"/>
                    <a:pt x="22550" y="8142"/>
                  </a:cubicBezTo>
                  <a:cubicBezTo>
                    <a:pt x="21483" y="7775"/>
                    <a:pt x="20516" y="7008"/>
                    <a:pt x="19482" y="6541"/>
                  </a:cubicBezTo>
                  <a:cubicBezTo>
                    <a:pt x="18686" y="6198"/>
                    <a:pt x="17818" y="6030"/>
                    <a:pt x="16949" y="6030"/>
                  </a:cubicBezTo>
                  <a:cubicBezTo>
                    <a:pt x="15958" y="6030"/>
                    <a:pt x="14966" y="6248"/>
                    <a:pt x="14078" y="6674"/>
                  </a:cubicBezTo>
                  <a:cubicBezTo>
                    <a:pt x="12910" y="7208"/>
                    <a:pt x="11176" y="8709"/>
                    <a:pt x="11743" y="10210"/>
                  </a:cubicBezTo>
                  <a:cubicBezTo>
                    <a:pt x="12110" y="11144"/>
                    <a:pt x="13344" y="11511"/>
                    <a:pt x="13811" y="12412"/>
                  </a:cubicBezTo>
                  <a:cubicBezTo>
                    <a:pt x="14445" y="13679"/>
                    <a:pt x="13177" y="15114"/>
                    <a:pt x="11876" y="15781"/>
                  </a:cubicBezTo>
                  <a:cubicBezTo>
                    <a:pt x="10809" y="16315"/>
                    <a:pt x="9641" y="16648"/>
                    <a:pt x="8474" y="16748"/>
                  </a:cubicBezTo>
                  <a:cubicBezTo>
                    <a:pt x="7173" y="16882"/>
                    <a:pt x="5838" y="16782"/>
                    <a:pt x="4638" y="17282"/>
                  </a:cubicBezTo>
                  <a:cubicBezTo>
                    <a:pt x="3470" y="17816"/>
                    <a:pt x="2536" y="19250"/>
                    <a:pt x="3170" y="20384"/>
                  </a:cubicBezTo>
                  <a:cubicBezTo>
                    <a:pt x="3670" y="21251"/>
                    <a:pt x="4838" y="21552"/>
                    <a:pt x="5271" y="22452"/>
                  </a:cubicBezTo>
                  <a:cubicBezTo>
                    <a:pt x="5738" y="23420"/>
                    <a:pt x="5071" y="24587"/>
                    <a:pt x="4204" y="25221"/>
                  </a:cubicBezTo>
                  <a:cubicBezTo>
                    <a:pt x="3337" y="25855"/>
                    <a:pt x="2269" y="26155"/>
                    <a:pt x="1435" y="26822"/>
                  </a:cubicBezTo>
                  <a:cubicBezTo>
                    <a:pt x="601" y="27489"/>
                    <a:pt x="1" y="28690"/>
                    <a:pt x="535" y="29624"/>
                  </a:cubicBezTo>
                  <a:cubicBezTo>
                    <a:pt x="902" y="30224"/>
                    <a:pt x="1669" y="30491"/>
                    <a:pt x="2369" y="30525"/>
                  </a:cubicBezTo>
                  <a:cubicBezTo>
                    <a:pt x="2489" y="30534"/>
                    <a:pt x="2607" y="30539"/>
                    <a:pt x="2726" y="30539"/>
                  </a:cubicBezTo>
                  <a:cubicBezTo>
                    <a:pt x="4295" y="30539"/>
                    <a:pt x="5786" y="29758"/>
                    <a:pt x="7306" y="29324"/>
                  </a:cubicBezTo>
                  <a:cubicBezTo>
                    <a:pt x="7881" y="29163"/>
                    <a:pt x="8503" y="29065"/>
                    <a:pt x="9111" y="29065"/>
                  </a:cubicBezTo>
                  <a:cubicBezTo>
                    <a:pt x="10265" y="29065"/>
                    <a:pt x="11364" y="29418"/>
                    <a:pt x="11976" y="30358"/>
                  </a:cubicBezTo>
                  <a:cubicBezTo>
                    <a:pt x="12610" y="31292"/>
                    <a:pt x="12510" y="32560"/>
                    <a:pt x="12176" y="33627"/>
                  </a:cubicBezTo>
                  <a:cubicBezTo>
                    <a:pt x="12110" y="33894"/>
                    <a:pt x="12010" y="34161"/>
                    <a:pt x="12076" y="34428"/>
                  </a:cubicBezTo>
                  <a:cubicBezTo>
                    <a:pt x="12176" y="34728"/>
                    <a:pt x="12477" y="34895"/>
                    <a:pt x="12777" y="34961"/>
                  </a:cubicBezTo>
                  <a:cubicBezTo>
                    <a:pt x="13006" y="35029"/>
                    <a:pt x="13237" y="35059"/>
                    <a:pt x="13468" y="35059"/>
                  </a:cubicBezTo>
                  <a:cubicBezTo>
                    <a:pt x="14383" y="35059"/>
                    <a:pt x="15293" y="34580"/>
                    <a:pt x="16012" y="33994"/>
                  </a:cubicBezTo>
                  <a:cubicBezTo>
                    <a:pt x="16913" y="33260"/>
                    <a:pt x="17680" y="32326"/>
                    <a:pt x="18681" y="31726"/>
                  </a:cubicBezTo>
                  <a:cubicBezTo>
                    <a:pt x="19218" y="31403"/>
                    <a:pt x="19862" y="31206"/>
                    <a:pt x="20481" y="31206"/>
                  </a:cubicBezTo>
                  <a:cubicBezTo>
                    <a:pt x="21016" y="31206"/>
                    <a:pt x="21533" y="31352"/>
                    <a:pt x="21950" y="31692"/>
                  </a:cubicBezTo>
                  <a:cubicBezTo>
                    <a:pt x="22684" y="32326"/>
                    <a:pt x="22851" y="33427"/>
                    <a:pt x="23451" y="34194"/>
                  </a:cubicBezTo>
                  <a:cubicBezTo>
                    <a:pt x="23947" y="34801"/>
                    <a:pt x="24740" y="35179"/>
                    <a:pt x="25528" y="35179"/>
                  </a:cubicBezTo>
                  <a:cubicBezTo>
                    <a:pt x="25693" y="35179"/>
                    <a:pt x="25858" y="35163"/>
                    <a:pt x="26020" y="35128"/>
                  </a:cubicBezTo>
                  <a:cubicBezTo>
                    <a:pt x="26954" y="34961"/>
                    <a:pt x="27754" y="34227"/>
                    <a:pt x="28021" y="33327"/>
                  </a:cubicBezTo>
                  <a:cubicBezTo>
                    <a:pt x="28288" y="32426"/>
                    <a:pt x="28088" y="31392"/>
                    <a:pt x="28521" y="30591"/>
                  </a:cubicBezTo>
                  <a:cubicBezTo>
                    <a:pt x="28954" y="29817"/>
                    <a:pt x="29837" y="29494"/>
                    <a:pt x="30736" y="29494"/>
                  </a:cubicBezTo>
                  <a:cubicBezTo>
                    <a:pt x="31155" y="29494"/>
                    <a:pt x="31576" y="29564"/>
                    <a:pt x="31957" y="29691"/>
                  </a:cubicBezTo>
                  <a:cubicBezTo>
                    <a:pt x="33191" y="30058"/>
                    <a:pt x="34292" y="30825"/>
                    <a:pt x="35526" y="31092"/>
                  </a:cubicBezTo>
                  <a:cubicBezTo>
                    <a:pt x="35886" y="31166"/>
                    <a:pt x="36250" y="31199"/>
                    <a:pt x="36615" y="31199"/>
                  </a:cubicBezTo>
                  <a:cubicBezTo>
                    <a:pt x="37233" y="31199"/>
                    <a:pt x="37854" y="31105"/>
                    <a:pt x="38462" y="30958"/>
                  </a:cubicBezTo>
                  <a:cubicBezTo>
                    <a:pt x="39896" y="30658"/>
                    <a:pt x="41564" y="29624"/>
                    <a:pt x="41297" y="28190"/>
                  </a:cubicBezTo>
                  <a:cubicBezTo>
                    <a:pt x="41097" y="26989"/>
                    <a:pt x="39663" y="26388"/>
                    <a:pt x="39229" y="25221"/>
                  </a:cubicBezTo>
                  <a:cubicBezTo>
                    <a:pt x="38729" y="23787"/>
                    <a:pt x="40096" y="22319"/>
                    <a:pt x="41531" y="21752"/>
                  </a:cubicBezTo>
                  <a:cubicBezTo>
                    <a:pt x="42087" y="21549"/>
                    <a:pt x="42682" y="21405"/>
                    <a:pt x="43272" y="21405"/>
                  </a:cubicBezTo>
                  <a:cubicBezTo>
                    <a:pt x="43459" y="21405"/>
                    <a:pt x="43647" y="21419"/>
                    <a:pt x="43832" y="21452"/>
                  </a:cubicBezTo>
                  <a:cubicBezTo>
                    <a:pt x="44633" y="21585"/>
                    <a:pt x="45367" y="22019"/>
                    <a:pt x="46167" y="22252"/>
                  </a:cubicBezTo>
                  <a:cubicBezTo>
                    <a:pt x="46524" y="22357"/>
                    <a:pt x="46901" y="22409"/>
                    <a:pt x="47280" y="22409"/>
                  </a:cubicBezTo>
                  <a:cubicBezTo>
                    <a:pt x="48353" y="22409"/>
                    <a:pt x="49438" y="21990"/>
                    <a:pt x="50103" y="21151"/>
                  </a:cubicBezTo>
                  <a:cubicBezTo>
                    <a:pt x="51004" y="20051"/>
                    <a:pt x="50904" y="18149"/>
                    <a:pt x="49736" y="17282"/>
                  </a:cubicBezTo>
                  <a:cubicBezTo>
                    <a:pt x="49136" y="16848"/>
                    <a:pt x="48369" y="16681"/>
                    <a:pt x="47702" y="16315"/>
                  </a:cubicBezTo>
                  <a:cubicBezTo>
                    <a:pt x="47035" y="15948"/>
                    <a:pt x="46501" y="15147"/>
                    <a:pt x="46834" y="14447"/>
                  </a:cubicBezTo>
                  <a:cubicBezTo>
                    <a:pt x="46968" y="14180"/>
                    <a:pt x="47201" y="13980"/>
                    <a:pt x="47468" y="13846"/>
                  </a:cubicBezTo>
                  <a:cubicBezTo>
                    <a:pt x="48736" y="13079"/>
                    <a:pt x="50270" y="12945"/>
                    <a:pt x="51604" y="12345"/>
                  </a:cubicBezTo>
                  <a:cubicBezTo>
                    <a:pt x="52839" y="11811"/>
                    <a:pt x="53939" y="10811"/>
                    <a:pt x="54206" y="9510"/>
                  </a:cubicBezTo>
                  <a:cubicBezTo>
                    <a:pt x="54473" y="8175"/>
                    <a:pt x="53706" y="6641"/>
                    <a:pt x="52405" y="6374"/>
                  </a:cubicBezTo>
                  <a:cubicBezTo>
                    <a:pt x="52255" y="6345"/>
                    <a:pt x="52106" y="6332"/>
                    <a:pt x="51957" y="6332"/>
                  </a:cubicBezTo>
                  <a:cubicBezTo>
                    <a:pt x="50717" y="6332"/>
                    <a:pt x="49515" y="7242"/>
                    <a:pt x="48296" y="7242"/>
                  </a:cubicBezTo>
                  <a:cubicBezTo>
                    <a:pt x="48165" y="7242"/>
                    <a:pt x="48034" y="7231"/>
                    <a:pt x="47902" y="7208"/>
                  </a:cubicBezTo>
                  <a:cubicBezTo>
                    <a:pt x="47635" y="7175"/>
                    <a:pt x="47368" y="7041"/>
                    <a:pt x="47168" y="6874"/>
                  </a:cubicBezTo>
                  <a:cubicBezTo>
                    <a:pt x="46701" y="6407"/>
                    <a:pt x="46734" y="5640"/>
                    <a:pt x="47001" y="5040"/>
                  </a:cubicBezTo>
                  <a:cubicBezTo>
                    <a:pt x="47268" y="4406"/>
                    <a:pt x="47668" y="3872"/>
                    <a:pt x="47802" y="3239"/>
                  </a:cubicBezTo>
                  <a:cubicBezTo>
                    <a:pt x="48194" y="1572"/>
                    <a:pt x="46441" y="1"/>
                    <a:pt x="4470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47"/>
            <p:cNvSpPr/>
            <p:nvPr/>
          </p:nvSpPr>
          <p:spPr>
            <a:xfrm>
              <a:off x="726525" y="1513838"/>
              <a:ext cx="925700" cy="687850"/>
            </a:xfrm>
            <a:custGeom>
              <a:rect b="b" l="l" r="r" t="t"/>
              <a:pathLst>
                <a:path extrusionOk="0" h="27514" w="37028">
                  <a:moveTo>
                    <a:pt x="31107" y="0"/>
                  </a:moveTo>
                  <a:cubicBezTo>
                    <a:pt x="28705" y="0"/>
                    <a:pt x="26308" y="509"/>
                    <a:pt x="23984" y="1201"/>
                  </a:cubicBezTo>
                  <a:cubicBezTo>
                    <a:pt x="18514" y="2803"/>
                    <a:pt x="13377" y="5371"/>
                    <a:pt x="8373" y="8106"/>
                  </a:cubicBezTo>
                  <a:cubicBezTo>
                    <a:pt x="7573" y="8507"/>
                    <a:pt x="6772" y="8940"/>
                    <a:pt x="6138" y="9574"/>
                  </a:cubicBezTo>
                  <a:cubicBezTo>
                    <a:pt x="5171" y="10541"/>
                    <a:pt x="4571" y="11909"/>
                    <a:pt x="3803" y="13043"/>
                  </a:cubicBezTo>
                  <a:cubicBezTo>
                    <a:pt x="2903" y="14378"/>
                    <a:pt x="1435" y="14878"/>
                    <a:pt x="568" y="16112"/>
                  </a:cubicBezTo>
                  <a:cubicBezTo>
                    <a:pt x="201" y="16646"/>
                    <a:pt x="1" y="17380"/>
                    <a:pt x="401" y="17880"/>
                  </a:cubicBezTo>
                  <a:cubicBezTo>
                    <a:pt x="901" y="18480"/>
                    <a:pt x="1902" y="18180"/>
                    <a:pt x="2669" y="18447"/>
                  </a:cubicBezTo>
                  <a:cubicBezTo>
                    <a:pt x="3503" y="18747"/>
                    <a:pt x="3870" y="19915"/>
                    <a:pt x="3370" y="20649"/>
                  </a:cubicBezTo>
                  <a:cubicBezTo>
                    <a:pt x="3103" y="21049"/>
                    <a:pt x="2669" y="21282"/>
                    <a:pt x="2302" y="21583"/>
                  </a:cubicBezTo>
                  <a:cubicBezTo>
                    <a:pt x="1935" y="21883"/>
                    <a:pt x="1602" y="22350"/>
                    <a:pt x="1735" y="22817"/>
                  </a:cubicBezTo>
                  <a:cubicBezTo>
                    <a:pt x="1835" y="23150"/>
                    <a:pt x="2136" y="23384"/>
                    <a:pt x="2436" y="23517"/>
                  </a:cubicBezTo>
                  <a:cubicBezTo>
                    <a:pt x="2861" y="23730"/>
                    <a:pt x="3353" y="23842"/>
                    <a:pt x="3841" y="23842"/>
                  </a:cubicBezTo>
                  <a:cubicBezTo>
                    <a:pt x="4042" y="23842"/>
                    <a:pt x="4242" y="23823"/>
                    <a:pt x="4437" y="23784"/>
                  </a:cubicBezTo>
                  <a:cubicBezTo>
                    <a:pt x="5104" y="23617"/>
                    <a:pt x="5738" y="23251"/>
                    <a:pt x="6372" y="23050"/>
                  </a:cubicBezTo>
                  <a:cubicBezTo>
                    <a:pt x="6643" y="22956"/>
                    <a:pt x="6941" y="22899"/>
                    <a:pt x="7233" y="22899"/>
                  </a:cubicBezTo>
                  <a:cubicBezTo>
                    <a:pt x="7661" y="22899"/>
                    <a:pt x="8076" y="23020"/>
                    <a:pt x="8373" y="23317"/>
                  </a:cubicBezTo>
                  <a:cubicBezTo>
                    <a:pt x="9307" y="24285"/>
                    <a:pt x="8307" y="26253"/>
                    <a:pt x="9307" y="27187"/>
                  </a:cubicBezTo>
                  <a:cubicBezTo>
                    <a:pt x="9562" y="27416"/>
                    <a:pt x="9875" y="27514"/>
                    <a:pt x="10202" y="27514"/>
                  </a:cubicBezTo>
                  <a:cubicBezTo>
                    <a:pt x="10731" y="27514"/>
                    <a:pt x="11297" y="27258"/>
                    <a:pt x="11709" y="26886"/>
                  </a:cubicBezTo>
                  <a:cubicBezTo>
                    <a:pt x="12343" y="26319"/>
                    <a:pt x="12776" y="25485"/>
                    <a:pt x="13410" y="24885"/>
                  </a:cubicBezTo>
                  <a:cubicBezTo>
                    <a:pt x="13837" y="24501"/>
                    <a:pt x="14427" y="24226"/>
                    <a:pt x="14972" y="24226"/>
                  </a:cubicBezTo>
                  <a:cubicBezTo>
                    <a:pt x="15279" y="24226"/>
                    <a:pt x="15571" y="24314"/>
                    <a:pt x="15812" y="24518"/>
                  </a:cubicBezTo>
                  <a:cubicBezTo>
                    <a:pt x="16179" y="24818"/>
                    <a:pt x="16312" y="25319"/>
                    <a:pt x="16646" y="25652"/>
                  </a:cubicBezTo>
                  <a:cubicBezTo>
                    <a:pt x="16942" y="25962"/>
                    <a:pt x="17345" y="26100"/>
                    <a:pt x="17759" y="26100"/>
                  </a:cubicBezTo>
                  <a:cubicBezTo>
                    <a:pt x="18326" y="26100"/>
                    <a:pt x="18915" y="25843"/>
                    <a:pt x="19281" y="25419"/>
                  </a:cubicBezTo>
                  <a:cubicBezTo>
                    <a:pt x="19882" y="24652"/>
                    <a:pt x="19948" y="23551"/>
                    <a:pt x="19681" y="22583"/>
                  </a:cubicBezTo>
                  <a:cubicBezTo>
                    <a:pt x="19548" y="22116"/>
                    <a:pt x="19348" y="21549"/>
                    <a:pt x="19615" y="21082"/>
                  </a:cubicBezTo>
                  <a:cubicBezTo>
                    <a:pt x="19748" y="20882"/>
                    <a:pt x="19948" y="20749"/>
                    <a:pt x="20182" y="20615"/>
                  </a:cubicBezTo>
                  <a:cubicBezTo>
                    <a:pt x="20688" y="20380"/>
                    <a:pt x="21252" y="20263"/>
                    <a:pt x="21817" y="20263"/>
                  </a:cubicBezTo>
                  <a:cubicBezTo>
                    <a:pt x="22295" y="20263"/>
                    <a:pt x="22774" y="20347"/>
                    <a:pt x="23217" y="20515"/>
                  </a:cubicBezTo>
                  <a:cubicBezTo>
                    <a:pt x="23718" y="20715"/>
                    <a:pt x="24185" y="21049"/>
                    <a:pt x="24718" y="21216"/>
                  </a:cubicBezTo>
                  <a:cubicBezTo>
                    <a:pt x="25015" y="21324"/>
                    <a:pt x="25327" y="21374"/>
                    <a:pt x="25640" y="21374"/>
                  </a:cubicBezTo>
                  <a:cubicBezTo>
                    <a:pt x="26876" y="21374"/>
                    <a:pt x="28135" y="20585"/>
                    <a:pt x="28588" y="19414"/>
                  </a:cubicBezTo>
                  <a:cubicBezTo>
                    <a:pt x="28688" y="19148"/>
                    <a:pt x="28755" y="18881"/>
                    <a:pt x="28688" y="18581"/>
                  </a:cubicBezTo>
                  <a:cubicBezTo>
                    <a:pt x="28621" y="18314"/>
                    <a:pt x="28454" y="18114"/>
                    <a:pt x="28254" y="17913"/>
                  </a:cubicBezTo>
                  <a:cubicBezTo>
                    <a:pt x="27620" y="17113"/>
                    <a:pt x="26853" y="16212"/>
                    <a:pt x="27053" y="15211"/>
                  </a:cubicBezTo>
                  <a:cubicBezTo>
                    <a:pt x="27220" y="14277"/>
                    <a:pt x="28254" y="13710"/>
                    <a:pt x="29188" y="13577"/>
                  </a:cubicBezTo>
                  <a:cubicBezTo>
                    <a:pt x="29423" y="13553"/>
                    <a:pt x="29658" y="13544"/>
                    <a:pt x="29892" y="13544"/>
                  </a:cubicBezTo>
                  <a:cubicBezTo>
                    <a:pt x="30453" y="13544"/>
                    <a:pt x="31012" y="13593"/>
                    <a:pt x="31561" y="13593"/>
                  </a:cubicBezTo>
                  <a:cubicBezTo>
                    <a:pt x="31727" y="13593"/>
                    <a:pt x="31892" y="13589"/>
                    <a:pt x="32057" y="13577"/>
                  </a:cubicBezTo>
                  <a:cubicBezTo>
                    <a:pt x="33024" y="13477"/>
                    <a:pt x="34058" y="13010"/>
                    <a:pt x="34359" y="12109"/>
                  </a:cubicBezTo>
                  <a:cubicBezTo>
                    <a:pt x="34926" y="10541"/>
                    <a:pt x="32924" y="8874"/>
                    <a:pt x="33425" y="7272"/>
                  </a:cubicBezTo>
                  <a:cubicBezTo>
                    <a:pt x="33691" y="6439"/>
                    <a:pt x="34492" y="5972"/>
                    <a:pt x="35192" y="5438"/>
                  </a:cubicBezTo>
                  <a:cubicBezTo>
                    <a:pt x="36126" y="4737"/>
                    <a:pt x="37027" y="3670"/>
                    <a:pt x="36827" y="2502"/>
                  </a:cubicBezTo>
                  <a:cubicBezTo>
                    <a:pt x="36593" y="1101"/>
                    <a:pt x="34992" y="434"/>
                    <a:pt x="33625" y="201"/>
                  </a:cubicBezTo>
                  <a:cubicBezTo>
                    <a:pt x="32787" y="63"/>
                    <a:pt x="31947" y="0"/>
                    <a:pt x="3110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47"/>
            <p:cNvSpPr/>
            <p:nvPr/>
          </p:nvSpPr>
          <p:spPr>
            <a:xfrm>
              <a:off x="582250" y="2061613"/>
              <a:ext cx="155975" cy="105650"/>
            </a:xfrm>
            <a:custGeom>
              <a:rect b="b" l="l" r="r" t="t"/>
              <a:pathLst>
                <a:path extrusionOk="0" h="4226" w="6239">
                  <a:moveTo>
                    <a:pt x="4842" y="1"/>
                  </a:moveTo>
                  <a:cubicBezTo>
                    <a:pt x="3736" y="1"/>
                    <a:pt x="2303" y="769"/>
                    <a:pt x="1502" y="1273"/>
                  </a:cubicBezTo>
                  <a:cubicBezTo>
                    <a:pt x="835" y="1673"/>
                    <a:pt x="201" y="2240"/>
                    <a:pt x="34" y="2974"/>
                  </a:cubicBezTo>
                  <a:cubicBezTo>
                    <a:pt x="1" y="3174"/>
                    <a:pt x="1" y="3408"/>
                    <a:pt x="101" y="3574"/>
                  </a:cubicBezTo>
                  <a:cubicBezTo>
                    <a:pt x="168" y="3708"/>
                    <a:pt x="268" y="3808"/>
                    <a:pt x="401" y="3875"/>
                  </a:cubicBezTo>
                  <a:cubicBezTo>
                    <a:pt x="733" y="4096"/>
                    <a:pt x="1156" y="4225"/>
                    <a:pt x="1576" y="4225"/>
                  </a:cubicBezTo>
                  <a:cubicBezTo>
                    <a:pt x="1663" y="4225"/>
                    <a:pt x="1750" y="4220"/>
                    <a:pt x="1836" y="4208"/>
                  </a:cubicBezTo>
                  <a:cubicBezTo>
                    <a:pt x="2403" y="4142"/>
                    <a:pt x="2936" y="3808"/>
                    <a:pt x="3503" y="3541"/>
                  </a:cubicBezTo>
                  <a:cubicBezTo>
                    <a:pt x="3970" y="3308"/>
                    <a:pt x="4504" y="3107"/>
                    <a:pt x="4971" y="2841"/>
                  </a:cubicBezTo>
                  <a:cubicBezTo>
                    <a:pt x="5572" y="2507"/>
                    <a:pt x="6239" y="1907"/>
                    <a:pt x="6139" y="1139"/>
                  </a:cubicBezTo>
                  <a:cubicBezTo>
                    <a:pt x="6072" y="639"/>
                    <a:pt x="5738" y="172"/>
                    <a:pt x="5238" y="39"/>
                  </a:cubicBezTo>
                  <a:cubicBezTo>
                    <a:pt x="5112" y="13"/>
                    <a:pt x="4979" y="1"/>
                    <a:pt x="484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47"/>
            <p:cNvSpPr/>
            <p:nvPr/>
          </p:nvSpPr>
          <p:spPr>
            <a:xfrm>
              <a:off x="862450" y="2194588"/>
              <a:ext cx="60900" cy="88425"/>
            </a:xfrm>
            <a:custGeom>
              <a:rect b="b" l="l" r="r" t="t"/>
              <a:pathLst>
                <a:path extrusionOk="0" h="3537" w="2436">
                  <a:moveTo>
                    <a:pt x="1475" y="0"/>
                  </a:moveTo>
                  <a:cubicBezTo>
                    <a:pt x="1259" y="0"/>
                    <a:pt x="1056" y="88"/>
                    <a:pt x="935" y="290"/>
                  </a:cubicBezTo>
                  <a:cubicBezTo>
                    <a:pt x="568" y="824"/>
                    <a:pt x="401" y="1625"/>
                    <a:pt x="201" y="2225"/>
                  </a:cubicBezTo>
                  <a:cubicBezTo>
                    <a:pt x="101" y="2559"/>
                    <a:pt x="1" y="2959"/>
                    <a:pt x="201" y="3259"/>
                  </a:cubicBezTo>
                  <a:cubicBezTo>
                    <a:pt x="343" y="3448"/>
                    <a:pt x="585" y="3537"/>
                    <a:pt x="833" y="3537"/>
                  </a:cubicBezTo>
                  <a:cubicBezTo>
                    <a:pt x="935" y="3537"/>
                    <a:pt x="1038" y="3522"/>
                    <a:pt x="1135" y="3493"/>
                  </a:cubicBezTo>
                  <a:cubicBezTo>
                    <a:pt x="1469" y="3359"/>
                    <a:pt x="1702" y="3092"/>
                    <a:pt x="1902" y="2792"/>
                  </a:cubicBezTo>
                  <a:cubicBezTo>
                    <a:pt x="2236" y="2225"/>
                    <a:pt x="2436" y="1591"/>
                    <a:pt x="2403" y="957"/>
                  </a:cubicBezTo>
                  <a:cubicBezTo>
                    <a:pt x="2403" y="791"/>
                    <a:pt x="2403" y="624"/>
                    <a:pt x="2303" y="490"/>
                  </a:cubicBezTo>
                  <a:cubicBezTo>
                    <a:pt x="2143" y="192"/>
                    <a:pt x="1795" y="0"/>
                    <a:pt x="147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77" name="Google Shape;1477;p47"/>
          <p:cNvGrpSpPr/>
          <p:nvPr/>
        </p:nvGrpSpPr>
        <p:grpSpPr>
          <a:xfrm>
            <a:off x="8145313" y="-97619"/>
            <a:ext cx="941225" cy="660534"/>
            <a:chOff x="8145313" y="-97619"/>
            <a:chExt cx="941225" cy="660534"/>
          </a:xfrm>
        </p:grpSpPr>
        <p:sp>
          <p:nvSpPr>
            <p:cNvPr id="1478" name="Google Shape;1478;p47"/>
            <p:cNvSpPr/>
            <p:nvPr/>
          </p:nvSpPr>
          <p:spPr>
            <a:xfrm flipH="1" rot="-2542547">
              <a:off x="8500418" y="81605"/>
              <a:ext cx="203861" cy="1161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47"/>
            <p:cNvSpPr/>
            <p:nvPr/>
          </p:nvSpPr>
          <p:spPr>
            <a:xfrm flipH="1" rot="-4689059">
              <a:off x="8140206" y="126102"/>
              <a:ext cx="156331" cy="1164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47"/>
            <p:cNvSpPr/>
            <p:nvPr/>
          </p:nvSpPr>
          <p:spPr>
            <a:xfrm flipH="1" rot="-2886029">
              <a:off x="8286619" y="-41018"/>
              <a:ext cx="203945" cy="1161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47"/>
            <p:cNvSpPr/>
            <p:nvPr/>
          </p:nvSpPr>
          <p:spPr>
            <a:xfrm flipH="1" rot="-5930150">
              <a:off x="8308014" y="316892"/>
              <a:ext cx="189448"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47"/>
            <p:cNvSpPr/>
            <p:nvPr/>
          </p:nvSpPr>
          <p:spPr>
            <a:xfrm flipH="1" rot="-5933377">
              <a:off x="8179512" y="463414"/>
              <a:ext cx="118423"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47"/>
            <p:cNvSpPr/>
            <p:nvPr/>
          </p:nvSpPr>
          <p:spPr>
            <a:xfrm flipH="1" rot="-261253">
              <a:off x="8576597" y="316833"/>
              <a:ext cx="118542" cy="7100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47"/>
            <p:cNvSpPr/>
            <p:nvPr/>
          </p:nvSpPr>
          <p:spPr>
            <a:xfrm flipH="1" rot="-1854841">
              <a:off x="8839916" y="135394"/>
              <a:ext cx="118540" cy="7105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47"/>
            <p:cNvSpPr/>
            <p:nvPr/>
          </p:nvSpPr>
          <p:spPr>
            <a:xfrm flipH="1" rot="-2542547">
              <a:off x="8888334" y="312132"/>
              <a:ext cx="203861" cy="6223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6" name="Google Shape;1486;p47"/>
          <p:cNvGrpSpPr/>
          <p:nvPr/>
        </p:nvGrpSpPr>
        <p:grpSpPr>
          <a:xfrm rot="4613443">
            <a:off x="-747983" y="2680630"/>
            <a:ext cx="1684482" cy="782693"/>
            <a:chOff x="1884850" y="3105525"/>
            <a:chExt cx="1684550" cy="782725"/>
          </a:xfrm>
        </p:grpSpPr>
        <p:sp>
          <p:nvSpPr>
            <p:cNvPr id="1487" name="Google Shape;1487;p47"/>
            <p:cNvSpPr/>
            <p:nvPr/>
          </p:nvSpPr>
          <p:spPr>
            <a:xfrm>
              <a:off x="1884850" y="3345325"/>
              <a:ext cx="1005750" cy="542925"/>
            </a:xfrm>
            <a:custGeom>
              <a:rect b="b" l="l" r="r" t="t"/>
              <a:pathLst>
                <a:path extrusionOk="0" h="21717" w="40230">
                  <a:moveTo>
                    <a:pt x="20115" y="1"/>
                  </a:moveTo>
                  <a:cubicBezTo>
                    <a:pt x="10742" y="1"/>
                    <a:pt x="2869" y="3470"/>
                    <a:pt x="634" y="8140"/>
                  </a:cubicBezTo>
                  <a:lnTo>
                    <a:pt x="1" y="8140"/>
                  </a:lnTo>
                  <a:lnTo>
                    <a:pt x="1" y="10842"/>
                  </a:lnTo>
                  <a:cubicBezTo>
                    <a:pt x="1" y="16846"/>
                    <a:pt x="9007" y="21717"/>
                    <a:pt x="20115" y="21717"/>
                  </a:cubicBezTo>
                  <a:cubicBezTo>
                    <a:pt x="31223" y="21717"/>
                    <a:pt x="40229" y="16846"/>
                    <a:pt x="40229" y="10842"/>
                  </a:cubicBezTo>
                  <a:lnTo>
                    <a:pt x="40229" y="8140"/>
                  </a:lnTo>
                  <a:lnTo>
                    <a:pt x="39595" y="8140"/>
                  </a:lnTo>
                  <a:cubicBezTo>
                    <a:pt x="37361" y="3470"/>
                    <a:pt x="29488" y="1"/>
                    <a:pt x="2011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p47"/>
            <p:cNvSpPr/>
            <p:nvPr/>
          </p:nvSpPr>
          <p:spPr>
            <a:xfrm>
              <a:off x="1884850" y="3280300"/>
              <a:ext cx="1005750" cy="542900"/>
            </a:xfrm>
            <a:custGeom>
              <a:rect b="b" l="l" r="r" t="t"/>
              <a:pathLst>
                <a:path extrusionOk="0" h="21716" w="40230">
                  <a:moveTo>
                    <a:pt x="20115" y="0"/>
                  </a:moveTo>
                  <a:cubicBezTo>
                    <a:pt x="9007" y="0"/>
                    <a:pt x="1" y="4870"/>
                    <a:pt x="1" y="10875"/>
                  </a:cubicBezTo>
                  <a:cubicBezTo>
                    <a:pt x="1" y="16846"/>
                    <a:pt x="9007" y="21716"/>
                    <a:pt x="20115" y="21716"/>
                  </a:cubicBezTo>
                  <a:cubicBezTo>
                    <a:pt x="31223" y="21716"/>
                    <a:pt x="40229" y="16846"/>
                    <a:pt x="40229" y="10875"/>
                  </a:cubicBezTo>
                  <a:cubicBezTo>
                    <a:pt x="40229" y="4870"/>
                    <a:pt x="31223" y="0"/>
                    <a:pt x="2011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47"/>
            <p:cNvSpPr/>
            <p:nvPr/>
          </p:nvSpPr>
          <p:spPr>
            <a:xfrm>
              <a:off x="1909025" y="3304475"/>
              <a:ext cx="958225" cy="495375"/>
            </a:xfrm>
            <a:custGeom>
              <a:rect b="b" l="l" r="r" t="t"/>
              <a:pathLst>
                <a:path extrusionOk="0" h="19815" w="38329">
                  <a:moveTo>
                    <a:pt x="19148" y="367"/>
                  </a:moveTo>
                  <a:cubicBezTo>
                    <a:pt x="29355" y="367"/>
                    <a:pt x="37928" y="4737"/>
                    <a:pt x="37928" y="9908"/>
                  </a:cubicBezTo>
                  <a:cubicBezTo>
                    <a:pt x="37928" y="15078"/>
                    <a:pt x="29322" y="19448"/>
                    <a:pt x="19148" y="19448"/>
                  </a:cubicBezTo>
                  <a:cubicBezTo>
                    <a:pt x="8974" y="19448"/>
                    <a:pt x="368" y="15078"/>
                    <a:pt x="368" y="9908"/>
                  </a:cubicBezTo>
                  <a:cubicBezTo>
                    <a:pt x="368" y="4737"/>
                    <a:pt x="8974" y="367"/>
                    <a:pt x="19148" y="367"/>
                  </a:cubicBezTo>
                  <a:close/>
                  <a:moveTo>
                    <a:pt x="19148" y="0"/>
                  </a:moveTo>
                  <a:cubicBezTo>
                    <a:pt x="8774" y="0"/>
                    <a:pt x="1" y="4537"/>
                    <a:pt x="1" y="9908"/>
                  </a:cubicBezTo>
                  <a:cubicBezTo>
                    <a:pt x="1" y="15278"/>
                    <a:pt x="8774" y="19815"/>
                    <a:pt x="19148" y="19815"/>
                  </a:cubicBezTo>
                  <a:cubicBezTo>
                    <a:pt x="29555" y="19815"/>
                    <a:pt x="38328" y="15278"/>
                    <a:pt x="38328" y="9908"/>
                  </a:cubicBezTo>
                  <a:cubicBezTo>
                    <a:pt x="38328" y="4537"/>
                    <a:pt x="29555" y="0"/>
                    <a:pt x="1914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47"/>
            <p:cNvSpPr/>
            <p:nvPr/>
          </p:nvSpPr>
          <p:spPr>
            <a:xfrm>
              <a:off x="1971575" y="3336175"/>
              <a:ext cx="832300" cy="431150"/>
            </a:xfrm>
            <a:custGeom>
              <a:rect b="b" l="l" r="r" t="t"/>
              <a:pathLst>
                <a:path extrusionOk="0" h="17246" w="33292">
                  <a:moveTo>
                    <a:pt x="16646" y="400"/>
                  </a:moveTo>
                  <a:cubicBezTo>
                    <a:pt x="25452" y="400"/>
                    <a:pt x="32924" y="4170"/>
                    <a:pt x="32924" y="8640"/>
                  </a:cubicBezTo>
                  <a:cubicBezTo>
                    <a:pt x="32924" y="13109"/>
                    <a:pt x="25452" y="16879"/>
                    <a:pt x="16646" y="16879"/>
                  </a:cubicBezTo>
                  <a:cubicBezTo>
                    <a:pt x="7840" y="16879"/>
                    <a:pt x="401" y="13109"/>
                    <a:pt x="401" y="8640"/>
                  </a:cubicBezTo>
                  <a:cubicBezTo>
                    <a:pt x="401" y="4170"/>
                    <a:pt x="7840" y="400"/>
                    <a:pt x="16646" y="400"/>
                  </a:cubicBezTo>
                  <a:close/>
                  <a:moveTo>
                    <a:pt x="16646" y="0"/>
                  </a:moveTo>
                  <a:cubicBezTo>
                    <a:pt x="7639" y="0"/>
                    <a:pt x="1" y="3970"/>
                    <a:pt x="1" y="8640"/>
                  </a:cubicBezTo>
                  <a:cubicBezTo>
                    <a:pt x="1" y="13310"/>
                    <a:pt x="7639" y="17246"/>
                    <a:pt x="16646" y="17246"/>
                  </a:cubicBezTo>
                  <a:cubicBezTo>
                    <a:pt x="25652" y="17246"/>
                    <a:pt x="33291" y="13310"/>
                    <a:pt x="33291" y="8640"/>
                  </a:cubicBezTo>
                  <a:cubicBezTo>
                    <a:pt x="33291" y="3970"/>
                    <a:pt x="25686" y="0"/>
                    <a:pt x="1664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47"/>
            <p:cNvSpPr/>
            <p:nvPr/>
          </p:nvSpPr>
          <p:spPr>
            <a:xfrm>
              <a:off x="2034950" y="3368675"/>
              <a:ext cx="705525" cy="366125"/>
            </a:xfrm>
            <a:custGeom>
              <a:rect b="b" l="l" r="r" t="t"/>
              <a:pathLst>
                <a:path extrusionOk="0" h="14645" w="28221">
                  <a:moveTo>
                    <a:pt x="14111" y="368"/>
                  </a:moveTo>
                  <a:cubicBezTo>
                    <a:pt x="21550" y="368"/>
                    <a:pt x="27854" y="3570"/>
                    <a:pt x="27854" y="7340"/>
                  </a:cubicBezTo>
                  <a:cubicBezTo>
                    <a:pt x="27854" y="11109"/>
                    <a:pt x="21550" y="14278"/>
                    <a:pt x="14111" y="14278"/>
                  </a:cubicBezTo>
                  <a:cubicBezTo>
                    <a:pt x="6672" y="14278"/>
                    <a:pt x="368" y="11109"/>
                    <a:pt x="368" y="7340"/>
                  </a:cubicBezTo>
                  <a:cubicBezTo>
                    <a:pt x="368" y="3570"/>
                    <a:pt x="6672" y="368"/>
                    <a:pt x="14111" y="368"/>
                  </a:cubicBezTo>
                  <a:close/>
                  <a:moveTo>
                    <a:pt x="14111" y="1"/>
                  </a:moveTo>
                  <a:cubicBezTo>
                    <a:pt x="6472" y="1"/>
                    <a:pt x="1" y="3370"/>
                    <a:pt x="1" y="7340"/>
                  </a:cubicBezTo>
                  <a:cubicBezTo>
                    <a:pt x="1" y="11309"/>
                    <a:pt x="6472" y="14645"/>
                    <a:pt x="14111" y="14645"/>
                  </a:cubicBezTo>
                  <a:cubicBezTo>
                    <a:pt x="21750" y="14645"/>
                    <a:pt x="28221" y="11309"/>
                    <a:pt x="28221" y="7340"/>
                  </a:cubicBezTo>
                  <a:cubicBezTo>
                    <a:pt x="28221" y="3370"/>
                    <a:pt x="21750" y="1"/>
                    <a:pt x="1411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47"/>
            <p:cNvSpPr/>
            <p:nvPr/>
          </p:nvSpPr>
          <p:spPr>
            <a:xfrm>
              <a:off x="2098325" y="3401200"/>
              <a:ext cx="578775" cy="301075"/>
            </a:xfrm>
            <a:custGeom>
              <a:rect b="b" l="l" r="r" t="t"/>
              <a:pathLst>
                <a:path extrusionOk="0" h="12043" w="23151">
                  <a:moveTo>
                    <a:pt x="11576" y="368"/>
                  </a:moveTo>
                  <a:cubicBezTo>
                    <a:pt x="17647" y="368"/>
                    <a:pt x="22784" y="2970"/>
                    <a:pt x="22784" y="6039"/>
                  </a:cubicBezTo>
                  <a:cubicBezTo>
                    <a:pt x="22784" y="9107"/>
                    <a:pt x="17647" y="11676"/>
                    <a:pt x="11576" y="11676"/>
                  </a:cubicBezTo>
                  <a:cubicBezTo>
                    <a:pt x="5505" y="11676"/>
                    <a:pt x="368" y="9107"/>
                    <a:pt x="368" y="6039"/>
                  </a:cubicBezTo>
                  <a:cubicBezTo>
                    <a:pt x="368" y="2970"/>
                    <a:pt x="5505" y="368"/>
                    <a:pt x="11576" y="368"/>
                  </a:cubicBezTo>
                  <a:close/>
                  <a:moveTo>
                    <a:pt x="11576" y="1"/>
                  </a:moveTo>
                  <a:cubicBezTo>
                    <a:pt x="5305" y="1"/>
                    <a:pt x="1" y="2770"/>
                    <a:pt x="1" y="6039"/>
                  </a:cubicBezTo>
                  <a:cubicBezTo>
                    <a:pt x="1" y="9308"/>
                    <a:pt x="5305" y="12043"/>
                    <a:pt x="11576" y="12043"/>
                  </a:cubicBezTo>
                  <a:cubicBezTo>
                    <a:pt x="17847" y="12043"/>
                    <a:pt x="23151" y="9308"/>
                    <a:pt x="23151" y="6039"/>
                  </a:cubicBezTo>
                  <a:cubicBezTo>
                    <a:pt x="23151" y="2770"/>
                    <a:pt x="17847" y="1"/>
                    <a:pt x="1157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47"/>
            <p:cNvSpPr/>
            <p:nvPr/>
          </p:nvSpPr>
          <p:spPr>
            <a:xfrm>
              <a:off x="2161725" y="3433725"/>
              <a:ext cx="452850" cy="236875"/>
            </a:xfrm>
            <a:custGeom>
              <a:rect b="b" l="l" r="r" t="t"/>
              <a:pathLst>
                <a:path extrusionOk="0" h="9475" w="18114">
                  <a:moveTo>
                    <a:pt x="9040" y="368"/>
                  </a:moveTo>
                  <a:cubicBezTo>
                    <a:pt x="13743" y="368"/>
                    <a:pt x="17713" y="2369"/>
                    <a:pt x="17713" y="4738"/>
                  </a:cubicBezTo>
                  <a:cubicBezTo>
                    <a:pt x="17713" y="7106"/>
                    <a:pt x="13743" y="9074"/>
                    <a:pt x="9040" y="9074"/>
                  </a:cubicBezTo>
                  <a:cubicBezTo>
                    <a:pt x="4337" y="9074"/>
                    <a:pt x="367" y="7073"/>
                    <a:pt x="367" y="4738"/>
                  </a:cubicBezTo>
                  <a:cubicBezTo>
                    <a:pt x="367" y="2369"/>
                    <a:pt x="4337" y="368"/>
                    <a:pt x="9040" y="368"/>
                  </a:cubicBezTo>
                  <a:close/>
                  <a:moveTo>
                    <a:pt x="9040" y="1"/>
                  </a:moveTo>
                  <a:cubicBezTo>
                    <a:pt x="4136" y="1"/>
                    <a:pt x="0" y="2169"/>
                    <a:pt x="0" y="4738"/>
                  </a:cubicBezTo>
                  <a:cubicBezTo>
                    <a:pt x="0" y="7306"/>
                    <a:pt x="4136" y="9474"/>
                    <a:pt x="9040" y="9474"/>
                  </a:cubicBezTo>
                  <a:cubicBezTo>
                    <a:pt x="13943" y="9474"/>
                    <a:pt x="18113" y="7306"/>
                    <a:pt x="18113" y="4738"/>
                  </a:cubicBezTo>
                  <a:cubicBezTo>
                    <a:pt x="18113" y="2169"/>
                    <a:pt x="13943" y="1"/>
                    <a:pt x="904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47"/>
            <p:cNvSpPr/>
            <p:nvPr/>
          </p:nvSpPr>
          <p:spPr>
            <a:xfrm>
              <a:off x="2224250" y="3466250"/>
              <a:ext cx="326925" cy="171825"/>
            </a:xfrm>
            <a:custGeom>
              <a:rect b="b" l="l" r="r" t="t"/>
              <a:pathLst>
                <a:path extrusionOk="0" h="6873" w="13077">
                  <a:moveTo>
                    <a:pt x="6539" y="368"/>
                  </a:moveTo>
                  <a:cubicBezTo>
                    <a:pt x="9808" y="368"/>
                    <a:pt x="12710" y="1802"/>
                    <a:pt x="12710" y="3437"/>
                  </a:cubicBezTo>
                  <a:cubicBezTo>
                    <a:pt x="12710" y="5071"/>
                    <a:pt x="9808" y="6472"/>
                    <a:pt x="6539" y="6472"/>
                  </a:cubicBezTo>
                  <a:cubicBezTo>
                    <a:pt x="3270" y="6472"/>
                    <a:pt x="401" y="5071"/>
                    <a:pt x="401" y="3437"/>
                  </a:cubicBezTo>
                  <a:cubicBezTo>
                    <a:pt x="401" y="1802"/>
                    <a:pt x="3270" y="368"/>
                    <a:pt x="6539" y="368"/>
                  </a:cubicBezTo>
                  <a:close/>
                  <a:moveTo>
                    <a:pt x="6539" y="1"/>
                  </a:moveTo>
                  <a:cubicBezTo>
                    <a:pt x="3003" y="1"/>
                    <a:pt x="1" y="1569"/>
                    <a:pt x="1" y="3437"/>
                  </a:cubicBezTo>
                  <a:cubicBezTo>
                    <a:pt x="1" y="5305"/>
                    <a:pt x="3003" y="6872"/>
                    <a:pt x="6539" y="6872"/>
                  </a:cubicBezTo>
                  <a:cubicBezTo>
                    <a:pt x="10075" y="6872"/>
                    <a:pt x="13077" y="5305"/>
                    <a:pt x="13077" y="3437"/>
                  </a:cubicBezTo>
                  <a:cubicBezTo>
                    <a:pt x="13077" y="1569"/>
                    <a:pt x="10075" y="1"/>
                    <a:pt x="653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47"/>
            <p:cNvSpPr/>
            <p:nvPr/>
          </p:nvSpPr>
          <p:spPr>
            <a:xfrm>
              <a:off x="2287650" y="3497950"/>
              <a:ext cx="200150" cy="107600"/>
            </a:xfrm>
            <a:custGeom>
              <a:rect b="b" l="l" r="r" t="t"/>
              <a:pathLst>
                <a:path extrusionOk="0" h="4304" w="8006">
                  <a:moveTo>
                    <a:pt x="4003" y="401"/>
                  </a:moveTo>
                  <a:cubicBezTo>
                    <a:pt x="5938" y="401"/>
                    <a:pt x="7639" y="1201"/>
                    <a:pt x="7639" y="2169"/>
                  </a:cubicBezTo>
                  <a:cubicBezTo>
                    <a:pt x="7639" y="3103"/>
                    <a:pt x="5938" y="3936"/>
                    <a:pt x="4003" y="3936"/>
                  </a:cubicBezTo>
                  <a:cubicBezTo>
                    <a:pt x="2068" y="3936"/>
                    <a:pt x="367" y="3103"/>
                    <a:pt x="367" y="2169"/>
                  </a:cubicBezTo>
                  <a:cubicBezTo>
                    <a:pt x="367" y="1201"/>
                    <a:pt x="2068" y="401"/>
                    <a:pt x="4003" y="401"/>
                  </a:cubicBezTo>
                  <a:close/>
                  <a:moveTo>
                    <a:pt x="4003" y="0"/>
                  </a:moveTo>
                  <a:cubicBezTo>
                    <a:pt x="1801" y="0"/>
                    <a:pt x="0" y="968"/>
                    <a:pt x="0" y="2169"/>
                  </a:cubicBezTo>
                  <a:cubicBezTo>
                    <a:pt x="0" y="3336"/>
                    <a:pt x="1801" y="4303"/>
                    <a:pt x="4003" y="4303"/>
                  </a:cubicBezTo>
                  <a:cubicBezTo>
                    <a:pt x="6204" y="4303"/>
                    <a:pt x="8006" y="3336"/>
                    <a:pt x="8006" y="2169"/>
                  </a:cubicBezTo>
                  <a:cubicBezTo>
                    <a:pt x="8006" y="968"/>
                    <a:pt x="6204" y="0"/>
                    <a:pt x="400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47"/>
            <p:cNvSpPr/>
            <p:nvPr/>
          </p:nvSpPr>
          <p:spPr>
            <a:xfrm>
              <a:off x="2506950" y="3168875"/>
              <a:ext cx="1029100" cy="575700"/>
            </a:xfrm>
            <a:custGeom>
              <a:rect b="b" l="l" r="r" t="t"/>
              <a:pathLst>
                <a:path extrusionOk="0" h="23028" w="41164">
                  <a:moveTo>
                    <a:pt x="15438" y="0"/>
                  </a:moveTo>
                  <a:cubicBezTo>
                    <a:pt x="9655" y="0"/>
                    <a:pt x="4857" y="1621"/>
                    <a:pt x="2603" y="4457"/>
                  </a:cubicBezTo>
                  <a:lnTo>
                    <a:pt x="2002" y="4290"/>
                  </a:lnTo>
                  <a:lnTo>
                    <a:pt x="1369" y="6959"/>
                  </a:lnTo>
                  <a:cubicBezTo>
                    <a:pt x="1" y="12796"/>
                    <a:pt x="7673" y="19568"/>
                    <a:pt x="18481" y="22070"/>
                  </a:cubicBezTo>
                  <a:cubicBezTo>
                    <a:pt x="21261" y="22720"/>
                    <a:pt x="23978" y="23028"/>
                    <a:pt x="26503" y="23028"/>
                  </a:cubicBezTo>
                  <a:cubicBezTo>
                    <a:pt x="33824" y="23028"/>
                    <a:pt x="39538" y="20439"/>
                    <a:pt x="40530" y="16099"/>
                  </a:cubicBezTo>
                  <a:lnTo>
                    <a:pt x="41164" y="13430"/>
                  </a:lnTo>
                  <a:lnTo>
                    <a:pt x="40530" y="13297"/>
                  </a:lnTo>
                  <a:cubicBezTo>
                    <a:pt x="39429" y="8226"/>
                    <a:pt x="32558" y="3089"/>
                    <a:pt x="23418" y="955"/>
                  </a:cubicBezTo>
                  <a:cubicBezTo>
                    <a:pt x="20657" y="307"/>
                    <a:pt x="17954" y="0"/>
                    <a:pt x="1543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47"/>
            <p:cNvSpPr/>
            <p:nvPr/>
          </p:nvSpPr>
          <p:spPr>
            <a:xfrm>
              <a:off x="2521975" y="3105525"/>
              <a:ext cx="1047425" cy="576025"/>
            </a:xfrm>
            <a:custGeom>
              <a:rect b="b" l="l" r="r" t="t"/>
              <a:pathLst>
                <a:path extrusionOk="0" h="23041" w="41897">
                  <a:moveTo>
                    <a:pt x="15435" y="1"/>
                  </a:moveTo>
                  <a:cubicBezTo>
                    <a:pt x="8094" y="1"/>
                    <a:pt x="2362" y="2609"/>
                    <a:pt x="1368" y="6958"/>
                  </a:cubicBezTo>
                  <a:cubicBezTo>
                    <a:pt x="0" y="12795"/>
                    <a:pt x="7639" y="19567"/>
                    <a:pt x="18480" y="22102"/>
                  </a:cubicBezTo>
                  <a:cubicBezTo>
                    <a:pt x="21230" y="22739"/>
                    <a:pt x="23920" y="23040"/>
                    <a:pt x="26425" y="23040"/>
                  </a:cubicBezTo>
                  <a:cubicBezTo>
                    <a:pt x="33762" y="23040"/>
                    <a:pt x="39510" y="20450"/>
                    <a:pt x="40529" y="16098"/>
                  </a:cubicBezTo>
                  <a:cubicBezTo>
                    <a:pt x="41897" y="10260"/>
                    <a:pt x="34225" y="3489"/>
                    <a:pt x="23417" y="953"/>
                  </a:cubicBezTo>
                  <a:cubicBezTo>
                    <a:pt x="20652" y="307"/>
                    <a:pt x="17949" y="1"/>
                    <a:pt x="1543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47"/>
            <p:cNvSpPr/>
            <p:nvPr/>
          </p:nvSpPr>
          <p:spPr>
            <a:xfrm>
              <a:off x="2548650" y="3129975"/>
              <a:ext cx="994075" cy="527825"/>
            </a:xfrm>
            <a:custGeom>
              <a:rect b="b" l="l" r="r" t="t"/>
              <a:pathLst>
                <a:path extrusionOk="0" h="21113" w="39763">
                  <a:moveTo>
                    <a:pt x="14372" y="361"/>
                  </a:moveTo>
                  <a:cubicBezTo>
                    <a:pt x="16795" y="361"/>
                    <a:pt x="19402" y="654"/>
                    <a:pt x="22050" y="1276"/>
                  </a:cubicBezTo>
                  <a:cubicBezTo>
                    <a:pt x="31957" y="3578"/>
                    <a:pt x="39362" y="9782"/>
                    <a:pt x="38161" y="14819"/>
                  </a:cubicBezTo>
                  <a:cubicBezTo>
                    <a:pt x="37305" y="18515"/>
                    <a:pt x="32031" y="20738"/>
                    <a:pt x="25371" y="20738"/>
                  </a:cubicBezTo>
                  <a:cubicBezTo>
                    <a:pt x="22953" y="20738"/>
                    <a:pt x="20352" y="20445"/>
                    <a:pt x="17713" y="19823"/>
                  </a:cubicBezTo>
                  <a:cubicBezTo>
                    <a:pt x="7806" y="17521"/>
                    <a:pt x="401" y="11317"/>
                    <a:pt x="1569" y="6280"/>
                  </a:cubicBezTo>
                  <a:cubicBezTo>
                    <a:pt x="2425" y="2585"/>
                    <a:pt x="7699" y="361"/>
                    <a:pt x="14372" y="361"/>
                  </a:cubicBezTo>
                  <a:close/>
                  <a:moveTo>
                    <a:pt x="14452" y="0"/>
                  </a:moveTo>
                  <a:cubicBezTo>
                    <a:pt x="7581" y="0"/>
                    <a:pt x="2114" y="2334"/>
                    <a:pt x="1202" y="6180"/>
                  </a:cubicBezTo>
                  <a:cubicBezTo>
                    <a:pt x="1" y="11417"/>
                    <a:pt x="7506" y="17855"/>
                    <a:pt x="17613" y="20223"/>
                  </a:cubicBezTo>
                  <a:cubicBezTo>
                    <a:pt x="20238" y="20828"/>
                    <a:pt x="22824" y="21112"/>
                    <a:pt x="25237" y="21112"/>
                  </a:cubicBezTo>
                  <a:cubicBezTo>
                    <a:pt x="32149" y="21112"/>
                    <a:pt x="37638" y="18776"/>
                    <a:pt x="38528" y="14919"/>
                  </a:cubicBezTo>
                  <a:cubicBezTo>
                    <a:pt x="39763" y="9682"/>
                    <a:pt x="32257" y="3244"/>
                    <a:pt x="22117" y="909"/>
                  </a:cubicBezTo>
                  <a:cubicBezTo>
                    <a:pt x="19479" y="291"/>
                    <a:pt x="16878" y="0"/>
                    <a:pt x="1445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47"/>
            <p:cNvSpPr/>
            <p:nvPr/>
          </p:nvSpPr>
          <p:spPr>
            <a:xfrm>
              <a:off x="2613700" y="3164125"/>
              <a:ext cx="863975" cy="459200"/>
            </a:xfrm>
            <a:custGeom>
              <a:rect b="b" l="l" r="r" t="t"/>
              <a:pathLst>
                <a:path extrusionOk="0" h="18368" w="34559">
                  <a:moveTo>
                    <a:pt x="12504" y="379"/>
                  </a:moveTo>
                  <a:cubicBezTo>
                    <a:pt x="14601" y="379"/>
                    <a:pt x="16858" y="634"/>
                    <a:pt x="19148" y="1178"/>
                  </a:cubicBezTo>
                  <a:cubicBezTo>
                    <a:pt x="27754" y="3179"/>
                    <a:pt x="34125" y="8550"/>
                    <a:pt x="33124" y="12886"/>
                  </a:cubicBezTo>
                  <a:cubicBezTo>
                    <a:pt x="32364" y="16075"/>
                    <a:pt x="27779" y="18002"/>
                    <a:pt x="21996" y="18002"/>
                  </a:cubicBezTo>
                  <a:cubicBezTo>
                    <a:pt x="19915" y="18002"/>
                    <a:pt x="17680" y="17752"/>
                    <a:pt x="15412" y="17223"/>
                  </a:cubicBezTo>
                  <a:cubicBezTo>
                    <a:pt x="6806" y="15221"/>
                    <a:pt x="434" y="9851"/>
                    <a:pt x="1435" y="5481"/>
                  </a:cubicBezTo>
                  <a:cubicBezTo>
                    <a:pt x="2193" y="2303"/>
                    <a:pt x="6749" y="379"/>
                    <a:pt x="12504" y="379"/>
                  </a:cubicBezTo>
                  <a:close/>
                  <a:moveTo>
                    <a:pt x="12610" y="0"/>
                  </a:moveTo>
                  <a:cubicBezTo>
                    <a:pt x="6617" y="0"/>
                    <a:pt x="1858" y="2031"/>
                    <a:pt x="1068" y="5414"/>
                  </a:cubicBezTo>
                  <a:cubicBezTo>
                    <a:pt x="1" y="9951"/>
                    <a:pt x="6539" y="15522"/>
                    <a:pt x="15312" y="17590"/>
                  </a:cubicBezTo>
                  <a:cubicBezTo>
                    <a:pt x="17597" y="18118"/>
                    <a:pt x="19849" y="18367"/>
                    <a:pt x="21950" y="18367"/>
                  </a:cubicBezTo>
                  <a:cubicBezTo>
                    <a:pt x="27942" y="18367"/>
                    <a:pt x="32701" y="16337"/>
                    <a:pt x="33491" y="12953"/>
                  </a:cubicBezTo>
                  <a:cubicBezTo>
                    <a:pt x="34559" y="8416"/>
                    <a:pt x="28021" y="2846"/>
                    <a:pt x="19248" y="778"/>
                  </a:cubicBezTo>
                  <a:cubicBezTo>
                    <a:pt x="16962" y="250"/>
                    <a:pt x="14710" y="0"/>
                    <a:pt x="1261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47"/>
            <p:cNvSpPr/>
            <p:nvPr/>
          </p:nvSpPr>
          <p:spPr>
            <a:xfrm>
              <a:off x="2679575" y="3198700"/>
              <a:ext cx="732225" cy="390025"/>
            </a:xfrm>
            <a:custGeom>
              <a:rect b="b" l="l" r="r" t="t"/>
              <a:pathLst>
                <a:path extrusionOk="0" h="15601" w="29289">
                  <a:moveTo>
                    <a:pt x="10643" y="366"/>
                  </a:moveTo>
                  <a:cubicBezTo>
                    <a:pt x="12402" y="366"/>
                    <a:pt x="14293" y="578"/>
                    <a:pt x="16212" y="1029"/>
                  </a:cubicBezTo>
                  <a:cubicBezTo>
                    <a:pt x="23484" y="2730"/>
                    <a:pt x="28888" y="7267"/>
                    <a:pt x="28021" y="10936"/>
                  </a:cubicBezTo>
                  <a:cubicBezTo>
                    <a:pt x="27385" y="13626"/>
                    <a:pt x="23541" y="15240"/>
                    <a:pt x="18682" y="15240"/>
                  </a:cubicBezTo>
                  <a:cubicBezTo>
                    <a:pt x="16913" y="15240"/>
                    <a:pt x="15009" y="15026"/>
                    <a:pt x="13077" y="14572"/>
                  </a:cubicBezTo>
                  <a:cubicBezTo>
                    <a:pt x="5805" y="12871"/>
                    <a:pt x="401" y="8334"/>
                    <a:pt x="1268" y="4665"/>
                  </a:cubicBezTo>
                  <a:cubicBezTo>
                    <a:pt x="1906" y="1993"/>
                    <a:pt x="5767" y="366"/>
                    <a:pt x="10643" y="366"/>
                  </a:cubicBezTo>
                  <a:close/>
                  <a:moveTo>
                    <a:pt x="10688" y="1"/>
                  </a:moveTo>
                  <a:cubicBezTo>
                    <a:pt x="5604" y="1"/>
                    <a:pt x="1569" y="1732"/>
                    <a:pt x="902" y="4598"/>
                  </a:cubicBezTo>
                  <a:cubicBezTo>
                    <a:pt x="1" y="8468"/>
                    <a:pt x="5538" y="13205"/>
                    <a:pt x="12977" y="14939"/>
                  </a:cubicBezTo>
                  <a:cubicBezTo>
                    <a:pt x="14905" y="15389"/>
                    <a:pt x="16809" y="15601"/>
                    <a:pt x="18587" y="15601"/>
                  </a:cubicBezTo>
                  <a:cubicBezTo>
                    <a:pt x="23667" y="15601"/>
                    <a:pt x="27721" y="13869"/>
                    <a:pt x="28388" y="11003"/>
                  </a:cubicBezTo>
                  <a:cubicBezTo>
                    <a:pt x="29288" y="7134"/>
                    <a:pt x="23751" y="2397"/>
                    <a:pt x="16313" y="662"/>
                  </a:cubicBezTo>
                  <a:cubicBezTo>
                    <a:pt x="14376" y="213"/>
                    <a:pt x="12468" y="1"/>
                    <a:pt x="1068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47"/>
            <p:cNvSpPr/>
            <p:nvPr/>
          </p:nvSpPr>
          <p:spPr>
            <a:xfrm>
              <a:off x="2744625" y="3233300"/>
              <a:ext cx="601300" cy="320850"/>
            </a:xfrm>
            <a:custGeom>
              <a:rect b="b" l="l" r="r" t="t"/>
              <a:pathLst>
                <a:path extrusionOk="0" h="12834" w="24052">
                  <a:moveTo>
                    <a:pt x="8738" y="375"/>
                  </a:moveTo>
                  <a:cubicBezTo>
                    <a:pt x="10182" y="375"/>
                    <a:pt x="11736" y="548"/>
                    <a:pt x="13310" y="913"/>
                  </a:cubicBezTo>
                  <a:cubicBezTo>
                    <a:pt x="19248" y="2280"/>
                    <a:pt x="23651" y="5983"/>
                    <a:pt x="22950" y="8952"/>
                  </a:cubicBezTo>
                  <a:cubicBezTo>
                    <a:pt x="22437" y="11153"/>
                    <a:pt x="19304" y="12458"/>
                    <a:pt x="15329" y="12458"/>
                  </a:cubicBezTo>
                  <a:cubicBezTo>
                    <a:pt x="13883" y="12458"/>
                    <a:pt x="12325" y="12285"/>
                    <a:pt x="10742" y="11921"/>
                  </a:cubicBezTo>
                  <a:cubicBezTo>
                    <a:pt x="4838" y="10553"/>
                    <a:pt x="434" y="6850"/>
                    <a:pt x="1135" y="3882"/>
                  </a:cubicBezTo>
                  <a:cubicBezTo>
                    <a:pt x="1624" y="1680"/>
                    <a:pt x="4768" y="375"/>
                    <a:pt x="8738" y="375"/>
                  </a:cubicBezTo>
                  <a:close/>
                  <a:moveTo>
                    <a:pt x="8814" y="0"/>
                  </a:moveTo>
                  <a:cubicBezTo>
                    <a:pt x="4642" y="0"/>
                    <a:pt x="1312" y="1433"/>
                    <a:pt x="768" y="3781"/>
                  </a:cubicBezTo>
                  <a:cubicBezTo>
                    <a:pt x="1" y="6950"/>
                    <a:pt x="4571" y="10853"/>
                    <a:pt x="10675" y="12288"/>
                  </a:cubicBezTo>
                  <a:cubicBezTo>
                    <a:pt x="12255" y="12659"/>
                    <a:pt x="13814" y="12833"/>
                    <a:pt x="15271" y="12833"/>
                  </a:cubicBezTo>
                  <a:cubicBezTo>
                    <a:pt x="19444" y="12833"/>
                    <a:pt x="22773" y="11401"/>
                    <a:pt x="23317" y="9052"/>
                  </a:cubicBezTo>
                  <a:cubicBezTo>
                    <a:pt x="24051" y="5850"/>
                    <a:pt x="19515" y="1980"/>
                    <a:pt x="13410" y="546"/>
                  </a:cubicBezTo>
                  <a:cubicBezTo>
                    <a:pt x="11831" y="175"/>
                    <a:pt x="10271" y="0"/>
                    <a:pt x="881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47"/>
            <p:cNvSpPr/>
            <p:nvPr/>
          </p:nvSpPr>
          <p:spPr>
            <a:xfrm>
              <a:off x="2810500" y="3267875"/>
              <a:ext cx="470375" cy="251800"/>
            </a:xfrm>
            <a:custGeom>
              <a:rect b="b" l="l" r="r" t="t"/>
              <a:pathLst>
                <a:path extrusionOk="0" h="10072" w="18815">
                  <a:moveTo>
                    <a:pt x="6836" y="376"/>
                  </a:moveTo>
                  <a:cubicBezTo>
                    <a:pt x="7960" y="376"/>
                    <a:pt x="9174" y="511"/>
                    <a:pt x="10408" y="797"/>
                  </a:cubicBezTo>
                  <a:cubicBezTo>
                    <a:pt x="14978" y="1865"/>
                    <a:pt x="18414" y="4700"/>
                    <a:pt x="17847" y="7002"/>
                  </a:cubicBezTo>
                  <a:cubicBezTo>
                    <a:pt x="17456" y="8686"/>
                    <a:pt x="15048" y="9692"/>
                    <a:pt x="11980" y="9692"/>
                  </a:cubicBezTo>
                  <a:cubicBezTo>
                    <a:pt x="10855" y="9692"/>
                    <a:pt x="9642" y="9556"/>
                    <a:pt x="8407" y="9270"/>
                  </a:cubicBezTo>
                  <a:cubicBezTo>
                    <a:pt x="3837" y="8203"/>
                    <a:pt x="401" y="5367"/>
                    <a:pt x="968" y="3066"/>
                  </a:cubicBezTo>
                  <a:cubicBezTo>
                    <a:pt x="1359" y="1381"/>
                    <a:pt x="3768" y="376"/>
                    <a:pt x="6836" y="376"/>
                  </a:cubicBezTo>
                  <a:close/>
                  <a:moveTo>
                    <a:pt x="6892" y="1"/>
                  </a:moveTo>
                  <a:cubicBezTo>
                    <a:pt x="3626" y="1"/>
                    <a:pt x="1013" y="1134"/>
                    <a:pt x="568" y="2966"/>
                  </a:cubicBezTo>
                  <a:cubicBezTo>
                    <a:pt x="1" y="5467"/>
                    <a:pt x="3537" y="8536"/>
                    <a:pt x="8340" y="9637"/>
                  </a:cubicBezTo>
                  <a:cubicBezTo>
                    <a:pt x="9584" y="9933"/>
                    <a:pt x="10811" y="10072"/>
                    <a:pt x="11957" y="10072"/>
                  </a:cubicBezTo>
                  <a:cubicBezTo>
                    <a:pt x="15206" y="10072"/>
                    <a:pt x="17795" y="8952"/>
                    <a:pt x="18214" y="7102"/>
                  </a:cubicBezTo>
                  <a:cubicBezTo>
                    <a:pt x="18814" y="4600"/>
                    <a:pt x="15279" y="1531"/>
                    <a:pt x="10475" y="430"/>
                  </a:cubicBezTo>
                  <a:cubicBezTo>
                    <a:pt x="9244" y="138"/>
                    <a:pt x="8029" y="1"/>
                    <a:pt x="689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47"/>
            <p:cNvSpPr/>
            <p:nvPr/>
          </p:nvSpPr>
          <p:spPr>
            <a:xfrm>
              <a:off x="2876400" y="3302700"/>
              <a:ext cx="338600" cy="182375"/>
            </a:xfrm>
            <a:custGeom>
              <a:rect b="b" l="l" r="r" t="t"/>
              <a:pathLst>
                <a:path extrusionOk="0" h="7295" w="13544">
                  <a:moveTo>
                    <a:pt x="4937" y="366"/>
                  </a:moveTo>
                  <a:cubicBezTo>
                    <a:pt x="5741" y="366"/>
                    <a:pt x="6604" y="464"/>
                    <a:pt x="7472" y="672"/>
                  </a:cubicBezTo>
                  <a:cubicBezTo>
                    <a:pt x="10641" y="1406"/>
                    <a:pt x="13110" y="3441"/>
                    <a:pt x="12776" y="5042"/>
                  </a:cubicBezTo>
                  <a:cubicBezTo>
                    <a:pt x="12508" y="6209"/>
                    <a:pt x="10770" y="6915"/>
                    <a:pt x="8607" y="6915"/>
                  </a:cubicBezTo>
                  <a:cubicBezTo>
                    <a:pt x="7802" y="6915"/>
                    <a:pt x="6939" y="6817"/>
                    <a:pt x="6071" y="6609"/>
                  </a:cubicBezTo>
                  <a:cubicBezTo>
                    <a:pt x="2869" y="5876"/>
                    <a:pt x="400" y="3841"/>
                    <a:pt x="767" y="2240"/>
                  </a:cubicBezTo>
                  <a:cubicBezTo>
                    <a:pt x="1035" y="1073"/>
                    <a:pt x="2773" y="366"/>
                    <a:pt x="4937" y="366"/>
                  </a:cubicBezTo>
                  <a:close/>
                  <a:moveTo>
                    <a:pt x="4961" y="1"/>
                  </a:moveTo>
                  <a:cubicBezTo>
                    <a:pt x="2606" y="1"/>
                    <a:pt x="722" y="811"/>
                    <a:pt x="400" y="2173"/>
                  </a:cubicBezTo>
                  <a:cubicBezTo>
                    <a:pt x="0" y="3974"/>
                    <a:pt x="2535" y="6176"/>
                    <a:pt x="6004" y="6976"/>
                  </a:cubicBezTo>
                  <a:cubicBezTo>
                    <a:pt x="6897" y="7193"/>
                    <a:pt x="7777" y="7295"/>
                    <a:pt x="8600" y="7295"/>
                  </a:cubicBezTo>
                  <a:cubicBezTo>
                    <a:pt x="10947" y="7295"/>
                    <a:pt x="12822" y="6467"/>
                    <a:pt x="13143" y="5108"/>
                  </a:cubicBezTo>
                  <a:cubicBezTo>
                    <a:pt x="13543" y="3307"/>
                    <a:pt x="11008" y="1106"/>
                    <a:pt x="7539" y="305"/>
                  </a:cubicBezTo>
                  <a:cubicBezTo>
                    <a:pt x="6653" y="99"/>
                    <a:pt x="5779" y="1"/>
                    <a:pt x="49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p47"/>
            <p:cNvSpPr/>
            <p:nvPr/>
          </p:nvSpPr>
          <p:spPr>
            <a:xfrm>
              <a:off x="2941450" y="3336475"/>
              <a:ext cx="208500" cy="113800"/>
            </a:xfrm>
            <a:custGeom>
              <a:rect b="b" l="l" r="r" t="t"/>
              <a:pathLst>
                <a:path extrusionOk="0" h="4552" w="8340">
                  <a:moveTo>
                    <a:pt x="3049" y="398"/>
                  </a:moveTo>
                  <a:cubicBezTo>
                    <a:pt x="3532" y="398"/>
                    <a:pt x="4051" y="459"/>
                    <a:pt x="4570" y="588"/>
                  </a:cubicBezTo>
                  <a:cubicBezTo>
                    <a:pt x="6438" y="1022"/>
                    <a:pt x="7906" y="2190"/>
                    <a:pt x="7706" y="3124"/>
                  </a:cubicBezTo>
                  <a:cubicBezTo>
                    <a:pt x="7534" y="3784"/>
                    <a:pt x="6501" y="4194"/>
                    <a:pt x="5225" y="4194"/>
                  </a:cubicBezTo>
                  <a:cubicBezTo>
                    <a:pt x="4762" y="4194"/>
                    <a:pt x="4267" y="4140"/>
                    <a:pt x="3769" y="4024"/>
                  </a:cubicBezTo>
                  <a:cubicBezTo>
                    <a:pt x="1901" y="3591"/>
                    <a:pt x="434" y="2390"/>
                    <a:pt x="634" y="1456"/>
                  </a:cubicBezTo>
                  <a:cubicBezTo>
                    <a:pt x="778" y="805"/>
                    <a:pt x="1793" y="398"/>
                    <a:pt x="3049" y="398"/>
                  </a:cubicBezTo>
                  <a:close/>
                  <a:moveTo>
                    <a:pt x="3078" y="1"/>
                  </a:moveTo>
                  <a:cubicBezTo>
                    <a:pt x="1610" y="1"/>
                    <a:pt x="466" y="519"/>
                    <a:pt x="267" y="1389"/>
                  </a:cubicBezTo>
                  <a:cubicBezTo>
                    <a:pt x="0" y="2523"/>
                    <a:pt x="1534" y="3891"/>
                    <a:pt x="3669" y="4358"/>
                  </a:cubicBezTo>
                  <a:cubicBezTo>
                    <a:pt x="4236" y="4489"/>
                    <a:pt x="4789" y="4551"/>
                    <a:pt x="5302" y="4551"/>
                  </a:cubicBezTo>
                  <a:cubicBezTo>
                    <a:pt x="6750" y="4551"/>
                    <a:pt x="7875" y="4053"/>
                    <a:pt x="8072" y="3190"/>
                  </a:cubicBezTo>
                  <a:cubicBezTo>
                    <a:pt x="8339" y="2056"/>
                    <a:pt x="6805" y="722"/>
                    <a:pt x="4670" y="188"/>
                  </a:cubicBezTo>
                  <a:cubicBezTo>
                    <a:pt x="4118" y="61"/>
                    <a:pt x="3580" y="1"/>
                    <a:pt x="307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05" name="Google Shape;1505;p47"/>
          <p:cNvSpPr/>
          <p:nvPr/>
        </p:nvSpPr>
        <p:spPr>
          <a:xfrm flipH="1" rot="-6957655">
            <a:off x="-617491" y="-425835"/>
            <a:ext cx="1267198" cy="2042026"/>
          </a:xfrm>
          <a:custGeom>
            <a:rect b="b" l="l" r="r" t="t"/>
            <a:pathLst>
              <a:path extrusionOk="0" h="81679" w="30801">
                <a:moveTo>
                  <a:pt x="29746" y="6214"/>
                </a:moveTo>
                <a:cubicBezTo>
                  <a:pt x="27910" y="5663"/>
                  <a:pt x="18637" y="-4803"/>
                  <a:pt x="18729" y="2909"/>
                </a:cubicBezTo>
                <a:cubicBezTo>
                  <a:pt x="18821" y="10621"/>
                  <a:pt x="33419" y="39356"/>
                  <a:pt x="30297" y="52484"/>
                </a:cubicBezTo>
                <a:cubicBezTo>
                  <a:pt x="27176" y="65612"/>
                  <a:pt x="5050" y="76813"/>
                  <a:pt x="0" y="81679"/>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TITLE_1">
    <p:spTree>
      <p:nvGrpSpPr>
        <p:cNvPr id="1506" name="Shape 1506"/>
        <p:cNvGrpSpPr/>
        <p:nvPr/>
      </p:nvGrpSpPr>
      <p:grpSpPr>
        <a:xfrm>
          <a:off x="0" y="0"/>
          <a:ext cx="0" cy="0"/>
          <a:chOff x="0" y="0"/>
          <a:chExt cx="0" cy="0"/>
        </a:xfrm>
      </p:grpSpPr>
      <p:grpSp>
        <p:nvGrpSpPr>
          <p:cNvPr id="1507" name="Google Shape;1507;p48"/>
          <p:cNvGrpSpPr/>
          <p:nvPr/>
        </p:nvGrpSpPr>
        <p:grpSpPr>
          <a:xfrm>
            <a:off x="-204275" y="3993225"/>
            <a:ext cx="1515275" cy="1150275"/>
            <a:chOff x="4181475" y="1873500"/>
            <a:chExt cx="1515275" cy="1150275"/>
          </a:xfrm>
        </p:grpSpPr>
        <p:sp>
          <p:nvSpPr>
            <p:cNvPr id="1508" name="Google Shape;1508;p48"/>
            <p:cNvSpPr/>
            <p:nvPr/>
          </p:nvSpPr>
          <p:spPr>
            <a:xfrm>
              <a:off x="4181475" y="1873500"/>
              <a:ext cx="1515275" cy="1150275"/>
            </a:xfrm>
            <a:custGeom>
              <a:rect b="b" l="l" r="r" t="t"/>
              <a:pathLst>
                <a:path extrusionOk="0" h="46011" w="60611">
                  <a:moveTo>
                    <a:pt x="31142" y="0"/>
                  </a:moveTo>
                  <a:cubicBezTo>
                    <a:pt x="29904" y="0"/>
                    <a:pt x="28696" y="320"/>
                    <a:pt x="27487" y="670"/>
                  </a:cubicBezTo>
                  <a:cubicBezTo>
                    <a:pt x="24485" y="1604"/>
                    <a:pt x="21616" y="2938"/>
                    <a:pt x="18814" y="4372"/>
                  </a:cubicBezTo>
                  <a:cubicBezTo>
                    <a:pt x="13310" y="7174"/>
                    <a:pt x="8040" y="10477"/>
                    <a:pt x="3036" y="14146"/>
                  </a:cubicBezTo>
                  <a:cubicBezTo>
                    <a:pt x="1402" y="15347"/>
                    <a:pt x="1" y="16247"/>
                    <a:pt x="167" y="18482"/>
                  </a:cubicBezTo>
                  <a:cubicBezTo>
                    <a:pt x="401" y="21351"/>
                    <a:pt x="3403" y="23886"/>
                    <a:pt x="5271" y="25854"/>
                  </a:cubicBezTo>
                  <a:cubicBezTo>
                    <a:pt x="8206" y="28957"/>
                    <a:pt x="11175" y="32059"/>
                    <a:pt x="14478" y="34761"/>
                  </a:cubicBezTo>
                  <a:cubicBezTo>
                    <a:pt x="16946" y="36729"/>
                    <a:pt x="18747" y="39331"/>
                    <a:pt x="21249" y="41332"/>
                  </a:cubicBezTo>
                  <a:cubicBezTo>
                    <a:pt x="23718" y="43267"/>
                    <a:pt x="26486" y="45802"/>
                    <a:pt x="29722" y="46002"/>
                  </a:cubicBezTo>
                  <a:cubicBezTo>
                    <a:pt x="29835" y="46008"/>
                    <a:pt x="29946" y="46011"/>
                    <a:pt x="30055" y="46011"/>
                  </a:cubicBezTo>
                  <a:cubicBezTo>
                    <a:pt x="31868" y="46011"/>
                    <a:pt x="33078" y="45239"/>
                    <a:pt x="34525" y="44201"/>
                  </a:cubicBezTo>
                  <a:cubicBezTo>
                    <a:pt x="40296" y="40065"/>
                    <a:pt x="45533" y="35194"/>
                    <a:pt x="50103" y="29724"/>
                  </a:cubicBezTo>
                  <a:cubicBezTo>
                    <a:pt x="53205" y="26021"/>
                    <a:pt x="56341" y="22419"/>
                    <a:pt x="58409" y="17982"/>
                  </a:cubicBezTo>
                  <a:cubicBezTo>
                    <a:pt x="59176" y="16281"/>
                    <a:pt x="60611" y="14780"/>
                    <a:pt x="59210" y="12945"/>
                  </a:cubicBezTo>
                  <a:cubicBezTo>
                    <a:pt x="58376" y="11878"/>
                    <a:pt x="57175" y="11244"/>
                    <a:pt x="56007" y="10610"/>
                  </a:cubicBezTo>
                  <a:cubicBezTo>
                    <a:pt x="49336" y="7108"/>
                    <a:pt x="42631" y="3572"/>
                    <a:pt x="35526" y="1003"/>
                  </a:cubicBezTo>
                  <a:cubicBezTo>
                    <a:pt x="34192" y="503"/>
                    <a:pt x="32791" y="36"/>
                    <a:pt x="31323" y="2"/>
                  </a:cubicBezTo>
                  <a:cubicBezTo>
                    <a:pt x="31263" y="1"/>
                    <a:pt x="31202" y="0"/>
                    <a:pt x="3114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48"/>
            <p:cNvSpPr/>
            <p:nvPr/>
          </p:nvSpPr>
          <p:spPr>
            <a:xfrm>
              <a:off x="4185650" y="2212125"/>
              <a:ext cx="1503600" cy="811650"/>
            </a:xfrm>
            <a:custGeom>
              <a:rect b="b" l="l" r="r" t="t"/>
              <a:pathLst>
                <a:path extrusionOk="0" h="32466" w="60144">
                  <a:moveTo>
                    <a:pt x="59409" y="1"/>
                  </a:moveTo>
                  <a:cubicBezTo>
                    <a:pt x="59143" y="901"/>
                    <a:pt x="58542" y="1768"/>
                    <a:pt x="58109" y="2669"/>
                  </a:cubicBezTo>
                  <a:cubicBezTo>
                    <a:pt x="56040" y="7139"/>
                    <a:pt x="52905" y="10708"/>
                    <a:pt x="49803" y="14444"/>
                  </a:cubicBezTo>
                  <a:cubicBezTo>
                    <a:pt x="45233" y="19915"/>
                    <a:pt x="39996" y="24785"/>
                    <a:pt x="34225" y="28921"/>
                  </a:cubicBezTo>
                  <a:cubicBezTo>
                    <a:pt x="32777" y="29960"/>
                    <a:pt x="31567" y="30731"/>
                    <a:pt x="29782" y="30731"/>
                  </a:cubicBezTo>
                  <a:cubicBezTo>
                    <a:pt x="29675" y="30731"/>
                    <a:pt x="29566" y="30728"/>
                    <a:pt x="29455" y="30723"/>
                  </a:cubicBezTo>
                  <a:cubicBezTo>
                    <a:pt x="26186" y="30522"/>
                    <a:pt x="23450" y="27987"/>
                    <a:pt x="20982" y="26053"/>
                  </a:cubicBezTo>
                  <a:cubicBezTo>
                    <a:pt x="18447" y="24018"/>
                    <a:pt x="16679" y="21449"/>
                    <a:pt x="14211" y="19481"/>
                  </a:cubicBezTo>
                  <a:cubicBezTo>
                    <a:pt x="10875" y="16779"/>
                    <a:pt x="7939" y="13677"/>
                    <a:pt x="5004" y="10575"/>
                  </a:cubicBezTo>
                  <a:cubicBezTo>
                    <a:pt x="3303" y="8807"/>
                    <a:pt x="701" y="6572"/>
                    <a:pt x="34" y="4003"/>
                  </a:cubicBezTo>
                  <a:cubicBezTo>
                    <a:pt x="0" y="4304"/>
                    <a:pt x="0" y="4604"/>
                    <a:pt x="0" y="4937"/>
                  </a:cubicBezTo>
                  <a:cubicBezTo>
                    <a:pt x="234" y="7806"/>
                    <a:pt x="3236" y="10341"/>
                    <a:pt x="5104" y="12309"/>
                  </a:cubicBezTo>
                  <a:cubicBezTo>
                    <a:pt x="8039" y="15412"/>
                    <a:pt x="11008" y="18514"/>
                    <a:pt x="14311" y="21216"/>
                  </a:cubicBezTo>
                  <a:cubicBezTo>
                    <a:pt x="16779" y="23184"/>
                    <a:pt x="18580" y="25786"/>
                    <a:pt x="21082" y="27787"/>
                  </a:cubicBezTo>
                  <a:cubicBezTo>
                    <a:pt x="23551" y="29722"/>
                    <a:pt x="26319" y="32257"/>
                    <a:pt x="29555" y="32457"/>
                  </a:cubicBezTo>
                  <a:cubicBezTo>
                    <a:pt x="29668" y="32463"/>
                    <a:pt x="29779" y="32466"/>
                    <a:pt x="29888" y="32466"/>
                  </a:cubicBezTo>
                  <a:cubicBezTo>
                    <a:pt x="31701" y="32466"/>
                    <a:pt x="32911" y="31694"/>
                    <a:pt x="34358" y="30656"/>
                  </a:cubicBezTo>
                  <a:cubicBezTo>
                    <a:pt x="40129" y="26520"/>
                    <a:pt x="45366" y="21649"/>
                    <a:pt x="49936" y="16179"/>
                  </a:cubicBezTo>
                  <a:cubicBezTo>
                    <a:pt x="53038" y="12443"/>
                    <a:pt x="56174" y="8874"/>
                    <a:pt x="58242" y="4404"/>
                  </a:cubicBezTo>
                  <a:cubicBezTo>
                    <a:pt x="58909" y="2936"/>
                    <a:pt x="60143" y="1568"/>
                    <a:pt x="5940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p48"/>
            <p:cNvSpPr/>
            <p:nvPr/>
          </p:nvSpPr>
          <p:spPr>
            <a:xfrm>
              <a:off x="4311575" y="1930175"/>
              <a:ext cx="1245900" cy="950075"/>
            </a:xfrm>
            <a:custGeom>
              <a:rect b="b" l="l" r="r" t="t"/>
              <a:pathLst>
                <a:path extrusionOk="0" h="38003" w="49836">
                  <a:moveTo>
                    <a:pt x="40963" y="19618"/>
                  </a:moveTo>
                  <a:cubicBezTo>
                    <a:pt x="42364" y="19618"/>
                    <a:pt x="42364" y="21786"/>
                    <a:pt x="40963" y="21786"/>
                  </a:cubicBezTo>
                  <a:cubicBezTo>
                    <a:pt x="39562" y="21786"/>
                    <a:pt x="39562" y="19618"/>
                    <a:pt x="40963" y="19618"/>
                  </a:cubicBezTo>
                  <a:close/>
                  <a:moveTo>
                    <a:pt x="36193" y="21953"/>
                  </a:moveTo>
                  <a:cubicBezTo>
                    <a:pt x="37160" y="21953"/>
                    <a:pt x="37160" y="23487"/>
                    <a:pt x="36193" y="23487"/>
                  </a:cubicBezTo>
                  <a:cubicBezTo>
                    <a:pt x="35192" y="23487"/>
                    <a:pt x="35192" y="21953"/>
                    <a:pt x="36193" y="21953"/>
                  </a:cubicBezTo>
                  <a:close/>
                  <a:moveTo>
                    <a:pt x="10575" y="23421"/>
                  </a:moveTo>
                  <a:cubicBezTo>
                    <a:pt x="11242" y="23421"/>
                    <a:pt x="11709" y="23988"/>
                    <a:pt x="11742" y="24621"/>
                  </a:cubicBezTo>
                  <a:cubicBezTo>
                    <a:pt x="11775" y="25255"/>
                    <a:pt x="11175" y="25789"/>
                    <a:pt x="10575" y="25789"/>
                  </a:cubicBezTo>
                  <a:cubicBezTo>
                    <a:pt x="9907" y="25789"/>
                    <a:pt x="9407" y="25255"/>
                    <a:pt x="9374" y="24621"/>
                  </a:cubicBezTo>
                  <a:cubicBezTo>
                    <a:pt x="9374" y="23988"/>
                    <a:pt x="9941" y="23421"/>
                    <a:pt x="10575" y="23421"/>
                  </a:cubicBezTo>
                  <a:close/>
                  <a:moveTo>
                    <a:pt x="36193" y="25022"/>
                  </a:moveTo>
                  <a:cubicBezTo>
                    <a:pt x="36526" y="25022"/>
                    <a:pt x="36827" y="25122"/>
                    <a:pt x="37127" y="25255"/>
                  </a:cubicBezTo>
                  <a:cubicBezTo>
                    <a:pt x="37127" y="25255"/>
                    <a:pt x="37160" y="25289"/>
                    <a:pt x="37160" y="25289"/>
                  </a:cubicBezTo>
                  <a:cubicBezTo>
                    <a:pt x="37661" y="25522"/>
                    <a:pt x="37961" y="26089"/>
                    <a:pt x="38027" y="26589"/>
                  </a:cubicBezTo>
                  <a:cubicBezTo>
                    <a:pt x="38094" y="27157"/>
                    <a:pt x="37927" y="27690"/>
                    <a:pt x="37527" y="28124"/>
                  </a:cubicBezTo>
                  <a:lnTo>
                    <a:pt x="37494" y="28157"/>
                  </a:lnTo>
                  <a:cubicBezTo>
                    <a:pt x="37170" y="28503"/>
                    <a:pt x="36706" y="28667"/>
                    <a:pt x="36238" y="28667"/>
                  </a:cubicBezTo>
                  <a:cubicBezTo>
                    <a:pt x="35983" y="28667"/>
                    <a:pt x="35727" y="28618"/>
                    <a:pt x="35492" y="28524"/>
                  </a:cubicBezTo>
                  <a:cubicBezTo>
                    <a:pt x="34892" y="28257"/>
                    <a:pt x="34492" y="27724"/>
                    <a:pt x="34392" y="27090"/>
                  </a:cubicBezTo>
                  <a:cubicBezTo>
                    <a:pt x="34291" y="26356"/>
                    <a:pt x="34625" y="25622"/>
                    <a:pt x="35259" y="25255"/>
                  </a:cubicBezTo>
                  <a:cubicBezTo>
                    <a:pt x="35526" y="25122"/>
                    <a:pt x="35893" y="25022"/>
                    <a:pt x="36193" y="25022"/>
                  </a:cubicBezTo>
                  <a:close/>
                  <a:moveTo>
                    <a:pt x="25703" y="1"/>
                  </a:moveTo>
                  <a:cubicBezTo>
                    <a:pt x="24696" y="1"/>
                    <a:pt x="23692" y="254"/>
                    <a:pt x="22717" y="537"/>
                  </a:cubicBezTo>
                  <a:cubicBezTo>
                    <a:pt x="20248" y="1305"/>
                    <a:pt x="17880" y="2406"/>
                    <a:pt x="15545" y="3573"/>
                  </a:cubicBezTo>
                  <a:cubicBezTo>
                    <a:pt x="11008" y="5941"/>
                    <a:pt x="6638" y="8643"/>
                    <a:pt x="2502" y="11679"/>
                  </a:cubicBezTo>
                  <a:cubicBezTo>
                    <a:pt x="1168" y="12646"/>
                    <a:pt x="0" y="13413"/>
                    <a:pt x="167" y="15248"/>
                  </a:cubicBezTo>
                  <a:cubicBezTo>
                    <a:pt x="301" y="17183"/>
                    <a:pt x="1968" y="18951"/>
                    <a:pt x="3436" y="20418"/>
                  </a:cubicBezTo>
                  <a:cubicBezTo>
                    <a:pt x="3570" y="20018"/>
                    <a:pt x="3970" y="19685"/>
                    <a:pt x="4403" y="19685"/>
                  </a:cubicBezTo>
                  <a:cubicBezTo>
                    <a:pt x="4937" y="19685"/>
                    <a:pt x="5371" y="20152"/>
                    <a:pt x="5404" y="20685"/>
                  </a:cubicBezTo>
                  <a:cubicBezTo>
                    <a:pt x="5404" y="21152"/>
                    <a:pt x="5071" y="21519"/>
                    <a:pt x="4637" y="21653"/>
                  </a:cubicBezTo>
                  <a:cubicBezTo>
                    <a:pt x="5037" y="22053"/>
                    <a:pt x="5404" y="22453"/>
                    <a:pt x="5804" y="22853"/>
                  </a:cubicBezTo>
                  <a:cubicBezTo>
                    <a:pt x="6005" y="22587"/>
                    <a:pt x="6271" y="22386"/>
                    <a:pt x="6605" y="22320"/>
                  </a:cubicBezTo>
                  <a:cubicBezTo>
                    <a:pt x="6605" y="22320"/>
                    <a:pt x="6638" y="22286"/>
                    <a:pt x="6672" y="22286"/>
                  </a:cubicBezTo>
                  <a:cubicBezTo>
                    <a:pt x="6784" y="22262"/>
                    <a:pt x="6902" y="22250"/>
                    <a:pt x="7021" y="22250"/>
                  </a:cubicBezTo>
                  <a:cubicBezTo>
                    <a:pt x="7398" y="22250"/>
                    <a:pt x="7786" y="22375"/>
                    <a:pt x="8039" y="22653"/>
                  </a:cubicBezTo>
                  <a:cubicBezTo>
                    <a:pt x="8039" y="22687"/>
                    <a:pt x="8073" y="22687"/>
                    <a:pt x="8073" y="22720"/>
                  </a:cubicBezTo>
                  <a:cubicBezTo>
                    <a:pt x="8606" y="23287"/>
                    <a:pt x="8673" y="24121"/>
                    <a:pt x="8206" y="24721"/>
                  </a:cubicBezTo>
                  <a:cubicBezTo>
                    <a:pt x="8106" y="24855"/>
                    <a:pt x="8006" y="24922"/>
                    <a:pt x="7906" y="25022"/>
                  </a:cubicBezTo>
                  <a:cubicBezTo>
                    <a:pt x="8273" y="25355"/>
                    <a:pt x="8606" y="25689"/>
                    <a:pt x="8973" y="26056"/>
                  </a:cubicBezTo>
                  <a:cubicBezTo>
                    <a:pt x="9140" y="25956"/>
                    <a:pt x="9340" y="25922"/>
                    <a:pt x="9507" y="25922"/>
                  </a:cubicBezTo>
                  <a:cubicBezTo>
                    <a:pt x="10241" y="25922"/>
                    <a:pt x="10808" y="26489"/>
                    <a:pt x="10808" y="27190"/>
                  </a:cubicBezTo>
                  <a:cubicBezTo>
                    <a:pt x="10841" y="27357"/>
                    <a:pt x="10808" y="27523"/>
                    <a:pt x="10741" y="27657"/>
                  </a:cubicBezTo>
                  <a:cubicBezTo>
                    <a:pt x="11142" y="28024"/>
                    <a:pt x="11542" y="28357"/>
                    <a:pt x="11976" y="28691"/>
                  </a:cubicBezTo>
                  <a:cubicBezTo>
                    <a:pt x="13043" y="29558"/>
                    <a:pt x="13977" y="30592"/>
                    <a:pt x="14911" y="31593"/>
                  </a:cubicBezTo>
                  <a:cubicBezTo>
                    <a:pt x="14844" y="30993"/>
                    <a:pt x="15178" y="30359"/>
                    <a:pt x="15945" y="30359"/>
                  </a:cubicBezTo>
                  <a:cubicBezTo>
                    <a:pt x="17313" y="30359"/>
                    <a:pt x="17279" y="32494"/>
                    <a:pt x="15945" y="32494"/>
                  </a:cubicBezTo>
                  <a:cubicBezTo>
                    <a:pt x="15878" y="32494"/>
                    <a:pt x="15812" y="32460"/>
                    <a:pt x="15778" y="32460"/>
                  </a:cubicBezTo>
                  <a:cubicBezTo>
                    <a:pt x="16345" y="33027"/>
                    <a:pt x="16912" y="33594"/>
                    <a:pt x="17580" y="34128"/>
                  </a:cubicBezTo>
                  <a:cubicBezTo>
                    <a:pt x="19614" y="35729"/>
                    <a:pt x="21883" y="37831"/>
                    <a:pt x="24585" y="37998"/>
                  </a:cubicBezTo>
                  <a:cubicBezTo>
                    <a:pt x="24664" y="38001"/>
                    <a:pt x="24741" y="38002"/>
                    <a:pt x="24817" y="38002"/>
                  </a:cubicBezTo>
                  <a:cubicBezTo>
                    <a:pt x="26320" y="38002"/>
                    <a:pt x="27314" y="37387"/>
                    <a:pt x="28521" y="36530"/>
                  </a:cubicBezTo>
                  <a:cubicBezTo>
                    <a:pt x="29121" y="36063"/>
                    <a:pt x="29755" y="35629"/>
                    <a:pt x="30322" y="35162"/>
                  </a:cubicBezTo>
                  <a:cubicBezTo>
                    <a:pt x="28321" y="34495"/>
                    <a:pt x="28554" y="30993"/>
                    <a:pt x="31056" y="30993"/>
                  </a:cubicBezTo>
                  <a:cubicBezTo>
                    <a:pt x="32323" y="30993"/>
                    <a:pt x="33024" y="31927"/>
                    <a:pt x="33091" y="32927"/>
                  </a:cubicBezTo>
                  <a:cubicBezTo>
                    <a:pt x="35492" y="30859"/>
                    <a:pt x="37761" y="28658"/>
                    <a:pt x="39895" y="26289"/>
                  </a:cubicBezTo>
                  <a:cubicBezTo>
                    <a:pt x="39095" y="26156"/>
                    <a:pt x="38528" y="25489"/>
                    <a:pt x="38494" y="24688"/>
                  </a:cubicBezTo>
                  <a:cubicBezTo>
                    <a:pt x="38461" y="23787"/>
                    <a:pt x="39295" y="23020"/>
                    <a:pt x="40162" y="23020"/>
                  </a:cubicBezTo>
                  <a:cubicBezTo>
                    <a:pt x="40896" y="23020"/>
                    <a:pt x="41497" y="23521"/>
                    <a:pt x="41697" y="24188"/>
                  </a:cubicBezTo>
                  <a:cubicBezTo>
                    <a:pt x="43965" y="21486"/>
                    <a:pt x="46167" y="18884"/>
                    <a:pt x="47768" y="15782"/>
                  </a:cubicBezTo>
                  <a:lnTo>
                    <a:pt x="47768" y="15782"/>
                  </a:lnTo>
                  <a:cubicBezTo>
                    <a:pt x="47705" y="15793"/>
                    <a:pt x="47641" y="15799"/>
                    <a:pt x="47577" y="15799"/>
                  </a:cubicBezTo>
                  <a:cubicBezTo>
                    <a:pt x="47267" y="15799"/>
                    <a:pt x="46955" y="15669"/>
                    <a:pt x="46734" y="15448"/>
                  </a:cubicBezTo>
                  <a:cubicBezTo>
                    <a:pt x="46200" y="14914"/>
                    <a:pt x="46300" y="13914"/>
                    <a:pt x="46967" y="13513"/>
                  </a:cubicBezTo>
                  <a:cubicBezTo>
                    <a:pt x="47001" y="13513"/>
                    <a:pt x="47034" y="13513"/>
                    <a:pt x="47067" y="13480"/>
                  </a:cubicBezTo>
                  <a:cubicBezTo>
                    <a:pt x="47246" y="13378"/>
                    <a:pt x="47440" y="13329"/>
                    <a:pt x="47634" y="13329"/>
                  </a:cubicBezTo>
                  <a:cubicBezTo>
                    <a:pt x="47945" y="13329"/>
                    <a:pt x="48255" y="13454"/>
                    <a:pt x="48502" y="13680"/>
                  </a:cubicBezTo>
                  <a:cubicBezTo>
                    <a:pt x="48602" y="13747"/>
                    <a:pt x="48668" y="13847"/>
                    <a:pt x="48735" y="13947"/>
                  </a:cubicBezTo>
                  <a:cubicBezTo>
                    <a:pt x="49302" y="12880"/>
                    <a:pt x="49836" y="11879"/>
                    <a:pt x="48935" y="10678"/>
                  </a:cubicBezTo>
                  <a:cubicBezTo>
                    <a:pt x="48268" y="9811"/>
                    <a:pt x="47267" y="9277"/>
                    <a:pt x="46300" y="8777"/>
                  </a:cubicBezTo>
                  <a:cubicBezTo>
                    <a:pt x="40763" y="5841"/>
                    <a:pt x="35225" y="2939"/>
                    <a:pt x="29355" y="804"/>
                  </a:cubicBezTo>
                  <a:cubicBezTo>
                    <a:pt x="28254" y="404"/>
                    <a:pt x="27086" y="37"/>
                    <a:pt x="25885" y="4"/>
                  </a:cubicBezTo>
                  <a:cubicBezTo>
                    <a:pt x="25825" y="2"/>
                    <a:pt x="25764" y="1"/>
                    <a:pt x="2570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11" name="Google Shape;1511;p48"/>
          <p:cNvGrpSpPr/>
          <p:nvPr/>
        </p:nvGrpSpPr>
        <p:grpSpPr>
          <a:xfrm>
            <a:off x="7970263" y="3993225"/>
            <a:ext cx="1373500" cy="922925"/>
            <a:chOff x="2302238" y="842175"/>
            <a:chExt cx="1373500" cy="922925"/>
          </a:xfrm>
        </p:grpSpPr>
        <p:sp>
          <p:nvSpPr>
            <p:cNvPr id="1512" name="Google Shape;1512;p48"/>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p48"/>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p48"/>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48"/>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p48"/>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p48"/>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48"/>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48"/>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48"/>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48"/>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48"/>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48"/>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48"/>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48"/>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p48"/>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48"/>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48"/>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48"/>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p48"/>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48"/>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p48"/>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48"/>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p48"/>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5" name="Google Shape;1535;p48"/>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p48"/>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p48"/>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p48"/>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p48"/>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p48"/>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48"/>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p48"/>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p48"/>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p48"/>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p48"/>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48"/>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48"/>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48"/>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48"/>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48"/>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48"/>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48"/>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48"/>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4" name="Google Shape;1554;p48"/>
          <p:cNvGrpSpPr/>
          <p:nvPr/>
        </p:nvGrpSpPr>
        <p:grpSpPr>
          <a:xfrm>
            <a:off x="-204308" y="42"/>
            <a:ext cx="1237147" cy="837822"/>
            <a:chOff x="7954342" y="56442"/>
            <a:chExt cx="1237147" cy="837822"/>
          </a:xfrm>
        </p:grpSpPr>
        <p:sp>
          <p:nvSpPr>
            <p:cNvPr id="1555" name="Google Shape;1555;p48"/>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48"/>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p48"/>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48"/>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48"/>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48"/>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48"/>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48"/>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48"/>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64" name="Google Shape;1564;p48"/>
          <p:cNvGrpSpPr/>
          <p:nvPr/>
        </p:nvGrpSpPr>
        <p:grpSpPr>
          <a:xfrm rot="10800000">
            <a:off x="4081625" y="4351750"/>
            <a:ext cx="1600325" cy="939550"/>
            <a:chOff x="1939900" y="2001425"/>
            <a:chExt cx="1600325" cy="939550"/>
          </a:xfrm>
        </p:grpSpPr>
        <p:sp>
          <p:nvSpPr>
            <p:cNvPr id="1565" name="Google Shape;1565;p48"/>
            <p:cNvSpPr/>
            <p:nvPr/>
          </p:nvSpPr>
          <p:spPr>
            <a:xfrm>
              <a:off x="1939900" y="2001425"/>
              <a:ext cx="1600325" cy="939550"/>
            </a:xfrm>
            <a:custGeom>
              <a:rect b="b" l="l" r="r" t="t"/>
              <a:pathLst>
                <a:path extrusionOk="0" h="37582" w="64013">
                  <a:moveTo>
                    <a:pt x="53040" y="0"/>
                  </a:moveTo>
                  <a:cubicBezTo>
                    <a:pt x="52834" y="0"/>
                    <a:pt x="52630" y="14"/>
                    <a:pt x="52438" y="35"/>
                  </a:cubicBezTo>
                  <a:cubicBezTo>
                    <a:pt x="48401" y="536"/>
                    <a:pt x="44565" y="2037"/>
                    <a:pt x="40629" y="3071"/>
                  </a:cubicBezTo>
                  <a:cubicBezTo>
                    <a:pt x="36860" y="4071"/>
                    <a:pt x="33457" y="3805"/>
                    <a:pt x="29655" y="4005"/>
                  </a:cubicBezTo>
                  <a:cubicBezTo>
                    <a:pt x="27420" y="4138"/>
                    <a:pt x="25151" y="4739"/>
                    <a:pt x="22950" y="4772"/>
                  </a:cubicBezTo>
                  <a:cubicBezTo>
                    <a:pt x="22928" y="4772"/>
                    <a:pt x="22907" y="4773"/>
                    <a:pt x="22886" y="4773"/>
                  </a:cubicBezTo>
                  <a:cubicBezTo>
                    <a:pt x="21755" y="4773"/>
                    <a:pt x="20472" y="4112"/>
                    <a:pt x="19293" y="4112"/>
                  </a:cubicBezTo>
                  <a:cubicBezTo>
                    <a:pt x="18956" y="4112"/>
                    <a:pt x="18627" y="4166"/>
                    <a:pt x="18313" y="4305"/>
                  </a:cubicBezTo>
                  <a:cubicBezTo>
                    <a:pt x="17379" y="4739"/>
                    <a:pt x="17012" y="5839"/>
                    <a:pt x="16445" y="6707"/>
                  </a:cubicBezTo>
                  <a:cubicBezTo>
                    <a:pt x="15711" y="7741"/>
                    <a:pt x="14577" y="8475"/>
                    <a:pt x="13310" y="8641"/>
                  </a:cubicBezTo>
                  <a:cubicBezTo>
                    <a:pt x="13160" y="8671"/>
                    <a:pt x="13003" y="8688"/>
                    <a:pt x="12846" y="8688"/>
                  </a:cubicBezTo>
                  <a:cubicBezTo>
                    <a:pt x="12653" y="8688"/>
                    <a:pt x="12459" y="8663"/>
                    <a:pt x="12276" y="8608"/>
                  </a:cubicBezTo>
                  <a:cubicBezTo>
                    <a:pt x="11842" y="8441"/>
                    <a:pt x="11508" y="8108"/>
                    <a:pt x="11175" y="7807"/>
                  </a:cubicBezTo>
                  <a:cubicBezTo>
                    <a:pt x="10240" y="6986"/>
                    <a:pt x="9040" y="6381"/>
                    <a:pt x="7821" y="6381"/>
                  </a:cubicBezTo>
                  <a:cubicBezTo>
                    <a:pt x="7605" y="6381"/>
                    <a:pt x="7388" y="6400"/>
                    <a:pt x="7172" y="6440"/>
                  </a:cubicBezTo>
                  <a:cubicBezTo>
                    <a:pt x="5771" y="6740"/>
                    <a:pt x="4537" y="8208"/>
                    <a:pt x="4937" y="9609"/>
                  </a:cubicBezTo>
                  <a:cubicBezTo>
                    <a:pt x="5070" y="10209"/>
                    <a:pt x="5504" y="10810"/>
                    <a:pt x="5271" y="11377"/>
                  </a:cubicBezTo>
                  <a:cubicBezTo>
                    <a:pt x="5137" y="11777"/>
                    <a:pt x="4703" y="12010"/>
                    <a:pt x="4337" y="12211"/>
                  </a:cubicBezTo>
                  <a:cubicBezTo>
                    <a:pt x="3002" y="12878"/>
                    <a:pt x="1635" y="13512"/>
                    <a:pt x="701" y="14612"/>
                  </a:cubicBezTo>
                  <a:cubicBezTo>
                    <a:pt x="334" y="15079"/>
                    <a:pt x="0" y="15680"/>
                    <a:pt x="167" y="16247"/>
                  </a:cubicBezTo>
                  <a:cubicBezTo>
                    <a:pt x="300" y="16814"/>
                    <a:pt x="834" y="17181"/>
                    <a:pt x="1268" y="17614"/>
                  </a:cubicBezTo>
                  <a:cubicBezTo>
                    <a:pt x="2135" y="18482"/>
                    <a:pt x="2502" y="19816"/>
                    <a:pt x="2202" y="21017"/>
                  </a:cubicBezTo>
                  <a:cubicBezTo>
                    <a:pt x="1901" y="22251"/>
                    <a:pt x="1001" y="23652"/>
                    <a:pt x="1835" y="24620"/>
                  </a:cubicBezTo>
                  <a:cubicBezTo>
                    <a:pt x="2335" y="25187"/>
                    <a:pt x="3202" y="25220"/>
                    <a:pt x="3836" y="25687"/>
                  </a:cubicBezTo>
                  <a:cubicBezTo>
                    <a:pt x="4937" y="26521"/>
                    <a:pt x="4804" y="28522"/>
                    <a:pt x="6038" y="29189"/>
                  </a:cubicBezTo>
                  <a:cubicBezTo>
                    <a:pt x="6234" y="29291"/>
                    <a:pt x="6448" y="29338"/>
                    <a:pt x="6664" y="29338"/>
                  </a:cubicBezTo>
                  <a:cubicBezTo>
                    <a:pt x="7365" y="29338"/>
                    <a:pt x="8078" y="28844"/>
                    <a:pt x="8206" y="28155"/>
                  </a:cubicBezTo>
                  <a:cubicBezTo>
                    <a:pt x="8473" y="26955"/>
                    <a:pt x="7272" y="25487"/>
                    <a:pt x="8139" y="24586"/>
                  </a:cubicBezTo>
                  <a:cubicBezTo>
                    <a:pt x="8367" y="24359"/>
                    <a:pt x="8670" y="24262"/>
                    <a:pt x="8986" y="24262"/>
                  </a:cubicBezTo>
                  <a:cubicBezTo>
                    <a:pt x="9366" y="24262"/>
                    <a:pt x="9765" y="24401"/>
                    <a:pt x="10074" y="24620"/>
                  </a:cubicBezTo>
                  <a:cubicBezTo>
                    <a:pt x="12276" y="26087"/>
                    <a:pt x="11842" y="30023"/>
                    <a:pt x="14210" y="31191"/>
                  </a:cubicBezTo>
                  <a:cubicBezTo>
                    <a:pt x="14547" y="31363"/>
                    <a:pt x="14915" y="31443"/>
                    <a:pt x="15287" y="31443"/>
                  </a:cubicBezTo>
                  <a:cubicBezTo>
                    <a:pt x="16425" y="31443"/>
                    <a:pt x="17586" y="30696"/>
                    <a:pt x="17913" y="29590"/>
                  </a:cubicBezTo>
                  <a:cubicBezTo>
                    <a:pt x="18180" y="28622"/>
                    <a:pt x="17980" y="27455"/>
                    <a:pt x="18680" y="26754"/>
                  </a:cubicBezTo>
                  <a:cubicBezTo>
                    <a:pt x="18962" y="26488"/>
                    <a:pt x="19331" y="26369"/>
                    <a:pt x="19713" y="26369"/>
                  </a:cubicBezTo>
                  <a:cubicBezTo>
                    <a:pt x="20146" y="26369"/>
                    <a:pt x="20594" y="26522"/>
                    <a:pt x="20948" y="26788"/>
                  </a:cubicBezTo>
                  <a:cubicBezTo>
                    <a:pt x="21616" y="27255"/>
                    <a:pt x="22016" y="28022"/>
                    <a:pt x="22316" y="28789"/>
                  </a:cubicBezTo>
                  <a:cubicBezTo>
                    <a:pt x="22850" y="30157"/>
                    <a:pt x="23217" y="31591"/>
                    <a:pt x="23917" y="32892"/>
                  </a:cubicBezTo>
                  <a:cubicBezTo>
                    <a:pt x="24584" y="34193"/>
                    <a:pt x="25652" y="35394"/>
                    <a:pt x="27053" y="35794"/>
                  </a:cubicBezTo>
                  <a:cubicBezTo>
                    <a:pt x="27174" y="35814"/>
                    <a:pt x="27296" y="35847"/>
                    <a:pt x="27418" y="35847"/>
                  </a:cubicBezTo>
                  <a:cubicBezTo>
                    <a:pt x="27496" y="35847"/>
                    <a:pt x="27575" y="35833"/>
                    <a:pt x="27653" y="35794"/>
                  </a:cubicBezTo>
                  <a:cubicBezTo>
                    <a:pt x="28087" y="35661"/>
                    <a:pt x="28154" y="35060"/>
                    <a:pt x="28187" y="34593"/>
                  </a:cubicBezTo>
                  <a:cubicBezTo>
                    <a:pt x="28287" y="33159"/>
                    <a:pt x="28787" y="31691"/>
                    <a:pt x="29921" y="30824"/>
                  </a:cubicBezTo>
                  <a:cubicBezTo>
                    <a:pt x="30451" y="30419"/>
                    <a:pt x="31132" y="30203"/>
                    <a:pt x="31797" y="30203"/>
                  </a:cubicBezTo>
                  <a:cubicBezTo>
                    <a:pt x="32557" y="30203"/>
                    <a:pt x="33295" y="30486"/>
                    <a:pt x="33758" y="31091"/>
                  </a:cubicBezTo>
                  <a:cubicBezTo>
                    <a:pt x="35025" y="32792"/>
                    <a:pt x="33457" y="35794"/>
                    <a:pt x="35092" y="37162"/>
                  </a:cubicBezTo>
                  <a:cubicBezTo>
                    <a:pt x="35436" y="37453"/>
                    <a:pt x="35841" y="37581"/>
                    <a:pt x="36260" y="37581"/>
                  </a:cubicBezTo>
                  <a:cubicBezTo>
                    <a:pt x="37424" y="37581"/>
                    <a:pt x="38693" y="36596"/>
                    <a:pt x="39061" y="35394"/>
                  </a:cubicBezTo>
                  <a:cubicBezTo>
                    <a:pt x="39362" y="34393"/>
                    <a:pt x="39261" y="33359"/>
                    <a:pt x="39328" y="32325"/>
                  </a:cubicBezTo>
                  <a:cubicBezTo>
                    <a:pt x="39362" y="31291"/>
                    <a:pt x="39595" y="30190"/>
                    <a:pt x="40329" y="29456"/>
                  </a:cubicBezTo>
                  <a:cubicBezTo>
                    <a:pt x="40698" y="29070"/>
                    <a:pt x="41261" y="28850"/>
                    <a:pt x="41799" y="28850"/>
                  </a:cubicBezTo>
                  <a:cubicBezTo>
                    <a:pt x="42283" y="28850"/>
                    <a:pt x="42746" y="29028"/>
                    <a:pt x="43031" y="29423"/>
                  </a:cubicBezTo>
                  <a:cubicBezTo>
                    <a:pt x="43264" y="29723"/>
                    <a:pt x="43364" y="30090"/>
                    <a:pt x="43565" y="30390"/>
                  </a:cubicBezTo>
                  <a:cubicBezTo>
                    <a:pt x="43895" y="30886"/>
                    <a:pt x="44494" y="31126"/>
                    <a:pt x="45108" y="31126"/>
                  </a:cubicBezTo>
                  <a:cubicBezTo>
                    <a:pt x="45486" y="31126"/>
                    <a:pt x="45869" y="31035"/>
                    <a:pt x="46200" y="30857"/>
                  </a:cubicBezTo>
                  <a:cubicBezTo>
                    <a:pt x="47034" y="30390"/>
                    <a:pt x="47567" y="29456"/>
                    <a:pt x="47868" y="28556"/>
                  </a:cubicBezTo>
                  <a:cubicBezTo>
                    <a:pt x="48168" y="27688"/>
                    <a:pt x="48335" y="26754"/>
                    <a:pt x="48968" y="26154"/>
                  </a:cubicBezTo>
                  <a:cubicBezTo>
                    <a:pt x="49515" y="25650"/>
                    <a:pt x="50227" y="25518"/>
                    <a:pt x="50997" y="25518"/>
                  </a:cubicBezTo>
                  <a:cubicBezTo>
                    <a:pt x="51842" y="25518"/>
                    <a:pt x="52757" y="25677"/>
                    <a:pt x="53600" y="25677"/>
                  </a:cubicBezTo>
                  <a:cubicBezTo>
                    <a:pt x="54379" y="25677"/>
                    <a:pt x="55096" y="25542"/>
                    <a:pt x="55640" y="25020"/>
                  </a:cubicBezTo>
                  <a:cubicBezTo>
                    <a:pt x="57208" y="23452"/>
                    <a:pt x="55640" y="20083"/>
                    <a:pt x="57474" y="18849"/>
                  </a:cubicBezTo>
                  <a:cubicBezTo>
                    <a:pt x="58408" y="18248"/>
                    <a:pt x="59743" y="18615"/>
                    <a:pt x="60743" y="18081"/>
                  </a:cubicBezTo>
                  <a:cubicBezTo>
                    <a:pt x="61544" y="17648"/>
                    <a:pt x="61944" y="16680"/>
                    <a:pt x="61944" y="15746"/>
                  </a:cubicBezTo>
                  <a:cubicBezTo>
                    <a:pt x="61911" y="14846"/>
                    <a:pt x="61544" y="13979"/>
                    <a:pt x="61077" y="13178"/>
                  </a:cubicBezTo>
                  <a:cubicBezTo>
                    <a:pt x="60844" y="12711"/>
                    <a:pt x="60543" y="12244"/>
                    <a:pt x="60543" y="11710"/>
                  </a:cubicBezTo>
                  <a:cubicBezTo>
                    <a:pt x="60577" y="10009"/>
                    <a:pt x="63512" y="9675"/>
                    <a:pt x="63846" y="7974"/>
                  </a:cubicBezTo>
                  <a:cubicBezTo>
                    <a:pt x="64012" y="7140"/>
                    <a:pt x="63412" y="6340"/>
                    <a:pt x="62678" y="5939"/>
                  </a:cubicBezTo>
                  <a:cubicBezTo>
                    <a:pt x="62044" y="5639"/>
                    <a:pt x="61344" y="5673"/>
                    <a:pt x="60743" y="5372"/>
                  </a:cubicBezTo>
                  <a:cubicBezTo>
                    <a:pt x="60643" y="5306"/>
                    <a:pt x="60543" y="5239"/>
                    <a:pt x="60443" y="5172"/>
                  </a:cubicBezTo>
                  <a:cubicBezTo>
                    <a:pt x="60043" y="4839"/>
                    <a:pt x="59809" y="4372"/>
                    <a:pt x="59176" y="4205"/>
                  </a:cubicBezTo>
                  <a:cubicBezTo>
                    <a:pt x="58909" y="4127"/>
                    <a:pt x="58635" y="4101"/>
                    <a:pt x="58357" y="4101"/>
                  </a:cubicBezTo>
                  <a:cubicBezTo>
                    <a:pt x="57801" y="4101"/>
                    <a:pt x="57230" y="4205"/>
                    <a:pt x="56674" y="4205"/>
                  </a:cubicBezTo>
                  <a:cubicBezTo>
                    <a:pt x="56639" y="4206"/>
                    <a:pt x="56604" y="4207"/>
                    <a:pt x="56569" y="4207"/>
                  </a:cubicBezTo>
                  <a:cubicBezTo>
                    <a:pt x="55758" y="4207"/>
                    <a:pt x="54832" y="3837"/>
                    <a:pt x="54672" y="3037"/>
                  </a:cubicBezTo>
                  <a:cubicBezTo>
                    <a:pt x="54506" y="2304"/>
                    <a:pt x="55039" y="1570"/>
                    <a:pt x="54806" y="869"/>
                  </a:cubicBezTo>
                  <a:cubicBezTo>
                    <a:pt x="54570" y="187"/>
                    <a:pt x="53797" y="0"/>
                    <a:pt x="5304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p48"/>
            <p:cNvSpPr/>
            <p:nvPr/>
          </p:nvSpPr>
          <p:spPr>
            <a:xfrm>
              <a:off x="2039125" y="2461050"/>
              <a:ext cx="381125" cy="273850"/>
            </a:xfrm>
            <a:custGeom>
              <a:rect b="b" l="l" r="r" t="t"/>
              <a:pathLst>
                <a:path extrusionOk="0" h="10954" w="15245">
                  <a:moveTo>
                    <a:pt x="13268" y="0"/>
                  </a:moveTo>
                  <a:cubicBezTo>
                    <a:pt x="12542" y="0"/>
                    <a:pt x="11696" y="163"/>
                    <a:pt x="10875" y="697"/>
                  </a:cubicBezTo>
                  <a:cubicBezTo>
                    <a:pt x="9074" y="1865"/>
                    <a:pt x="2069" y="6168"/>
                    <a:pt x="1" y="7435"/>
                  </a:cubicBezTo>
                  <a:cubicBezTo>
                    <a:pt x="968" y="8336"/>
                    <a:pt x="868" y="10171"/>
                    <a:pt x="2069" y="10804"/>
                  </a:cubicBezTo>
                  <a:cubicBezTo>
                    <a:pt x="2265" y="10906"/>
                    <a:pt x="2479" y="10953"/>
                    <a:pt x="2695" y="10953"/>
                  </a:cubicBezTo>
                  <a:cubicBezTo>
                    <a:pt x="3396" y="10953"/>
                    <a:pt x="4109" y="10459"/>
                    <a:pt x="4237" y="9770"/>
                  </a:cubicBezTo>
                  <a:cubicBezTo>
                    <a:pt x="4504" y="8570"/>
                    <a:pt x="3303" y="7102"/>
                    <a:pt x="4170" y="6201"/>
                  </a:cubicBezTo>
                  <a:cubicBezTo>
                    <a:pt x="4398" y="5974"/>
                    <a:pt x="4701" y="5877"/>
                    <a:pt x="5017" y="5877"/>
                  </a:cubicBezTo>
                  <a:cubicBezTo>
                    <a:pt x="5397" y="5877"/>
                    <a:pt x="5796" y="6016"/>
                    <a:pt x="6105" y="6235"/>
                  </a:cubicBezTo>
                  <a:cubicBezTo>
                    <a:pt x="6539" y="6535"/>
                    <a:pt x="6872" y="6935"/>
                    <a:pt x="7172" y="7369"/>
                  </a:cubicBezTo>
                  <a:cubicBezTo>
                    <a:pt x="9407" y="5434"/>
                    <a:pt x="15245" y="397"/>
                    <a:pt x="15245" y="397"/>
                  </a:cubicBezTo>
                  <a:cubicBezTo>
                    <a:pt x="15245" y="397"/>
                    <a:pt x="14402" y="0"/>
                    <a:pt x="1326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p48"/>
            <p:cNvSpPr/>
            <p:nvPr/>
          </p:nvSpPr>
          <p:spPr>
            <a:xfrm>
              <a:off x="2722125" y="2547675"/>
              <a:ext cx="200150" cy="393300"/>
            </a:xfrm>
            <a:custGeom>
              <a:rect b="b" l="l" r="r" t="t"/>
              <a:pathLst>
                <a:path extrusionOk="0" h="15732" w="8006">
                  <a:moveTo>
                    <a:pt x="167" y="1"/>
                  </a:moveTo>
                  <a:cubicBezTo>
                    <a:pt x="134" y="34"/>
                    <a:pt x="100" y="68"/>
                    <a:pt x="100" y="134"/>
                  </a:cubicBezTo>
                  <a:cubicBezTo>
                    <a:pt x="0" y="902"/>
                    <a:pt x="100" y="1735"/>
                    <a:pt x="267" y="2469"/>
                  </a:cubicBezTo>
                  <a:cubicBezTo>
                    <a:pt x="367" y="2836"/>
                    <a:pt x="467" y="3203"/>
                    <a:pt x="534" y="3603"/>
                  </a:cubicBezTo>
                  <a:cubicBezTo>
                    <a:pt x="701" y="5205"/>
                    <a:pt x="901" y="6806"/>
                    <a:pt x="1134" y="8407"/>
                  </a:cubicBezTo>
                  <a:cubicBezTo>
                    <a:pt x="1668" y="8507"/>
                    <a:pt x="2135" y="8807"/>
                    <a:pt x="2469" y="9241"/>
                  </a:cubicBezTo>
                  <a:cubicBezTo>
                    <a:pt x="3736" y="10942"/>
                    <a:pt x="2168" y="13911"/>
                    <a:pt x="3803" y="15312"/>
                  </a:cubicBezTo>
                  <a:cubicBezTo>
                    <a:pt x="4147" y="15603"/>
                    <a:pt x="4552" y="15731"/>
                    <a:pt x="4971" y="15731"/>
                  </a:cubicBezTo>
                  <a:cubicBezTo>
                    <a:pt x="6135" y="15731"/>
                    <a:pt x="7404" y="14746"/>
                    <a:pt x="7772" y="13544"/>
                  </a:cubicBezTo>
                  <a:cubicBezTo>
                    <a:pt x="7906" y="13110"/>
                    <a:pt x="7972" y="12643"/>
                    <a:pt x="8006" y="12176"/>
                  </a:cubicBezTo>
                  <a:cubicBezTo>
                    <a:pt x="7639" y="11643"/>
                    <a:pt x="7305" y="11075"/>
                    <a:pt x="6938" y="10542"/>
                  </a:cubicBezTo>
                  <a:cubicBezTo>
                    <a:pt x="6071" y="9207"/>
                    <a:pt x="5204" y="7873"/>
                    <a:pt x="4370" y="6472"/>
                  </a:cubicBezTo>
                  <a:cubicBezTo>
                    <a:pt x="3636" y="5271"/>
                    <a:pt x="2969" y="4004"/>
                    <a:pt x="2202" y="2803"/>
                  </a:cubicBezTo>
                  <a:cubicBezTo>
                    <a:pt x="1601" y="1802"/>
                    <a:pt x="1268" y="735"/>
                    <a:pt x="300" y="34"/>
                  </a:cubicBezTo>
                  <a:cubicBezTo>
                    <a:pt x="267" y="34"/>
                    <a:pt x="200" y="1"/>
                    <a:pt x="16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8" name="Google Shape;1568;p48"/>
            <p:cNvSpPr/>
            <p:nvPr/>
          </p:nvSpPr>
          <p:spPr>
            <a:xfrm>
              <a:off x="2071650" y="2363350"/>
              <a:ext cx="82575" cy="97300"/>
            </a:xfrm>
            <a:custGeom>
              <a:rect b="b" l="l" r="r" t="t"/>
              <a:pathLst>
                <a:path extrusionOk="0" h="3892" w="3303">
                  <a:moveTo>
                    <a:pt x="2091" y="0"/>
                  </a:moveTo>
                  <a:cubicBezTo>
                    <a:pt x="963" y="0"/>
                    <a:pt x="280" y="1177"/>
                    <a:pt x="67" y="2270"/>
                  </a:cubicBezTo>
                  <a:cubicBezTo>
                    <a:pt x="1" y="2737"/>
                    <a:pt x="1" y="3271"/>
                    <a:pt x="367" y="3604"/>
                  </a:cubicBezTo>
                  <a:cubicBezTo>
                    <a:pt x="553" y="3790"/>
                    <a:pt x="824" y="3892"/>
                    <a:pt x="1094" y="3892"/>
                  </a:cubicBezTo>
                  <a:cubicBezTo>
                    <a:pt x="1164" y="3892"/>
                    <a:pt x="1233" y="3885"/>
                    <a:pt x="1301" y="3871"/>
                  </a:cubicBezTo>
                  <a:cubicBezTo>
                    <a:pt x="1668" y="3805"/>
                    <a:pt x="1969" y="3638"/>
                    <a:pt x="2235" y="3404"/>
                  </a:cubicBezTo>
                  <a:cubicBezTo>
                    <a:pt x="2869" y="2871"/>
                    <a:pt x="3270" y="2037"/>
                    <a:pt x="3303" y="1203"/>
                  </a:cubicBezTo>
                  <a:cubicBezTo>
                    <a:pt x="3303" y="1003"/>
                    <a:pt x="3270" y="769"/>
                    <a:pt x="3169" y="569"/>
                  </a:cubicBezTo>
                  <a:cubicBezTo>
                    <a:pt x="3036" y="302"/>
                    <a:pt x="2736" y="135"/>
                    <a:pt x="2436" y="35"/>
                  </a:cubicBezTo>
                  <a:cubicBezTo>
                    <a:pt x="2316" y="11"/>
                    <a:pt x="2201" y="0"/>
                    <a:pt x="209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p48"/>
            <p:cNvSpPr/>
            <p:nvPr/>
          </p:nvSpPr>
          <p:spPr>
            <a:xfrm>
              <a:off x="3318375" y="2183125"/>
              <a:ext cx="133450" cy="60700"/>
            </a:xfrm>
            <a:custGeom>
              <a:rect b="b" l="l" r="r" t="t"/>
              <a:pathLst>
                <a:path extrusionOk="0" h="2428" w="5338">
                  <a:moveTo>
                    <a:pt x="3260" y="1"/>
                  </a:moveTo>
                  <a:cubicBezTo>
                    <a:pt x="2300" y="1"/>
                    <a:pt x="1092" y="346"/>
                    <a:pt x="334" y="740"/>
                  </a:cubicBezTo>
                  <a:cubicBezTo>
                    <a:pt x="267" y="773"/>
                    <a:pt x="167" y="806"/>
                    <a:pt x="134" y="873"/>
                  </a:cubicBezTo>
                  <a:cubicBezTo>
                    <a:pt x="0" y="1073"/>
                    <a:pt x="101" y="1340"/>
                    <a:pt x="234" y="1507"/>
                  </a:cubicBezTo>
                  <a:cubicBezTo>
                    <a:pt x="568" y="1940"/>
                    <a:pt x="1068" y="2207"/>
                    <a:pt x="1602" y="2341"/>
                  </a:cubicBezTo>
                  <a:cubicBezTo>
                    <a:pt x="1940" y="2404"/>
                    <a:pt x="2278" y="2427"/>
                    <a:pt x="2617" y="2427"/>
                  </a:cubicBezTo>
                  <a:cubicBezTo>
                    <a:pt x="2812" y="2427"/>
                    <a:pt x="3007" y="2420"/>
                    <a:pt x="3203" y="2407"/>
                  </a:cubicBezTo>
                  <a:cubicBezTo>
                    <a:pt x="3536" y="2374"/>
                    <a:pt x="3903" y="2341"/>
                    <a:pt x="4203" y="2207"/>
                  </a:cubicBezTo>
                  <a:cubicBezTo>
                    <a:pt x="5338" y="1674"/>
                    <a:pt x="4871" y="173"/>
                    <a:pt x="3770" y="39"/>
                  </a:cubicBezTo>
                  <a:cubicBezTo>
                    <a:pt x="3612" y="13"/>
                    <a:pt x="3440" y="1"/>
                    <a:pt x="326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p48"/>
            <p:cNvSpPr/>
            <p:nvPr/>
          </p:nvSpPr>
          <p:spPr>
            <a:xfrm>
              <a:off x="3239975" y="2353250"/>
              <a:ext cx="93000" cy="66600"/>
            </a:xfrm>
            <a:custGeom>
              <a:rect b="b" l="l" r="r" t="t"/>
              <a:pathLst>
                <a:path extrusionOk="0" h="2664" w="3720">
                  <a:moveTo>
                    <a:pt x="1983" y="1"/>
                  </a:moveTo>
                  <a:cubicBezTo>
                    <a:pt x="1295" y="1"/>
                    <a:pt x="541" y="380"/>
                    <a:pt x="301" y="940"/>
                  </a:cubicBezTo>
                  <a:cubicBezTo>
                    <a:pt x="1" y="1540"/>
                    <a:pt x="401" y="2140"/>
                    <a:pt x="935" y="2474"/>
                  </a:cubicBezTo>
                  <a:cubicBezTo>
                    <a:pt x="1170" y="2605"/>
                    <a:pt x="1426" y="2664"/>
                    <a:pt x="1680" y="2664"/>
                  </a:cubicBezTo>
                  <a:cubicBezTo>
                    <a:pt x="2720" y="2664"/>
                    <a:pt x="3720" y="1672"/>
                    <a:pt x="3103" y="573"/>
                  </a:cubicBezTo>
                  <a:cubicBezTo>
                    <a:pt x="2876" y="171"/>
                    <a:pt x="2444" y="1"/>
                    <a:pt x="198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1" name="Google Shape;1571;p48"/>
            <p:cNvSpPr/>
            <p:nvPr/>
          </p:nvSpPr>
          <p:spPr>
            <a:xfrm>
              <a:off x="2953650" y="2521900"/>
              <a:ext cx="62875" cy="72500"/>
            </a:xfrm>
            <a:custGeom>
              <a:rect b="b" l="l" r="r" t="t"/>
              <a:pathLst>
                <a:path extrusionOk="0" h="2900" w="2515">
                  <a:moveTo>
                    <a:pt x="1348" y="1"/>
                  </a:moveTo>
                  <a:cubicBezTo>
                    <a:pt x="659" y="1"/>
                    <a:pt x="1" y="730"/>
                    <a:pt x="46" y="1566"/>
                  </a:cubicBezTo>
                  <a:cubicBezTo>
                    <a:pt x="79" y="2066"/>
                    <a:pt x="346" y="2533"/>
                    <a:pt x="746" y="2766"/>
                  </a:cubicBezTo>
                  <a:cubicBezTo>
                    <a:pt x="913" y="2833"/>
                    <a:pt x="1080" y="2900"/>
                    <a:pt x="1247" y="2900"/>
                  </a:cubicBezTo>
                  <a:cubicBezTo>
                    <a:pt x="1513" y="2900"/>
                    <a:pt x="1780" y="2733"/>
                    <a:pt x="1980" y="2500"/>
                  </a:cubicBezTo>
                  <a:cubicBezTo>
                    <a:pt x="2147" y="2299"/>
                    <a:pt x="2247" y="2033"/>
                    <a:pt x="2347" y="1766"/>
                  </a:cubicBezTo>
                  <a:cubicBezTo>
                    <a:pt x="2447" y="1365"/>
                    <a:pt x="2514" y="898"/>
                    <a:pt x="2281" y="565"/>
                  </a:cubicBezTo>
                  <a:cubicBezTo>
                    <a:pt x="2012" y="166"/>
                    <a:pt x="1676" y="1"/>
                    <a:pt x="134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p48"/>
            <p:cNvSpPr/>
            <p:nvPr/>
          </p:nvSpPr>
          <p:spPr>
            <a:xfrm>
              <a:off x="3107000" y="2444575"/>
              <a:ext cx="63075" cy="62400"/>
            </a:xfrm>
            <a:custGeom>
              <a:rect b="b" l="l" r="r" t="t"/>
              <a:pathLst>
                <a:path extrusionOk="0" h="2496" w="2523">
                  <a:moveTo>
                    <a:pt x="1254" y="0"/>
                  </a:moveTo>
                  <a:cubicBezTo>
                    <a:pt x="637" y="0"/>
                    <a:pt x="1" y="445"/>
                    <a:pt x="49" y="1423"/>
                  </a:cubicBezTo>
                  <a:cubicBezTo>
                    <a:pt x="81" y="1959"/>
                    <a:pt x="530" y="2496"/>
                    <a:pt x="1059" y="2496"/>
                  </a:cubicBezTo>
                  <a:cubicBezTo>
                    <a:pt x="1089" y="2496"/>
                    <a:pt x="1120" y="2494"/>
                    <a:pt x="1150" y="2490"/>
                  </a:cubicBezTo>
                  <a:cubicBezTo>
                    <a:pt x="1317" y="2457"/>
                    <a:pt x="1484" y="2390"/>
                    <a:pt x="1651" y="2290"/>
                  </a:cubicBezTo>
                  <a:cubicBezTo>
                    <a:pt x="1984" y="2090"/>
                    <a:pt x="2251" y="1756"/>
                    <a:pt x="2318" y="1356"/>
                  </a:cubicBezTo>
                  <a:cubicBezTo>
                    <a:pt x="2522" y="486"/>
                    <a:pt x="1899" y="0"/>
                    <a:pt x="125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p48"/>
            <p:cNvSpPr/>
            <p:nvPr/>
          </p:nvSpPr>
          <p:spPr>
            <a:xfrm>
              <a:off x="2379375" y="2521700"/>
              <a:ext cx="100100" cy="81425"/>
            </a:xfrm>
            <a:custGeom>
              <a:rect b="b" l="l" r="r" t="t"/>
              <a:pathLst>
                <a:path extrusionOk="0" h="3257" w="4004">
                  <a:moveTo>
                    <a:pt x="2369" y="0"/>
                  </a:moveTo>
                  <a:cubicBezTo>
                    <a:pt x="2335" y="0"/>
                    <a:pt x="2301" y="2"/>
                    <a:pt x="2269" y="6"/>
                  </a:cubicBezTo>
                  <a:cubicBezTo>
                    <a:pt x="1535" y="73"/>
                    <a:pt x="734" y="1007"/>
                    <a:pt x="334" y="1574"/>
                  </a:cubicBezTo>
                  <a:cubicBezTo>
                    <a:pt x="167" y="1807"/>
                    <a:pt x="0" y="2141"/>
                    <a:pt x="34" y="2441"/>
                  </a:cubicBezTo>
                  <a:cubicBezTo>
                    <a:pt x="67" y="2875"/>
                    <a:pt x="501" y="3208"/>
                    <a:pt x="934" y="3241"/>
                  </a:cubicBezTo>
                  <a:cubicBezTo>
                    <a:pt x="1001" y="3252"/>
                    <a:pt x="1067" y="3256"/>
                    <a:pt x="1133" y="3256"/>
                  </a:cubicBezTo>
                  <a:cubicBezTo>
                    <a:pt x="1500" y="3256"/>
                    <a:pt x="1863" y="3111"/>
                    <a:pt x="2202" y="2941"/>
                  </a:cubicBezTo>
                  <a:cubicBezTo>
                    <a:pt x="2569" y="2774"/>
                    <a:pt x="2902" y="2541"/>
                    <a:pt x="3236" y="2274"/>
                  </a:cubicBezTo>
                  <a:cubicBezTo>
                    <a:pt x="3636" y="1974"/>
                    <a:pt x="4003" y="1507"/>
                    <a:pt x="3903" y="1040"/>
                  </a:cubicBezTo>
                  <a:cubicBezTo>
                    <a:pt x="3777" y="505"/>
                    <a:pt x="2940" y="0"/>
                    <a:pt x="236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p48"/>
            <p:cNvSpPr/>
            <p:nvPr/>
          </p:nvSpPr>
          <p:spPr>
            <a:xfrm>
              <a:off x="2307650" y="2670225"/>
              <a:ext cx="65900" cy="61850"/>
            </a:xfrm>
            <a:custGeom>
              <a:rect b="b" l="l" r="r" t="t"/>
              <a:pathLst>
                <a:path extrusionOk="0" h="2474" w="2636">
                  <a:moveTo>
                    <a:pt x="1798" y="1"/>
                  </a:moveTo>
                  <a:cubicBezTo>
                    <a:pt x="1312" y="1"/>
                    <a:pt x="742" y="484"/>
                    <a:pt x="434" y="836"/>
                  </a:cubicBezTo>
                  <a:cubicBezTo>
                    <a:pt x="301" y="1003"/>
                    <a:pt x="167" y="1170"/>
                    <a:pt x="134" y="1370"/>
                  </a:cubicBezTo>
                  <a:cubicBezTo>
                    <a:pt x="1" y="1870"/>
                    <a:pt x="468" y="2437"/>
                    <a:pt x="1001" y="2471"/>
                  </a:cubicBezTo>
                  <a:cubicBezTo>
                    <a:pt x="1027" y="2472"/>
                    <a:pt x="1053" y="2473"/>
                    <a:pt x="1079" y="2473"/>
                  </a:cubicBezTo>
                  <a:cubicBezTo>
                    <a:pt x="1614" y="2473"/>
                    <a:pt x="2081" y="2149"/>
                    <a:pt x="2336" y="1704"/>
                  </a:cubicBezTo>
                  <a:cubicBezTo>
                    <a:pt x="2536" y="1337"/>
                    <a:pt x="2636" y="870"/>
                    <a:pt x="2436" y="469"/>
                  </a:cubicBezTo>
                  <a:cubicBezTo>
                    <a:pt x="2277" y="129"/>
                    <a:pt x="2049" y="1"/>
                    <a:pt x="179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48"/>
            <p:cNvSpPr/>
            <p:nvPr/>
          </p:nvSpPr>
          <p:spPr>
            <a:xfrm>
              <a:off x="2866375" y="2562700"/>
              <a:ext cx="141800" cy="169300"/>
            </a:xfrm>
            <a:custGeom>
              <a:rect b="b" l="l" r="r" t="t"/>
              <a:pathLst>
                <a:path extrusionOk="0" h="6772" w="5672">
                  <a:moveTo>
                    <a:pt x="1" y="0"/>
                  </a:moveTo>
                  <a:lnTo>
                    <a:pt x="3537" y="6772"/>
                  </a:lnTo>
                  <a:cubicBezTo>
                    <a:pt x="3890" y="6530"/>
                    <a:pt x="4325" y="6392"/>
                    <a:pt x="4746" y="6392"/>
                  </a:cubicBezTo>
                  <a:cubicBezTo>
                    <a:pt x="5081" y="6392"/>
                    <a:pt x="5406" y="6480"/>
                    <a:pt x="5672" y="6672"/>
                  </a:cubicBezTo>
                  <a:lnTo>
                    <a:pt x="1" y="0"/>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p48"/>
            <p:cNvSpPr/>
            <p:nvPr/>
          </p:nvSpPr>
          <p:spPr>
            <a:xfrm>
              <a:off x="2722950" y="2542675"/>
              <a:ext cx="66750" cy="245200"/>
            </a:xfrm>
            <a:custGeom>
              <a:rect b="b" l="l" r="r" t="t"/>
              <a:pathLst>
                <a:path extrusionOk="0" h="9808" w="2670">
                  <a:moveTo>
                    <a:pt x="0" y="1"/>
                  </a:moveTo>
                  <a:lnTo>
                    <a:pt x="0" y="8574"/>
                  </a:lnTo>
                  <a:cubicBezTo>
                    <a:pt x="154" y="8552"/>
                    <a:pt x="308" y="8540"/>
                    <a:pt x="462" y="8540"/>
                  </a:cubicBezTo>
                  <a:cubicBezTo>
                    <a:pt x="1241" y="8540"/>
                    <a:pt x="1990" y="8828"/>
                    <a:pt x="2436" y="9441"/>
                  </a:cubicBezTo>
                  <a:cubicBezTo>
                    <a:pt x="2536" y="9541"/>
                    <a:pt x="2602" y="9674"/>
                    <a:pt x="2669" y="9808"/>
                  </a:cubicBezTo>
                  <a:lnTo>
                    <a:pt x="0" y="1"/>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p48"/>
            <p:cNvSpPr/>
            <p:nvPr/>
          </p:nvSpPr>
          <p:spPr>
            <a:xfrm>
              <a:off x="2431075" y="2509325"/>
              <a:ext cx="192650" cy="268550"/>
            </a:xfrm>
            <a:custGeom>
              <a:rect b="b" l="l" r="r" t="t"/>
              <a:pathLst>
                <a:path extrusionOk="0" h="10742" w="7706">
                  <a:moveTo>
                    <a:pt x="7706" y="0"/>
                  </a:moveTo>
                  <a:lnTo>
                    <a:pt x="0" y="6071"/>
                  </a:lnTo>
                  <a:cubicBezTo>
                    <a:pt x="48" y="6068"/>
                    <a:pt x="95" y="6066"/>
                    <a:pt x="142" y="6066"/>
                  </a:cubicBezTo>
                  <a:cubicBezTo>
                    <a:pt x="561" y="6066"/>
                    <a:pt x="972" y="6198"/>
                    <a:pt x="1301" y="6438"/>
                  </a:cubicBezTo>
                  <a:cubicBezTo>
                    <a:pt x="1969" y="6939"/>
                    <a:pt x="2369" y="7706"/>
                    <a:pt x="2669" y="8473"/>
                  </a:cubicBezTo>
                  <a:cubicBezTo>
                    <a:pt x="2969" y="9207"/>
                    <a:pt x="3203" y="9974"/>
                    <a:pt x="3470" y="10741"/>
                  </a:cubicBezTo>
                  <a:lnTo>
                    <a:pt x="7706" y="0"/>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p48"/>
            <p:cNvSpPr/>
            <p:nvPr/>
          </p:nvSpPr>
          <p:spPr>
            <a:xfrm>
              <a:off x="2178400" y="2470950"/>
              <a:ext cx="241850" cy="225200"/>
            </a:xfrm>
            <a:custGeom>
              <a:rect b="b" l="l" r="r" t="t"/>
              <a:pathLst>
                <a:path extrusionOk="0" h="9008" w="9674">
                  <a:moveTo>
                    <a:pt x="9674" y="1"/>
                  </a:moveTo>
                  <a:lnTo>
                    <a:pt x="0" y="5572"/>
                  </a:lnTo>
                  <a:cubicBezTo>
                    <a:pt x="200" y="5638"/>
                    <a:pt x="401" y="5738"/>
                    <a:pt x="534" y="5839"/>
                  </a:cubicBezTo>
                  <a:cubicBezTo>
                    <a:pt x="1568" y="6539"/>
                    <a:pt x="2035" y="7773"/>
                    <a:pt x="2469" y="9007"/>
                  </a:cubicBezTo>
                  <a:lnTo>
                    <a:pt x="9674" y="1"/>
                  </a:ln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48"/>
            <p:cNvSpPr/>
            <p:nvPr/>
          </p:nvSpPr>
          <p:spPr>
            <a:xfrm>
              <a:off x="1974075" y="2322750"/>
              <a:ext cx="120950" cy="127325"/>
            </a:xfrm>
            <a:custGeom>
              <a:rect b="b" l="l" r="r" t="t"/>
              <a:pathLst>
                <a:path extrusionOk="0" h="5093" w="4838">
                  <a:moveTo>
                    <a:pt x="3866" y="0"/>
                  </a:moveTo>
                  <a:cubicBezTo>
                    <a:pt x="3767" y="0"/>
                    <a:pt x="3667" y="19"/>
                    <a:pt x="3570" y="58"/>
                  </a:cubicBezTo>
                  <a:cubicBezTo>
                    <a:pt x="3203" y="192"/>
                    <a:pt x="2869" y="458"/>
                    <a:pt x="2503" y="625"/>
                  </a:cubicBezTo>
                  <a:cubicBezTo>
                    <a:pt x="2002" y="825"/>
                    <a:pt x="1535" y="1059"/>
                    <a:pt x="1068" y="1326"/>
                  </a:cubicBezTo>
                  <a:cubicBezTo>
                    <a:pt x="534" y="1693"/>
                    <a:pt x="1" y="2226"/>
                    <a:pt x="34" y="2860"/>
                  </a:cubicBezTo>
                  <a:cubicBezTo>
                    <a:pt x="67" y="3260"/>
                    <a:pt x="334" y="3594"/>
                    <a:pt x="568" y="3928"/>
                  </a:cubicBezTo>
                  <a:lnTo>
                    <a:pt x="1035" y="4561"/>
                  </a:lnTo>
                  <a:cubicBezTo>
                    <a:pt x="1168" y="4728"/>
                    <a:pt x="1302" y="4928"/>
                    <a:pt x="1535" y="5028"/>
                  </a:cubicBezTo>
                  <a:cubicBezTo>
                    <a:pt x="1630" y="5072"/>
                    <a:pt x="1728" y="5092"/>
                    <a:pt x="1826" y="5092"/>
                  </a:cubicBezTo>
                  <a:cubicBezTo>
                    <a:pt x="2175" y="5092"/>
                    <a:pt x="2520" y="4841"/>
                    <a:pt x="2703" y="4528"/>
                  </a:cubicBezTo>
                  <a:cubicBezTo>
                    <a:pt x="2936" y="4161"/>
                    <a:pt x="3003" y="3661"/>
                    <a:pt x="3136" y="3227"/>
                  </a:cubicBezTo>
                  <a:cubicBezTo>
                    <a:pt x="3336" y="2593"/>
                    <a:pt x="3670" y="2026"/>
                    <a:pt x="4104" y="1559"/>
                  </a:cubicBezTo>
                  <a:cubicBezTo>
                    <a:pt x="4404" y="1226"/>
                    <a:pt x="4838" y="792"/>
                    <a:pt x="4504" y="325"/>
                  </a:cubicBezTo>
                  <a:cubicBezTo>
                    <a:pt x="4339" y="112"/>
                    <a:pt x="4106" y="0"/>
                    <a:pt x="386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p48"/>
            <p:cNvSpPr/>
            <p:nvPr/>
          </p:nvSpPr>
          <p:spPr>
            <a:xfrm>
              <a:off x="1989925" y="2513700"/>
              <a:ext cx="147625" cy="105050"/>
            </a:xfrm>
            <a:custGeom>
              <a:rect b="b" l="l" r="r" t="t"/>
              <a:pathLst>
                <a:path extrusionOk="0" h="4202" w="5905">
                  <a:moveTo>
                    <a:pt x="4981" y="1"/>
                  </a:moveTo>
                  <a:cubicBezTo>
                    <a:pt x="3288" y="1"/>
                    <a:pt x="1413" y="982"/>
                    <a:pt x="434" y="2327"/>
                  </a:cubicBezTo>
                  <a:cubicBezTo>
                    <a:pt x="201" y="2661"/>
                    <a:pt x="1" y="3094"/>
                    <a:pt x="234" y="3461"/>
                  </a:cubicBezTo>
                  <a:cubicBezTo>
                    <a:pt x="334" y="3628"/>
                    <a:pt x="534" y="3728"/>
                    <a:pt x="701" y="3828"/>
                  </a:cubicBezTo>
                  <a:cubicBezTo>
                    <a:pt x="1127" y="4030"/>
                    <a:pt x="1597" y="4201"/>
                    <a:pt x="2043" y="4201"/>
                  </a:cubicBezTo>
                  <a:cubicBezTo>
                    <a:pt x="2260" y="4201"/>
                    <a:pt x="2472" y="4160"/>
                    <a:pt x="2669" y="4062"/>
                  </a:cubicBezTo>
                  <a:cubicBezTo>
                    <a:pt x="3103" y="3828"/>
                    <a:pt x="3370" y="3428"/>
                    <a:pt x="3670" y="3061"/>
                  </a:cubicBezTo>
                  <a:cubicBezTo>
                    <a:pt x="4270" y="2261"/>
                    <a:pt x="5071" y="1627"/>
                    <a:pt x="5638" y="826"/>
                  </a:cubicBezTo>
                  <a:cubicBezTo>
                    <a:pt x="5771" y="593"/>
                    <a:pt x="5905" y="259"/>
                    <a:pt x="5671" y="92"/>
                  </a:cubicBezTo>
                  <a:cubicBezTo>
                    <a:pt x="5605" y="59"/>
                    <a:pt x="5538" y="26"/>
                    <a:pt x="5438" y="26"/>
                  </a:cubicBezTo>
                  <a:cubicBezTo>
                    <a:pt x="5288" y="9"/>
                    <a:pt x="5135" y="1"/>
                    <a:pt x="498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48"/>
            <p:cNvSpPr/>
            <p:nvPr/>
          </p:nvSpPr>
          <p:spPr>
            <a:xfrm>
              <a:off x="2597025" y="2571575"/>
              <a:ext cx="99275" cy="277175"/>
            </a:xfrm>
            <a:custGeom>
              <a:rect b="b" l="l" r="r" t="t"/>
              <a:pathLst>
                <a:path extrusionOk="0" h="11087" w="3971">
                  <a:moveTo>
                    <a:pt x="3025" y="0"/>
                  </a:moveTo>
                  <a:cubicBezTo>
                    <a:pt x="2455" y="0"/>
                    <a:pt x="2088" y="939"/>
                    <a:pt x="1869" y="1347"/>
                  </a:cubicBezTo>
                  <a:cubicBezTo>
                    <a:pt x="1168" y="2814"/>
                    <a:pt x="868" y="4415"/>
                    <a:pt x="568" y="5983"/>
                  </a:cubicBezTo>
                  <a:cubicBezTo>
                    <a:pt x="267" y="7551"/>
                    <a:pt x="1" y="9152"/>
                    <a:pt x="301" y="10720"/>
                  </a:cubicBezTo>
                  <a:cubicBezTo>
                    <a:pt x="334" y="10820"/>
                    <a:pt x="334" y="10887"/>
                    <a:pt x="401" y="10953"/>
                  </a:cubicBezTo>
                  <a:cubicBezTo>
                    <a:pt x="468" y="11053"/>
                    <a:pt x="601" y="11087"/>
                    <a:pt x="734" y="11087"/>
                  </a:cubicBezTo>
                  <a:cubicBezTo>
                    <a:pt x="1101" y="11087"/>
                    <a:pt x="1402" y="10820"/>
                    <a:pt x="1568" y="10486"/>
                  </a:cubicBezTo>
                  <a:cubicBezTo>
                    <a:pt x="1735" y="10186"/>
                    <a:pt x="1802" y="9819"/>
                    <a:pt x="1869" y="9486"/>
                  </a:cubicBezTo>
                  <a:cubicBezTo>
                    <a:pt x="2102" y="8585"/>
                    <a:pt x="2536" y="7751"/>
                    <a:pt x="3069" y="7051"/>
                  </a:cubicBezTo>
                  <a:cubicBezTo>
                    <a:pt x="3370" y="6684"/>
                    <a:pt x="3737" y="6317"/>
                    <a:pt x="3837" y="5850"/>
                  </a:cubicBezTo>
                  <a:cubicBezTo>
                    <a:pt x="3903" y="5650"/>
                    <a:pt x="3903" y="5416"/>
                    <a:pt x="3937" y="5216"/>
                  </a:cubicBezTo>
                  <a:cubicBezTo>
                    <a:pt x="3970" y="4149"/>
                    <a:pt x="3937" y="3081"/>
                    <a:pt x="3803" y="2047"/>
                  </a:cubicBezTo>
                  <a:cubicBezTo>
                    <a:pt x="3770" y="1513"/>
                    <a:pt x="3837" y="146"/>
                    <a:pt x="3136" y="12"/>
                  </a:cubicBezTo>
                  <a:cubicBezTo>
                    <a:pt x="3098" y="4"/>
                    <a:pt x="3061" y="0"/>
                    <a:pt x="302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48"/>
            <p:cNvSpPr/>
            <p:nvPr/>
          </p:nvSpPr>
          <p:spPr>
            <a:xfrm>
              <a:off x="3169925" y="2024800"/>
              <a:ext cx="105950" cy="75450"/>
            </a:xfrm>
            <a:custGeom>
              <a:rect b="b" l="l" r="r" t="t"/>
              <a:pathLst>
                <a:path extrusionOk="0" h="3018" w="4238">
                  <a:moveTo>
                    <a:pt x="3737" y="1"/>
                  </a:moveTo>
                  <a:cubicBezTo>
                    <a:pt x="2770" y="1"/>
                    <a:pt x="1802" y="635"/>
                    <a:pt x="935" y="1002"/>
                  </a:cubicBezTo>
                  <a:cubicBezTo>
                    <a:pt x="268" y="1302"/>
                    <a:pt x="1" y="2603"/>
                    <a:pt x="768" y="2936"/>
                  </a:cubicBezTo>
                  <a:cubicBezTo>
                    <a:pt x="868" y="3003"/>
                    <a:pt x="1002" y="3003"/>
                    <a:pt x="1102" y="3003"/>
                  </a:cubicBezTo>
                  <a:cubicBezTo>
                    <a:pt x="1204" y="3012"/>
                    <a:pt x="1309" y="3017"/>
                    <a:pt x="1413" y="3017"/>
                  </a:cubicBezTo>
                  <a:cubicBezTo>
                    <a:pt x="2056" y="3017"/>
                    <a:pt x="2720" y="2838"/>
                    <a:pt x="3237" y="2436"/>
                  </a:cubicBezTo>
                  <a:cubicBezTo>
                    <a:pt x="3837" y="1969"/>
                    <a:pt x="4237" y="1235"/>
                    <a:pt x="4171" y="468"/>
                  </a:cubicBezTo>
                  <a:cubicBezTo>
                    <a:pt x="4171" y="334"/>
                    <a:pt x="4137" y="168"/>
                    <a:pt x="4004" y="68"/>
                  </a:cubicBezTo>
                  <a:cubicBezTo>
                    <a:pt x="3937" y="34"/>
                    <a:pt x="3837" y="1"/>
                    <a:pt x="373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48"/>
            <p:cNvSpPr/>
            <p:nvPr/>
          </p:nvSpPr>
          <p:spPr>
            <a:xfrm>
              <a:off x="3328375" y="2123875"/>
              <a:ext cx="109500" cy="39925"/>
            </a:xfrm>
            <a:custGeom>
              <a:rect b="b" l="l" r="r" t="t"/>
              <a:pathLst>
                <a:path extrusionOk="0" h="1597" w="4380">
                  <a:moveTo>
                    <a:pt x="2279" y="1"/>
                  </a:moveTo>
                  <a:cubicBezTo>
                    <a:pt x="1734" y="1"/>
                    <a:pt x="1236" y="50"/>
                    <a:pt x="1068" y="74"/>
                  </a:cubicBezTo>
                  <a:cubicBezTo>
                    <a:pt x="835" y="107"/>
                    <a:pt x="568" y="141"/>
                    <a:pt x="368" y="274"/>
                  </a:cubicBezTo>
                  <a:cubicBezTo>
                    <a:pt x="134" y="441"/>
                    <a:pt x="1" y="675"/>
                    <a:pt x="34" y="941"/>
                  </a:cubicBezTo>
                  <a:cubicBezTo>
                    <a:pt x="67" y="1108"/>
                    <a:pt x="234" y="1275"/>
                    <a:pt x="401" y="1375"/>
                  </a:cubicBezTo>
                  <a:cubicBezTo>
                    <a:pt x="568" y="1442"/>
                    <a:pt x="768" y="1475"/>
                    <a:pt x="968" y="1508"/>
                  </a:cubicBezTo>
                  <a:cubicBezTo>
                    <a:pt x="1350" y="1556"/>
                    <a:pt x="1739" y="1596"/>
                    <a:pt x="2122" y="1596"/>
                  </a:cubicBezTo>
                  <a:cubicBezTo>
                    <a:pt x="2541" y="1596"/>
                    <a:pt x="2953" y="1548"/>
                    <a:pt x="3336" y="1408"/>
                  </a:cubicBezTo>
                  <a:cubicBezTo>
                    <a:pt x="3637" y="1308"/>
                    <a:pt x="3937" y="1175"/>
                    <a:pt x="4037" y="908"/>
                  </a:cubicBezTo>
                  <a:cubicBezTo>
                    <a:pt x="4379" y="159"/>
                    <a:pt x="3254" y="1"/>
                    <a:pt x="227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48"/>
            <p:cNvSpPr/>
            <p:nvPr/>
          </p:nvSpPr>
          <p:spPr>
            <a:xfrm>
              <a:off x="3296700" y="2284100"/>
              <a:ext cx="148450" cy="80825"/>
            </a:xfrm>
            <a:custGeom>
              <a:rect b="b" l="l" r="r" t="t"/>
              <a:pathLst>
                <a:path extrusionOk="0" h="3233" w="5938">
                  <a:moveTo>
                    <a:pt x="2837" y="1"/>
                  </a:moveTo>
                  <a:cubicBezTo>
                    <a:pt x="2042" y="1"/>
                    <a:pt x="1239" y="117"/>
                    <a:pt x="534" y="370"/>
                  </a:cubicBezTo>
                  <a:cubicBezTo>
                    <a:pt x="367" y="437"/>
                    <a:pt x="167" y="503"/>
                    <a:pt x="100" y="670"/>
                  </a:cubicBezTo>
                  <a:cubicBezTo>
                    <a:pt x="0" y="904"/>
                    <a:pt x="100" y="1170"/>
                    <a:pt x="267" y="1371"/>
                  </a:cubicBezTo>
                  <a:cubicBezTo>
                    <a:pt x="534" y="1738"/>
                    <a:pt x="968" y="2038"/>
                    <a:pt x="1401" y="2271"/>
                  </a:cubicBezTo>
                  <a:cubicBezTo>
                    <a:pt x="2302" y="2772"/>
                    <a:pt x="3336" y="3072"/>
                    <a:pt x="4337" y="3205"/>
                  </a:cubicBezTo>
                  <a:cubicBezTo>
                    <a:pt x="4456" y="3222"/>
                    <a:pt x="4583" y="3233"/>
                    <a:pt x="4709" y="3233"/>
                  </a:cubicBezTo>
                  <a:cubicBezTo>
                    <a:pt x="5075" y="3233"/>
                    <a:pt x="5439" y="3144"/>
                    <a:pt x="5638" y="2872"/>
                  </a:cubicBezTo>
                  <a:cubicBezTo>
                    <a:pt x="5938" y="2405"/>
                    <a:pt x="5904" y="1471"/>
                    <a:pt x="5704" y="970"/>
                  </a:cubicBezTo>
                  <a:cubicBezTo>
                    <a:pt x="5537" y="537"/>
                    <a:pt x="5204" y="370"/>
                    <a:pt x="4770" y="236"/>
                  </a:cubicBezTo>
                  <a:cubicBezTo>
                    <a:pt x="4174" y="84"/>
                    <a:pt x="3509" y="1"/>
                    <a:pt x="283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48"/>
            <p:cNvSpPr/>
            <p:nvPr/>
          </p:nvSpPr>
          <p:spPr>
            <a:xfrm>
              <a:off x="3179100" y="2502700"/>
              <a:ext cx="127625" cy="91300"/>
            </a:xfrm>
            <a:custGeom>
              <a:rect b="b" l="l" r="r" t="t"/>
              <a:pathLst>
                <a:path extrusionOk="0" h="3652" w="5105">
                  <a:moveTo>
                    <a:pt x="1256" y="0"/>
                  </a:moveTo>
                  <a:cubicBezTo>
                    <a:pt x="830" y="0"/>
                    <a:pt x="419" y="93"/>
                    <a:pt x="201" y="432"/>
                  </a:cubicBezTo>
                  <a:cubicBezTo>
                    <a:pt x="34" y="666"/>
                    <a:pt x="1" y="999"/>
                    <a:pt x="34" y="1300"/>
                  </a:cubicBezTo>
                  <a:cubicBezTo>
                    <a:pt x="168" y="2100"/>
                    <a:pt x="901" y="2701"/>
                    <a:pt x="1635" y="3134"/>
                  </a:cubicBezTo>
                  <a:cubicBezTo>
                    <a:pt x="2069" y="3368"/>
                    <a:pt x="2569" y="3601"/>
                    <a:pt x="3070" y="3635"/>
                  </a:cubicBezTo>
                  <a:cubicBezTo>
                    <a:pt x="3152" y="3645"/>
                    <a:pt x="3236" y="3651"/>
                    <a:pt x="3321" y="3651"/>
                  </a:cubicBezTo>
                  <a:cubicBezTo>
                    <a:pt x="3750" y="3651"/>
                    <a:pt x="4192" y="3507"/>
                    <a:pt x="4471" y="3201"/>
                  </a:cubicBezTo>
                  <a:cubicBezTo>
                    <a:pt x="5004" y="2634"/>
                    <a:pt x="5104" y="1366"/>
                    <a:pt x="4404" y="866"/>
                  </a:cubicBezTo>
                  <a:cubicBezTo>
                    <a:pt x="3770" y="366"/>
                    <a:pt x="2536" y="165"/>
                    <a:pt x="1735" y="32"/>
                  </a:cubicBezTo>
                  <a:cubicBezTo>
                    <a:pt x="1580" y="14"/>
                    <a:pt x="1417" y="0"/>
                    <a:pt x="125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p48"/>
            <p:cNvSpPr/>
            <p:nvPr/>
          </p:nvSpPr>
          <p:spPr>
            <a:xfrm>
              <a:off x="3029000" y="2571275"/>
              <a:ext cx="115100" cy="133025"/>
            </a:xfrm>
            <a:custGeom>
              <a:rect b="b" l="l" r="r" t="t"/>
              <a:pathLst>
                <a:path extrusionOk="0" h="5321" w="4604">
                  <a:moveTo>
                    <a:pt x="2528" y="1"/>
                  </a:moveTo>
                  <a:cubicBezTo>
                    <a:pt x="2275" y="1"/>
                    <a:pt x="2018" y="34"/>
                    <a:pt x="1768" y="91"/>
                  </a:cubicBezTo>
                  <a:cubicBezTo>
                    <a:pt x="1235" y="258"/>
                    <a:pt x="701" y="525"/>
                    <a:pt x="367" y="1025"/>
                  </a:cubicBezTo>
                  <a:cubicBezTo>
                    <a:pt x="67" y="1459"/>
                    <a:pt x="1" y="1992"/>
                    <a:pt x="67" y="2526"/>
                  </a:cubicBezTo>
                  <a:cubicBezTo>
                    <a:pt x="134" y="3026"/>
                    <a:pt x="367" y="3493"/>
                    <a:pt x="601" y="3960"/>
                  </a:cubicBezTo>
                  <a:cubicBezTo>
                    <a:pt x="834" y="4394"/>
                    <a:pt x="1135" y="4828"/>
                    <a:pt x="1568" y="5095"/>
                  </a:cubicBezTo>
                  <a:cubicBezTo>
                    <a:pt x="1797" y="5235"/>
                    <a:pt x="2063" y="5320"/>
                    <a:pt x="2322" y="5320"/>
                  </a:cubicBezTo>
                  <a:cubicBezTo>
                    <a:pt x="2554" y="5320"/>
                    <a:pt x="2780" y="5252"/>
                    <a:pt x="2969" y="5095"/>
                  </a:cubicBezTo>
                  <a:cubicBezTo>
                    <a:pt x="3236" y="4894"/>
                    <a:pt x="3370" y="4561"/>
                    <a:pt x="3503" y="4261"/>
                  </a:cubicBezTo>
                  <a:cubicBezTo>
                    <a:pt x="3803" y="3493"/>
                    <a:pt x="4103" y="2726"/>
                    <a:pt x="4370" y="1959"/>
                  </a:cubicBezTo>
                  <a:cubicBezTo>
                    <a:pt x="4604" y="1359"/>
                    <a:pt x="4370" y="892"/>
                    <a:pt x="3870" y="458"/>
                  </a:cubicBezTo>
                  <a:cubicBezTo>
                    <a:pt x="3496" y="127"/>
                    <a:pt x="3019" y="1"/>
                    <a:pt x="252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87" name="Google Shape;1587;p48"/>
          <p:cNvSpPr/>
          <p:nvPr/>
        </p:nvSpPr>
        <p:spPr>
          <a:xfrm flipH="1" rot="-2821328">
            <a:off x="7612794" y="-1208720"/>
            <a:ext cx="1422842" cy="3439135"/>
          </a:xfrm>
          <a:custGeom>
            <a:rect b="b" l="l" r="r" t="t"/>
            <a:pathLst>
              <a:path extrusionOk="0" h="105408" w="56915">
                <a:moveTo>
                  <a:pt x="56915" y="0"/>
                </a:moveTo>
                <a:cubicBezTo>
                  <a:pt x="51671" y="6993"/>
                  <a:pt x="26659" y="27432"/>
                  <a:pt x="25449" y="41955"/>
                </a:cubicBezTo>
                <a:cubicBezTo>
                  <a:pt x="24239" y="56478"/>
                  <a:pt x="53016" y="76850"/>
                  <a:pt x="49654" y="87137"/>
                </a:cubicBezTo>
                <a:cubicBezTo>
                  <a:pt x="46292" y="97424"/>
                  <a:pt x="13481" y="100719"/>
                  <a:pt x="5278" y="103677"/>
                </a:cubicBezTo>
                <a:cubicBezTo>
                  <a:pt x="-2925" y="106635"/>
                  <a:pt x="1244" y="104685"/>
                  <a:pt x="437" y="104887"/>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713225" y="582168"/>
            <a:ext cx="7717500" cy="3657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chemeClr val="dk1"/>
              </a:buClr>
              <a:buSzPts val="2800"/>
              <a:buFont typeface="Francois One"/>
              <a:buNone/>
              <a:defRPr b="0" i="0" sz="2800" u="none" cap="none" strike="noStrike">
                <a:solidFill>
                  <a:schemeClr val="dk1"/>
                </a:solidFill>
                <a:latin typeface="Francois One"/>
                <a:ea typeface="Francois One"/>
                <a:cs typeface="Francois One"/>
                <a:sym typeface="Francois One"/>
              </a:defRPr>
            </a:lvl1pPr>
            <a:lvl2pPr lvl="1" marR="0" rtl="0" algn="ctr">
              <a:lnSpc>
                <a:spcPct val="100000"/>
              </a:lnSpc>
              <a:spcBef>
                <a:spcPts val="0"/>
              </a:spcBef>
              <a:spcAft>
                <a:spcPts val="0"/>
              </a:spcAft>
              <a:buClr>
                <a:schemeClr val="dk2"/>
              </a:buClr>
              <a:buSzPts val="2800"/>
              <a:buFont typeface="Francois One"/>
              <a:buNone/>
              <a:defRPr b="0" i="0" sz="2800" u="none" cap="none" strike="noStrike">
                <a:solidFill>
                  <a:schemeClr val="dk2"/>
                </a:solidFill>
                <a:latin typeface="Francois One"/>
                <a:ea typeface="Francois One"/>
                <a:cs typeface="Francois One"/>
                <a:sym typeface="Francois One"/>
              </a:defRPr>
            </a:lvl2pPr>
            <a:lvl3pPr lvl="2" marR="0" rtl="0" algn="ctr">
              <a:lnSpc>
                <a:spcPct val="100000"/>
              </a:lnSpc>
              <a:spcBef>
                <a:spcPts val="0"/>
              </a:spcBef>
              <a:spcAft>
                <a:spcPts val="0"/>
              </a:spcAft>
              <a:buClr>
                <a:schemeClr val="dk2"/>
              </a:buClr>
              <a:buSzPts val="2800"/>
              <a:buFont typeface="Francois One"/>
              <a:buNone/>
              <a:defRPr b="0" i="0" sz="2800" u="none" cap="none" strike="noStrike">
                <a:solidFill>
                  <a:schemeClr val="dk2"/>
                </a:solidFill>
                <a:latin typeface="Francois One"/>
                <a:ea typeface="Francois One"/>
                <a:cs typeface="Francois One"/>
                <a:sym typeface="Francois One"/>
              </a:defRPr>
            </a:lvl3pPr>
            <a:lvl4pPr lvl="3" marR="0" rtl="0" algn="ctr">
              <a:lnSpc>
                <a:spcPct val="100000"/>
              </a:lnSpc>
              <a:spcBef>
                <a:spcPts val="0"/>
              </a:spcBef>
              <a:spcAft>
                <a:spcPts val="0"/>
              </a:spcAft>
              <a:buClr>
                <a:schemeClr val="dk2"/>
              </a:buClr>
              <a:buSzPts val="2800"/>
              <a:buFont typeface="Francois One"/>
              <a:buNone/>
              <a:defRPr b="0" i="0" sz="2800" u="none" cap="none" strike="noStrike">
                <a:solidFill>
                  <a:schemeClr val="dk2"/>
                </a:solidFill>
                <a:latin typeface="Francois One"/>
                <a:ea typeface="Francois One"/>
                <a:cs typeface="Francois One"/>
                <a:sym typeface="Francois One"/>
              </a:defRPr>
            </a:lvl4pPr>
            <a:lvl5pPr lvl="4" marR="0" rtl="0" algn="ctr">
              <a:lnSpc>
                <a:spcPct val="100000"/>
              </a:lnSpc>
              <a:spcBef>
                <a:spcPts val="0"/>
              </a:spcBef>
              <a:spcAft>
                <a:spcPts val="0"/>
              </a:spcAft>
              <a:buClr>
                <a:schemeClr val="dk2"/>
              </a:buClr>
              <a:buSzPts val="2800"/>
              <a:buFont typeface="Francois One"/>
              <a:buNone/>
              <a:defRPr b="0" i="0" sz="2800" u="none" cap="none" strike="noStrike">
                <a:solidFill>
                  <a:schemeClr val="dk2"/>
                </a:solidFill>
                <a:latin typeface="Francois One"/>
                <a:ea typeface="Francois One"/>
                <a:cs typeface="Francois One"/>
                <a:sym typeface="Francois One"/>
              </a:defRPr>
            </a:lvl5pPr>
            <a:lvl6pPr lvl="5" marR="0" rtl="0" algn="ctr">
              <a:lnSpc>
                <a:spcPct val="100000"/>
              </a:lnSpc>
              <a:spcBef>
                <a:spcPts val="0"/>
              </a:spcBef>
              <a:spcAft>
                <a:spcPts val="0"/>
              </a:spcAft>
              <a:buClr>
                <a:schemeClr val="dk2"/>
              </a:buClr>
              <a:buSzPts val="2800"/>
              <a:buFont typeface="Francois One"/>
              <a:buNone/>
              <a:defRPr b="0" i="0" sz="2800" u="none" cap="none" strike="noStrike">
                <a:solidFill>
                  <a:schemeClr val="dk2"/>
                </a:solidFill>
                <a:latin typeface="Francois One"/>
                <a:ea typeface="Francois One"/>
                <a:cs typeface="Francois One"/>
                <a:sym typeface="Francois One"/>
              </a:defRPr>
            </a:lvl6pPr>
            <a:lvl7pPr lvl="6" marR="0" rtl="0" algn="ctr">
              <a:lnSpc>
                <a:spcPct val="100000"/>
              </a:lnSpc>
              <a:spcBef>
                <a:spcPts val="0"/>
              </a:spcBef>
              <a:spcAft>
                <a:spcPts val="0"/>
              </a:spcAft>
              <a:buClr>
                <a:schemeClr val="dk2"/>
              </a:buClr>
              <a:buSzPts val="2800"/>
              <a:buFont typeface="Francois One"/>
              <a:buNone/>
              <a:defRPr b="0" i="0" sz="2800" u="none" cap="none" strike="noStrike">
                <a:solidFill>
                  <a:schemeClr val="dk2"/>
                </a:solidFill>
                <a:latin typeface="Francois One"/>
                <a:ea typeface="Francois One"/>
                <a:cs typeface="Francois One"/>
                <a:sym typeface="Francois One"/>
              </a:defRPr>
            </a:lvl7pPr>
            <a:lvl8pPr lvl="7" marR="0" rtl="0" algn="ctr">
              <a:lnSpc>
                <a:spcPct val="100000"/>
              </a:lnSpc>
              <a:spcBef>
                <a:spcPts val="0"/>
              </a:spcBef>
              <a:spcAft>
                <a:spcPts val="0"/>
              </a:spcAft>
              <a:buClr>
                <a:schemeClr val="dk2"/>
              </a:buClr>
              <a:buSzPts val="2800"/>
              <a:buFont typeface="Francois One"/>
              <a:buNone/>
              <a:defRPr b="0" i="0" sz="2800" u="none" cap="none" strike="noStrike">
                <a:solidFill>
                  <a:schemeClr val="dk2"/>
                </a:solidFill>
                <a:latin typeface="Francois One"/>
                <a:ea typeface="Francois One"/>
                <a:cs typeface="Francois One"/>
                <a:sym typeface="Francois One"/>
              </a:defRPr>
            </a:lvl8pPr>
            <a:lvl9pPr lvl="8" marR="0" rtl="0" algn="ctr">
              <a:lnSpc>
                <a:spcPct val="100000"/>
              </a:lnSpc>
              <a:spcBef>
                <a:spcPts val="0"/>
              </a:spcBef>
              <a:spcAft>
                <a:spcPts val="0"/>
              </a:spcAft>
              <a:buClr>
                <a:schemeClr val="dk2"/>
              </a:buClr>
              <a:buSzPts val="2800"/>
              <a:buFont typeface="Francois One"/>
              <a:buNone/>
              <a:defRPr b="0" i="0" sz="2800" u="none" cap="none" strike="noStrike">
                <a:solidFill>
                  <a:schemeClr val="dk2"/>
                </a:solidFill>
                <a:latin typeface="Francois One"/>
                <a:ea typeface="Francois One"/>
                <a:cs typeface="Francois One"/>
                <a:sym typeface="Francois One"/>
              </a:defRPr>
            </a:lvl9pPr>
          </a:lstStyle>
          <a:p/>
        </p:txBody>
      </p:sp>
      <p:sp>
        <p:nvSpPr>
          <p:cNvPr id="7" name="Google Shape;7;p23"/>
          <p:cNvSpPr txBox="1"/>
          <p:nvPr>
            <p:ph idx="1" type="body"/>
          </p:nvPr>
        </p:nvSpPr>
        <p:spPr>
          <a:xfrm>
            <a:off x="713225" y="1152475"/>
            <a:ext cx="7717500" cy="3447000"/>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00000"/>
              </a:lnSpc>
              <a:spcBef>
                <a:spcPts val="0"/>
              </a:spcBef>
              <a:spcAft>
                <a:spcPts val="0"/>
              </a:spcAft>
              <a:buClr>
                <a:schemeClr val="dk1"/>
              </a:buClr>
              <a:buSzPts val="1600"/>
              <a:buFont typeface="Catamaran"/>
              <a:buChar char="●"/>
              <a:defRPr b="0" i="0" sz="1600" u="none" cap="none" strike="noStrike">
                <a:solidFill>
                  <a:schemeClr val="dk1"/>
                </a:solidFill>
                <a:latin typeface="Catamaran"/>
                <a:ea typeface="Catamaran"/>
                <a:cs typeface="Catamaran"/>
                <a:sym typeface="Catamaran"/>
              </a:defRPr>
            </a:lvl1pPr>
            <a:lvl2pPr indent="-330200" lvl="1" marL="914400" marR="0" rtl="0" algn="l">
              <a:lnSpc>
                <a:spcPct val="100000"/>
              </a:lnSpc>
              <a:spcBef>
                <a:spcPts val="0"/>
              </a:spcBef>
              <a:spcAft>
                <a:spcPts val="0"/>
              </a:spcAft>
              <a:buClr>
                <a:schemeClr val="dk1"/>
              </a:buClr>
              <a:buSzPts val="1600"/>
              <a:buFont typeface="Catamaran"/>
              <a:buChar char="○"/>
              <a:defRPr b="0" i="0" sz="1600" u="none" cap="none" strike="noStrike">
                <a:solidFill>
                  <a:schemeClr val="dk1"/>
                </a:solidFill>
                <a:latin typeface="Catamaran"/>
                <a:ea typeface="Catamaran"/>
                <a:cs typeface="Catamaran"/>
                <a:sym typeface="Catamaran"/>
              </a:defRPr>
            </a:lvl2pPr>
            <a:lvl3pPr indent="-330200" lvl="2" marL="1371600" marR="0" rtl="0" algn="l">
              <a:lnSpc>
                <a:spcPct val="100000"/>
              </a:lnSpc>
              <a:spcBef>
                <a:spcPts val="0"/>
              </a:spcBef>
              <a:spcAft>
                <a:spcPts val="0"/>
              </a:spcAft>
              <a:buClr>
                <a:schemeClr val="dk1"/>
              </a:buClr>
              <a:buSzPts val="1600"/>
              <a:buFont typeface="Catamaran"/>
              <a:buChar char="■"/>
              <a:defRPr b="0" i="0" sz="1600" u="none" cap="none" strike="noStrike">
                <a:solidFill>
                  <a:schemeClr val="dk1"/>
                </a:solidFill>
                <a:latin typeface="Catamaran"/>
                <a:ea typeface="Catamaran"/>
                <a:cs typeface="Catamaran"/>
                <a:sym typeface="Catamaran"/>
              </a:defRPr>
            </a:lvl3pPr>
            <a:lvl4pPr indent="-330200" lvl="3" marL="1828800" marR="0" rtl="0" algn="l">
              <a:lnSpc>
                <a:spcPct val="100000"/>
              </a:lnSpc>
              <a:spcBef>
                <a:spcPts val="0"/>
              </a:spcBef>
              <a:spcAft>
                <a:spcPts val="0"/>
              </a:spcAft>
              <a:buClr>
                <a:schemeClr val="dk1"/>
              </a:buClr>
              <a:buSzPts val="1600"/>
              <a:buFont typeface="Catamaran"/>
              <a:buChar char="●"/>
              <a:defRPr b="0" i="0" sz="1600" u="none" cap="none" strike="noStrike">
                <a:solidFill>
                  <a:schemeClr val="dk1"/>
                </a:solidFill>
                <a:latin typeface="Catamaran"/>
                <a:ea typeface="Catamaran"/>
                <a:cs typeface="Catamaran"/>
                <a:sym typeface="Catamaran"/>
              </a:defRPr>
            </a:lvl4pPr>
            <a:lvl5pPr indent="-330200" lvl="4" marL="2286000" marR="0" rtl="0" algn="l">
              <a:lnSpc>
                <a:spcPct val="100000"/>
              </a:lnSpc>
              <a:spcBef>
                <a:spcPts val="0"/>
              </a:spcBef>
              <a:spcAft>
                <a:spcPts val="0"/>
              </a:spcAft>
              <a:buClr>
                <a:schemeClr val="dk1"/>
              </a:buClr>
              <a:buSzPts val="1600"/>
              <a:buFont typeface="Catamaran"/>
              <a:buChar char="○"/>
              <a:defRPr b="0" i="0" sz="1600" u="none" cap="none" strike="noStrike">
                <a:solidFill>
                  <a:schemeClr val="dk1"/>
                </a:solidFill>
                <a:latin typeface="Catamaran"/>
                <a:ea typeface="Catamaran"/>
                <a:cs typeface="Catamaran"/>
                <a:sym typeface="Catamaran"/>
              </a:defRPr>
            </a:lvl5pPr>
            <a:lvl6pPr indent="-330200" lvl="5" marL="2743200" marR="0" rtl="0" algn="l">
              <a:lnSpc>
                <a:spcPct val="100000"/>
              </a:lnSpc>
              <a:spcBef>
                <a:spcPts val="0"/>
              </a:spcBef>
              <a:spcAft>
                <a:spcPts val="0"/>
              </a:spcAft>
              <a:buClr>
                <a:schemeClr val="dk1"/>
              </a:buClr>
              <a:buSzPts val="1600"/>
              <a:buFont typeface="Catamaran"/>
              <a:buChar char="■"/>
              <a:defRPr b="0" i="0" sz="1600" u="none" cap="none" strike="noStrike">
                <a:solidFill>
                  <a:schemeClr val="dk1"/>
                </a:solidFill>
                <a:latin typeface="Catamaran"/>
                <a:ea typeface="Catamaran"/>
                <a:cs typeface="Catamaran"/>
                <a:sym typeface="Catamaran"/>
              </a:defRPr>
            </a:lvl6pPr>
            <a:lvl7pPr indent="-330200" lvl="6" marL="3200400" marR="0" rtl="0" algn="l">
              <a:lnSpc>
                <a:spcPct val="100000"/>
              </a:lnSpc>
              <a:spcBef>
                <a:spcPts val="0"/>
              </a:spcBef>
              <a:spcAft>
                <a:spcPts val="0"/>
              </a:spcAft>
              <a:buClr>
                <a:schemeClr val="dk1"/>
              </a:buClr>
              <a:buSzPts val="1600"/>
              <a:buFont typeface="Catamaran"/>
              <a:buChar char="●"/>
              <a:defRPr b="0" i="0" sz="1600" u="none" cap="none" strike="noStrike">
                <a:solidFill>
                  <a:schemeClr val="dk1"/>
                </a:solidFill>
                <a:latin typeface="Catamaran"/>
                <a:ea typeface="Catamaran"/>
                <a:cs typeface="Catamaran"/>
                <a:sym typeface="Catamaran"/>
              </a:defRPr>
            </a:lvl7pPr>
            <a:lvl8pPr indent="-330200" lvl="7" marL="3657600" marR="0" rtl="0" algn="l">
              <a:lnSpc>
                <a:spcPct val="100000"/>
              </a:lnSpc>
              <a:spcBef>
                <a:spcPts val="0"/>
              </a:spcBef>
              <a:spcAft>
                <a:spcPts val="0"/>
              </a:spcAft>
              <a:buClr>
                <a:schemeClr val="dk1"/>
              </a:buClr>
              <a:buSzPts val="1600"/>
              <a:buFont typeface="Catamaran"/>
              <a:buChar char="○"/>
              <a:defRPr b="0" i="0" sz="1600" u="none" cap="none" strike="noStrike">
                <a:solidFill>
                  <a:schemeClr val="dk1"/>
                </a:solidFill>
                <a:latin typeface="Catamaran"/>
                <a:ea typeface="Catamaran"/>
                <a:cs typeface="Catamaran"/>
                <a:sym typeface="Catamaran"/>
              </a:defRPr>
            </a:lvl8pPr>
            <a:lvl9pPr indent="-330200" lvl="8" marL="4114800" marR="0" rtl="0" algn="l">
              <a:lnSpc>
                <a:spcPct val="100000"/>
              </a:lnSpc>
              <a:spcBef>
                <a:spcPts val="0"/>
              </a:spcBef>
              <a:spcAft>
                <a:spcPts val="0"/>
              </a:spcAft>
              <a:buClr>
                <a:schemeClr val="dk1"/>
              </a:buClr>
              <a:buSzPts val="1600"/>
              <a:buFont typeface="Catamaran"/>
              <a:buChar char="■"/>
              <a:defRPr b="0" i="0" sz="1600" u="none" cap="none" strike="noStrike">
                <a:solidFill>
                  <a:schemeClr val="dk1"/>
                </a:solidFill>
                <a:latin typeface="Catamaran"/>
                <a:ea typeface="Catamaran"/>
                <a:cs typeface="Catamaran"/>
                <a:sym typeface="Catamaran"/>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2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4.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21.jp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p1"/>
          <p:cNvSpPr txBox="1"/>
          <p:nvPr>
            <p:ph type="ctrTitle"/>
          </p:nvPr>
        </p:nvSpPr>
        <p:spPr>
          <a:xfrm>
            <a:off x="2899918" y="966750"/>
            <a:ext cx="5259900" cy="2064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a:t>Automat de sandvișuri</a:t>
            </a:r>
            <a:endParaRPr/>
          </a:p>
        </p:txBody>
      </p:sp>
      <p:sp>
        <p:nvSpPr>
          <p:cNvPr id="1593" name="Google Shape;1593;p1"/>
          <p:cNvSpPr txBox="1"/>
          <p:nvPr>
            <p:ph idx="1" type="subTitle"/>
          </p:nvPr>
        </p:nvSpPr>
        <p:spPr>
          <a:xfrm>
            <a:off x="3194825" y="3395089"/>
            <a:ext cx="5025600" cy="11667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2800"/>
              <a:buNone/>
            </a:pPr>
            <a:r>
              <a:rPr lang="en">
                <a:solidFill>
                  <a:schemeClr val="accent3"/>
                </a:solidFill>
              </a:rPr>
              <a:t>Proiect de echipă realizat de: Tunaru Ștefania Emilia</a:t>
            </a:r>
            <a:endParaRPr>
              <a:solidFill>
                <a:schemeClr val="accent3"/>
              </a:solidFill>
            </a:endParaRPr>
          </a:p>
          <a:p>
            <a:pPr indent="0" lvl="0" marL="0" rtl="0" algn="just">
              <a:lnSpc>
                <a:spcPct val="100000"/>
              </a:lnSpc>
              <a:spcBef>
                <a:spcPts val="0"/>
              </a:spcBef>
              <a:spcAft>
                <a:spcPts val="0"/>
              </a:spcAft>
              <a:buSzPts val="2800"/>
              <a:buNone/>
            </a:pPr>
            <a:r>
              <a:rPr lang="en">
                <a:solidFill>
                  <a:schemeClr val="accent3"/>
                </a:solidFill>
              </a:rPr>
              <a:t>                                                    Londraliu Alexandra</a:t>
            </a:r>
            <a:endParaRPr>
              <a:solidFill>
                <a:schemeClr val="accent3"/>
              </a:solidFill>
            </a:endParaRPr>
          </a:p>
          <a:p>
            <a:pPr indent="0" lvl="0" marL="0" rtl="0" algn="just">
              <a:lnSpc>
                <a:spcPct val="100000"/>
              </a:lnSpc>
              <a:spcBef>
                <a:spcPts val="0"/>
              </a:spcBef>
              <a:spcAft>
                <a:spcPts val="0"/>
              </a:spcAft>
              <a:buSzPts val="2800"/>
              <a:buNone/>
            </a:pPr>
            <a:r>
              <a:rPr lang="en">
                <a:solidFill>
                  <a:schemeClr val="accent3"/>
                </a:solidFill>
              </a:rPr>
              <a:t>                                                    Manea Andrei</a:t>
            </a:r>
            <a:endParaRPr>
              <a:solidFill>
                <a:schemeClr val="accent3"/>
              </a:solidFill>
            </a:endParaRPr>
          </a:p>
          <a:p>
            <a:pPr indent="0" lvl="0" marL="0" rtl="0" algn="just">
              <a:lnSpc>
                <a:spcPct val="100000"/>
              </a:lnSpc>
              <a:spcBef>
                <a:spcPts val="0"/>
              </a:spcBef>
              <a:spcAft>
                <a:spcPts val="0"/>
              </a:spcAft>
              <a:buSzPts val="2800"/>
              <a:buNone/>
            </a:pPr>
            <a:r>
              <a:rPr lang="en">
                <a:solidFill>
                  <a:schemeClr val="accent3"/>
                </a:solidFill>
              </a:rPr>
              <a:t>                                                    Brăslașu Alexandru</a:t>
            </a:r>
            <a:endParaRPr>
              <a:solidFill>
                <a:schemeClr val="accent3"/>
              </a:solidFill>
            </a:endParaRPr>
          </a:p>
        </p:txBody>
      </p:sp>
      <p:cxnSp>
        <p:nvCxnSpPr>
          <p:cNvPr id="1594" name="Google Shape;1594;p1"/>
          <p:cNvCxnSpPr/>
          <p:nvPr/>
        </p:nvCxnSpPr>
        <p:spPr>
          <a:xfrm>
            <a:off x="3194837" y="3162125"/>
            <a:ext cx="4670100" cy="0"/>
          </a:xfrm>
          <a:prstGeom prst="straightConnector1">
            <a:avLst/>
          </a:prstGeom>
          <a:noFill/>
          <a:ln cap="flat" cmpd="sng" w="152400">
            <a:solidFill>
              <a:schemeClr val="lt1"/>
            </a:solidFill>
            <a:prstDash val="solid"/>
            <a:round/>
            <a:headEnd len="sm" w="sm" type="none"/>
            <a:tailEnd len="sm" w="sm" type="none"/>
          </a:ln>
        </p:spPr>
      </p:cxnSp>
      <p:pic>
        <p:nvPicPr>
          <p:cNvPr id="1595" name="Google Shape;1595;p1"/>
          <p:cNvPicPr preferRelativeResize="0"/>
          <p:nvPr/>
        </p:nvPicPr>
        <p:blipFill rotWithShape="1">
          <a:blip r:embed="rId3">
            <a:alphaModFix/>
          </a:blip>
          <a:srcRect b="-329" l="16337" r="2499" t="15812"/>
          <a:stretch/>
        </p:blipFill>
        <p:spPr>
          <a:xfrm>
            <a:off x="-1173725" y="-222150"/>
            <a:ext cx="3576600" cy="5587800"/>
          </a:xfrm>
          <a:prstGeom prst="flowChartDelay">
            <a:avLst/>
          </a:prstGeom>
          <a:noFill/>
          <a:ln>
            <a:noFill/>
          </a:ln>
        </p:spPr>
      </p:pic>
      <p:cxnSp>
        <p:nvCxnSpPr>
          <p:cNvPr id="1596" name="Google Shape;1596;p1"/>
          <p:cNvCxnSpPr/>
          <p:nvPr/>
        </p:nvCxnSpPr>
        <p:spPr>
          <a:xfrm>
            <a:off x="3163825" y="821875"/>
            <a:ext cx="4732200" cy="0"/>
          </a:xfrm>
          <a:prstGeom prst="straightConnector1">
            <a:avLst/>
          </a:prstGeom>
          <a:noFill/>
          <a:ln cap="flat" cmpd="sng" w="152400">
            <a:solidFill>
              <a:schemeClr val="lt1"/>
            </a:solidFill>
            <a:prstDash val="solid"/>
            <a:round/>
            <a:headEnd len="sm" w="sm" type="none"/>
            <a:tailEnd len="sm" w="sm" type="none"/>
          </a:ln>
        </p:spPr>
      </p:cxnSp>
      <p:grpSp>
        <p:nvGrpSpPr>
          <p:cNvPr id="1597" name="Google Shape;1597;p1"/>
          <p:cNvGrpSpPr/>
          <p:nvPr/>
        </p:nvGrpSpPr>
        <p:grpSpPr>
          <a:xfrm>
            <a:off x="1293688" y="4697119"/>
            <a:ext cx="941225" cy="660534"/>
            <a:chOff x="8145313" y="-97619"/>
            <a:chExt cx="941225" cy="660534"/>
          </a:xfrm>
        </p:grpSpPr>
        <p:sp>
          <p:nvSpPr>
            <p:cNvPr id="1598" name="Google Shape;1598;p1"/>
            <p:cNvSpPr/>
            <p:nvPr/>
          </p:nvSpPr>
          <p:spPr>
            <a:xfrm flipH="1" rot="-2542547">
              <a:off x="8500418" y="81605"/>
              <a:ext cx="203861" cy="1161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p1"/>
            <p:cNvSpPr/>
            <p:nvPr/>
          </p:nvSpPr>
          <p:spPr>
            <a:xfrm flipH="1" rot="-4689059">
              <a:off x="8140206" y="126102"/>
              <a:ext cx="156331" cy="1164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p1"/>
            <p:cNvSpPr/>
            <p:nvPr/>
          </p:nvSpPr>
          <p:spPr>
            <a:xfrm flipH="1" rot="-2886029">
              <a:off x="8286619" y="-41018"/>
              <a:ext cx="203945" cy="1161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p1"/>
            <p:cNvSpPr/>
            <p:nvPr/>
          </p:nvSpPr>
          <p:spPr>
            <a:xfrm flipH="1" rot="-5930150">
              <a:off x="8308014" y="316892"/>
              <a:ext cx="189448"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p1"/>
            <p:cNvSpPr/>
            <p:nvPr/>
          </p:nvSpPr>
          <p:spPr>
            <a:xfrm flipH="1" rot="-5933377">
              <a:off x="8179512" y="463414"/>
              <a:ext cx="118423"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p1"/>
            <p:cNvSpPr/>
            <p:nvPr/>
          </p:nvSpPr>
          <p:spPr>
            <a:xfrm flipH="1" rot="-261253">
              <a:off x="8576597" y="316833"/>
              <a:ext cx="118542" cy="7100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p1"/>
            <p:cNvSpPr/>
            <p:nvPr/>
          </p:nvSpPr>
          <p:spPr>
            <a:xfrm flipH="1" rot="-1854841">
              <a:off x="8839916" y="135394"/>
              <a:ext cx="118540" cy="7105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p1"/>
            <p:cNvSpPr/>
            <p:nvPr/>
          </p:nvSpPr>
          <p:spPr>
            <a:xfrm flipH="1" rot="-2542547">
              <a:off x="8888334" y="312132"/>
              <a:ext cx="203861" cy="6223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606" name="Google Shape;1606;p1"/>
          <p:cNvPicPr preferRelativeResize="0"/>
          <p:nvPr/>
        </p:nvPicPr>
        <p:blipFill rotWithShape="1">
          <a:blip r:embed="rId4">
            <a:alphaModFix/>
          </a:blip>
          <a:srcRect b="0" l="0" r="0" t="0"/>
          <a:stretch/>
        </p:blipFill>
        <p:spPr>
          <a:xfrm>
            <a:off x="2086025" y="0"/>
            <a:ext cx="941100" cy="941100"/>
          </a:xfrm>
          <a:prstGeom prst="roundRect">
            <a:avLst>
              <a:gd fmla="val 16667" name="adj"/>
            </a:avLst>
          </a:prstGeom>
          <a:noFill/>
          <a:ln cap="flat" cmpd="sng" w="9525">
            <a:solidFill>
              <a:schemeClr val="lt1"/>
            </a:solidFill>
            <a:prstDash val="solid"/>
            <a:round/>
            <a:headEnd len="sm" w="sm" type="none"/>
            <a:tailEnd len="sm" w="sm" type="none"/>
          </a:ln>
        </p:spPr>
      </p:pic>
    </p:spTree>
  </p:cSld>
  <p:clrMapOvr>
    <a:masterClrMapping/>
  </p:clrMapOvr>
  <mc:AlternateContent>
    <mc:Choice Requires="p14">
      <p:transition spd="slow" p14:dur="10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sp>
        <p:nvSpPr>
          <p:cNvPr id="1611" name="Google Shape;1611;p2"/>
          <p:cNvSpPr/>
          <p:nvPr/>
        </p:nvSpPr>
        <p:spPr>
          <a:xfrm>
            <a:off x="4891933" y="3449053"/>
            <a:ext cx="907636" cy="693000"/>
          </a:xfrm>
          <a:prstGeom prst="rect">
            <a:avLst/>
          </a:prstGeom>
        </p:spPr>
        <p:txBody>
          <a:bodyPr>
            <a:prstTxWarp prst="textPlain"/>
          </a:bodyPr>
          <a:lstStyle/>
          <a:p>
            <a:pPr lvl="0" algn="ctr"/>
            <a:r>
              <a:rPr b="0" i="0">
                <a:ln cap="flat" cmpd="sng" w="19050">
                  <a:solidFill>
                    <a:schemeClr val="lt1"/>
                  </a:solidFill>
                  <a:prstDash val="solid"/>
                  <a:round/>
                  <a:headEnd len="sm" w="sm" type="none"/>
                  <a:tailEnd len="sm" w="sm" type="none"/>
                </a:ln>
                <a:noFill/>
                <a:latin typeface="Francois One"/>
              </a:rPr>
              <a:t>04</a:t>
            </a:r>
          </a:p>
        </p:txBody>
      </p:sp>
      <p:sp>
        <p:nvSpPr>
          <p:cNvPr id="1612" name="Google Shape;1612;p2"/>
          <p:cNvSpPr/>
          <p:nvPr/>
        </p:nvSpPr>
        <p:spPr>
          <a:xfrm>
            <a:off x="4903071" y="1971628"/>
            <a:ext cx="885368" cy="693000"/>
          </a:xfrm>
          <a:prstGeom prst="rect">
            <a:avLst/>
          </a:prstGeom>
        </p:spPr>
        <p:txBody>
          <a:bodyPr>
            <a:prstTxWarp prst="textPlain"/>
          </a:bodyPr>
          <a:lstStyle/>
          <a:p>
            <a:pPr lvl="0" algn="ctr"/>
            <a:r>
              <a:rPr b="0" i="0">
                <a:ln cap="flat" cmpd="sng" w="19050">
                  <a:solidFill>
                    <a:schemeClr val="lt1"/>
                  </a:solidFill>
                  <a:prstDash val="solid"/>
                  <a:round/>
                  <a:headEnd len="sm" w="sm" type="none"/>
                  <a:tailEnd len="sm" w="sm" type="none"/>
                </a:ln>
                <a:noFill/>
                <a:latin typeface="Francois One"/>
              </a:rPr>
              <a:t>02</a:t>
            </a:r>
          </a:p>
        </p:txBody>
      </p:sp>
      <p:sp>
        <p:nvSpPr>
          <p:cNvPr id="1613" name="Google Shape;1613;p2"/>
          <p:cNvSpPr/>
          <p:nvPr/>
        </p:nvSpPr>
        <p:spPr>
          <a:xfrm>
            <a:off x="910072" y="3449053"/>
            <a:ext cx="873789" cy="693000"/>
          </a:xfrm>
          <a:prstGeom prst="rect">
            <a:avLst/>
          </a:prstGeom>
        </p:spPr>
        <p:txBody>
          <a:bodyPr>
            <a:prstTxWarp prst="textPlain"/>
          </a:bodyPr>
          <a:lstStyle/>
          <a:p>
            <a:pPr lvl="0" algn="ctr"/>
            <a:r>
              <a:rPr b="0" i="0">
                <a:ln cap="flat" cmpd="sng" w="19050">
                  <a:solidFill>
                    <a:schemeClr val="lt1"/>
                  </a:solidFill>
                  <a:prstDash val="solid"/>
                  <a:round/>
                  <a:headEnd len="sm" w="sm" type="none"/>
                  <a:tailEnd len="sm" w="sm" type="none"/>
                </a:ln>
                <a:noFill/>
                <a:latin typeface="Francois One"/>
              </a:rPr>
              <a:t>03</a:t>
            </a:r>
          </a:p>
        </p:txBody>
      </p:sp>
      <p:sp>
        <p:nvSpPr>
          <p:cNvPr id="1614" name="Google Shape;1614;p2"/>
          <p:cNvSpPr/>
          <p:nvPr/>
        </p:nvSpPr>
        <p:spPr>
          <a:xfrm>
            <a:off x="943034" y="1971628"/>
            <a:ext cx="819456" cy="693000"/>
          </a:xfrm>
          <a:prstGeom prst="rect">
            <a:avLst/>
          </a:prstGeom>
        </p:spPr>
        <p:txBody>
          <a:bodyPr>
            <a:prstTxWarp prst="textPlain"/>
          </a:bodyPr>
          <a:lstStyle/>
          <a:p>
            <a:pPr lvl="0" algn="ctr"/>
            <a:r>
              <a:rPr b="0" i="0">
                <a:ln cap="flat" cmpd="sng" w="19050">
                  <a:solidFill>
                    <a:schemeClr val="lt1"/>
                  </a:solidFill>
                  <a:prstDash val="solid"/>
                  <a:round/>
                  <a:headEnd len="sm" w="sm" type="none"/>
                  <a:tailEnd len="sm" w="sm" type="none"/>
                </a:ln>
                <a:noFill/>
                <a:latin typeface="Francois One"/>
              </a:rPr>
              <a:t>01</a:t>
            </a:r>
          </a:p>
        </p:txBody>
      </p:sp>
      <p:sp>
        <p:nvSpPr>
          <p:cNvPr id="1615" name="Google Shape;1615;p2"/>
          <p:cNvSpPr txBox="1"/>
          <p:nvPr>
            <p:ph idx="6" type="title"/>
          </p:nvPr>
        </p:nvSpPr>
        <p:spPr>
          <a:xfrm>
            <a:off x="713225" y="548640"/>
            <a:ext cx="7717500" cy="29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Tema proiectului</a:t>
            </a:r>
            <a:endParaRPr/>
          </a:p>
        </p:txBody>
      </p:sp>
      <p:sp>
        <p:nvSpPr>
          <p:cNvPr id="1616" name="Google Shape;1616;p2"/>
          <p:cNvSpPr txBox="1"/>
          <p:nvPr>
            <p:ph idx="1" type="subTitle"/>
          </p:nvPr>
        </p:nvSpPr>
        <p:spPr>
          <a:xfrm>
            <a:off x="1942751" y="1929725"/>
            <a:ext cx="25395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SANDVIȘURI PERSONALIZATE</a:t>
            </a:r>
            <a:endParaRPr/>
          </a:p>
        </p:txBody>
      </p:sp>
      <p:sp>
        <p:nvSpPr>
          <p:cNvPr id="1617" name="Google Shape;1617;p2"/>
          <p:cNvSpPr txBox="1"/>
          <p:nvPr>
            <p:ph idx="9" type="subTitle"/>
          </p:nvPr>
        </p:nvSpPr>
        <p:spPr>
          <a:xfrm>
            <a:off x="5975190" y="3415940"/>
            <a:ext cx="22587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SERVIREA SANDIȘURILOR</a:t>
            </a:r>
            <a:endParaRPr/>
          </a:p>
        </p:txBody>
      </p:sp>
      <p:sp>
        <p:nvSpPr>
          <p:cNvPr id="1618" name="Google Shape;1618;p2"/>
          <p:cNvSpPr txBox="1"/>
          <p:nvPr>
            <p:ph idx="7" type="subTitle"/>
          </p:nvPr>
        </p:nvSpPr>
        <p:spPr>
          <a:xfrm>
            <a:off x="5975190" y="1929719"/>
            <a:ext cx="22587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SANDVIȘURI CU INGREDIENTE ALEATORII</a:t>
            </a:r>
            <a:endParaRPr/>
          </a:p>
        </p:txBody>
      </p:sp>
      <p:cxnSp>
        <p:nvCxnSpPr>
          <p:cNvPr id="1619" name="Google Shape;1619;p2"/>
          <p:cNvCxnSpPr/>
          <p:nvPr/>
        </p:nvCxnSpPr>
        <p:spPr>
          <a:xfrm>
            <a:off x="1627050" y="990800"/>
            <a:ext cx="5889900" cy="0"/>
          </a:xfrm>
          <a:prstGeom prst="straightConnector1">
            <a:avLst/>
          </a:prstGeom>
          <a:noFill/>
          <a:ln cap="flat" cmpd="sng" w="152400">
            <a:solidFill>
              <a:schemeClr val="lt1"/>
            </a:solidFill>
            <a:prstDash val="solid"/>
            <a:round/>
            <a:headEnd len="sm" w="sm" type="none"/>
            <a:tailEnd len="sm" w="sm" type="none"/>
          </a:ln>
        </p:spPr>
      </p:cxnSp>
      <p:cxnSp>
        <p:nvCxnSpPr>
          <p:cNvPr id="1620" name="Google Shape;1620;p2"/>
          <p:cNvCxnSpPr/>
          <p:nvPr/>
        </p:nvCxnSpPr>
        <p:spPr>
          <a:xfrm>
            <a:off x="1627050" y="378400"/>
            <a:ext cx="5889900" cy="0"/>
          </a:xfrm>
          <a:prstGeom prst="straightConnector1">
            <a:avLst/>
          </a:prstGeom>
          <a:noFill/>
          <a:ln cap="flat" cmpd="sng" w="152400">
            <a:solidFill>
              <a:schemeClr val="lt1"/>
            </a:solidFill>
            <a:prstDash val="solid"/>
            <a:round/>
            <a:headEnd len="sm" w="sm" type="none"/>
            <a:tailEnd len="sm" w="sm" type="none"/>
          </a:ln>
        </p:spPr>
      </p:cxnSp>
      <p:sp>
        <p:nvSpPr>
          <p:cNvPr id="1621" name="Google Shape;1621;p2"/>
          <p:cNvSpPr txBox="1"/>
          <p:nvPr>
            <p:ph idx="3" type="subTitle"/>
          </p:nvPr>
        </p:nvSpPr>
        <p:spPr>
          <a:xfrm>
            <a:off x="1942724" y="3415950"/>
            <a:ext cx="23853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
              <a:t>ÎNCĂLZIREA SANDVIȘURILOR</a:t>
            </a:r>
            <a:endParaRPr/>
          </a:p>
        </p:txBody>
      </p:sp>
      <p:sp>
        <p:nvSpPr>
          <p:cNvPr id="1622" name="Google Shape;1622;p2"/>
          <p:cNvSpPr txBox="1"/>
          <p:nvPr/>
        </p:nvSpPr>
        <p:spPr>
          <a:xfrm>
            <a:off x="713225" y="1185350"/>
            <a:ext cx="7773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tamaran"/>
                <a:ea typeface="Catamaran"/>
                <a:cs typeface="Catamaran"/>
                <a:sym typeface="Catamaran"/>
              </a:rPr>
              <a:t>Tema proiectului este proiectarea unui aparat de sandvișuri care dispune de următoarele funcționalități:</a:t>
            </a:r>
            <a:endParaRPr b="0" i="0" sz="1400" u="none" cap="none" strike="noStrike">
              <a:solidFill>
                <a:srgbClr val="000000"/>
              </a:solidFill>
              <a:latin typeface="Catamaran"/>
              <a:ea typeface="Catamaran"/>
              <a:cs typeface="Catamaran"/>
              <a:sym typeface="Catamaran"/>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sp>
        <p:nvSpPr>
          <p:cNvPr id="1627" name="Google Shape;1627;p3"/>
          <p:cNvSpPr txBox="1"/>
          <p:nvPr>
            <p:ph type="title"/>
          </p:nvPr>
        </p:nvSpPr>
        <p:spPr>
          <a:xfrm>
            <a:off x="850942" y="537879"/>
            <a:ext cx="3729900" cy="740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Schemă bloc</a:t>
            </a:r>
            <a:endParaRPr/>
          </a:p>
        </p:txBody>
      </p:sp>
      <p:cxnSp>
        <p:nvCxnSpPr>
          <p:cNvPr id="1628" name="Google Shape;1628;p3"/>
          <p:cNvCxnSpPr/>
          <p:nvPr/>
        </p:nvCxnSpPr>
        <p:spPr>
          <a:xfrm>
            <a:off x="1402192" y="1432872"/>
            <a:ext cx="2627400" cy="0"/>
          </a:xfrm>
          <a:prstGeom prst="straightConnector1">
            <a:avLst/>
          </a:prstGeom>
          <a:noFill/>
          <a:ln cap="flat" cmpd="sng" w="152400">
            <a:solidFill>
              <a:schemeClr val="lt1"/>
            </a:solidFill>
            <a:prstDash val="solid"/>
            <a:round/>
            <a:headEnd len="sm" w="sm" type="none"/>
            <a:tailEnd len="sm" w="sm" type="none"/>
          </a:ln>
        </p:spPr>
      </p:cxnSp>
      <p:cxnSp>
        <p:nvCxnSpPr>
          <p:cNvPr id="1629" name="Google Shape;1629;p3"/>
          <p:cNvCxnSpPr/>
          <p:nvPr/>
        </p:nvCxnSpPr>
        <p:spPr>
          <a:xfrm>
            <a:off x="1402192" y="378400"/>
            <a:ext cx="2627400" cy="0"/>
          </a:xfrm>
          <a:prstGeom prst="straightConnector1">
            <a:avLst/>
          </a:prstGeom>
          <a:noFill/>
          <a:ln cap="flat" cmpd="sng" w="152400">
            <a:solidFill>
              <a:schemeClr val="lt1"/>
            </a:solidFill>
            <a:prstDash val="solid"/>
            <a:round/>
            <a:headEnd len="sm" w="sm" type="none"/>
            <a:tailEnd len="sm" w="sm" type="none"/>
          </a:ln>
        </p:spPr>
      </p:cxnSp>
      <p:grpSp>
        <p:nvGrpSpPr>
          <p:cNvPr id="1630" name="Google Shape;1630;p3"/>
          <p:cNvGrpSpPr/>
          <p:nvPr/>
        </p:nvGrpSpPr>
        <p:grpSpPr>
          <a:xfrm rot="1804350">
            <a:off x="-88228" y="643286"/>
            <a:ext cx="941233" cy="660540"/>
            <a:chOff x="8145313" y="-97619"/>
            <a:chExt cx="941225" cy="660534"/>
          </a:xfrm>
        </p:grpSpPr>
        <p:sp>
          <p:nvSpPr>
            <p:cNvPr id="1631" name="Google Shape;1631;p3"/>
            <p:cNvSpPr/>
            <p:nvPr/>
          </p:nvSpPr>
          <p:spPr>
            <a:xfrm flipH="1" rot="-2542547">
              <a:off x="8500418" y="81605"/>
              <a:ext cx="203861" cy="1161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3"/>
            <p:cNvSpPr/>
            <p:nvPr/>
          </p:nvSpPr>
          <p:spPr>
            <a:xfrm flipH="1" rot="-4689059">
              <a:off x="8140206" y="126102"/>
              <a:ext cx="156331" cy="1164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3"/>
            <p:cNvSpPr/>
            <p:nvPr/>
          </p:nvSpPr>
          <p:spPr>
            <a:xfrm flipH="1" rot="-2886029">
              <a:off x="8286619" y="-41018"/>
              <a:ext cx="203945" cy="1161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3"/>
            <p:cNvSpPr/>
            <p:nvPr/>
          </p:nvSpPr>
          <p:spPr>
            <a:xfrm flipH="1" rot="-5930150">
              <a:off x="8308014" y="316892"/>
              <a:ext cx="189448"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p3"/>
            <p:cNvSpPr/>
            <p:nvPr/>
          </p:nvSpPr>
          <p:spPr>
            <a:xfrm flipH="1" rot="-5933377">
              <a:off x="8179512" y="463414"/>
              <a:ext cx="118423"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p3"/>
            <p:cNvSpPr/>
            <p:nvPr/>
          </p:nvSpPr>
          <p:spPr>
            <a:xfrm flipH="1" rot="-261253">
              <a:off x="8576597" y="316833"/>
              <a:ext cx="118542" cy="7100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3"/>
            <p:cNvSpPr/>
            <p:nvPr/>
          </p:nvSpPr>
          <p:spPr>
            <a:xfrm flipH="1" rot="-1854841">
              <a:off x="8839916" y="135394"/>
              <a:ext cx="118540" cy="7105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3"/>
            <p:cNvSpPr/>
            <p:nvPr/>
          </p:nvSpPr>
          <p:spPr>
            <a:xfrm flipH="1" rot="-2542547">
              <a:off x="8888334" y="312132"/>
              <a:ext cx="203861" cy="6223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9" name="Google Shape;1639;p3"/>
          <p:cNvGrpSpPr/>
          <p:nvPr/>
        </p:nvGrpSpPr>
        <p:grpSpPr>
          <a:xfrm>
            <a:off x="4949088" y="4421750"/>
            <a:ext cx="1373500" cy="922925"/>
            <a:chOff x="2302238" y="842175"/>
            <a:chExt cx="1373500" cy="922925"/>
          </a:xfrm>
        </p:grpSpPr>
        <p:sp>
          <p:nvSpPr>
            <p:cNvPr id="1640" name="Google Shape;1640;p3"/>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3"/>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3"/>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3"/>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3"/>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3"/>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3"/>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p3"/>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p3"/>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3"/>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0" name="Google Shape;1650;p3"/>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p3"/>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3"/>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3"/>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p3"/>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3"/>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p3"/>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7" name="Google Shape;1657;p3"/>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8" name="Google Shape;1658;p3"/>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p3"/>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p3"/>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p3"/>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2" name="Google Shape;1662;p3"/>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p3"/>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3"/>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3"/>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6" name="Google Shape;1666;p3"/>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7" name="Google Shape;1667;p3"/>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8" name="Google Shape;1668;p3"/>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9" name="Google Shape;1669;p3"/>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0" name="Google Shape;1670;p3"/>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p3"/>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p3"/>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p3"/>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p3"/>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5" name="Google Shape;1675;p3"/>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6" name="Google Shape;1676;p3"/>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7" name="Google Shape;1677;p3"/>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p3"/>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3"/>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p3"/>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p3"/>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82" name="Google Shape;1682;p3"/>
          <p:cNvSpPr/>
          <p:nvPr/>
        </p:nvSpPr>
        <p:spPr>
          <a:xfrm>
            <a:off x="1859025" y="1675325"/>
            <a:ext cx="646500" cy="698100"/>
          </a:xfrm>
          <a:prstGeom prst="smileyFace">
            <a:avLst>
              <a:gd fmla="val 4653" name="adj"/>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83" name="Google Shape;1683;p3"/>
          <p:cNvCxnSpPr>
            <a:stCxn id="1682" idx="4"/>
          </p:cNvCxnSpPr>
          <p:nvPr/>
        </p:nvCxnSpPr>
        <p:spPr>
          <a:xfrm>
            <a:off x="2182275" y="2373425"/>
            <a:ext cx="7500" cy="852300"/>
          </a:xfrm>
          <a:prstGeom prst="straightConnector1">
            <a:avLst/>
          </a:prstGeom>
          <a:noFill/>
          <a:ln cap="flat" cmpd="sng" w="9525">
            <a:solidFill>
              <a:schemeClr val="lt1"/>
            </a:solidFill>
            <a:prstDash val="solid"/>
            <a:round/>
            <a:headEnd len="sm" w="sm" type="none"/>
            <a:tailEnd len="sm" w="sm" type="none"/>
          </a:ln>
        </p:spPr>
      </p:cxnSp>
      <p:cxnSp>
        <p:nvCxnSpPr>
          <p:cNvPr id="1684" name="Google Shape;1684;p3"/>
          <p:cNvCxnSpPr>
            <a:stCxn id="1682" idx="4"/>
          </p:cNvCxnSpPr>
          <p:nvPr/>
        </p:nvCxnSpPr>
        <p:spPr>
          <a:xfrm flipH="1">
            <a:off x="1785375" y="2373425"/>
            <a:ext cx="396900" cy="444000"/>
          </a:xfrm>
          <a:prstGeom prst="straightConnector1">
            <a:avLst/>
          </a:prstGeom>
          <a:noFill/>
          <a:ln cap="flat" cmpd="sng" w="9525">
            <a:solidFill>
              <a:schemeClr val="lt1"/>
            </a:solidFill>
            <a:prstDash val="solid"/>
            <a:round/>
            <a:headEnd len="sm" w="sm" type="none"/>
            <a:tailEnd len="sm" w="sm" type="none"/>
          </a:ln>
        </p:spPr>
      </p:cxnSp>
      <p:cxnSp>
        <p:nvCxnSpPr>
          <p:cNvPr id="1685" name="Google Shape;1685;p3"/>
          <p:cNvCxnSpPr>
            <a:stCxn id="1682" idx="4"/>
          </p:cNvCxnSpPr>
          <p:nvPr/>
        </p:nvCxnSpPr>
        <p:spPr>
          <a:xfrm>
            <a:off x="2182275" y="2373425"/>
            <a:ext cx="374700" cy="360000"/>
          </a:xfrm>
          <a:prstGeom prst="straightConnector1">
            <a:avLst/>
          </a:prstGeom>
          <a:noFill/>
          <a:ln cap="flat" cmpd="sng" w="9525">
            <a:solidFill>
              <a:schemeClr val="lt1"/>
            </a:solidFill>
            <a:prstDash val="solid"/>
            <a:round/>
            <a:headEnd len="sm" w="sm" type="none"/>
            <a:tailEnd len="sm" w="sm" type="none"/>
          </a:ln>
        </p:spPr>
      </p:cxnSp>
      <p:cxnSp>
        <p:nvCxnSpPr>
          <p:cNvPr id="1686" name="Google Shape;1686;p3"/>
          <p:cNvCxnSpPr/>
          <p:nvPr/>
        </p:nvCxnSpPr>
        <p:spPr>
          <a:xfrm>
            <a:off x="2182275" y="3225725"/>
            <a:ext cx="374700" cy="360000"/>
          </a:xfrm>
          <a:prstGeom prst="straightConnector1">
            <a:avLst/>
          </a:prstGeom>
          <a:noFill/>
          <a:ln cap="flat" cmpd="sng" w="9525">
            <a:solidFill>
              <a:schemeClr val="lt1"/>
            </a:solidFill>
            <a:prstDash val="solid"/>
            <a:round/>
            <a:headEnd len="sm" w="sm" type="none"/>
            <a:tailEnd len="sm" w="sm" type="none"/>
          </a:ln>
        </p:spPr>
      </p:cxnSp>
      <p:cxnSp>
        <p:nvCxnSpPr>
          <p:cNvPr id="1687" name="Google Shape;1687;p3"/>
          <p:cNvCxnSpPr/>
          <p:nvPr/>
        </p:nvCxnSpPr>
        <p:spPr>
          <a:xfrm flipH="1">
            <a:off x="1785375" y="3225725"/>
            <a:ext cx="396900" cy="444000"/>
          </a:xfrm>
          <a:prstGeom prst="straightConnector1">
            <a:avLst/>
          </a:prstGeom>
          <a:noFill/>
          <a:ln cap="flat" cmpd="sng" w="9525">
            <a:solidFill>
              <a:schemeClr val="lt1"/>
            </a:solidFill>
            <a:prstDash val="solid"/>
            <a:round/>
            <a:headEnd len="sm" w="sm" type="none"/>
            <a:tailEnd len="sm" w="sm" type="none"/>
          </a:ln>
        </p:spPr>
      </p:cxnSp>
      <p:sp>
        <p:nvSpPr>
          <p:cNvPr id="1688" name="Google Shape;1688;p3"/>
          <p:cNvSpPr txBox="1"/>
          <p:nvPr/>
        </p:nvSpPr>
        <p:spPr>
          <a:xfrm>
            <a:off x="1881050" y="3740050"/>
            <a:ext cx="64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tamaran"/>
                <a:ea typeface="Catamaran"/>
                <a:cs typeface="Catamaran"/>
                <a:sym typeface="Catamaran"/>
              </a:rPr>
              <a:t>Gigi</a:t>
            </a:r>
            <a:endParaRPr b="0" i="0" sz="1400" u="none" cap="none" strike="noStrike">
              <a:solidFill>
                <a:srgbClr val="000000"/>
              </a:solidFill>
              <a:latin typeface="Catamaran"/>
              <a:ea typeface="Catamaran"/>
              <a:cs typeface="Catamaran"/>
              <a:sym typeface="Catamaran"/>
            </a:endParaRPr>
          </a:p>
        </p:txBody>
      </p:sp>
      <p:sp>
        <p:nvSpPr>
          <p:cNvPr id="1689" name="Google Shape;1689;p3"/>
          <p:cNvSpPr/>
          <p:nvPr/>
        </p:nvSpPr>
        <p:spPr>
          <a:xfrm>
            <a:off x="5165550" y="1454975"/>
            <a:ext cx="2689200" cy="2689200"/>
          </a:xfrm>
          <a:prstGeom prst="rect">
            <a:avLst/>
          </a:prstGeom>
          <a:solidFill>
            <a:schemeClr val="l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p3"/>
          <p:cNvSpPr txBox="1"/>
          <p:nvPr/>
        </p:nvSpPr>
        <p:spPr>
          <a:xfrm>
            <a:off x="5639400" y="2260925"/>
            <a:ext cx="17415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n" sz="2900" u="none" cap="none" strike="noStrike">
                <a:solidFill>
                  <a:srgbClr val="000000"/>
                </a:solidFill>
                <a:latin typeface="Catamaran"/>
                <a:ea typeface="Catamaran"/>
                <a:cs typeface="Catamaran"/>
                <a:sym typeface="Catamaran"/>
              </a:rPr>
              <a:t>Aparat de sandvișuri</a:t>
            </a:r>
            <a:endParaRPr b="0" i="0" sz="2900" u="none" cap="none" strike="noStrike">
              <a:solidFill>
                <a:srgbClr val="000000"/>
              </a:solidFill>
              <a:latin typeface="Catamaran"/>
              <a:ea typeface="Catamaran"/>
              <a:cs typeface="Catamaran"/>
              <a:sym typeface="Catamaran"/>
            </a:endParaRPr>
          </a:p>
        </p:txBody>
      </p:sp>
      <p:sp>
        <p:nvSpPr>
          <p:cNvPr id="1691" name="Google Shape;1691;p3"/>
          <p:cNvSpPr txBox="1"/>
          <p:nvPr/>
        </p:nvSpPr>
        <p:spPr>
          <a:xfrm>
            <a:off x="8192850" y="1432875"/>
            <a:ext cx="602400" cy="272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O1</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O2</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O3</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O4</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O5</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O6</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O7</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O8</a:t>
            </a:r>
            <a:endParaRPr b="0" i="0" sz="1100" u="none" cap="none" strike="noStrike">
              <a:solidFill>
                <a:srgbClr val="000000"/>
              </a:solidFill>
              <a:latin typeface="Catamaran"/>
              <a:ea typeface="Catamaran"/>
              <a:cs typeface="Catamaran"/>
              <a:sym typeface="Catamaran"/>
            </a:endParaRPr>
          </a:p>
        </p:txBody>
      </p:sp>
      <p:cxnSp>
        <p:nvCxnSpPr>
          <p:cNvPr id="1692" name="Google Shape;1692;p3"/>
          <p:cNvCxnSpPr/>
          <p:nvPr/>
        </p:nvCxnSpPr>
        <p:spPr>
          <a:xfrm>
            <a:off x="7854750" y="1631225"/>
            <a:ext cx="389400" cy="0"/>
          </a:xfrm>
          <a:prstGeom prst="straightConnector1">
            <a:avLst/>
          </a:prstGeom>
          <a:noFill/>
          <a:ln cap="flat" cmpd="sng" w="9525">
            <a:solidFill>
              <a:schemeClr val="lt1"/>
            </a:solidFill>
            <a:prstDash val="solid"/>
            <a:round/>
            <a:headEnd len="sm" w="sm" type="none"/>
            <a:tailEnd len="med" w="med" type="triangle"/>
          </a:ln>
        </p:spPr>
      </p:cxnSp>
      <p:cxnSp>
        <p:nvCxnSpPr>
          <p:cNvPr id="1693" name="Google Shape;1693;p3"/>
          <p:cNvCxnSpPr/>
          <p:nvPr/>
        </p:nvCxnSpPr>
        <p:spPr>
          <a:xfrm>
            <a:off x="7869550" y="1969225"/>
            <a:ext cx="360000" cy="0"/>
          </a:xfrm>
          <a:prstGeom prst="straightConnector1">
            <a:avLst/>
          </a:prstGeom>
          <a:noFill/>
          <a:ln cap="flat" cmpd="sng" w="9525">
            <a:solidFill>
              <a:schemeClr val="lt1"/>
            </a:solidFill>
            <a:prstDash val="solid"/>
            <a:round/>
            <a:headEnd len="sm" w="sm" type="none"/>
            <a:tailEnd len="med" w="med" type="triangle"/>
          </a:ln>
        </p:spPr>
      </p:cxnSp>
      <p:cxnSp>
        <p:nvCxnSpPr>
          <p:cNvPr id="1694" name="Google Shape;1694;p3"/>
          <p:cNvCxnSpPr/>
          <p:nvPr/>
        </p:nvCxnSpPr>
        <p:spPr>
          <a:xfrm>
            <a:off x="7876900" y="2299875"/>
            <a:ext cx="345300" cy="0"/>
          </a:xfrm>
          <a:prstGeom prst="straightConnector1">
            <a:avLst/>
          </a:prstGeom>
          <a:noFill/>
          <a:ln cap="flat" cmpd="sng" w="9525">
            <a:solidFill>
              <a:schemeClr val="lt1"/>
            </a:solidFill>
            <a:prstDash val="solid"/>
            <a:round/>
            <a:headEnd len="sm" w="sm" type="none"/>
            <a:tailEnd len="med" w="med" type="triangle"/>
          </a:ln>
        </p:spPr>
      </p:cxnSp>
      <p:cxnSp>
        <p:nvCxnSpPr>
          <p:cNvPr id="1695" name="Google Shape;1695;p3"/>
          <p:cNvCxnSpPr/>
          <p:nvPr/>
        </p:nvCxnSpPr>
        <p:spPr>
          <a:xfrm>
            <a:off x="7869550" y="2615825"/>
            <a:ext cx="367500" cy="7500"/>
          </a:xfrm>
          <a:prstGeom prst="straightConnector1">
            <a:avLst/>
          </a:prstGeom>
          <a:noFill/>
          <a:ln cap="flat" cmpd="sng" w="9525">
            <a:solidFill>
              <a:schemeClr val="lt1"/>
            </a:solidFill>
            <a:prstDash val="solid"/>
            <a:round/>
            <a:headEnd len="sm" w="sm" type="none"/>
            <a:tailEnd len="med" w="med" type="triangle"/>
          </a:ln>
        </p:spPr>
      </p:cxnSp>
      <p:cxnSp>
        <p:nvCxnSpPr>
          <p:cNvPr id="1696" name="Google Shape;1696;p3"/>
          <p:cNvCxnSpPr/>
          <p:nvPr/>
        </p:nvCxnSpPr>
        <p:spPr>
          <a:xfrm>
            <a:off x="7862200" y="2939275"/>
            <a:ext cx="382200" cy="7500"/>
          </a:xfrm>
          <a:prstGeom prst="straightConnector1">
            <a:avLst/>
          </a:prstGeom>
          <a:noFill/>
          <a:ln cap="flat" cmpd="sng" w="9525">
            <a:solidFill>
              <a:schemeClr val="lt1"/>
            </a:solidFill>
            <a:prstDash val="solid"/>
            <a:round/>
            <a:headEnd len="sm" w="sm" type="none"/>
            <a:tailEnd len="med" w="med" type="triangle"/>
          </a:ln>
        </p:spPr>
      </p:cxnSp>
      <p:cxnSp>
        <p:nvCxnSpPr>
          <p:cNvPr id="1697" name="Google Shape;1697;p3"/>
          <p:cNvCxnSpPr/>
          <p:nvPr/>
        </p:nvCxnSpPr>
        <p:spPr>
          <a:xfrm flipH="1" rot="10800000">
            <a:off x="7876900" y="3299325"/>
            <a:ext cx="367500" cy="7200"/>
          </a:xfrm>
          <a:prstGeom prst="straightConnector1">
            <a:avLst/>
          </a:prstGeom>
          <a:noFill/>
          <a:ln cap="flat" cmpd="sng" w="9525">
            <a:solidFill>
              <a:schemeClr val="lt1"/>
            </a:solidFill>
            <a:prstDash val="solid"/>
            <a:round/>
            <a:headEnd len="sm" w="sm" type="none"/>
            <a:tailEnd len="med" w="med" type="triangle"/>
          </a:ln>
        </p:spPr>
      </p:cxnSp>
      <p:cxnSp>
        <p:nvCxnSpPr>
          <p:cNvPr id="1698" name="Google Shape;1698;p3"/>
          <p:cNvCxnSpPr/>
          <p:nvPr/>
        </p:nvCxnSpPr>
        <p:spPr>
          <a:xfrm>
            <a:off x="7869550" y="3629850"/>
            <a:ext cx="367500" cy="0"/>
          </a:xfrm>
          <a:prstGeom prst="straightConnector1">
            <a:avLst/>
          </a:prstGeom>
          <a:noFill/>
          <a:ln cap="flat" cmpd="sng" w="9525">
            <a:solidFill>
              <a:schemeClr val="lt1"/>
            </a:solidFill>
            <a:prstDash val="solid"/>
            <a:round/>
            <a:headEnd len="sm" w="sm" type="none"/>
            <a:tailEnd len="med" w="med" type="triangle"/>
          </a:ln>
        </p:spPr>
      </p:cxnSp>
      <p:cxnSp>
        <p:nvCxnSpPr>
          <p:cNvPr id="1699" name="Google Shape;1699;p3"/>
          <p:cNvCxnSpPr/>
          <p:nvPr/>
        </p:nvCxnSpPr>
        <p:spPr>
          <a:xfrm>
            <a:off x="7869550" y="3967850"/>
            <a:ext cx="411600" cy="7500"/>
          </a:xfrm>
          <a:prstGeom prst="straightConnector1">
            <a:avLst/>
          </a:prstGeom>
          <a:noFill/>
          <a:ln cap="flat" cmpd="sng" w="9525">
            <a:solidFill>
              <a:schemeClr val="lt1"/>
            </a:solidFill>
            <a:prstDash val="solid"/>
            <a:round/>
            <a:headEnd len="sm" w="sm" type="none"/>
            <a:tailEnd len="med" w="med" type="triangle"/>
          </a:ln>
        </p:spPr>
      </p:cxnSp>
      <p:sp>
        <p:nvSpPr>
          <p:cNvPr id="1700" name="Google Shape;1700;p3"/>
          <p:cNvSpPr txBox="1"/>
          <p:nvPr/>
        </p:nvSpPr>
        <p:spPr>
          <a:xfrm>
            <a:off x="3726175" y="1491625"/>
            <a:ext cx="1145400" cy="272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Plată</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Mod de plată</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Acceptare</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Alegeri</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Carne</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Disponibilitate carne</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Brânză</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Disponibilitate brânză</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Topping</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Disponibilitate topping</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Preparare</a:t>
            </a:r>
            <a:endParaRPr b="0" i="0" sz="1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Catamaran"/>
                <a:ea typeface="Catamaran"/>
                <a:cs typeface="Catamaran"/>
                <a:sym typeface="Catamaran"/>
              </a:rPr>
              <a:t>Servire</a:t>
            </a:r>
            <a:endParaRPr b="0" i="0" sz="1100" u="none" cap="none" strike="noStrike">
              <a:solidFill>
                <a:srgbClr val="000000"/>
              </a:solidFill>
              <a:latin typeface="Catamaran"/>
              <a:ea typeface="Catamaran"/>
              <a:cs typeface="Catamaran"/>
              <a:sym typeface="Catamaran"/>
            </a:endParaRPr>
          </a:p>
        </p:txBody>
      </p:sp>
      <p:cxnSp>
        <p:nvCxnSpPr>
          <p:cNvPr id="1701" name="Google Shape;1701;p3"/>
          <p:cNvCxnSpPr/>
          <p:nvPr/>
        </p:nvCxnSpPr>
        <p:spPr>
          <a:xfrm>
            <a:off x="4188275" y="1690000"/>
            <a:ext cx="962700" cy="7500"/>
          </a:xfrm>
          <a:prstGeom prst="straightConnector1">
            <a:avLst/>
          </a:prstGeom>
          <a:noFill/>
          <a:ln cap="flat" cmpd="sng" w="9525">
            <a:solidFill>
              <a:schemeClr val="lt1"/>
            </a:solidFill>
            <a:prstDash val="solid"/>
            <a:round/>
            <a:headEnd len="sm" w="sm" type="none"/>
            <a:tailEnd len="med" w="med" type="triangle"/>
          </a:ln>
        </p:spPr>
      </p:cxnSp>
      <p:cxnSp>
        <p:nvCxnSpPr>
          <p:cNvPr id="1702" name="Google Shape;1702;p3"/>
          <p:cNvCxnSpPr/>
          <p:nvPr/>
        </p:nvCxnSpPr>
        <p:spPr>
          <a:xfrm>
            <a:off x="4621800" y="1851650"/>
            <a:ext cx="485100" cy="0"/>
          </a:xfrm>
          <a:prstGeom prst="straightConnector1">
            <a:avLst/>
          </a:prstGeom>
          <a:noFill/>
          <a:ln cap="flat" cmpd="sng" w="9525">
            <a:solidFill>
              <a:schemeClr val="lt1"/>
            </a:solidFill>
            <a:prstDash val="solid"/>
            <a:round/>
            <a:headEnd len="sm" w="sm" type="none"/>
            <a:tailEnd len="med" w="med" type="triangle"/>
          </a:ln>
        </p:spPr>
      </p:cxnSp>
      <p:cxnSp>
        <p:nvCxnSpPr>
          <p:cNvPr id="1703" name="Google Shape;1703;p3"/>
          <p:cNvCxnSpPr/>
          <p:nvPr/>
        </p:nvCxnSpPr>
        <p:spPr>
          <a:xfrm>
            <a:off x="4423400" y="2020650"/>
            <a:ext cx="668700" cy="7500"/>
          </a:xfrm>
          <a:prstGeom prst="straightConnector1">
            <a:avLst/>
          </a:prstGeom>
          <a:noFill/>
          <a:ln cap="flat" cmpd="sng" w="9525">
            <a:solidFill>
              <a:schemeClr val="lt1"/>
            </a:solidFill>
            <a:prstDash val="solid"/>
            <a:round/>
            <a:headEnd len="sm" w="sm" type="none"/>
            <a:tailEnd len="med" w="med" type="triangle"/>
          </a:ln>
        </p:spPr>
      </p:cxnSp>
      <p:cxnSp>
        <p:nvCxnSpPr>
          <p:cNvPr id="1704" name="Google Shape;1704;p3"/>
          <p:cNvCxnSpPr/>
          <p:nvPr/>
        </p:nvCxnSpPr>
        <p:spPr>
          <a:xfrm>
            <a:off x="4261750" y="2189650"/>
            <a:ext cx="808200" cy="7500"/>
          </a:xfrm>
          <a:prstGeom prst="straightConnector1">
            <a:avLst/>
          </a:prstGeom>
          <a:noFill/>
          <a:ln cap="flat" cmpd="sng" w="9525">
            <a:solidFill>
              <a:schemeClr val="lt1"/>
            </a:solidFill>
            <a:prstDash val="solid"/>
            <a:round/>
            <a:headEnd len="sm" w="sm" type="none"/>
            <a:tailEnd len="med" w="med" type="triangle"/>
          </a:ln>
        </p:spPr>
      </p:cxnSp>
      <p:cxnSp>
        <p:nvCxnSpPr>
          <p:cNvPr id="1705" name="Google Shape;1705;p3"/>
          <p:cNvCxnSpPr/>
          <p:nvPr/>
        </p:nvCxnSpPr>
        <p:spPr>
          <a:xfrm>
            <a:off x="4210325" y="2351325"/>
            <a:ext cx="889200" cy="14700"/>
          </a:xfrm>
          <a:prstGeom prst="straightConnector1">
            <a:avLst/>
          </a:prstGeom>
          <a:noFill/>
          <a:ln cap="flat" cmpd="sng" w="9525">
            <a:solidFill>
              <a:schemeClr val="lt1"/>
            </a:solidFill>
            <a:prstDash val="solid"/>
            <a:round/>
            <a:headEnd len="sm" w="sm" type="none"/>
            <a:tailEnd len="med" w="med" type="triangle"/>
          </a:ln>
        </p:spPr>
      </p:cxnSp>
      <p:cxnSp>
        <p:nvCxnSpPr>
          <p:cNvPr id="1706" name="Google Shape;1706;p3"/>
          <p:cNvCxnSpPr/>
          <p:nvPr/>
        </p:nvCxnSpPr>
        <p:spPr>
          <a:xfrm>
            <a:off x="4643850" y="2637875"/>
            <a:ext cx="485100" cy="0"/>
          </a:xfrm>
          <a:prstGeom prst="straightConnector1">
            <a:avLst/>
          </a:prstGeom>
          <a:noFill/>
          <a:ln cap="flat" cmpd="sng" w="9525">
            <a:solidFill>
              <a:schemeClr val="lt1"/>
            </a:solidFill>
            <a:prstDash val="solid"/>
            <a:round/>
            <a:headEnd len="sm" w="sm" type="none"/>
            <a:tailEnd len="med" w="med" type="triangle"/>
          </a:ln>
        </p:spPr>
      </p:cxnSp>
      <p:cxnSp>
        <p:nvCxnSpPr>
          <p:cNvPr id="1707" name="Google Shape;1707;p3"/>
          <p:cNvCxnSpPr/>
          <p:nvPr/>
        </p:nvCxnSpPr>
        <p:spPr>
          <a:xfrm>
            <a:off x="4276450" y="2858325"/>
            <a:ext cx="778800" cy="7500"/>
          </a:xfrm>
          <a:prstGeom prst="straightConnector1">
            <a:avLst/>
          </a:prstGeom>
          <a:noFill/>
          <a:ln cap="flat" cmpd="sng" w="9525">
            <a:solidFill>
              <a:schemeClr val="lt1"/>
            </a:solidFill>
            <a:prstDash val="solid"/>
            <a:round/>
            <a:headEnd len="sm" w="sm" type="none"/>
            <a:tailEnd len="med" w="med" type="triangle"/>
          </a:ln>
        </p:spPr>
      </p:cxnSp>
      <p:cxnSp>
        <p:nvCxnSpPr>
          <p:cNvPr id="1708" name="Google Shape;1708;p3"/>
          <p:cNvCxnSpPr/>
          <p:nvPr/>
        </p:nvCxnSpPr>
        <p:spPr>
          <a:xfrm>
            <a:off x="4460150" y="3159575"/>
            <a:ext cx="654000" cy="7500"/>
          </a:xfrm>
          <a:prstGeom prst="straightConnector1">
            <a:avLst/>
          </a:prstGeom>
          <a:noFill/>
          <a:ln cap="flat" cmpd="sng" w="9525">
            <a:solidFill>
              <a:schemeClr val="lt1"/>
            </a:solidFill>
            <a:prstDash val="solid"/>
            <a:round/>
            <a:headEnd len="sm" w="sm" type="none"/>
            <a:tailEnd len="med" w="med" type="triangle"/>
          </a:ln>
        </p:spPr>
      </p:cxnSp>
      <p:cxnSp>
        <p:nvCxnSpPr>
          <p:cNvPr id="1709" name="Google Shape;1709;p3"/>
          <p:cNvCxnSpPr/>
          <p:nvPr/>
        </p:nvCxnSpPr>
        <p:spPr>
          <a:xfrm>
            <a:off x="4357275" y="3394700"/>
            <a:ext cx="734700" cy="0"/>
          </a:xfrm>
          <a:prstGeom prst="straightConnector1">
            <a:avLst/>
          </a:prstGeom>
          <a:noFill/>
          <a:ln cap="flat" cmpd="sng" w="9525">
            <a:solidFill>
              <a:schemeClr val="lt1"/>
            </a:solidFill>
            <a:prstDash val="solid"/>
            <a:round/>
            <a:headEnd len="sm" w="sm" type="none"/>
            <a:tailEnd len="med" w="med" type="triangle"/>
          </a:ln>
        </p:spPr>
      </p:cxnSp>
      <p:cxnSp>
        <p:nvCxnSpPr>
          <p:cNvPr id="1710" name="Google Shape;1710;p3"/>
          <p:cNvCxnSpPr/>
          <p:nvPr/>
        </p:nvCxnSpPr>
        <p:spPr>
          <a:xfrm>
            <a:off x="4474850" y="3673925"/>
            <a:ext cx="624600" cy="0"/>
          </a:xfrm>
          <a:prstGeom prst="straightConnector1">
            <a:avLst/>
          </a:prstGeom>
          <a:noFill/>
          <a:ln cap="flat" cmpd="sng" w="9525">
            <a:solidFill>
              <a:schemeClr val="lt1"/>
            </a:solidFill>
            <a:prstDash val="solid"/>
            <a:round/>
            <a:headEnd len="sm" w="sm" type="none"/>
            <a:tailEnd len="med" w="med" type="triangle"/>
          </a:ln>
        </p:spPr>
      </p:cxnSp>
      <p:cxnSp>
        <p:nvCxnSpPr>
          <p:cNvPr id="1711" name="Google Shape;1711;p3"/>
          <p:cNvCxnSpPr/>
          <p:nvPr/>
        </p:nvCxnSpPr>
        <p:spPr>
          <a:xfrm>
            <a:off x="4445450" y="3864975"/>
            <a:ext cx="639300" cy="0"/>
          </a:xfrm>
          <a:prstGeom prst="straightConnector1">
            <a:avLst/>
          </a:prstGeom>
          <a:noFill/>
          <a:ln cap="flat" cmpd="sng" w="9525">
            <a:solidFill>
              <a:schemeClr val="lt1"/>
            </a:solidFill>
            <a:prstDash val="solid"/>
            <a:round/>
            <a:headEnd len="sm" w="sm" type="none"/>
            <a:tailEnd len="med" w="med" type="triangle"/>
          </a:ln>
        </p:spPr>
      </p:cxnSp>
      <p:cxnSp>
        <p:nvCxnSpPr>
          <p:cNvPr id="1712" name="Google Shape;1712;p3"/>
          <p:cNvCxnSpPr/>
          <p:nvPr/>
        </p:nvCxnSpPr>
        <p:spPr>
          <a:xfrm>
            <a:off x="4327900" y="4019275"/>
            <a:ext cx="720000" cy="7500"/>
          </a:xfrm>
          <a:prstGeom prst="straightConnector1">
            <a:avLst/>
          </a:prstGeom>
          <a:noFill/>
          <a:ln cap="flat" cmpd="sng" w="9525">
            <a:solidFill>
              <a:schemeClr val="lt1"/>
            </a:solidFill>
            <a:prstDash val="solid"/>
            <a:round/>
            <a:headEnd len="sm" w="sm" type="none"/>
            <a:tailEnd len="med" w="med" type="triangle"/>
          </a:ln>
        </p:spPr>
      </p:cxnSp>
    </p:spTree>
  </p:cSld>
  <p:clrMapOvr>
    <a:masterClrMapping/>
  </p:clrMapOvr>
  <mc:AlternateContent>
    <mc:Choice Requires="p14">
      <p:transition spd="slow" p14:dur="1000">
        <p:fade thruBlk="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sp>
        <p:nvSpPr>
          <p:cNvPr id="1717" name="Google Shape;1717;p4"/>
          <p:cNvSpPr txBox="1"/>
          <p:nvPr>
            <p:ph type="title"/>
          </p:nvPr>
        </p:nvSpPr>
        <p:spPr>
          <a:xfrm>
            <a:off x="713225" y="548640"/>
            <a:ext cx="7717500" cy="29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Descrierea funcționalității aparatului 1</a:t>
            </a:r>
            <a:endParaRPr/>
          </a:p>
        </p:txBody>
      </p:sp>
      <p:cxnSp>
        <p:nvCxnSpPr>
          <p:cNvPr id="1718" name="Google Shape;1718;p4"/>
          <p:cNvCxnSpPr/>
          <p:nvPr/>
        </p:nvCxnSpPr>
        <p:spPr>
          <a:xfrm>
            <a:off x="1627050" y="990800"/>
            <a:ext cx="5889900" cy="0"/>
          </a:xfrm>
          <a:prstGeom prst="straightConnector1">
            <a:avLst/>
          </a:prstGeom>
          <a:noFill/>
          <a:ln cap="flat" cmpd="sng" w="152400">
            <a:solidFill>
              <a:schemeClr val="lt1"/>
            </a:solidFill>
            <a:prstDash val="solid"/>
            <a:round/>
            <a:headEnd len="sm" w="sm" type="none"/>
            <a:tailEnd len="sm" w="sm" type="none"/>
          </a:ln>
        </p:spPr>
      </p:cxnSp>
      <p:cxnSp>
        <p:nvCxnSpPr>
          <p:cNvPr id="1719" name="Google Shape;1719;p4"/>
          <p:cNvCxnSpPr/>
          <p:nvPr/>
        </p:nvCxnSpPr>
        <p:spPr>
          <a:xfrm>
            <a:off x="1627050" y="378400"/>
            <a:ext cx="5889900" cy="0"/>
          </a:xfrm>
          <a:prstGeom prst="straightConnector1">
            <a:avLst/>
          </a:prstGeom>
          <a:noFill/>
          <a:ln cap="flat" cmpd="sng" w="152400">
            <a:solidFill>
              <a:schemeClr val="lt1"/>
            </a:solidFill>
            <a:prstDash val="solid"/>
            <a:round/>
            <a:headEnd len="sm" w="sm" type="none"/>
            <a:tailEnd len="sm" w="sm" type="none"/>
          </a:ln>
        </p:spPr>
      </p:cxnSp>
      <p:sp>
        <p:nvSpPr>
          <p:cNvPr id="1720" name="Google Shape;1720;p4"/>
          <p:cNvSpPr txBox="1"/>
          <p:nvPr/>
        </p:nvSpPr>
        <p:spPr>
          <a:xfrm>
            <a:off x="1006650" y="1352000"/>
            <a:ext cx="7002600" cy="3386400"/>
          </a:xfrm>
          <a:prstGeom prst="rect">
            <a:avLst/>
          </a:prstGeom>
          <a:noFill/>
          <a:ln>
            <a:noFill/>
          </a:ln>
        </p:spPr>
        <p:txBody>
          <a:bodyPr anchorCtr="0" anchor="t" bIns="91425" lIns="91425" spcFirstLastPara="1" rIns="91425" wrap="square" tIns="91425">
            <a:spAutoFit/>
          </a:bodyPr>
          <a:lstStyle/>
          <a:p>
            <a:pPr indent="457200" lvl="0" marL="0" marR="0" rtl="0" algn="just">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atamaran"/>
                <a:ea typeface="Catamaran"/>
                <a:cs typeface="Catamaran"/>
                <a:sym typeface="Catamaran"/>
              </a:rPr>
              <a:t>Aparatul pornește din starea inițială START, în care momentan este oprit. Acesta pornește în momentul în care este selectată funcția de PLATĂ. Aceasta se poate realiza cu bani cash și aparatul va ajunge în starea CASH (O</a:t>
            </a:r>
            <a:r>
              <a:rPr b="0" baseline="-25000" i="0" lang="en" sz="1600" u="none" cap="none" strike="noStrike">
                <a:solidFill>
                  <a:srgbClr val="000000"/>
                </a:solidFill>
                <a:latin typeface="Catamaran"/>
                <a:ea typeface="Catamaran"/>
                <a:cs typeface="Catamaran"/>
                <a:sym typeface="Catamaran"/>
              </a:rPr>
              <a:t>1</a:t>
            </a:r>
            <a:r>
              <a:rPr b="0" i="0" lang="en" sz="1600" u="none" cap="none" strike="noStrike">
                <a:solidFill>
                  <a:srgbClr val="000000"/>
                </a:solidFill>
                <a:latin typeface="Catamaran"/>
                <a:ea typeface="Catamaran"/>
                <a:cs typeface="Catamaran"/>
                <a:sym typeface="Catamaran"/>
              </a:rPr>
              <a:t>), sau card, iar acesta va ajunge în starea CARD. Dacă nu este efectuată plata, aparatul ajunge în starea STOP și se oprește (O</a:t>
            </a:r>
            <a:r>
              <a:rPr b="0" baseline="-25000" i="0" lang="en" sz="1600" u="none" cap="none" strike="noStrike">
                <a:solidFill>
                  <a:srgbClr val="000000"/>
                </a:solidFill>
                <a:latin typeface="Catamaran"/>
                <a:ea typeface="Catamaran"/>
                <a:cs typeface="Catamaran"/>
                <a:sym typeface="Catamaran"/>
              </a:rPr>
              <a:t>8</a:t>
            </a:r>
            <a:r>
              <a:rPr b="0" i="0" lang="en" sz="1600" u="none" cap="none" strike="noStrike">
                <a:solidFill>
                  <a:srgbClr val="000000"/>
                </a:solidFill>
                <a:latin typeface="Catamaran"/>
                <a:ea typeface="Catamaran"/>
                <a:cs typeface="Catamaran"/>
                <a:sym typeface="Catamaran"/>
              </a:rPr>
              <a:t>). Dacă plata cu cardul nu este efectuată corect, aparatul ajunge în starea EROARE PLATĂ.</a:t>
            </a:r>
            <a:endParaRPr b="0" i="0" sz="1600" u="none" cap="none" strike="noStrike">
              <a:solidFill>
                <a:srgbClr val="000000"/>
              </a:solidFill>
              <a:latin typeface="Catamaran"/>
              <a:ea typeface="Catamaran"/>
              <a:cs typeface="Catamaran"/>
              <a:sym typeface="Catamaran"/>
            </a:endParaRPr>
          </a:p>
          <a:p>
            <a:pPr indent="457200" lvl="0" marL="0" marR="0" rtl="0" algn="just">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atamaran"/>
                <a:ea typeface="Catamaran"/>
                <a:cs typeface="Catamaran"/>
                <a:sym typeface="Catamaran"/>
              </a:rPr>
              <a:t> În continuare, dacă utilizatorul dorește ca sandvișul să conțină o combinație aleatorie de ingrediente, aparatul ajunge în starea ALEATORIU (O</a:t>
            </a:r>
            <a:r>
              <a:rPr b="0" baseline="-25000" i="0" lang="en" sz="1600" u="none" cap="none" strike="noStrike">
                <a:solidFill>
                  <a:srgbClr val="000000"/>
                </a:solidFill>
                <a:latin typeface="Catamaran"/>
                <a:ea typeface="Catamaran"/>
                <a:cs typeface="Catamaran"/>
                <a:sym typeface="Catamaran"/>
              </a:rPr>
              <a:t>2</a:t>
            </a:r>
            <a:r>
              <a:rPr b="0" i="0" lang="en" sz="1600" u="none" cap="none" strike="noStrike">
                <a:solidFill>
                  <a:srgbClr val="000000"/>
                </a:solidFill>
                <a:latin typeface="Catamaran"/>
                <a:ea typeface="Catamaran"/>
                <a:cs typeface="Catamaran"/>
                <a:sym typeface="Catamaran"/>
              </a:rPr>
              <a:t>), de unde aparatul va prepara un sandviș cu ingrediente aleatorii, îl va încălzi, și îl va servi utilizatorului (dacă există vreo problemă în preparare, aparatul va ajunge în starea EROARE PREPARARE.). Dacă este dorită prepararea individuală, ajunge în starea PERSONALIZAT, moment în care va fi direcționat în meniul fiecărui tip de ingredient (O</a:t>
            </a:r>
            <a:r>
              <a:rPr b="0" baseline="-25000" i="0" lang="en" sz="1600" u="none" cap="none" strike="noStrike">
                <a:solidFill>
                  <a:srgbClr val="000000"/>
                </a:solidFill>
                <a:latin typeface="Catamaran"/>
                <a:ea typeface="Catamaran"/>
                <a:cs typeface="Catamaran"/>
                <a:sym typeface="Catamaran"/>
              </a:rPr>
              <a:t>3</a:t>
            </a:r>
            <a:r>
              <a:rPr b="0" i="0" lang="en" sz="1600" u="none" cap="none" strike="noStrike">
                <a:solidFill>
                  <a:srgbClr val="000000"/>
                </a:solidFill>
                <a:latin typeface="Catamaran"/>
                <a:ea typeface="Catamaran"/>
                <a:cs typeface="Catamaran"/>
                <a:sym typeface="Catamaran"/>
              </a:rPr>
              <a:t>). </a:t>
            </a:r>
            <a:endParaRPr b="0" i="0" sz="1600" u="none" cap="none" strike="noStrike">
              <a:solidFill>
                <a:srgbClr val="000000"/>
              </a:solidFill>
              <a:latin typeface="Catamaran"/>
              <a:ea typeface="Catamaran"/>
              <a:cs typeface="Catamaran"/>
              <a:sym typeface="Catamaran"/>
            </a:endParaRPr>
          </a:p>
        </p:txBody>
      </p:sp>
    </p:spTree>
  </p:cSld>
  <p:clrMapOvr>
    <a:masterClrMapping/>
  </p:clrMapOvr>
  <mc:AlternateContent>
    <mc:Choice Requires="p14">
      <p:transition spd="slow" p14:dur="1000">
        <p:pus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4" name="Shape 1724"/>
        <p:cNvGrpSpPr/>
        <p:nvPr/>
      </p:nvGrpSpPr>
      <p:grpSpPr>
        <a:xfrm>
          <a:off x="0" y="0"/>
          <a:ext cx="0" cy="0"/>
          <a:chOff x="0" y="0"/>
          <a:chExt cx="0" cy="0"/>
        </a:xfrm>
      </p:grpSpPr>
      <p:sp>
        <p:nvSpPr>
          <p:cNvPr id="1725" name="Google Shape;1725;p5"/>
          <p:cNvSpPr txBox="1"/>
          <p:nvPr>
            <p:ph type="title"/>
          </p:nvPr>
        </p:nvSpPr>
        <p:spPr>
          <a:xfrm>
            <a:off x="1163100" y="548650"/>
            <a:ext cx="6817800" cy="294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Descrierea funcționalității aparatului 2</a:t>
            </a:r>
            <a:endParaRPr/>
          </a:p>
        </p:txBody>
      </p:sp>
      <p:sp>
        <p:nvSpPr>
          <p:cNvPr id="1726" name="Google Shape;1726;p5"/>
          <p:cNvSpPr txBox="1"/>
          <p:nvPr>
            <p:ph idx="1" type="body"/>
          </p:nvPr>
        </p:nvSpPr>
        <p:spPr>
          <a:xfrm>
            <a:off x="1338750" y="1494950"/>
            <a:ext cx="6466500" cy="2847600"/>
          </a:xfrm>
          <a:prstGeom prst="rect">
            <a:avLst/>
          </a:prstGeom>
          <a:noFill/>
          <a:ln>
            <a:noFill/>
          </a:ln>
        </p:spPr>
        <p:txBody>
          <a:bodyPr anchorCtr="0" anchor="t" bIns="91425" lIns="91425" spcFirstLastPara="1" rIns="91425" wrap="square" tIns="91425">
            <a:noAutofit/>
          </a:bodyPr>
          <a:lstStyle/>
          <a:p>
            <a:pPr indent="457200" lvl="0" marL="0" rtl="0" algn="just">
              <a:lnSpc>
                <a:spcPct val="100000"/>
              </a:lnSpc>
              <a:spcBef>
                <a:spcPts val="0"/>
              </a:spcBef>
              <a:spcAft>
                <a:spcPts val="0"/>
              </a:spcAft>
              <a:buSzPts val="1200"/>
              <a:buNone/>
            </a:pPr>
            <a:r>
              <a:rPr lang="en" sz="1600">
                <a:solidFill>
                  <a:srgbClr val="000000"/>
                </a:solidFill>
              </a:rPr>
              <a:t>Dacă se dorește adăugarea de chorizo, aparatul ajunge în starea CHORIZO (O</a:t>
            </a:r>
            <a:r>
              <a:rPr baseline="-25000" lang="en" sz="1600">
                <a:solidFill>
                  <a:srgbClr val="000000"/>
                </a:solidFill>
              </a:rPr>
              <a:t>4</a:t>
            </a:r>
            <a:r>
              <a:rPr lang="en" sz="1600">
                <a:solidFill>
                  <a:srgbClr val="000000"/>
                </a:solidFill>
              </a:rPr>
              <a:t>), iar dacă se dorește adăugarea de prosciutto, aparatul ajunge în starea PROSCIUTTO, după care se va trece la următorul ingredient (dacă nu mai este prosciutto, aparatul ajunge în starea EROARE CARNE). Același procedeu are loc și pentru stările CHEDDAR (cu starea EROARE BRÂNZĂ) și FETA (O</a:t>
            </a:r>
            <a:r>
              <a:rPr baseline="-25000" lang="en" sz="1600">
                <a:solidFill>
                  <a:srgbClr val="000000"/>
                </a:solidFill>
              </a:rPr>
              <a:t>5</a:t>
            </a:r>
            <a:r>
              <a:rPr lang="en" sz="1600">
                <a:solidFill>
                  <a:srgbClr val="000000"/>
                </a:solidFill>
              </a:rPr>
              <a:t>) și SWEET CHILLI (cu starea EROARE TOPPING) și BARBECUE (O</a:t>
            </a:r>
            <a:r>
              <a:rPr baseline="-25000" lang="en" sz="1600">
                <a:solidFill>
                  <a:srgbClr val="000000"/>
                </a:solidFill>
              </a:rPr>
              <a:t>6</a:t>
            </a:r>
            <a:r>
              <a:rPr lang="en" sz="1600">
                <a:solidFill>
                  <a:srgbClr val="000000"/>
                </a:solidFill>
              </a:rPr>
              <a:t>). </a:t>
            </a:r>
            <a:endParaRPr sz="1600">
              <a:solidFill>
                <a:srgbClr val="000000"/>
              </a:solidFill>
            </a:endParaRPr>
          </a:p>
          <a:p>
            <a:pPr indent="457200" lvl="0" marL="0" rtl="0" algn="just">
              <a:lnSpc>
                <a:spcPct val="100000"/>
              </a:lnSpc>
              <a:spcBef>
                <a:spcPts val="0"/>
              </a:spcBef>
              <a:spcAft>
                <a:spcPts val="0"/>
              </a:spcAft>
              <a:buSzPts val="1200"/>
              <a:buNone/>
            </a:pPr>
            <a:r>
              <a:rPr lang="en" sz="1600">
                <a:solidFill>
                  <a:srgbClr val="000000"/>
                </a:solidFill>
              </a:rPr>
              <a:t>În final, aparatul ajunge în starea ÎNCĂLZIRE, care încălzește sandvișul, după care este înmânat clientului (O</a:t>
            </a:r>
            <a:r>
              <a:rPr baseline="-25000" lang="en" sz="1600">
                <a:solidFill>
                  <a:srgbClr val="000000"/>
                </a:solidFill>
              </a:rPr>
              <a:t>7</a:t>
            </a:r>
            <a:r>
              <a:rPr lang="en" sz="1600">
                <a:solidFill>
                  <a:srgbClr val="000000"/>
                </a:solidFill>
              </a:rPr>
              <a:t>) și aparatul ajunge în starea STOP și se oprește. Dacă exista vreo problemă la servire, aparatul ajunge în starea EROARE SERVIRE.</a:t>
            </a:r>
            <a:endParaRPr sz="1600">
              <a:solidFill>
                <a:srgbClr val="000000"/>
              </a:solidFill>
            </a:endParaRPr>
          </a:p>
          <a:p>
            <a:pPr indent="0" lvl="0" marL="457200" rtl="0" algn="l">
              <a:lnSpc>
                <a:spcPct val="100000"/>
              </a:lnSpc>
              <a:spcBef>
                <a:spcPts val="0"/>
              </a:spcBef>
              <a:spcAft>
                <a:spcPts val="0"/>
              </a:spcAft>
              <a:buSzPts val="1200"/>
              <a:buNone/>
            </a:pPr>
            <a:r>
              <a:t/>
            </a:r>
            <a:endParaRPr b="1" sz="1600">
              <a:latin typeface="Francois One"/>
              <a:ea typeface="Francois One"/>
              <a:cs typeface="Francois One"/>
              <a:sym typeface="Francois One"/>
            </a:endParaRPr>
          </a:p>
        </p:txBody>
      </p:sp>
      <p:cxnSp>
        <p:nvCxnSpPr>
          <p:cNvPr id="1727" name="Google Shape;1727;p5"/>
          <p:cNvCxnSpPr/>
          <p:nvPr/>
        </p:nvCxnSpPr>
        <p:spPr>
          <a:xfrm>
            <a:off x="1627050" y="990800"/>
            <a:ext cx="5889900" cy="0"/>
          </a:xfrm>
          <a:prstGeom prst="straightConnector1">
            <a:avLst/>
          </a:prstGeom>
          <a:noFill/>
          <a:ln cap="flat" cmpd="sng" w="152400">
            <a:solidFill>
              <a:schemeClr val="lt1"/>
            </a:solidFill>
            <a:prstDash val="solid"/>
            <a:round/>
            <a:headEnd len="sm" w="sm" type="none"/>
            <a:tailEnd len="sm" w="sm" type="none"/>
          </a:ln>
        </p:spPr>
      </p:cxnSp>
      <p:cxnSp>
        <p:nvCxnSpPr>
          <p:cNvPr id="1728" name="Google Shape;1728;p5"/>
          <p:cNvCxnSpPr/>
          <p:nvPr/>
        </p:nvCxnSpPr>
        <p:spPr>
          <a:xfrm>
            <a:off x="1627050" y="378400"/>
            <a:ext cx="5889900" cy="0"/>
          </a:xfrm>
          <a:prstGeom prst="straightConnector1">
            <a:avLst/>
          </a:prstGeom>
          <a:noFill/>
          <a:ln cap="flat" cmpd="sng" w="152400">
            <a:solidFill>
              <a:schemeClr val="lt1"/>
            </a:solidFill>
            <a:prstDash val="solid"/>
            <a:round/>
            <a:headEnd len="sm" w="sm" type="none"/>
            <a:tailEnd len="sm" w="sm" type="none"/>
          </a:ln>
        </p:spPr>
      </p:cxnSp>
    </p:spTree>
  </p:cSld>
  <p:clrMapOvr>
    <a:masterClrMapping/>
  </p:clrMapOvr>
  <mc:AlternateContent>
    <mc:Choice Requires="p14">
      <p:transition spd="slow" p14:dur="1000">
        <p:pus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2" name="Shape 1732"/>
        <p:cNvGrpSpPr/>
        <p:nvPr/>
      </p:nvGrpSpPr>
      <p:grpSpPr>
        <a:xfrm>
          <a:off x="0" y="0"/>
          <a:ext cx="0" cy="0"/>
          <a:chOff x="0" y="0"/>
          <a:chExt cx="0" cy="0"/>
        </a:xfrm>
      </p:grpSpPr>
      <p:sp>
        <p:nvSpPr>
          <p:cNvPr id="1733" name="Google Shape;1733;p6"/>
          <p:cNvSpPr txBox="1"/>
          <p:nvPr>
            <p:ph type="title"/>
          </p:nvPr>
        </p:nvSpPr>
        <p:spPr>
          <a:xfrm>
            <a:off x="-1807500" y="2425503"/>
            <a:ext cx="7717500" cy="29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Organigramă inițială</a:t>
            </a:r>
            <a:endParaRPr/>
          </a:p>
        </p:txBody>
      </p:sp>
      <p:pic>
        <p:nvPicPr>
          <p:cNvPr id="1734" name="Google Shape;1734;p6"/>
          <p:cNvPicPr preferRelativeResize="0"/>
          <p:nvPr/>
        </p:nvPicPr>
        <p:blipFill rotWithShape="1">
          <a:blip r:embed="rId3">
            <a:alphaModFix/>
          </a:blip>
          <a:srcRect b="0" l="0" r="0" t="0"/>
          <a:stretch/>
        </p:blipFill>
        <p:spPr>
          <a:xfrm>
            <a:off x="4014550" y="257650"/>
            <a:ext cx="4221300" cy="4657800"/>
          </a:xfrm>
          <a:prstGeom prst="roundRect">
            <a:avLst>
              <a:gd fmla="val 16667" name="adj"/>
            </a:avLst>
          </a:prstGeom>
          <a:noFill/>
          <a:ln cap="flat" cmpd="sng" w="114300">
            <a:solidFill>
              <a:schemeClr val="lt1"/>
            </a:solidFill>
            <a:prstDash val="solid"/>
            <a:round/>
            <a:headEnd len="sm" w="sm" type="none"/>
            <a:tailEnd len="sm" w="sm" type="none"/>
          </a:ln>
        </p:spPr>
      </p:pic>
    </p:spTree>
  </p:cSld>
  <p:clrMapOvr>
    <a:masterClrMapping/>
  </p:clrMapOvr>
  <mc:AlternateContent>
    <mc:Choice Requires="p14">
      <p:transition spd="slow" p14:dur="1000">
        <p:push dir="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8" name="Shape 1738"/>
        <p:cNvGrpSpPr/>
        <p:nvPr/>
      </p:nvGrpSpPr>
      <p:grpSpPr>
        <a:xfrm>
          <a:off x="0" y="0"/>
          <a:ext cx="0" cy="0"/>
          <a:chOff x="0" y="0"/>
          <a:chExt cx="0" cy="0"/>
        </a:xfrm>
      </p:grpSpPr>
      <p:pic>
        <p:nvPicPr>
          <p:cNvPr id="1739" name="Google Shape;1739;p7"/>
          <p:cNvPicPr preferRelativeResize="0"/>
          <p:nvPr/>
        </p:nvPicPr>
        <p:blipFill rotWithShape="1">
          <a:blip r:embed="rId3">
            <a:alphaModFix/>
          </a:blip>
          <a:srcRect b="0" l="0" r="0" t="0"/>
          <a:stretch/>
        </p:blipFill>
        <p:spPr>
          <a:xfrm>
            <a:off x="1310550" y="-152066"/>
            <a:ext cx="7047849" cy="5447641"/>
          </a:xfrm>
          <a:prstGeom prst="rect">
            <a:avLst/>
          </a:prstGeom>
          <a:noFill/>
          <a:ln cap="flat" cmpd="sng" w="114300">
            <a:solidFill>
              <a:schemeClr val="lt1"/>
            </a:solidFill>
            <a:prstDash val="solid"/>
            <a:round/>
            <a:headEnd len="sm" w="sm" type="none"/>
            <a:tailEnd len="sm" w="sm" type="none"/>
          </a:ln>
        </p:spPr>
      </p:pic>
      <p:sp>
        <p:nvSpPr>
          <p:cNvPr id="1740" name="Google Shape;1740;p7"/>
          <p:cNvSpPr txBox="1"/>
          <p:nvPr/>
        </p:nvSpPr>
        <p:spPr>
          <a:xfrm rot="-5400000">
            <a:off x="-1320425" y="2133150"/>
            <a:ext cx="39153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rPr b="1" i="0" lang="en" sz="4500" u="none" cap="none" strike="noStrike">
                <a:solidFill>
                  <a:schemeClr val="dk1"/>
                </a:solidFill>
                <a:latin typeface="Francois One"/>
                <a:ea typeface="Francois One"/>
                <a:cs typeface="Francois One"/>
                <a:sym typeface="Francois One"/>
              </a:rPr>
              <a:t>ORGANIGRAMĂ</a:t>
            </a:r>
            <a:endParaRPr b="0" i="0" sz="1400" u="none" cap="none" strike="noStrike">
              <a:solidFill>
                <a:srgbClr val="000000"/>
              </a:solidFill>
              <a:latin typeface="Catamaran"/>
              <a:ea typeface="Catamaran"/>
              <a:cs typeface="Catamaran"/>
              <a:sym typeface="Catamaran"/>
            </a:endParaRPr>
          </a:p>
        </p:txBody>
      </p:sp>
    </p:spTree>
  </p:cSld>
  <p:clrMapOvr>
    <a:masterClrMapping/>
  </p:clrMapOvr>
  <mc:AlternateContent>
    <mc:Choice Requires="p14">
      <p:transition spd="slow" p14:dur="1000">
        <p:push dir="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4" name="Shape 1744"/>
        <p:cNvGrpSpPr/>
        <p:nvPr/>
      </p:nvGrpSpPr>
      <p:grpSpPr>
        <a:xfrm>
          <a:off x="0" y="0"/>
          <a:ext cx="0" cy="0"/>
          <a:chOff x="0" y="0"/>
          <a:chExt cx="0" cy="0"/>
        </a:xfrm>
      </p:grpSpPr>
      <p:sp>
        <p:nvSpPr>
          <p:cNvPr id="1745" name="Google Shape;1745;p8"/>
          <p:cNvSpPr txBox="1"/>
          <p:nvPr>
            <p:ph type="title"/>
          </p:nvPr>
        </p:nvSpPr>
        <p:spPr>
          <a:xfrm>
            <a:off x="4384375" y="890363"/>
            <a:ext cx="4145400" cy="1346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200"/>
              <a:buNone/>
            </a:pPr>
            <a:r>
              <a:rPr lang="en" sz="3100"/>
              <a:t>Calculul lungimii microinstrucțiunii (1)</a:t>
            </a:r>
            <a:endParaRPr sz="3100"/>
          </a:p>
        </p:txBody>
      </p:sp>
      <p:sp>
        <p:nvSpPr>
          <p:cNvPr id="1746" name="Google Shape;1746;p8"/>
          <p:cNvSpPr txBox="1"/>
          <p:nvPr>
            <p:ph idx="1" type="subTitle"/>
          </p:nvPr>
        </p:nvSpPr>
        <p:spPr>
          <a:xfrm>
            <a:off x="4527625" y="2045100"/>
            <a:ext cx="3858900" cy="2721900"/>
          </a:xfrm>
          <a:prstGeom prst="rect">
            <a:avLst/>
          </a:prstGeom>
          <a:noFill/>
          <a:ln>
            <a:noFill/>
          </a:ln>
        </p:spPr>
        <p:txBody>
          <a:bodyPr anchorCtr="0" anchor="ctr" bIns="91425" lIns="91425" spcFirstLastPara="1" rIns="91425" wrap="square" tIns="91425">
            <a:noAutofit/>
          </a:bodyPr>
          <a:lstStyle/>
          <a:p>
            <a:pPr indent="-361950" lvl="0" marL="457200" rtl="0" algn="l">
              <a:lnSpc>
                <a:spcPct val="100000"/>
              </a:lnSpc>
              <a:spcBef>
                <a:spcPts val="0"/>
              </a:spcBef>
              <a:spcAft>
                <a:spcPts val="0"/>
              </a:spcAft>
              <a:buSzPts val="2100"/>
              <a:buChar char="●"/>
            </a:pPr>
            <a:r>
              <a:rPr lang="en"/>
              <a:t>26 stări</a:t>
            </a:r>
            <a:endParaRPr/>
          </a:p>
          <a:p>
            <a:pPr indent="-361950" lvl="0" marL="457200" rtl="0" algn="l">
              <a:lnSpc>
                <a:spcPct val="100000"/>
              </a:lnSpc>
              <a:spcBef>
                <a:spcPts val="0"/>
              </a:spcBef>
              <a:spcAft>
                <a:spcPts val="0"/>
              </a:spcAft>
              <a:buSzPts val="2100"/>
              <a:buChar char="●"/>
            </a:pPr>
            <a:r>
              <a:rPr lang="en"/>
              <a:t>12 intrări</a:t>
            </a:r>
            <a:endParaRPr/>
          </a:p>
          <a:p>
            <a:pPr indent="-361950" lvl="0" marL="457200" rtl="0" algn="l">
              <a:lnSpc>
                <a:spcPct val="100000"/>
              </a:lnSpc>
              <a:spcBef>
                <a:spcPts val="0"/>
              </a:spcBef>
              <a:spcAft>
                <a:spcPts val="0"/>
              </a:spcAft>
              <a:buSzPts val="2100"/>
              <a:buChar char="●"/>
            </a:pPr>
            <a:r>
              <a:rPr lang="en"/>
              <a:t>8 ieșiri</a:t>
            </a:r>
            <a:endParaRPr/>
          </a:p>
          <a:p>
            <a:pPr indent="457200" lvl="0" marL="0" rtl="0" algn="l">
              <a:lnSpc>
                <a:spcPct val="100000"/>
              </a:lnSpc>
              <a:spcBef>
                <a:spcPts val="0"/>
              </a:spcBef>
              <a:spcAft>
                <a:spcPts val="0"/>
              </a:spcAft>
              <a:buSzPts val="2100"/>
              <a:buNone/>
            </a:pPr>
            <a:r>
              <a:rPr lang="en"/>
              <a:t>Dacă </a:t>
            </a:r>
            <a:r>
              <a:rPr lang="en">
                <a:solidFill>
                  <a:srgbClr val="FF0000"/>
                </a:solidFill>
              </a:rPr>
              <a:t>NU</a:t>
            </a:r>
            <a:r>
              <a:rPr lang="en"/>
              <a:t> se ține cont de memoria aleasă:</a:t>
            </a:r>
            <a:endParaRPr/>
          </a:p>
          <a:p>
            <a:pPr indent="457200" lvl="0" marL="0" rtl="0" algn="l">
              <a:lnSpc>
                <a:spcPct val="100000"/>
              </a:lnSpc>
              <a:spcBef>
                <a:spcPts val="0"/>
              </a:spcBef>
              <a:spcAft>
                <a:spcPts val="0"/>
              </a:spcAft>
              <a:buSzPts val="2100"/>
              <a:buNone/>
            </a:pPr>
            <a:r>
              <a:rPr lang="en"/>
              <a:t>µi de tip 1: 1 + n</a:t>
            </a:r>
            <a:r>
              <a:rPr lang="en" sz="1050">
                <a:solidFill>
                  <a:srgbClr val="4D5156"/>
                </a:solidFill>
                <a:highlight>
                  <a:srgbClr val="FFFFFF"/>
                </a:highlight>
                <a:latin typeface="Arial"/>
                <a:ea typeface="Arial"/>
                <a:cs typeface="Arial"/>
                <a:sym typeface="Arial"/>
              </a:rPr>
              <a:t>out </a:t>
            </a:r>
            <a:r>
              <a:rPr lang="en"/>
              <a:t>= 9</a:t>
            </a:r>
            <a:endParaRPr/>
          </a:p>
          <a:p>
            <a:pPr indent="457200" lvl="0" marL="0" rtl="0" algn="l">
              <a:lnSpc>
                <a:spcPct val="100000"/>
              </a:lnSpc>
              <a:spcBef>
                <a:spcPts val="0"/>
              </a:spcBef>
              <a:spcAft>
                <a:spcPts val="0"/>
              </a:spcAft>
              <a:buSzPts val="2100"/>
              <a:buNone/>
            </a:pPr>
            <a:r>
              <a:rPr lang="en">
                <a:solidFill>
                  <a:schemeClr val="accent2"/>
                </a:solidFill>
              </a:rPr>
              <a:t>µi de tip 0: 1 + n</a:t>
            </a:r>
            <a:r>
              <a:rPr lang="en" sz="1050">
                <a:solidFill>
                  <a:srgbClr val="4D5156"/>
                </a:solidFill>
                <a:highlight>
                  <a:srgbClr val="FFFFFF"/>
                </a:highlight>
                <a:latin typeface="Arial"/>
                <a:ea typeface="Arial"/>
                <a:cs typeface="Arial"/>
                <a:sym typeface="Arial"/>
              </a:rPr>
              <a:t>ci </a:t>
            </a:r>
            <a:r>
              <a:rPr lang="en">
                <a:solidFill>
                  <a:schemeClr val="accent2"/>
                </a:solidFill>
              </a:rPr>
              <a:t>+ n</a:t>
            </a:r>
            <a:r>
              <a:rPr lang="en" sz="1050">
                <a:solidFill>
                  <a:srgbClr val="4D5156"/>
                </a:solidFill>
                <a:highlight>
                  <a:srgbClr val="FFFFFF"/>
                </a:highlight>
                <a:latin typeface="Arial"/>
                <a:ea typeface="Arial"/>
                <a:cs typeface="Arial"/>
                <a:sym typeface="Arial"/>
              </a:rPr>
              <a:t>adr</a:t>
            </a:r>
            <a:r>
              <a:rPr lang="en">
                <a:solidFill>
                  <a:schemeClr val="accent2"/>
                </a:solidFill>
              </a:rPr>
              <a:t>= 10</a:t>
            </a:r>
            <a:endParaRPr/>
          </a:p>
          <a:p>
            <a:pPr indent="457200" lvl="0" marL="0" rtl="0" algn="l">
              <a:lnSpc>
                <a:spcPct val="100000"/>
              </a:lnSpc>
              <a:spcBef>
                <a:spcPts val="0"/>
              </a:spcBef>
              <a:spcAft>
                <a:spcPts val="0"/>
              </a:spcAft>
              <a:buSzPts val="2100"/>
              <a:buNone/>
            </a:pPr>
            <a:r>
              <a:rPr lang="en"/>
              <a:t>L</a:t>
            </a:r>
            <a:r>
              <a:rPr lang="en" sz="1050">
                <a:solidFill>
                  <a:srgbClr val="4D5156"/>
                </a:solidFill>
                <a:highlight>
                  <a:srgbClr val="FFFFFF"/>
                </a:highlight>
                <a:latin typeface="Arial"/>
                <a:ea typeface="Arial"/>
                <a:cs typeface="Arial"/>
                <a:sym typeface="Arial"/>
              </a:rPr>
              <a:t>μi</a:t>
            </a:r>
            <a:r>
              <a:rPr lang="en"/>
              <a:t>= max(9, 10) = 10</a:t>
            </a:r>
            <a:endParaRPr/>
          </a:p>
        </p:txBody>
      </p:sp>
      <p:cxnSp>
        <p:nvCxnSpPr>
          <p:cNvPr id="1747" name="Google Shape;1747;p8"/>
          <p:cNvCxnSpPr/>
          <p:nvPr/>
        </p:nvCxnSpPr>
        <p:spPr>
          <a:xfrm>
            <a:off x="4639225" y="851173"/>
            <a:ext cx="3635700" cy="0"/>
          </a:xfrm>
          <a:prstGeom prst="straightConnector1">
            <a:avLst/>
          </a:prstGeom>
          <a:noFill/>
          <a:ln cap="flat" cmpd="sng" w="152400">
            <a:solidFill>
              <a:schemeClr val="lt1"/>
            </a:solidFill>
            <a:prstDash val="solid"/>
            <a:round/>
            <a:headEnd len="sm" w="sm" type="none"/>
            <a:tailEnd len="sm" w="sm" type="none"/>
          </a:ln>
        </p:spPr>
      </p:cxnSp>
      <p:pic>
        <p:nvPicPr>
          <p:cNvPr id="1748" name="Google Shape;1748;p8"/>
          <p:cNvPicPr preferRelativeResize="0"/>
          <p:nvPr/>
        </p:nvPicPr>
        <p:blipFill rotWithShape="1">
          <a:blip r:embed="rId3">
            <a:alphaModFix/>
          </a:blip>
          <a:srcRect b="0" l="16039" r="19568" t="0"/>
          <a:stretch/>
        </p:blipFill>
        <p:spPr>
          <a:xfrm>
            <a:off x="-1176900" y="-82625"/>
            <a:ext cx="5121000" cy="5308800"/>
          </a:xfrm>
          <a:prstGeom prst="flowChartDelay">
            <a:avLst/>
          </a:prstGeom>
          <a:noFill/>
          <a:ln>
            <a:noFill/>
          </a:ln>
        </p:spPr>
      </p:pic>
      <p:grpSp>
        <p:nvGrpSpPr>
          <p:cNvPr id="1749" name="Google Shape;1749;p8"/>
          <p:cNvGrpSpPr/>
          <p:nvPr/>
        </p:nvGrpSpPr>
        <p:grpSpPr>
          <a:xfrm rot="5853725">
            <a:off x="2623064" y="82470"/>
            <a:ext cx="941222" cy="660532"/>
            <a:chOff x="8145313" y="-97619"/>
            <a:chExt cx="941225" cy="660534"/>
          </a:xfrm>
        </p:grpSpPr>
        <p:sp>
          <p:nvSpPr>
            <p:cNvPr id="1750" name="Google Shape;1750;p8"/>
            <p:cNvSpPr/>
            <p:nvPr/>
          </p:nvSpPr>
          <p:spPr>
            <a:xfrm flipH="1" rot="-2542547">
              <a:off x="8500418" y="81605"/>
              <a:ext cx="203861" cy="1161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p8"/>
            <p:cNvSpPr/>
            <p:nvPr/>
          </p:nvSpPr>
          <p:spPr>
            <a:xfrm flipH="1" rot="-4689059">
              <a:off x="8140206" y="126102"/>
              <a:ext cx="156331" cy="1164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8"/>
            <p:cNvSpPr/>
            <p:nvPr/>
          </p:nvSpPr>
          <p:spPr>
            <a:xfrm flipH="1" rot="-2886029">
              <a:off x="8286619" y="-41018"/>
              <a:ext cx="203945" cy="1161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8"/>
            <p:cNvSpPr/>
            <p:nvPr/>
          </p:nvSpPr>
          <p:spPr>
            <a:xfrm flipH="1" rot="-5930150">
              <a:off x="8308014" y="316892"/>
              <a:ext cx="189448"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4" name="Google Shape;1754;p8"/>
            <p:cNvSpPr/>
            <p:nvPr/>
          </p:nvSpPr>
          <p:spPr>
            <a:xfrm flipH="1" rot="-5933377">
              <a:off x="8179512" y="463414"/>
              <a:ext cx="118423"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p8"/>
            <p:cNvSpPr/>
            <p:nvPr/>
          </p:nvSpPr>
          <p:spPr>
            <a:xfrm flipH="1" rot="-261253">
              <a:off x="8576597" y="316833"/>
              <a:ext cx="118542" cy="7100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8"/>
            <p:cNvSpPr/>
            <p:nvPr/>
          </p:nvSpPr>
          <p:spPr>
            <a:xfrm flipH="1" rot="-1854841">
              <a:off x="8839916" y="135394"/>
              <a:ext cx="118540" cy="7105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7" name="Google Shape;1757;p8"/>
            <p:cNvSpPr/>
            <p:nvPr/>
          </p:nvSpPr>
          <p:spPr>
            <a:xfrm flipH="1" rot="-2542547">
              <a:off x="8888334" y="312132"/>
              <a:ext cx="203861" cy="6223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spd="slow" p14:dur="1000">
        <p14:flip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1" name="Shape 1761"/>
        <p:cNvGrpSpPr/>
        <p:nvPr/>
      </p:nvGrpSpPr>
      <p:grpSpPr>
        <a:xfrm>
          <a:off x="0" y="0"/>
          <a:ext cx="0" cy="0"/>
          <a:chOff x="0" y="0"/>
          <a:chExt cx="0" cy="0"/>
        </a:xfrm>
      </p:grpSpPr>
      <p:sp>
        <p:nvSpPr>
          <p:cNvPr id="1762" name="Google Shape;1762;p9"/>
          <p:cNvSpPr txBox="1"/>
          <p:nvPr>
            <p:ph type="title"/>
          </p:nvPr>
        </p:nvSpPr>
        <p:spPr>
          <a:xfrm>
            <a:off x="3797825" y="174388"/>
            <a:ext cx="4145400" cy="1346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200"/>
              <a:buNone/>
            </a:pPr>
            <a:r>
              <a:rPr lang="en" sz="3100"/>
              <a:t>Calculul lungimii microinstrucțiunii (2)</a:t>
            </a:r>
            <a:endParaRPr sz="3100"/>
          </a:p>
        </p:txBody>
      </p:sp>
      <p:sp>
        <p:nvSpPr>
          <p:cNvPr id="1763" name="Google Shape;1763;p9"/>
          <p:cNvSpPr txBox="1"/>
          <p:nvPr>
            <p:ph idx="1" type="subTitle"/>
          </p:nvPr>
        </p:nvSpPr>
        <p:spPr>
          <a:xfrm>
            <a:off x="4271950" y="1608950"/>
            <a:ext cx="3858900" cy="3195900"/>
          </a:xfrm>
          <a:prstGeom prst="rect">
            <a:avLst/>
          </a:prstGeom>
          <a:noFill/>
          <a:ln>
            <a:noFill/>
          </a:ln>
        </p:spPr>
        <p:txBody>
          <a:bodyPr anchorCtr="0" anchor="ctr" bIns="91425" lIns="91425" spcFirstLastPara="1" rIns="91425" wrap="square" tIns="91425">
            <a:noAutofit/>
          </a:bodyPr>
          <a:lstStyle/>
          <a:p>
            <a:pPr indent="-361950" lvl="0" marL="457200" rtl="0" algn="l">
              <a:lnSpc>
                <a:spcPct val="100000"/>
              </a:lnSpc>
              <a:spcBef>
                <a:spcPts val="0"/>
              </a:spcBef>
              <a:spcAft>
                <a:spcPts val="0"/>
              </a:spcAft>
              <a:buSzPts val="2100"/>
              <a:buChar char="●"/>
            </a:pPr>
            <a:r>
              <a:rPr lang="en"/>
              <a:t>26 stări</a:t>
            </a:r>
            <a:endParaRPr/>
          </a:p>
          <a:p>
            <a:pPr indent="-361950" lvl="0" marL="457200" rtl="0" algn="l">
              <a:lnSpc>
                <a:spcPct val="100000"/>
              </a:lnSpc>
              <a:spcBef>
                <a:spcPts val="0"/>
              </a:spcBef>
              <a:spcAft>
                <a:spcPts val="0"/>
              </a:spcAft>
              <a:buSzPts val="2100"/>
              <a:buChar char="●"/>
            </a:pPr>
            <a:r>
              <a:rPr lang="en"/>
              <a:t>12 intrări</a:t>
            </a:r>
            <a:endParaRPr/>
          </a:p>
          <a:p>
            <a:pPr indent="-361950" lvl="0" marL="457200" rtl="0" algn="l">
              <a:lnSpc>
                <a:spcPct val="100000"/>
              </a:lnSpc>
              <a:spcBef>
                <a:spcPts val="0"/>
              </a:spcBef>
              <a:spcAft>
                <a:spcPts val="0"/>
              </a:spcAft>
              <a:buSzPts val="2100"/>
              <a:buChar char="●"/>
            </a:pPr>
            <a:r>
              <a:rPr lang="en"/>
              <a:t>8 ieșiri</a:t>
            </a:r>
            <a:endParaRPr/>
          </a:p>
          <a:p>
            <a:pPr indent="457200" lvl="0" marL="0" rtl="0" algn="l">
              <a:lnSpc>
                <a:spcPct val="100000"/>
              </a:lnSpc>
              <a:spcBef>
                <a:spcPts val="0"/>
              </a:spcBef>
              <a:spcAft>
                <a:spcPts val="0"/>
              </a:spcAft>
              <a:buSzPts val="2100"/>
              <a:buNone/>
            </a:pPr>
            <a:r>
              <a:rPr lang="en"/>
              <a:t>Dacă se ține cont de memoria aleasă: 256 x 4 =&gt; pot adresa maxim 256 de stări, cu un RA pe 8 biți =&gt; 8 biți pentru stări:</a:t>
            </a:r>
            <a:endParaRPr/>
          </a:p>
          <a:p>
            <a:pPr indent="457200" lvl="0" marL="0" rtl="0" algn="l">
              <a:lnSpc>
                <a:spcPct val="100000"/>
              </a:lnSpc>
              <a:spcBef>
                <a:spcPts val="0"/>
              </a:spcBef>
              <a:spcAft>
                <a:spcPts val="0"/>
              </a:spcAft>
              <a:buSzPts val="2100"/>
              <a:buNone/>
            </a:pPr>
            <a:r>
              <a:rPr lang="en"/>
              <a:t>µi de tip 1: 1 + n</a:t>
            </a:r>
            <a:r>
              <a:rPr lang="en" sz="1050">
                <a:solidFill>
                  <a:srgbClr val="4D5156"/>
                </a:solidFill>
                <a:highlight>
                  <a:srgbClr val="FFFFFF"/>
                </a:highlight>
                <a:latin typeface="Arial"/>
                <a:ea typeface="Arial"/>
                <a:cs typeface="Arial"/>
                <a:sym typeface="Arial"/>
              </a:rPr>
              <a:t>out </a:t>
            </a:r>
            <a:r>
              <a:rPr lang="en"/>
              <a:t>= 9</a:t>
            </a:r>
            <a:endParaRPr/>
          </a:p>
          <a:p>
            <a:pPr indent="457200" lvl="0" marL="0" rtl="0" algn="l">
              <a:lnSpc>
                <a:spcPct val="100000"/>
              </a:lnSpc>
              <a:spcBef>
                <a:spcPts val="0"/>
              </a:spcBef>
              <a:spcAft>
                <a:spcPts val="0"/>
              </a:spcAft>
              <a:buSzPts val="2100"/>
              <a:buNone/>
            </a:pPr>
            <a:r>
              <a:rPr lang="en">
                <a:solidFill>
                  <a:schemeClr val="accent2"/>
                </a:solidFill>
              </a:rPr>
              <a:t>µi de tip 0: 1 + n</a:t>
            </a:r>
            <a:r>
              <a:rPr lang="en" sz="1050">
                <a:solidFill>
                  <a:srgbClr val="4D5156"/>
                </a:solidFill>
                <a:highlight>
                  <a:srgbClr val="FFFFFF"/>
                </a:highlight>
                <a:latin typeface="Arial"/>
                <a:ea typeface="Arial"/>
                <a:cs typeface="Arial"/>
                <a:sym typeface="Arial"/>
              </a:rPr>
              <a:t>ci </a:t>
            </a:r>
            <a:r>
              <a:rPr lang="en">
                <a:solidFill>
                  <a:schemeClr val="accent2"/>
                </a:solidFill>
              </a:rPr>
              <a:t>+ n</a:t>
            </a:r>
            <a:r>
              <a:rPr lang="en" sz="1050">
                <a:solidFill>
                  <a:srgbClr val="4D5156"/>
                </a:solidFill>
                <a:highlight>
                  <a:srgbClr val="FFFFFF"/>
                </a:highlight>
                <a:latin typeface="Arial"/>
                <a:ea typeface="Arial"/>
                <a:cs typeface="Arial"/>
                <a:sym typeface="Arial"/>
              </a:rPr>
              <a:t>adr</a:t>
            </a:r>
            <a:r>
              <a:rPr lang="en">
                <a:solidFill>
                  <a:schemeClr val="accent2"/>
                </a:solidFill>
              </a:rPr>
              <a:t>= 13</a:t>
            </a:r>
            <a:endParaRPr/>
          </a:p>
          <a:p>
            <a:pPr indent="457200" lvl="0" marL="0" rtl="0" algn="l">
              <a:lnSpc>
                <a:spcPct val="100000"/>
              </a:lnSpc>
              <a:spcBef>
                <a:spcPts val="0"/>
              </a:spcBef>
              <a:spcAft>
                <a:spcPts val="0"/>
              </a:spcAft>
              <a:buSzPts val="2100"/>
              <a:buNone/>
            </a:pPr>
            <a:r>
              <a:rPr lang="en"/>
              <a:t>L</a:t>
            </a:r>
            <a:r>
              <a:rPr lang="en" sz="1050">
                <a:solidFill>
                  <a:srgbClr val="4D5156"/>
                </a:solidFill>
                <a:highlight>
                  <a:srgbClr val="FFFFFF"/>
                </a:highlight>
                <a:latin typeface="Arial"/>
                <a:ea typeface="Arial"/>
                <a:cs typeface="Arial"/>
                <a:sym typeface="Arial"/>
              </a:rPr>
              <a:t>μi</a:t>
            </a:r>
            <a:r>
              <a:rPr lang="en"/>
              <a:t>= max(9, 13) = 13 =&gt; 4 circuite de memorie</a:t>
            </a:r>
            <a:endParaRPr/>
          </a:p>
        </p:txBody>
      </p:sp>
      <p:cxnSp>
        <p:nvCxnSpPr>
          <p:cNvPr id="1764" name="Google Shape;1764;p9"/>
          <p:cNvCxnSpPr/>
          <p:nvPr/>
        </p:nvCxnSpPr>
        <p:spPr>
          <a:xfrm>
            <a:off x="4052675" y="174398"/>
            <a:ext cx="3635700" cy="0"/>
          </a:xfrm>
          <a:prstGeom prst="straightConnector1">
            <a:avLst/>
          </a:prstGeom>
          <a:noFill/>
          <a:ln cap="flat" cmpd="sng" w="152400">
            <a:solidFill>
              <a:schemeClr val="lt1"/>
            </a:solidFill>
            <a:prstDash val="solid"/>
            <a:round/>
            <a:headEnd len="sm" w="sm" type="none"/>
            <a:tailEnd len="sm" w="sm" type="none"/>
          </a:ln>
        </p:spPr>
      </p:cxnSp>
      <p:pic>
        <p:nvPicPr>
          <p:cNvPr id="1765" name="Google Shape;1765;p9"/>
          <p:cNvPicPr preferRelativeResize="0"/>
          <p:nvPr/>
        </p:nvPicPr>
        <p:blipFill rotWithShape="1">
          <a:blip r:embed="rId3">
            <a:alphaModFix/>
          </a:blip>
          <a:srcRect b="0" l="16039" r="19568" t="0"/>
          <a:stretch/>
        </p:blipFill>
        <p:spPr>
          <a:xfrm>
            <a:off x="-1176900" y="-82625"/>
            <a:ext cx="5121000" cy="5308800"/>
          </a:xfrm>
          <a:prstGeom prst="flowChartDelay">
            <a:avLst/>
          </a:prstGeom>
          <a:noFill/>
          <a:ln>
            <a:noFill/>
          </a:ln>
        </p:spPr>
      </p:pic>
      <p:grpSp>
        <p:nvGrpSpPr>
          <p:cNvPr id="1766" name="Google Shape;1766;p9"/>
          <p:cNvGrpSpPr/>
          <p:nvPr/>
        </p:nvGrpSpPr>
        <p:grpSpPr>
          <a:xfrm rot="5853725">
            <a:off x="2623064" y="82470"/>
            <a:ext cx="941222" cy="660532"/>
            <a:chOff x="8145313" y="-97619"/>
            <a:chExt cx="941225" cy="660534"/>
          </a:xfrm>
        </p:grpSpPr>
        <p:sp>
          <p:nvSpPr>
            <p:cNvPr id="1767" name="Google Shape;1767;p9"/>
            <p:cNvSpPr/>
            <p:nvPr/>
          </p:nvSpPr>
          <p:spPr>
            <a:xfrm flipH="1" rot="-2542547">
              <a:off x="8500418" y="81605"/>
              <a:ext cx="203861" cy="1161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8" name="Google Shape;1768;p9"/>
            <p:cNvSpPr/>
            <p:nvPr/>
          </p:nvSpPr>
          <p:spPr>
            <a:xfrm flipH="1" rot="-4689059">
              <a:off x="8140206" y="126102"/>
              <a:ext cx="156331" cy="1164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9"/>
            <p:cNvSpPr/>
            <p:nvPr/>
          </p:nvSpPr>
          <p:spPr>
            <a:xfrm flipH="1" rot="-2886029">
              <a:off x="8286619" y="-41018"/>
              <a:ext cx="203945" cy="116199"/>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9"/>
            <p:cNvSpPr/>
            <p:nvPr/>
          </p:nvSpPr>
          <p:spPr>
            <a:xfrm flipH="1" rot="-5930150">
              <a:off x="8308014" y="316892"/>
              <a:ext cx="189448"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9"/>
            <p:cNvSpPr/>
            <p:nvPr/>
          </p:nvSpPr>
          <p:spPr>
            <a:xfrm flipH="1" rot="-5933377">
              <a:off x="8179512" y="463414"/>
              <a:ext cx="118423" cy="7102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9"/>
            <p:cNvSpPr/>
            <p:nvPr/>
          </p:nvSpPr>
          <p:spPr>
            <a:xfrm flipH="1" rot="-261253">
              <a:off x="8576597" y="316833"/>
              <a:ext cx="118542" cy="7100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p9"/>
            <p:cNvSpPr/>
            <p:nvPr/>
          </p:nvSpPr>
          <p:spPr>
            <a:xfrm flipH="1" rot="-1854841">
              <a:off x="8839916" y="135394"/>
              <a:ext cx="118540" cy="7105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4" name="Google Shape;1774;p9"/>
            <p:cNvSpPr/>
            <p:nvPr/>
          </p:nvSpPr>
          <p:spPr>
            <a:xfrm flipH="1" rot="-2542547">
              <a:off x="8888334" y="312132"/>
              <a:ext cx="203861" cy="62236"/>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spd="slow" p14:dur="1000">
        <p14:flip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8" name="Shape 1778"/>
        <p:cNvGrpSpPr/>
        <p:nvPr/>
      </p:nvGrpSpPr>
      <p:grpSpPr>
        <a:xfrm>
          <a:off x="0" y="0"/>
          <a:ext cx="0" cy="0"/>
          <a:chOff x="0" y="0"/>
          <a:chExt cx="0" cy="0"/>
        </a:xfrm>
      </p:grpSpPr>
      <p:sp>
        <p:nvSpPr>
          <p:cNvPr id="1779" name="Google Shape;1779;p10"/>
          <p:cNvSpPr/>
          <p:nvPr/>
        </p:nvSpPr>
        <p:spPr>
          <a:xfrm>
            <a:off x="6079947" y="918450"/>
            <a:ext cx="819456" cy="693000"/>
          </a:xfrm>
          <a:prstGeom prst="rect">
            <a:avLst/>
          </a:prstGeom>
        </p:spPr>
        <p:txBody>
          <a:bodyPr>
            <a:prstTxWarp prst="textPlain"/>
          </a:bodyPr>
          <a:lstStyle/>
          <a:p>
            <a:pPr lvl="0" algn="ctr"/>
            <a:r>
              <a:rPr b="0" i="0">
                <a:ln cap="flat" cmpd="sng" w="19050">
                  <a:solidFill>
                    <a:schemeClr val="lt1"/>
                  </a:solidFill>
                  <a:prstDash val="solid"/>
                  <a:round/>
                  <a:headEnd len="sm" w="sm" type="none"/>
                  <a:tailEnd len="sm" w="sm" type="none"/>
                </a:ln>
                <a:noFill/>
                <a:latin typeface="Francois One"/>
              </a:rPr>
              <a:t>01</a:t>
            </a:r>
          </a:p>
        </p:txBody>
      </p:sp>
      <p:sp>
        <p:nvSpPr>
          <p:cNvPr id="1780" name="Google Shape;1780;p10"/>
          <p:cNvSpPr txBox="1"/>
          <p:nvPr>
            <p:ph type="title"/>
          </p:nvPr>
        </p:nvSpPr>
        <p:spPr>
          <a:xfrm>
            <a:off x="4222543" y="2124235"/>
            <a:ext cx="4525800" cy="1220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2800"/>
              <a:t>CIRCUITELE  DIN  STRUCTURA  DE  COMANDĂ</a:t>
            </a:r>
            <a:endParaRPr/>
          </a:p>
        </p:txBody>
      </p:sp>
      <p:cxnSp>
        <p:nvCxnSpPr>
          <p:cNvPr id="1781" name="Google Shape;1781;p10"/>
          <p:cNvCxnSpPr/>
          <p:nvPr/>
        </p:nvCxnSpPr>
        <p:spPr>
          <a:xfrm flipH="1" rot="10800000">
            <a:off x="4045625" y="1949150"/>
            <a:ext cx="5023200" cy="15000"/>
          </a:xfrm>
          <a:prstGeom prst="straightConnector1">
            <a:avLst/>
          </a:prstGeom>
          <a:noFill/>
          <a:ln cap="flat" cmpd="sng" w="152400">
            <a:solidFill>
              <a:schemeClr val="lt1"/>
            </a:solidFill>
            <a:prstDash val="solid"/>
            <a:round/>
            <a:headEnd len="sm" w="sm" type="none"/>
            <a:tailEnd len="sm" w="sm" type="none"/>
          </a:ln>
        </p:spPr>
      </p:cxnSp>
      <p:cxnSp>
        <p:nvCxnSpPr>
          <p:cNvPr id="1782" name="Google Shape;1782;p10"/>
          <p:cNvCxnSpPr/>
          <p:nvPr/>
        </p:nvCxnSpPr>
        <p:spPr>
          <a:xfrm>
            <a:off x="4695626" y="3477510"/>
            <a:ext cx="3588000" cy="0"/>
          </a:xfrm>
          <a:prstGeom prst="straightConnector1">
            <a:avLst/>
          </a:prstGeom>
          <a:noFill/>
          <a:ln cap="flat" cmpd="sng" w="152400">
            <a:solidFill>
              <a:schemeClr val="lt1"/>
            </a:solidFill>
            <a:prstDash val="solid"/>
            <a:round/>
            <a:headEnd len="sm" w="sm" type="none"/>
            <a:tailEnd len="sm" w="sm" type="none"/>
          </a:ln>
        </p:spPr>
      </p:cxnSp>
      <p:pic>
        <p:nvPicPr>
          <p:cNvPr id="1783" name="Google Shape;1783;p10"/>
          <p:cNvPicPr preferRelativeResize="0"/>
          <p:nvPr/>
        </p:nvPicPr>
        <p:blipFill rotWithShape="1">
          <a:blip r:embed="rId3">
            <a:alphaModFix/>
          </a:blip>
          <a:srcRect b="28901" l="0" r="0" t="-1104"/>
          <a:stretch/>
        </p:blipFill>
        <p:spPr>
          <a:xfrm rot="-5400000">
            <a:off x="-1114844" y="-389025"/>
            <a:ext cx="5457618" cy="5921532"/>
          </a:xfrm>
          <a:prstGeom prst="flowChartDocument">
            <a:avLst/>
          </a:prstGeom>
          <a:noFill/>
          <a:ln>
            <a:noFill/>
          </a:ln>
        </p:spPr>
      </p:pic>
      <p:grpSp>
        <p:nvGrpSpPr>
          <p:cNvPr id="1784" name="Google Shape;1784;p10"/>
          <p:cNvGrpSpPr/>
          <p:nvPr/>
        </p:nvGrpSpPr>
        <p:grpSpPr>
          <a:xfrm>
            <a:off x="3418025" y="4307950"/>
            <a:ext cx="1697075" cy="1035325"/>
            <a:chOff x="1894025" y="3393550"/>
            <a:chExt cx="1697075" cy="1035325"/>
          </a:xfrm>
        </p:grpSpPr>
        <p:sp>
          <p:nvSpPr>
            <p:cNvPr id="1785" name="Google Shape;1785;p10"/>
            <p:cNvSpPr/>
            <p:nvPr/>
          </p:nvSpPr>
          <p:spPr>
            <a:xfrm>
              <a:off x="1894025" y="3393550"/>
              <a:ext cx="1697075" cy="1035325"/>
            </a:xfrm>
            <a:custGeom>
              <a:rect b="b" l="l" r="r" t="t"/>
              <a:pathLst>
                <a:path extrusionOk="0" h="41413" w="67883">
                  <a:moveTo>
                    <a:pt x="34981" y="1"/>
                  </a:moveTo>
                  <a:cubicBezTo>
                    <a:pt x="33264" y="1"/>
                    <a:pt x="31592" y="379"/>
                    <a:pt x="29655" y="1074"/>
                  </a:cubicBezTo>
                  <a:cubicBezTo>
                    <a:pt x="25952" y="2375"/>
                    <a:pt x="22617" y="4510"/>
                    <a:pt x="19381" y="6678"/>
                  </a:cubicBezTo>
                  <a:cubicBezTo>
                    <a:pt x="14344" y="10114"/>
                    <a:pt x="9074" y="13216"/>
                    <a:pt x="4203" y="16919"/>
                  </a:cubicBezTo>
                  <a:cubicBezTo>
                    <a:pt x="3136" y="17719"/>
                    <a:pt x="2102" y="18553"/>
                    <a:pt x="1335" y="19654"/>
                  </a:cubicBezTo>
                  <a:cubicBezTo>
                    <a:pt x="0" y="21656"/>
                    <a:pt x="401" y="25325"/>
                    <a:pt x="2669" y="26593"/>
                  </a:cubicBezTo>
                  <a:cubicBezTo>
                    <a:pt x="3436" y="27026"/>
                    <a:pt x="4337" y="27126"/>
                    <a:pt x="5171" y="27293"/>
                  </a:cubicBezTo>
                  <a:cubicBezTo>
                    <a:pt x="6905" y="27693"/>
                    <a:pt x="8507" y="28461"/>
                    <a:pt x="10108" y="29194"/>
                  </a:cubicBezTo>
                  <a:cubicBezTo>
                    <a:pt x="17179" y="32530"/>
                    <a:pt x="24218" y="35832"/>
                    <a:pt x="31289" y="39168"/>
                  </a:cubicBezTo>
                  <a:cubicBezTo>
                    <a:pt x="33295" y="40123"/>
                    <a:pt x="35422" y="41412"/>
                    <a:pt x="37699" y="41412"/>
                  </a:cubicBezTo>
                  <a:cubicBezTo>
                    <a:pt x="37808" y="41412"/>
                    <a:pt x="37918" y="41409"/>
                    <a:pt x="38028" y="41403"/>
                  </a:cubicBezTo>
                  <a:cubicBezTo>
                    <a:pt x="40863" y="41236"/>
                    <a:pt x="43298" y="39468"/>
                    <a:pt x="45299" y="37467"/>
                  </a:cubicBezTo>
                  <a:cubicBezTo>
                    <a:pt x="47101" y="35666"/>
                    <a:pt x="48669" y="33564"/>
                    <a:pt x="50770" y="32096"/>
                  </a:cubicBezTo>
                  <a:cubicBezTo>
                    <a:pt x="52972" y="30495"/>
                    <a:pt x="55473" y="29328"/>
                    <a:pt x="57608" y="27593"/>
                  </a:cubicBezTo>
                  <a:cubicBezTo>
                    <a:pt x="58976" y="26492"/>
                    <a:pt x="60243" y="25225"/>
                    <a:pt x="61711" y="24258"/>
                  </a:cubicBezTo>
                  <a:cubicBezTo>
                    <a:pt x="62979" y="23424"/>
                    <a:pt x="64380" y="22790"/>
                    <a:pt x="65547" y="21789"/>
                  </a:cubicBezTo>
                  <a:cubicBezTo>
                    <a:pt x="67482" y="20121"/>
                    <a:pt x="67882" y="16986"/>
                    <a:pt x="67515" y="14551"/>
                  </a:cubicBezTo>
                  <a:cubicBezTo>
                    <a:pt x="67449" y="14117"/>
                    <a:pt x="67215" y="13683"/>
                    <a:pt x="66848" y="13316"/>
                  </a:cubicBezTo>
                  <a:cubicBezTo>
                    <a:pt x="65514" y="11882"/>
                    <a:pt x="62612" y="10881"/>
                    <a:pt x="61311" y="10181"/>
                  </a:cubicBezTo>
                  <a:cubicBezTo>
                    <a:pt x="58642" y="8746"/>
                    <a:pt x="55907" y="7412"/>
                    <a:pt x="53172" y="6145"/>
                  </a:cubicBezTo>
                  <a:cubicBezTo>
                    <a:pt x="48635" y="4076"/>
                    <a:pt x="43965" y="2208"/>
                    <a:pt x="39195" y="707"/>
                  </a:cubicBezTo>
                  <a:cubicBezTo>
                    <a:pt x="37667" y="227"/>
                    <a:pt x="36310" y="1"/>
                    <a:pt x="3498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p10"/>
            <p:cNvSpPr/>
            <p:nvPr/>
          </p:nvSpPr>
          <p:spPr>
            <a:xfrm>
              <a:off x="1894025" y="3729775"/>
              <a:ext cx="1697075" cy="699100"/>
            </a:xfrm>
            <a:custGeom>
              <a:rect b="b" l="l" r="r" t="t"/>
              <a:pathLst>
                <a:path extrusionOk="0" h="27964" w="67883">
                  <a:moveTo>
                    <a:pt x="66948" y="1"/>
                  </a:moveTo>
                  <a:cubicBezTo>
                    <a:pt x="66781" y="534"/>
                    <a:pt x="66515" y="1035"/>
                    <a:pt x="66214" y="1502"/>
                  </a:cubicBezTo>
                  <a:cubicBezTo>
                    <a:pt x="65547" y="2636"/>
                    <a:pt x="64847" y="3737"/>
                    <a:pt x="63946" y="4704"/>
                  </a:cubicBezTo>
                  <a:cubicBezTo>
                    <a:pt x="62979" y="5705"/>
                    <a:pt x="61811" y="6505"/>
                    <a:pt x="60644" y="7273"/>
                  </a:cubicBezTo>
                  <a:cubicBezTo>
                    <a:pt x="56874" y="9875"/>
                    <a:pt x="53105" y="12443"/>
                    <a:pt x="49369" y="15012"/>
                  </a:cubicBezTo>
                  <a:cubicBezTo>
                    <a:pt x="48268" y="15745"/>
                    <a:pt x="47167" y="16513"/>
                    <a:pt x="46233" y="17413"/>
                  </a:cubicBezTo>
                  <a:cubicBezTo>
                    <a:pt x="44999" y="18647"/>
                    <a:pt x="44032" y="20182"/>
                    <a:pt x="42564" y="21116"/>
                  </a:cubicBezTo>
                  <a:cubicBezTo>
                    <a:pt x="41326" y="21912"/>
                    <a:pt x="39911" y="22206"/>
                    <a:pt x="38442" y="22206"/>
                  </a:cubicBezTo>
                  <a:cubicBezTo>
                    <a:pt x="36587" y="22206"/>
                    <a:pt x="34644" y="21737"/>
                    <a:pt x="32857" y="21216"/>
                  </a:cubicBezTo>
                  <a:cubicBezTo>
                    <a:pt x="31023" y="20682"/>
                    <a:pt x="28921" y="20282"/>
                    <a:pt x="27153" y="19515"/>
                  </a:cubicBezTo>
                  <a:cubicBezTo>
                    <a:pt x="25419" y="18714"/>
                    <a:pt x="23884" y="17580"/>
                    <a:pt x="22050" y="16846"/>
                  </a:cubicBezTo>
                  <a:lnTo>
                    <a:pt x="12042" y="12943"/>
                  </a:lnTo>
                  <a:cubicBezTo>
                    <a:pt x="11375" y="12677"/>
                    <a:pt x="10675" y="12410"/>
                    <a:pt x="9974" y="12143"/>
                  </a:cubicBezTo>
                  <a:cubicBezTo>
                    <a:pt x="7939" y="11342"/>
                    <a:pt x="5738" y="10442"/>
                    <a:pt x="4537" y="8607"/>
                  </a:cubicBezTo>
                  <a:cubicBezTo>
                    <a:pt x="4103" y="7940"/>
                    <a:pt x="3803" y="7206"/>
                    <a:pt x="3336" y="6572"/>
                  </a:cubicBezTo>
                  <a:cubicBezTo>
                    <a:pt x="3003" y="6072"/>
                    <a:pt x="2536" y="5605"/>
                    <a:pt x="1969" y="5405"/>
                  </a:cubicBezTo>
                  <a:cubicBezTo>
                    <a:pt x="1735" y="5671"/>
                    <a:pt x="1535" y="5905"/>
                    <a:pt x="1368" y="6172"/>
                  </a:cubicBezTo>
                  <a:cubicBezTo>
                    <a:pt x="0" y="8173"/>
                    <a:pt x="401" y="11876"/>
                    <a:pt x="2669" y="13144"/>
                  </a:cubicBezTo>
                  <a:cubicBezTo>
                    <a:pt x="3436" y="13577"/>
                    <a:pt x="4337" y="13677"/>
                    <a:pt x="5171" y="13844"/>
                  </a:cubicBezTo>
                  <a:cubicBezTo>
                    <a:pt x="6905" y="14244"/>
                    <a:pt x="8540" y="14978"/>
                    <a:pt x="10141" y="15745"/>
                  </a:cubicBezTo>
                  <a:cubicBezTo>
                    <a:pt x="17179" y="19048"/>
                    <a:pt x="24251" y="22383"/>
                    <a:pt x="31289" y="25719"/>
                  </a:cubicBezTo>
                  <a:cubicBezTo>
                    <a:pt x="33327" y="26674"/>
                    <a:pt x="35425" y="27963"/>
                    <a:pt x="37728" y="27963"/>
                  </a:cubicBezTo>
                  <a:cubicBezTo>
                    <a:pt x="37839" y="27963"/>
                    <a:pt x="37950" y="27960"/>
                    <a:pt x="38061" y="27954"/>
                  </a:cubicBezTo>
                  <a:cubicBezTo>
                    <a:pt x="40863" y="27787"/>
                    <a:pt x="43298" y="25986"/>
                    <a:pt x="45299" y="24018"/>
                  </a:cubicBezTo>
                  <a:cubicBezTo>
                    <a:pt x="47101" y="22217"/>
                    <a:pt x="48669" y="20115"/>
                    <a:pt x="50770" y="18614"/>
                  </a:cubicBezTo>
                  <a:cubicBezTo>
                    <a:pt x="53005" y="17046"/>
                    <a:pt x="55473" y="15879"/>
                    <a:pt x="57608" y="14144"/>
                  </a:cubicBezTo>
                  <a:cubicBezTo>
                    <a:pt x="58976" y="13043"/>
                    <a:pt x="60243" y="11776"/>
                    <a:pt x="61711" y="10809"/>
                  </a:cubicBezTo>
                  <a:cubicBezTo>
                    <a:pt x="62979" y="9975"/>
                    <a:pt x="64380" y="9341"/>
                    <a:pt x="65547" y="8340"/>
                  </a:cubicBezTo>
                  <a:cubicBezTo>
                    <a:pt x="67482" y="6672"/>
                    <a:pt x="67882" y="3537"/>
                    <a:pt x="67515" y="1102"/>
                  </a:cubicBezTo>
                  <a:cubicBezTo>
                    <a:pt x="67449" y="701"/>
                    <a:pt x="67248" y="334"/>
                    <a:pt x="6694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p10"/>
            <p:cNvSpPr/>
            <p:nvPr/>
          </p:nvSpPr>
          <p:spPr>
            <a:xfrm>
              <a:off x="3018150" y="3834850"/>
              <a:ext cx="564600" cy="498725"/>
            </a:xfrm>
            <a:custGeom>
              <a:rect b="b" l="l" r="r" t="t"/>
              <a:pathLst>
                <a:path extrusionOk="0" h="19949" w="22584">
                  <a:moveTo>
                    <a:pt x="22584" y="1"/>
                  </a:moveTo>
                  <a:cubicBezTo>
                    <a:pt x="19982" y="1935"/>
                    <a:pt x="17547" y="4104"/>
                    <a:pt x="15412" y="6539"/>
                  </a:cubicBezTo>
                  <a:cubicBezTo>
                    <a:pt x="15070" y="6907"/>
                    <a:pt x="14623" y="7297"/>
                    <a:pt x="14188" y="7297"/>
                  </a:cubicBezTo>
                  <a:cubicBezTo>
                    <a:pt x="14072" y="7297"/>
                    <a:pt x="13957" y="7269"/>
                    <a:pt x="13844" y="7206"/>
                  </a:cubicBezTo>
                  <a:cubicBezTo>
                    <a:pt x="13410" y="6939"/>
                    <a:pt x="13377" y="6339"/>
                    <a:pt x="13144" y="5938"/>
                  </a:cubicBezTo>
                  <a:cubicBezTo>
                    <a:pt x="12943" y="5638"/>
                    <a:pt x="12643" y="5471"/>
                    <a:pt x="12310" y="5405"/>
                  </a:cubicBezTo>
                  <a:cubicBezTo>
                    <a:pt x="11943" y="5672"/>
                    <a:pt x="11576" y="5905"/>
                    <a:pt x="11209" y="6172"/>
                  </a:cubicBezTo>
                  <a:cubicBezTo>
                    <a:pt x="11109" y="7273"/>
                    <a:pt x="11509" y="8474"/>
                    <a:pt x="11109" y="9541"/>
                  </a:cubicBezTo>
                  <a:cubicBezTo>
                    <a:pt x="10709" y="10542"/>
                    <a:pt x="9708" y="11142"/>
                    <a:pt x="8807" y="11642"/>
                  </a:cubicBezTo>
                  <a:cubicBezTo>
                    <a:pt x="7540" y="12376"/>
                    <a:pt x="6239" y="13110"/>
                    <a:pt x="4971" y="13811"/>
                  </a:cubicBezTo>
                  <a:cubicBezTo>
                    <a:pt x="4537" y="14059"/>
                    <a:pt x="4000" y="14294"/>
                    <a:pt x="3528" y="14294"/>
                  </a:cubicBezTo>
                  <a:cubicBezTo>
                    <a:pt x="3238" y="14294"/>
                    <a:pt x="2972" y="14206"/>
                    <a:pt x="2770" y="13977"/>
                  </a:cubicBezTo>
                  <a:cubicBezTo>
                    <a:pt x="2369" y="13510"/>
                    <a:pt x="2503" y="12843"/>
                    <a:pt x="2469" y="12210"/>
                  </a:cubicBezTo>
                  <a:lnTo>
                    <a:pt x="2469" y="12210"/>
                  </a:lnTo>
                  <a:cubicBezTo>
                    <a:pt x="2036" y="12543"/>
                    <a:pt x="1635" y="12877"/>
                    <a:pt x="1268" y="13244"/>
                  </a:cubicBezTo>
                  <a:cubicBezTo>
                    <a:pt x="835" y="13677"/>
                    <a:pt x="401" y="14178"/>
                    <a:pt x="1" y="14645"/>
                  </a:cubicBezTo>
                  <a:cubicBezTo>
                    <a:pt x="168" y="15512"/>
                    <a:pt x="301" y="16379"/>
                    <a:pt x="368" y="17280"/>
                  </a:cubicBezTo>
                  <a:cubicBezTo>
                    <a:pt x="435" y="18180"/>
                    <a:pt x="334" y="19081"/>
                    <a:pt x="234" y="19948"/>
                  </a:cubicBezTo>
                  <a:cubicBezTo>
                    <a:pt x="268" y="19915"/>
                    <a:pt x="301" y="19848"/>
                    <a:pt x="334" y="19815"/>
                  </a:cubicBezTo>
                  <a:cubicBezTo>
                    <a:pt x="2136" y="18014"/>
                    <a:pt x="3704" y="15912"/>
                    <a:pt x="5805" y="14444"/>
                  </a:cubicBezTo>
                  <a:cubicBezTo>
                    <a:pt x="8040" y="12843"/>
                    <a:pt x="10508" y="11676"/>
                    <a:pt x="12643" y="9975"/>
                  </a:cubicBezTo>
                  <a:cubicBezTo>
                    <a:pt x="14011" y="8840"/>
                    <a:pt x="15278" y="7606"/>
                    <a:pt x="16746" y="6606"/>
                  </a:cubicBezTo>
                  <a:cubicBezTo>
                    <a:pt x="18014" y="5772"/>
                    <a:pt x="19415" y="5138"/>
                    <a:pt x="20582" y="4137"/>
                  </a:cubicBezTo>
                  <a:cubicBezTo>
                    <a:pt x="20716" y="4037"/>
                    <a:pt x="20849" y="3904"/>
                    <a:pt x="20949" y="3770"/>
                  </a:cubicBezTo>
                  <a:cubicBezTo>
                    <a:pt x="20983" y="3737"/>
                    <a:pt x="21016" y="3670"/>
                    <a:pt x="21049" y="3637"/>
                  </a:cubicBezTo>
                  <a:cubicBezTo>
                    <a:pt x="21149" y="3537"/>
                    <a:pt x="21216" y="3437"/>
                    <a:pt x="21283" y="3337"/>
                  </a:cubicBezTo>
                  <a:cubicBezTo>
                    <a:pt x="21349" y="3303"/>
                    <a:pt x="21383" y="3270"/>
                    <a:pt x="21416" y="3203"/>
                  </a:cubicBezTo>
                  <a:cubicBezTo>
                    <a:pt x="21483" y="3103"/>
                    <a:pt x="21550" y="3003"/>
                    <a:pt x="21616" y="2903"/>
                  </a:cubicBezTo>
                  <a:cubicBezTo>
                    <a:pt x="21650" y="2836"/>
                    <a:pt x="21650" y="2803"/>
                    <a:pt x="21683" y="2736"/>
                  </a:cubicBezTo>
                  <a:cubicBezTo>
                    <a:pt x="21750" y="2603"/>
                    <a:pt x="21850" y="2469"/>
                    <a:pt x="21883" y="2336"/>
                  </a:cubicBezTo>
                  <a:cubicBezTo>
                    <a:pt x="21917" y="2336"/>
                    <a:pt x="21917" y="2302"/>
                    <a:pt x="21917" y="2269"/>
                  </a:cubicBezTo>
                  <a:cubicBezTo>
                    <a:pt x="22083" y="1935"/>
                    <a:pt x="22217" y="1569"/>
                    <a:pt x="22317" y="1168"/>
                  </a:cubicBezTo>
                  <a:cubicBezTo>
                    <a:pt x="22384" y="1001"/>
                    <a:pt x="22417" y="801"/>
                    <a:pt x="22450" y="601"/>
                  </a:cubicBezTo>
                  <a:cubicBezTo>
                    <a:pt x="22450" y="601"/>
                    <a:pt x="22450" y="601"/>
                    <a:pt x="22484" y="568"/>
                  </a:cubicBezTo>
                  <a:cubicBezTo>
                    <a:pt x="22517" y="368"/>
                    <a:pt x="22550" y="201"/>
                    <a:pt x="2258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8" name="Google Shape;1788;p10"/>
            <p:cNvSpPr/>
            <p:nvPr/>
          </p:nvSpPr>
          <p:spPr>
            <a:xfrm>
              <a:off x="1911525" y="3844025"/>
              <a:ext cx="833125" cy="511725"/>
            </a:xfrm>
            <a:custGeom>
              <a:rect b="b" l="l" r="r" t="t"/>
              <a:pathLst>
                <a:path extrusionOk="0" h="20469" w="33325">
                  <a:moveTo>
                    <a:pt x="2136" y="1"/>
                  </a:moveTo>
                  <a:cubicBezTo>
                    <a:pt x="1569" y="501"/>
                    <a:pt x="1068" y="1001"/>
                    <a:pt x="635" y="1635"/>
                  </a:cubicBezTo>
                  <a:cubicBezTo>
                    <a:pt x="335" y="2102"/>
                    <a:pt x="101" y="2669"/>
                    <a:pt x="1" y="3303"/>
                  </a:cubicBezTo>
                  <a:cubicBezTo>
                    <a:pt x="2336" y="4771"/>
                    <a:pt x="4204" y="6739"/>
                    <a:pt x="6839" y="7940"/>
                  </a:cubicBezTo>
                  <a:cubicBezTo>
                    <a:pt x="9641" y="9207"/>
                    <a:pt x="12610" y="10075"/>
                    <a:pt x="15412" y="11409"/>
                  </a:cubicBezTo>
                  <a:cubicBezTo>
                    <a:pt x="18414" y="12810"/>
                    <a:pt x="21183" y="14678"/>
                    <a:pt x="24252" y="15912"/>
                  </a:cubicBezTo>
                  <a:cubicBezTo>
                    <a:pt x="26153" y="16646"/>
                    <a:pt x="28321" y="17313"/>
                    <a:pt x="29188" y="19148"/>
                  </a:cubicBezTo>
                  <a:cubicBezTo>
                    <a:pt x="29389" y="19548"/>
                    <a:pt x="29522" y="20048"/>
                    <a:pt x="29922" y="20315"/>
                  </a:cubicBezTo>
                  <a:cubicBezTo>
                    <a:pt x="30074" y="20421"/>
                    <a:pt x="30243" y="20469"/>
                    <a:pt x="30421" y="20469"/>
                  </a:cubicBezTo>
                  <a:cubicBezTo>
                    <a:pt x="31029" y="20469"/>
                    <a:pt x="31749" y="19918"/>
                    <a:pt x="32291" y="19248"/>
                  </a:cubicBezTo>
                  <a:cubicBezTo>
                    <a:pt x="32924" y="18447"/>
                    <a:pt x="33325" y="17513"/>
                    <a:pt x="33058" y="17013"/>
                  </a:cubicBezTo>
                  <a:cubicBezTo>
                    <a:pt x="32958" y="16779"/>
                    <a:pt x="32791" y="16613"/>
                    <a:pt x="32591" y="16446"/>
                  </a:cubicBezTo>
                  <a:cubicBezTo>
                    <a:pt x="29922" y="14178"/>
                    <a:pt x="26420" y="13277"/>
                    <a:pt x="23151" y="12043"/>
                  </a:cubicBezTo>
                  <a:cubicBezTo>
                    <a:pt x="20149" y="10909"/>
                    <a:pt x="17247" y="9474"/>
                    <a:pt x="14378" y="8073"/>
                  </a:cubicBezTo>
                  <a:cubicBezTo>
                    <a:pt x="12944" y="7373"/>
                    <a:pt x="11476" y="6639"/>
                    <a:pt x="10041" y="5972"/>
                  </a:cubicBezTo>
                  <a:cubicBezTo>
                    <a:pt x="8874" y="5471"/>
                    <a:pt x="7440" y="5138"/>
                    <a:pt x="6439" y="4404"/>
                  </a:cubicBezTo>
                  <a:cubicBezTo>
                    <a:pt x="4938" y="3303"/>
                    <a:pt x="4004" y="1535"/>
                    <a:pt x="2569" y="334"/>
                  </a:cubicBezTo>
                  <a:cubicBezTo>
                    <a:pt x="2436" y="201"/>
                    <a:pt x="2303" y="101"/>
                    <a:pt x="213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9" name="Google Shape;1789;p10"/>
            <p:cNvSpPr/>
            <p:nvPr/>
          </p:nvSpPr>
          <p:spPr>
            <a:xfrm>
              <a:off x="1912375" y="3393550"/>
              <a:ext cx="1669550" cy="526400"/>
            </a:xfrm>
            <a:custGeom>
              <a:rect b="b" l="l" r="r" t="t"/>
              <a:pathLst>
                <a:path extrusionOk="0" h="21056" w="66782">
                  <a:moveTo>
                    <a:pt x="34247" y="1"/>
                  </a:moveTo>
                  <a:cubicBezTo>
                    <a:pt x="32530" y="1"/>
                    <a:pt x="30858" y="379"/>
                    <a:pt x="28921" y="1074"/>
                  </a:cubicBezTo>
                  <a:cubicBezTo>
                    <a:pt x="25218" y="2375"/>
                    <a:pt x="21883" y="4510"/>
                    <a:pt x="18647" y="6678"/>
                  </a:cubicBezTo>
                  <a:cubicBezTo>
                    <a:pt x="13610" y="10114"/>
                    <a:pt x="8340" y="13216"/>
                    <a:pt x="3469" y="16919"/>
                  </a:cubicBezTo>
                  <a:cubicBezTo>
                    <a:pt x="2402" y="17719"/>
                    <a:pt x="1368" y="18553"/>
                    <a:pt x="601" y="19654"/>
                  </a:cubicBezTo>
                  <a:cubicBezTo>
                    <a:pt x="334" y="20054"/>
                    <a:pt x="134" y="20522"/>
                    <a:pt x="0" y="21055"/>
                  </a:cubicBezTo>
                  <a:cubicBezTo>
                    <a:pt x="1301" y="19854"/>
                    <a:pt x="2669" y="18720"/>
                    <a:pt x="4103" y="17653"/>
                  </a:cubicBezTo>
                  <a:cubicBezTo>
                    <a:pt x="7839" y="14917"/>
                    <a:pt x="11909" y="12649"/>
                    <a:pt x="16045" y="10581"/>
                  </a:cubicBezTo>
                  <a:cubicBezTo>
                    <a:pt x="18413" y="9414"/>
                    <a:pt x="20782" y="8313"/>
                    <a:pt x="23184" y="7212"/>
                  </a:cubicBezTo>
                  <a:cubicBezTo>
                    <a:pt x="24470" y="6592"/>
                    <a:pt x="25931" y="5987"/>
                    <a:pt x="27315" y="5987"/>
                  </a:cubicBezTo>
                  <a:cubicBezTo>
                    <a:pt x="27941" y="5987"/>
                    <a:pt x="28550" y="6110"/>
                    <a:pt x="29121" y="6411"/>
                  </a:cubicBezTo>
                  <a:cubicBezTo>
                    <a:pt x="30022" y="6845"/>
                    <a:pt x="30689" y="7679"/>
                    <a:pt x="31523" y="8213"/>
                  </a:cubicBezTo>
                  <a:cubicBezTo>
                    <a:pt x="32154" y="8589"/>
                    <a:pt x="32882" y="8770"/>
                    <a:pt x="33611" y="8770"/>
                  </a:cubicBezTo>
                  <a:cubicBezTo>
                    <a:pt x="34695" y="8770"/>
                    <a:pt x="35782" y="8370"/>
                    <a:pt x="36560" y="7612"/>
                  </a:cubicBezTo>
                  <a:cubicBezTo>
                    <a:pt x="37060" y="7112"/>
                    <a:pt x="37427" y="6445"/>
                    <a:pt x="38061" y="6078"/>
                  </a:cubicBezTo>
                  <a:cubicBezTo>
                    <a:pt x="38595" y="5711"/>
                    <a:pt x="39295" y="5644"/>
                    <a:pt x="39962" y="5611"/>
                  </a:cubicBezTo>
                  <a:cubicBezTo>
                    <a:pt x="40346" y="5588"/>
                    <a:pt x="40729" y="5577"/>
                    <a:pt x="41109" y="5577"/>
                  </a:cubicBezTo>
                  <a:cubicBezTo>
                    <a:pt x="50134" y="5577"/>
                    <a:pt x="58043" y="11830"/>
                    <a:pt x="66781" y="14551"/>
                  </a:cubicBezTo>
                  <a:cubicBezTo>
                    <a:pt x="66715" y="14117"/>
                    <a:pt x="66448" y="13683"/>
                    <a:pt x="66114" y="13316"/>
                  </a:cubicBezTo>
                  <a:cubicBezTo>
                    <a:pt x="64780" y="11882"/>
                    <a:pt x="61878" y="10881"/>
                    <a:pt x="60577" y="10181"/>
                  </a:cubicBezTo>
                  <a:cubicBezTo>
                    <a:pt x="57908" y="8746"/>
                    <a:pt x="55173" y="7412"/>
                    <a:pt x="52438" y="6145"/>
                  </a:cubicBezTo>
                  <a:cubicBezTo>
                    <a:pt x="47901" y="4076"/>
                    <a:pt x="43231" y="2208"/>
                    <a:pt x="38461" y="707"/>
                  </a:cubicBezTo>
                  <a:cubicBezTo>
                    <a:pt x="36933" y="227"/>
                    <a:pt x="35576" y="1"/>
                    <a:pt x="3424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spd="slow" p14:dur="1000">
        <p14:prism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3" name="Shape 1793"/>
        <p:cNvGrpSpPr/>
        <p:nvPr/>
      </p:nvGrpSpPr>
      <p:grpSpPr>
        <a:xfrm>
          <a:off x="0" y="0"/>
          <a:ext cx="0" cy="0"/>
          <a:chOff x="0" y="0"/>
          <a:chExt cx="0" cy="0"/>
        </a:xfrm>
      </p:grpSpPr>
      <p:sp>
        <p:nvSpPr>
          <p:cNvPr id="1794" name="Google Shape;1794;p11"/>
          <p:cNvSpPr txBox="1"/>
          <p:nvPr>
            <p:ph idx="6" type="title"/>
          </p:nvPr>
        </p:nvSpPr>
        <p:spPr>
          <a:xfrm>
            <a:off x="713250" y="272265"/>
            <a:ext cx="7717500" cy="29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SCHEMA UNITĂȚII DE COMANDĂ</a:t>
            </a:r>
            <a:endParaRPr b="0" sz="2500"/>
          </a:p>
        </p:txBody>
      </p:sp>
      <p:pic>
        <p:nvPicPr>
          <p:cNvPr id="1795" name="Google Shape;1795;p11"/>
          <p:cNvPicPr preferRelativeResize="0"/>
          <p:nvPr/>
        </p:nvPicPr>
        <p:blipFill rotWithShape="1">
          <a:blip r:embed="rId3">
            <a:alphaModFix/>
          </a:blip>
          <a:srcRect b="0" l="0" r="0" t="0"/>
          <a:stretch/>
        </p:blipFill>
        <p:spPr>
          <a:xfrm>
            <a:off x="1415650" y="804725"/>
            <a:ext cx="6312701" cy="3801400"/>
          </a:xfrm>
          <a:prstGeom prst="rect">
            <a:avLst/>
          </a:prstGeom>
          <a:noFill/>
          <a:ln cap="flat" cmpd="sng" w="114300">
            <a:solidFill>
              <a:schemeClr val="lt1"/>
            </a:solidFill>
            <a:prstDash val="solid"/>
            <a:round/>
            <a:headEnd len="sm" w="sm" type="none"/>
            <a:tailEnd len="sm" w="sm" type="none"/>
          </a:ln>
        </p:spPr>
      </p:pic>
    </p:spTree>
  </p:cSld>
  <p:clrMapOvr>
    <a:masterClrMapping/>
  </p:clrMapOvr>
  <mc:AlternateContent>
    <mc:Choice Requires="p14">
      <p:transition spd="slow" p14:dur="1000">
        <p14:prism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9" name="Shape 1799"/>
        <p:cNvGrpSpPr/>
        <p:nvPr/>
      </p:nvGrpSpPr>
      <p:grpSpPr>
        <a:xfrm>
          <a:off x="0" y="0"/>
          <a:ext cx="0" cy="0"/>
          <a:chOff x="0" y="0"/>
          <a:chExt cx="0" cy="0"/>
        </a:xfrm>
      </p:grpSpPr>
      <p:sp>
        <p:nvSpPr>
          <p:cNvPr id="1800" name="Google Shape;1800;p12"/>
          <p:cNvSpPr txBox="1"/>
          <p:nvPr>
            <p:ph type="title"/>
          </p:nvPr>
        </p:nvSpPr>
        <p:spPr>
          <a:xfrm>
            <a:off x="713250" y="99590"/>
            <a:ext cx="7717500" cy="29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Memoria de microprogram</a:t>
            </a:r>
            <a:endParaRPr/>
          </a:p>
        </p:txBody>
      </p:sp>
      <p:cxnSp>
        <p:nvCxnSpPr>
          <p:cNvPr id="1801" name="Google Shape;1801;p12"/>
          <p:cNvCxnSpPr/>
          <p:nvPr/>
        </p:nvCxnSpPr>
        <p:spPr>
          <a:xfrm>
            <a:off x="1627050" y="531550"/>
            <a:ext cx="5889900" cy="0"/>
          </a:xfrm>
          <a:prstGeom prst="straightConnector1">
            <a:avLst/>
          </a:prstGeom>
          <a:noFill/>
          <a:ln cap="flat" cmpd="sng" w="152400">
            <a:solidFill>
              <a:schemeClr val="lt1"/>
            </a:solidFill>
            <a:prstDash val="solid"/>
            <a:round/>
            <a:headEnd len="sm" w="sm" type="none"/>
            <a:tailEnd len="sm" w="sm" type="none"/>
          </a:ln>
        </p:spPr>
      </p:cxnSp>
      <p:cxnSp>
        <p:nvCxnSpPr>
          <p:cNvPr id="1802" name="Google Shape;1802;p12"/>
          <p:cNvCxnSpPr/>
          <p:nvPr/>
        </p:nvCxnSpPr>
        <p:spPr>
          <a:xfrm>
            <a:off x="1627050" y="0"/>
            <a:ext cx="5889900" cy="0"/>
          </a:xfrm>
          <a:prstGeom prst="straightConnector1">
            <a:avLst/>
          </a:prstGeom>
          <a:noFill/>
          <a:ln cap="flat" cmpd="sng" w="152400">
            <a:solidFill>
              <a:schemeClr val="lt1"/>
            </a:solidFill>
            <a:prstDash val="solid"/>
            <a:round/>
            <a:headEnd len="sm" w="sm" type="none"/>
            <a:tailEnd len="sm" w="sm" type="none"/>
          </a:ln>
        </p:spPr>
      </p:cxnSp>
      <p:pic>
        <p:nvPicPr>
          <p:cNvPr id="1803" name="Google Shape;1803;p12"/>
          <p:cNvPicPr preferRelativeResize="0"/>
          <p:nvPr/>
        </p:nvPicPr>
        <p:blipFill rotWithShape="1">
          <a:blip r:embed="rId3">
            <a:alphaModFix/>
          </a:blip>
          <a:srcRect b="0" l="0" r="0" t="0"/>
          <a:stretch/>
        </p:blipFill>
        <p:spPr>
          <a:xfrm>
            <a:off x="2340300" y="671000"/>
            <a:ext cx="4694817" cy="4385350"/>
          </a:xfrm>
          <a:prstGeom prst="rect">
            <a:avLst/>
          </a:prstGeom>
          <a:noFill/>
          <a:ln cap="flat" cmpd="sng" w="19050">
            <a:solidFill>
              <a:schemeClr val="lt1"/>
            </a:solidFill>
            <a:prstDash val="solid"/>
            <a:round/>
            <a:headEnd len="sm" w="sm" type="none"/>
            <a:tailEnd len="sm" w="sm" type="none"/>
          </a:ln>
        </p:spPr>
      </p:pic>
    </p:spTree>
  </p:cSld>
  <p:clrMapOvr>
    <a:masterClrMapping/>
  </p:clrMapOvr>
  <mc:AlternateContent>
    <mc:Choice Requires="p14">
      <p:transition spd="slow" p14:dur="1000">
        <p14:prism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13"/>
          <p:cNvSpPr txBox="1"/>
          <p:nvPr>
            <p:ph idx="6" type="title"/>
          </p:nvPr>
        </p:nvSpPr>
        <p:spPr>
          <a:xfrm>
            <a:off x="713250" y="702165"/>
            <a:ext cx="7717500" cy="29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REGISTRUL DE ADRESE, MUX, INVERSOR, SAU</a:t>
            </a:r>
            <a:endParaRPr/>
          </a:p>
          <a:p>
            <a:pPr indent="0" lvl="0" marL="0" rtl="0" algn="ctr">
              <a:lnSpc>
                <a:spcPct val="100000"/>
              </a:lnSpc>
              <a:spcBef>
                <a:spcPts val="0"/>
              </a:spcBef>
              <a:spcAft>
                <a:spcPts val="0"/>
              </a:spcAft>
              <a:buSzPts val="2800"/>
              <a:buNone/>
            </a:pPr>
            <a:r>
              <a:rPr b="0" lang="en" sz="2500"/>
              <a:t>(de la stânga la dreapta)</a:t>
            </a:r>
            <a:endParaRPr b="0" sz="2500"/>
          </a:p>
        </p:txBody>
      </p:sp>
      <p:pic>
        <p:nvPicPr>
          <p:cNvPr id="1809" name="Google Shape;1809;p13"/>
          <p:cNvPicPr preferRelativeResize="0"/>
          <p:nvPr/>
        </p:nvPicPr>
        <p:blipFill rotWithShape="1">
          <a:blip r:embed="rId3">
            <a:alphaModFix/>
          </a:blip>
          <a:srcRect b="0" l="0" r="0" t="0"/>
          <a:stretch/>
        </p:blipFill>
        <p:spPr>
          <a:xfrm>
            <a:off x="51025" y="1614225"/>
            <a:ext cx="2256175" cy="2038300"/>
          </a:xfrm>
          <a:prstGeom prst="rect">
            <a:avLst/>
          </a:prstGeom>
          <a:noFill/>
          <a:ln cap="flat" cmpd="sng" w="38100">
            <a:solidFill>
              <a:schemeClr val="lt2"/>
            </a:solidFill>
            <a:prstDash val="solid"/>
            <a:round/>
            <a:headEnd len="sm" w="sm" type="none"/>
            <a:tailEnd len="sm" w="sm" type="none"/>
          </a:ln>
        </p:spPr>
      </p:pic>
      <p:pic>
        <p:nvPicPr>
          <p:cNvPr id="1810" name="Google Shape;1810;p13"/>
          <p:cNvPicPr preferRelativeResize="0"/>
          <p:nvPr/>
        </p:nvPicPr>
        <p:blipFill rotWithShape="1">
          <a:blip r:embed="rId3">
            <a:alphaModFix/>
          </a:blip>
          <a:srcRect b="0" l="0" r="0" t="0"/>
          <a:stretch/>
        </p:blipFill>
        <p:spPr>
          <a:xfrm>
            <a:off x="2307190" y="1614222"/>
            <a:ext cx="2307189" cy="2038299"/>
          </a:xfrm>
          <a:prstGeom prst="rect">
            <a:avLst/>
          </a:prstGeom>
          <a:noFill/>
          <a:ln cap="flat" cmpd="sng" w="38100">
            <a:solidFill>
              <a:schemeClr val="lt2"/>
            </a:solidFill>
            <a:prstDash val="solid"/>
            <a:round/>
            <a:headEnd len="sm" w="sm" type="none"/>
            <a:tailEnd len="sm" w="sm" type="none"/>
          </a:ln>
        </p:spPr>
      </p:pic>
      <p:pic>
        <p:nvPicPr>
          <p:cNvPr id="1811" name="Google Shape;1811;p13"/>
          <p:cNvPicPr preferRelativeResize="0"/>
          <p:nvPr/>
        </p:nvPicPr>
        <p:blipFill rotWithShape="1">
          <a:blip r:embed="rId4">
            <a:alphaModFix/>
          </a:blip>
          <a:srcRect b="0" l="0" r="0" t="0"/>
          <a:stretch/>
        </p:blipFill>
        <p:spPr>
          <a:xfrm>
            <a:off x="7826100" y="1614225"/>
            <a:ext cx="1284800" cy="2038300"/>
          </a:xfrm>
          <a:prstGeom prst="rect">
            <a:avLst/>
          </a:prstGeom>
          <a:noFill/>
          <a:ln cap="flat" cmpd="sng" w="38100">
            <a:solidFill>
              <a:schemeClr val="lt2"/>
            </a:solidFill>
            <a:prstDash val="solid"/>
            <a:round/>
            <a:headEnd len="sm" w="sm" type="none"/>
            <a:tailEnd len="sm" w="sm" type="none"/>
          </a:ln>
        </p:spPr>
      </p:pic>
      <p:pic>
        <p:nvPicPr>
          <p:cNvPr id="1812" name="Google Shape;1812;p13"/>
          <p:cNvPicPr preferRelativeResize="0"/>
          <p:nvPr/>
        </p:nvPicPr>
        <p:blipFill rotWithShape="1">
          <a:blip r:embed="rId5">
            <a:alphaModFix/>
          </a:blip>
          <a:srcRect b="0" l="0" r="0" t="0"/>
          <a:stretch/>
        </p:blipFill>
        <p:spPr>
          <a:xfrm>
            <a:off x="6814125" y="1614225"/>
            <a:ext cx="1011975" cy="2038300"/>
          </a:xfrm>
          <a:prstGeom prst="rect">
            <a:avLst/>
          </a:prstGeom>
          <a:noFill/>
          <a:ln cap="flat" cmpd="sng" w="38100">
            <a:solidFill>
              <a:schemeClr val="lt2"/>
            </a:solidFill>
            <a:prstDash val="solid"/>
            <a:round/>
            <a:headEnd len="sm" w="sm" type="none"/>
            <a:tailEnd len="sm" w="sm" type="none"/>
          </a:ln>
        </p:spPr>
      </p:pic>
      <p:pic>
        <p:nvPicPr>
          <p:cNvPr id="1813" name="Google Shape;1813;p13"/>
          <p:cNvPicPr preferRelativeResize="0"/>
          <p:nvPr/>
        </p:nvPicPr>
        <p:blipFill rotWithShape="1">
          <a:blip r:embed="rId6">
            <a:alphaModFix/>
          </a:blip>
          <a:srcRect b="0" l="0" r="0" t="0"/>
          <a:stretch/>
        </p:blipFill>
        <p:spPr>
          <a:xfrm>
            <a:off x="4614375" y="1614225"/>
            <a:ext cx="2199750" cy="2038300"/>
          </a:xfrm>
          <a:prstGeom prst="rect">
            <a:avLst/>
          </a:prstGeom>
          <a:noFill/>
          <a:ln cap="flat" cmpd="sng" w="38100">
            <a:solidFill>
              <a:schemeClr val="lt2"/>
            </a:solidFill>
            <a:prstDash val="solid"/>
            <a:round/>
            <a:headEnd len="sm" w="sm" type="none"/>
            <a:tailEnd len="sm" w="sm" type="none"/>
          </a:ln>
        </p:spPr>
      </p:pic>
    </p:spTree>
  </p:cSld>
  <p:clrMapOvr>
    <a:masterClrMapping/>
  </p:clrMapOvr>
  <mc:AlternateContent>
    <mc:Choice Requires="p14">
      <p:transition spd="slow" p14:dur="1000">
        <p14:gallery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7" name="Shape 1817"/>
        <p:cNvGrpSpPr/>
        <p:nvPr/>
      </p:nvGrpSpPr>
      <p:grpSpPr>
        <a:xfrm>
          <a:off x="0" y="0"/>
          <a:ext cx="0" cy="0"/>
          <a:chOff x="0" y="0"/>
          <a:chExt cx="0" cy="0"/>
        </a:xfrm>
      </p:grpSpPr>
      <p:sp>
        <p:nvSpPr>
          <p:cNvPr id="1818" name="Google Shape;1818;p14"/>
          <p:cNvSpPr txBox="1"/>
          <p:nvPr>
            <p:ph idx="6" type="title"/>
          </p:nvPr>
        </p:nvSpPr>
        <p:spPr>
          <a:xfrm>
            <a:off x="713238" y="380740"/>
            <a:ext cx="7717500" cy="29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MEMORIA, MASCA</a:t>
            </a:r>
            <a:endParaRPr/>
          </a:p>
          <a:p>
            <a:pPr indent="0" lvl="0" marL="0" rtl="0" algn="ctr">
              <a:lnSpc>
                <a:spcPct val="100000"/>
              </a:lnSpc>
              <a:spcBef>
                <a:spcPts val="0"/>
              </a:spcBef>
              <a:spcAft>
                <a:spcPts val="0"/>
              </a:spcAft>
              <a:buSzPts val="2800"/>
              <a:buNone/>
            </a:pPr>
            <a:r>
              <a:rPr b="0" lang="en" sz="2400"/>
              <a:t>(4 chip-uri de memorie + masca de ieșire)</a:t>
            </a:r>
            <a:endParaRPr b="0" sz="2400"/>
          </a:p>
        </p:txBody>
      </p:sp>
      <p:pic>
        <p:nvPicPr>
          <p:cNvPr id="1819" name="Google Shape;1819;p14"/>
          <p:cNvPicPr preferRelativeResize="0"/>
          <p:nvPr/>
        </p:nvPicPr>
        <p:blipFill rotWithShape="1">
          <a:blip r:embed="rId3">
            <a:alphaModFix/>
          </a:blip>
          <a:srcRect b="0" l="0" r="0" t="0"/>
          <a:stretch/>
        </p:blipFill>
        <p:spPr>
          <a:xfrm>
            <a:off x="555250" y="2094985"/>
            <a:ext cx="1288550" cy="1778187"/>
          </a:xfrm>
          <a:prstGeom prst="rect">
            <a:avLst/>
          </a:prstGeom>
          <a:noFill/>
          <a:ln cap="flat" cmpd="sng" w="38100">
            <a:solidFill>
              <a:schemeClr val="lt2"/>
            </a:solidFill>
            <a:prstDash val="solid"/>
            <a:round/>
            <a:headEnd len="sm" w="sm" type="none"/>
            <a:tailEnd len="sm" w="sm" type="none"/>
          </a:ln>
        </p:spPr>
      </p:pic>
      <p:pic>
        <p:nvPicPr>
          <p:cNvPr id="1820" name="Google Shape;1820;p14"/>
          <p:cNvPicPr preferRelativeResize="0"/>
          <p:nvPr/>
        </p:nvPicPr>
        <p:blipFill rotWithShape="1">
          <a:blip r:embed="rId4">
            <a:alphaModFix/>
          </a:blip>
          <a:srcRect b="0" l="0" r="0" t="0"/>
          <a:stretch/>
        </p:blipFill>
        <p:spPr>
          <a:xfrm>
            <a:off x="6271250" y="2094965"/>
            <a:ext cx="1288550" cy="1778207"/>
          </a:xfrm>
          <a:prstGeom prst="rect">
            <a:avLst/>
          </a:prstGeom>
          <a:noFill/>
          <a:ln cap="flat" cmpd="sng" w="38100">
            <a:solidFill>
              <a:schemeClr val="lt2"/>
            </a:solidFill>
            <a:prstDash val="solid"/>
            <a:round/>
            <a:headEnd len="sm" w="sm" type="none"/>
            <a:tailEnd len="sm" w="sm" type="none"/>
          </a:ln>
        </p:spPr>
      </p:pic>
      <p:pic>
        <p:nvPicPr>
          <p:cNvPr id="1821" name="Google Shape;1821;p14"/>
          <p:cNvPicPr preferRelativeResize="0"/>
          <p:nvPr/>
        </p:nvPicPr>
        <p:blipFill rotWithShape="1">
          <a:blip r:embed="rId4">
            <a:alphaModFix/>
          </a:blip>
          <a:srcRect b="0" l="0" r="0" t="0"/>
          <a:stretch/>
        </p:blipFill>
        <p:spPr>
          <a:xfrm>
            <a:off x="7700259" y="2094977"/>
            <a:ext cx="1335516" cy="1843000"/>
          </a:xfrm>
          <a:prstGeom prst="rect">
            <a:avLst/>
          </a:prstGeom>
          <a:noFill/>
          <a:ln cap="flat" cmpd="sng" w="38100">
            <a:solidFill>
              <a:schemeClr val="lt2"/>
            </a:solidFill>
            <a:prstDash val="solid"/>
            <a:round/>
            <a:headEnd len="sm" w="sm" type="none"/>
            <a:tailEnd len="sm" w="sm" type="none"/>
          </a:ln>
        </p:spPr>
      </p:pic>
      <p:pic>
        <p:nvPicPr>
          <p:cNvPr id="1822" name="Google Shape;1822;p14"/>
          <p:cNvPicPr preferRelativeResize="0"/>
          <p:nvPr/>
        </p:nvPicPr>
        <p:blipFill rotWithShape="1">
          <a:blip r:embed="rId3">
            <a:alphaModFix/>
          </a:blip>
          <a:srcRect b="0" l="0" r="0" t="0"/>
          <a:stretch/>
        </p:blipFill>
        <p:spPr>
          <a:xfrm>
            <a:off x="1984238" y="2094973"/>
            <a:ext cx="1288550" cy="1778199"/>
          </a:xfrm>
          <a:prstGeom prst="rect">
            <a:avLst/>
          </a:prstGeom>
          <a:noFill/>
          <a:ln cap="flat" cmpd="sng" w="38100">
            <a:solidFill>
              <a:schemeClr val="lt2"/>
            </a:solidFill>
            <a:prstDash val="solid"/>
            <a:round/>
            <a:headEnd len="sm" w="sm" type="none"/>
            <a:tailEnd len="sm" w="sm" type="none"/>
          </a:ln>
        </p:spPr>
      </p:pic>
      <p:pic>
        <p:nvPicPr>
          <p:cNvPr id="1823" name="Google Shape;1823;p14"/>
          <p:cNvPicPr preferRelativeResize="0"/>
          <p:nvPr/>
        </p:nvPicPr>
        <p:blipFill rotWithShape="1">
          <a:blip r:embed="rId3">
            <a:alphaModFix/>
          </a:blip>
          <a:srcRect b="0" l="0" r="0" t="0"/>
          <a:stretch/>
        </p:blipFill>
        <p:spPr>
          <a:xfrm>
            <a:off x="3413250" y="2094985"/>
            <a:ext cx="1288550" cy="1778187"/>
          </a:xfrm>
          <a:prstGeom prst="rect">
            <a:avLst/>
          </a:prstGeom>
          <a:noFill/>
          <a:ln cap="flat" cmpd="sng" w="38100">
            <a:solidFill>
              <a:schemeClr val="lt2"/>
            </a:solidFill>
            <a:prstDash val="solid"/>
            <a:round/>
            <a:headEnd len="sm" w="sm" type="none"/>
            <a:tailEnd len="sm" w="sm" type="none"/>
          </a:ln>
        </p:spPr>
      </p:pic>
      <p:pic>
        <p:nvPicPr>
          <p:cNvPr id="1824" name="Google Shape;1824;p14"/>
          <p:cNvPicPr preferRelativeResize="0"/>
          <p:nvPr/>
        </p:nvPicPr>
        <p:blipFill rotWithShape="1">
          <a:blip r:embed="rId3">
            <a:alphaModFix/>
          </a:blip>
          <a:srcRect b="0" l="0" r="0" t="0"/>
          <a:stretch/>
        </p:blipFill>
        <p:spPr>
          <a:xfrm>
            <a:off x="4842250" y="2094985"/>
            <a:ext cx="1288550" cy="1778187"/>
          </a:xfrm>
          <a:prstGeom prst="rect">
            <a:avLst/>
          </a:prstGeom>
          <a:noFill/>
          <a:ln cap="flat" cmpd="sng" w="38100">
            <a:solidFill>
              <a:schemeClr val="lt2"/>
            </a:solidFill>
            <a:prstDash val="solid"/>
            <a:round/>
            <a:headEnd len="sm" w="sm" type="none"/>
            <a:tailEnd len="sm" w="sm" type="none"/>
          </a:ln>
        </p:spPr>
      </p:pic>
    </p:spTree>
  </p:cSld>
  <p:clrMapOvr>
    <a:masterClrMapping/>
  </p:clrMapOvr>
  <mc:AlternateContent>
    <mc:Choice Requires="p14">
      <p:transition spd="slow" p14:dur="1000">
        <p14:gallery dir="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8" name="Shape 1828"/>
        <p:cNvGrpSpPr/>
        <p:nvPr/>
      </p:nvGrpSpPr>
      <p:grpSpPr>
        <a:xfrm>
          <a:off x="0" y="0"/>
          <a:ext cx="0" cy="0"/>
          <a:chOff x="0" y="0"/>
          <a:chExt cx="0" cy="0"/>
        </a:xfrm>
      </p:grpSpPr>
      <p:sp>
        <p:nvSpPr>
          <p:cNvPr id="1829" name="Google Shape;1829;p15"/>
          <p:cNvSpPr txBox="1"/>
          <p:nvPr>
            <p:ph type="title"/>
          </p:nvPr>
        </p:nvSpPr>
        <p:spPr>
          <a:xfrm>
            <a:off x="713250" y="505690"/>
            <a:ext cx="7717500" cy="29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b="1" lang="en"/>
              <a:t>Conexiunile dintre pini</a:t>
            </a:r>
            <a:endParaRPr b="1"/>
          </a:p>
        </p:txBody>
      </p:sp>
      <p:cxnSp>
        <p:nvCxnSpPr>
          <p:cNvPr id="1830" name="Google Shape;1830;p15"/>
          <p:cNvCxnSpPr/>
          <p:nvPr/>
        </p:nvCxnSpPr>
        <p:spPr>
          <a:xfrm>
            <a:off x="1627050" y="378400"/>
            <a:ext cx="5889900" cy="0"/>
          </a:xfrm>
          <a:prstGeom prst="straightConnector1">
            <a:avLst/>
          </a:prstGeom>
          <a:noFill/>
          <a:ln cap="flat" cmpd="sng" w="152400">
            <a:solidFill>
              <a:schemeClr val="lt1"/>
            </a:solidFill>
            <a:prstDash val="solid"/>
            <a:round/>
            <a:headEnd len="sm" w="sm" type="none"/>
            <a:tailEnd len="sm" w="sm" type="none"/>
          </a:ln>
        </p:spPr>
      </p:cxnSp>
      <p:sp>
        <p:nvSpPr>
          <p:cNvPr id="1831" name="Google Shape;1831;p15"/>
          <p:cNvSpPr txBox="1"/>
          <p:nvPr/>
        </p:nvSpPr>
        <p:spPr>
          <a:xfrm>
            <a:off x="2798700" y="925500"/>
            <a:ext cx="3546600" cy="302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Francois One"/>
                <a:ea typeface="Francois One"/>
                <a:cs typeface="Francois One"/>
                <a:sym typeface="Francois One"/>
              </a:rPr>
              <a:t>(Memoria și multiplexorul)</a:t>
            </a:r>
            <a:endParaRPr b="0" i="0" sz="2000" u="none" cap="none" strike="noStrike">
              <a:solidFill>
                <a:schemeClr val="dk1"/>
              </a:solidFill>
              <a:latin typeface="Francois One"/>
              <a:ea typeface="Francois One"/>
              <a:cs typeface="Francois One"/>
              <a:sym typeface="Francois One"/>
            </a:endParaRPr>
          </a:p>
        </p:txBody>
      </p:sp>
      <p:sp>
        <p:nvSpPr>
          <p:cNvPr id="1832" name="Google Shape;1832;p15"/>
          <p:cNvSpPr txBox="1"/>
          <p:nvPr/>
        </p:nvSpPr>
        <p:spPr>
          <a:xfrm>
            <a:off x="614150" y="841150"/>
            <a:ext cx="2671500" cy="4063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DO3(M1) - C(MUX)</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DO2(M1) - B(MUX)</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DO1(M1) - A(MUX)</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E1(MUX) - Plată</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E2(MUX) - Mod plată</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E3(MUX) - Servire</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E4(MUX) - Acceptare</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E5(MUX) - Preparare</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E6(MUX) - Alegeri</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E7(MUX) - Disp. topping</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E8(MUX) - Carne</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E9(MUX) - Topping</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E10(MUX) - Disp. carne</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E11(MUX) - Disp. brânză</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E12(MUX) - Brânză</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 E0, E13-E15, STROBE,</a:t>
            </a:r>
            <a:endParaRPr b="0" i="0" sz="1400" u="none" cap="none" strike="noStrike">
              <a:solidFill>
                <a:srgbClr val="000000"/>
              </a:solidFill>
              <a:latin typeface="Catamaran"/>
              <a:ea typeface="Catamaran"/>
              <a:cs typeface="Catamaran"/>
              <a:sym typeface="Catamaran"/>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tamaran"/>
                <a:ea typeface="Catamaran"/>
                <a:cs typeface="Catamaran"/>
                <a:sym typeface="Catamaran"/>
              </a:rPr>
              <a:t>GND(MUX) se vor conecta la masă</a:t>
            </a:r>
            <a:endParaRPr b="0" i="0" sz="1400" u="none" cap="none" strike="noStrike">
              <a:solidFill>
                <a:srgbClr val="000000"/>
              </a:solidFill>
              <a:latin typeface="Catamaran"/>
              <a:ea typeface="Catamaran"/>
              <a:cs typeface="Catamaran"/>
              <a:sym typeface="Catamaran"/>
            </a:endParaRPr>
          </a:p>
        </p:txBody>
      </p:sp>
      <p:pic>
        <p:nvPicPr>
          <p:cNvPr id="1833" name="Google Shape;1833;p15"/>
          <p:cNvPicPr preferRelativeResize="0"/>
          <p:nvPr/>
        </p:nvPicPr>
        <p:blipFill rotWithShape="1">
          <a:blip r:embed="rId3">
            <a:alphaModFix/>
          </a:blip>
          <a:srcRect b="0" l="0" r="0" t="0"/>
          <a:stretch/>
        </p:blipFill>
        <p:spPr>
          <a:xfrm>
            <a:off x="3354575" y="1311950"/>
            <a:ext cx="4162500" cy="3611100"/>
          </a:xfrm>
          <a:prstGeom prst="roundRect">
            <a:avLst>
              <a:gd fmla="val 16667" name="adj"/>
            </a:avLst>
          </a:prstGeom>
          <a:noFill/>
          <a:ln cap="flat" cmpd="sng" w="114300">
            <a:solidFill>
              <a:schemeClr val="lt1"/>
            </a:solidFill>
            <a:prstDash val="solid"/>
            <a:round/>
            <a:headEnd len="sm" w="sm" type="none"/>
            <a:tailEnd len="sm" w="sm" type="none"/>
          </a:ln>
        </p:spPr>
      </p:pic>
      <p:pic>
        <p:nvPicPr>
          <p:cNvPr id="1834" name="Google Shape;1834;p15"/>
          <p:cNvPicPr preferRelativeResize="0"/>
          <p:nvPr/>
        </p:nvPicPr>
        <p:blipFill rotWithShape="1">
          <a:blip r:embed="rId4">
            <a:alphaModFix/>
          </a:blip>
          <a:srcRect b="0" l="0" r="0" t="0"/>
          <a:stretch/>
        </p:blipFill>
        <p:spPr>
          <a:xfrm>
            <a:off x="6454225" y="2963275"/>
            <a:ext cx="970600" cy="1314525"/>
          </a:xfrm>
          <a:prstGeom prst="rect">
            <a:avLst/>
          </a:prstGeom>
          <a:noFill/>
          <a:ln>
            <a:noFill/>
          </a:ln>
        </p:spPr>
      </p:pic>
    </p:spTree>
  </p:cSld>
  <p:clrMapOvr>
    <a:masterClrMapping/>
  </p:clrMapOvr>
  <mc:AlternateContent>
    <mc:Choice Requires="p14">
      <p:transition spd="slow" p14:dur="1000">
        <p14:gallery dir="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8" name="Shape 1838"/>
        <p:cNvGrpSpPr/>
        <p:nvPr/>
      </p:nvGrpSpPr>
      <p:grpSpPr>
        <a:xfrm>
          <a:off x="0" y="0"/>
          <a:ext cx="0" cy="0"/>
          <a:chOff x="0" y="0"/>
          <a:chExt cx="0" cy="0"/>
        </a:xfrm>
      </p:grpSpPr>
      <p:sp>
        <p:nvSpPr>
          <p:cNvPr id="1839" name="Google Shape;1839;p16"/>
          <p:cNvSpPr txBox="1"/>
          <p:nvPr>
            <p:ph type="title"/>
          </p:nvPr>
        </p:nvSpPr>
        <p:spPr>
          <a:xfrm>
            <a:off x="713250" y="505690"/>
            <a:ext cx="7717500" cy="29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b="1" lang="en"/>
              <a:t>Conexiunile dintre pini</a:t>
            </a:r>
            <a:endParaRPr b="1"/>
          </a:p>
        </p:txBody>
      </p:sp>
      <p:cxnSp>
        <p:nvCxnSpPr>
          <p:cNvPr id="1840" name="Google Shape;1840;p16"/>
          <p:cNvCxnSpPr/>
          <p:nvPr/>
        </p:nvCxnSpPr>
        <p:spPr>
          <a:xfrm>
            <a:off x="1627050" y="378400"/>
            <a:ext cx="5889900" cy="0"/>
          </a:xfrm>
          <a:prstGeom prst="straightConnector1">
            <a:avLst/>
          </a:prstGeom>
          <a:noFill/>
          <a:ln cap="flat" cmpd="sng" w="152400">
            <a:solidFill>
              <a:schemeClr val="lt1"/>
            </a:solidFill>
            <a:prstDash val="solid"/>
            <a:round/>
            <a:headEnd len="sm" w="sm" type="none"/>
            <a:tailEnd len="sm" w="sm" type="none"/>
          </a:ln>
        </p:spPr>
      </p:cxnSp>
      <p:sp>
        <p:nvSpPr>
          <p:cNvPr id="1841" name="Google Shape;1841;p16"/>
          <p:cNvSpPr txBox="1"/>
          <p:nvPr/>
        </p:nvSpPr>
        <p:spPr>
          <a:xfrm>
            <a:off x="2124800" y="747075"/>
            <a:ext cx="5285100" cy="747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Francois One"/>
                <a:ea typeface="Francois One"/>
                <a:cs typeface="Francois One"/>
                <a:sym typeface="Francois One"/>
              </a:rPr>
              <a:t>(Memoria, MUX, poarta SAU,poarta NOT)</a:t>
            </a:r>
            <a:endParaRPr b="0" i="0" sz="2200" u="none" cap="none" strike="noStrike">
              <a:solidFill>
                <a:schemeClr val="dk1"/>
              </a:solidFill>
              <a:latin typeface="Francois One"/>
              <a:ea typeface="Francois One"/>
              <a:cs typeface="Francois One"/>
              <a:sym typeface="Francois One"/>
            </a:endParaRPr>
          </a:p>
        </p:txBody>
      </p:sp>
      <p:sp>
        <p:nvSpPr>
          <p:cNvPr id="1842" name="Google Shape;1842;p16"/>
          <p:cNvSpPr txBox="1"/>
          <p:nvPr/>
        </p:nvSpPr>
        <p:spPr>
          <a:xfrm>
            <a:off x="713250" y="1783825"/>
            <a:ext cx="3486000" cy="26628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rgbClr val="000000"/>
              </a:buClr>
              <a:buSzPts val="2100"/>
              <a:buFont typeface="Catamaran"/>
              <a:buChar char="●"/>
            </a:pPr>
            <a:r>
              <a:rPr b="0" i="0" lang="en" sz="2100" u="none" cap="none" strike="noStrike">
                <a:solidFill>
                  <a:srgbClr val="000000"/>
                </a:solidFill>
                <a:latin typeface="Catamaran"/>
                <a:ea typeface="Catamaran"/>
                <a:cs typeface="Catamaran"/>
                <a:sym typeface="Catamaran"/>
              </a:rPr>
              <a:t>DO4 (M1) este conectat la pinul 1 din chip-ul SAU</a:t>
            </a:r>
            <a:endParaRPr b="0" i="0" sz="2100" u="none" cap="none" strike="noStrike">
              <a:solidFill>
                <a:srgbClr val="000000"/>
              </a:solidFill>
              <a:latin typeface="Catamaran"/>
              <a:ea typeface="Catamaran"/>
              <a:cs typeface="Catamaran"/>
              <a:sym typeface="Catamaran"/>
            </a:endParaRPr>
          </a:p>
          <a:p>
            <a:pPr indent="-361950" lvl="0" marL="457200" marR="0" rtl="0" algn="l">
              <a:lnSpc>
                <a:spcPct val="100000"/>
              </a:lnSpc>
              <a:spcBef>
                <a:spcPts val="0"/>
              </a:spcBef>
              <a:spcAft>
                <a:spcPts val="0"/>
              </a:spcAft>
              <a:buClr>
                <a:srgbClr val="000000"/>
              </a:buClr>
              <a:buSzPts val="2100"/>
              <a:buFont typeface="Catamaran"/>
              <a:buChar char="●"/>
            </a:pPr>
            <a:r>
              <a:rPr b="0" i="0" lang="en" sz="2100" u="none" cap="none" strike="noStrike">
                <a:solidFill>
                  <a:srgbClr val="000000"/>
                </a:solidFill>
                <a:latin typeface="Catamaran"/>
                <a:ea typeface="Catamaran"/>
                <a:cs typeface="Catamaran"/>
                <a:sym typeface="Catamaran"/>
              </a:rPr>
              <a:t>W (MUX) este conectat la pinul 1 din chip-ul NOT</a:t>
            </a:r>
            <a:endParaRPr b="0" i="0" sz="2100" u="none" cap="none" strike="noStrike">
              <a:solidFill>
                <a:srgbClr val="000000"/>
              </a:solidFill>
              <a:latin typeface="Catamaran"/>
              <a:ea typeface="Catamaran"/>
              <a:cs typeface="Catamaran"/>
              <a:sym typeface="Catamaran"/>
            </a:endParaRPr>
          </a:p>
          <a:p>
            <a:pPr indent="-361950" lvl="0" marL="457200" marR="0" rtl="0" algn="l">
              <a:lnSpc>
                <a:spcPct val="100000"/>
              </a:lnSpc>
              <a:spcBef>
                <a:spcPts val="0"/>
              </a:spcBef>
              <a:spcAft>
                <a:spcPts val="0"/>
              </a:spcAft>
              <a:buClr>
                <a:srgbClr val="000000"/>
              </a:buClr>
              <a:buSzPts val="2100"/>
              <a:buFont typeface="Catamaran"/>
              <a:buChar char="●"/>
            </a:pPr>
            <a:r>
              <a:rPr b="0" i="0" lang="en" sz="2100" u="none" cap="none" strike="noStrike">
                <a:solidFill>
                  <a:srgbClr val="000000"/>
                </a:solidFill>
                <a:latin typeface="Catamaran"/>
                <a:ea typeface="Catamaran"/>
                <a:cs typeface="Catamaran"/>
                <a:sym typeface="Catamaran"/>
              </a:rPr>
              <a:t>Pinul 6 din chip-ul NOT este conectat la pinul 2 din chip-ul SAU</a:t>
            </a:r>
            <a:endParaRPr b="0" i="0" sz="2100" u="none" cap="none" strike="noStrike">
              <a:solidFill>
                <a:srgbClr val="000000"/>
              </a:solidFill>
              <a:latin typeface="Catamaran"/>
              <a:ea typeface="Catamaran"/>
              <a:cs typeface="Catamaran"/>
              <a:sym typeface="Catamar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tamaran"/>
              <a:ea typeface="Catamaran"/>
              <a:cs typeface="Catamaran"/>
              <a:sym typeface="Catamaran"/>
            </a:endParaRPr>
          </a:p>
        </p:txBody>
      </p:sp>
      <p:pic>
        <p:nvPicPr>
          <p:cNvPr id="1843" name="Google Shape;1843;p16"/>
          <p:cNvPicPr preferRelativeResize="0"/>
          <p:nvPr/>
        </p:nvPicPr>
        <p:blipFill rotWithShape="1">
          <a:blip r:embed="rId3">
            <a:alphaModFix/>
          </a:blip>
          <a:srcRect b="0" l="0" r="0" t="0"/>
          <a:stretch/>
        </p:blipFill>
        <p:spPr>
          <a:xfrm>
            <a:off x="4631550" y="1407525"/>
            <a:ext cx="3799200" cy="3578700"/>
          </a:xfrm>
          <a:prstGeom prst="rect">
            <a:avLst/>
          </a:prstGeom>
          <a:noFill/>
          <a:ln cap="flat" cmpd="sng" w="38100">
            <a:solidFill>
              <a:schemeClr val="lt1"/>
            </a:solidFill>
            <a:prstDash val="solid"/>
            <a:round/>
            <a:headEnd len="sm" w="sm" type="none"/>
            <a:tailEnd len="sm" w="sm" type="none"/>
          </a:ln>
        </p:spPr>
      </p:pic>
      <p:pic>
        <p:nvPicPr>
          <p:cNvPr id="1844" name="Google Shape;1844;p16"/>
          <p:cNvPicPr preferRelativeResize="0"/>
          <p:nvPr/>
        </p:nvPicPr>
        <p:blipFill rotWithShape="1">
          <a:blip r:embed="rId4">
            <a:alphaModFix/>
          </a:blip>
          <a:srcRect b="0" l="0" r="0" t="0"/>
          <a:stretch/>
        </p:blipFill>
        <p:spPr>
          <a:xfrm>
            <a:off x="4891725" y="3715600"/>
            <a:ext cx="813475" cy="1101725"/>
          </a:xfrm>
          <a:prstGeom prst="rect">
            <a:avLst/>
          </a:prstGeom>
          <a:noFill/>
          <a:ln>
            <a:noFill/>
          </a:ln>
        </p:spPr>
      </p:pic>
    </p:spTree>
  </p:cSld>
  <p:clrMapOvr>
    <a:masterClrMapping/>
  </p:clrMapOvr>
  <mc:AlternateContent>
    <mc:Choice Requires="p14">
      <p:transition spd="slow" p14:dur="1000">
        <p14:gallery dir="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8" name="Shape 1848"/>
        <p:cNvGrpSpPr/>
        <p:nvPr/>
      </p:nvGrpSpPr>
      <p:grpSpPr>
        <a:xfrm>
          <a:off x="0" y="0"/>
          <a:ext cx="0" cy="0"/>
          <a:chOff x="0" y="0"/>
          <a:chExt cx="0" cy="0"/>
        </a:xfrm>
      </p:grpSpPr>
      <p:sp>
        <p:nvSpPr>
          <p:cNvPr id="1849" name="Google Shape;1849;p17"/>
          <p:cNvSpPr txBox="1"/>
          <p:nvPr>
            <p:ph type="title"/>
          </p:nvPr>
        </p:nvSpPr>
        <p:spPr>
          <a:xfrm>
            <a:off x="1163100" y="548650"/>
            <a:ext cx="6817800" cy="294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b="1" lang="en"/>
              <a:t>Conexiunile dintre pini</a:t>
            </a:r>
            <a:endParaRPr b="1"/>
          </a:p>
          <a:p>
            <a:pPr indent="0" lvl="0" marL="0" rtl="0" algn="ctr">
              <a:lnSpc>
                <a:spcPct val="100000"/>
              </a:lnSpc>
              <a:spcBef>
                <a:spcPts val="0"/>
              </a:spcBef>
              <a:spcAft>
                <a:spcPts val="0"/>
              </a:spcAft>
              <a:buSzPts val="2800"/>
              <a:buNone/>
            </a:pPr>
            <a:r>
              <a:t/>
            </a:r>
            <a:endParaRPr/>
          </a:p>
        </p:txBody>
      </p:sp>
      <p:sp>
        <p:nvSpPr>
          <p:cNvPr id="1850" name="Google Shape;1850;p17"/>
          <p:cNvSpPr txBox="1"/>
          <p:nvPr/>
        </p:nvSpPr>
        <p:spPr>
          <a:xfrm>
            <a:off x="1455275" y="666525"/>
            <a:ext cx="61212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Francois One"/>
                <a:ea typeface="Francois One"/>
                <a:cs typeface="Francois One"/>
                <a:sym typeface="Francois One"/>
              </a:rPr>
              <a:t>(Memoria, poarta SAU,num</a:t>
            </a:r>
            <a:r>
              <a:rPr b="1" i="0" lang="en" sz="2200" u="none" cap="none" strike="noStrike">
                <a:solidFill>
                  <a:srgbClr val="000000"/>
                </a:solidFill>
                <a:latin typeface="Catamaran"/>
                <a:ea typeface="Catamaran"/>
                <a:cs typeface="Catamaran"/>
                <a:sym typeface="Catamaran"/>
              </a:rPr>
              <a:t>ă</a:t>
            </a:r>
            <a:r>
              <a:rPr b="0" i="0" lang="en" sz="2000" u="none" cap="none" strike="noStrike">
                <a:solidFill>
                  <a:schemeClr val="dk1"/>
                </a:solidFill>
                <a:latin typeface="Francois One"/>
                <a:ea typeface="Francois One"/>
                <a:cs typeface="Francois One"/>
                <a:sym typeface="Francois One"/>
              </a:rPr>
              <a:t>r</a:t>
            </a:r>
            <a:r>
              <a:rPr b="1" i="0" lang="en" sz="2200" u="none" cap="none" strike="noStrike">
                <a:solidFill>
                  <a:srgbClr val="000000"/>
                </a:solidFill>
                <a:latin typeface="Catamaran"/>
                <a:ea typeface="Catamaran"/>
                <a:cs typeface="Catamaran"/>
                <a:sym typeface="Catamaran"/>
              </a:rPr>
              <a:t>ă</a:t>
            </a:r>
            <a:r>
              <a:rPr b="0" i="0" lang="en" sz="2000" u="none" cap="none" strike="noStrike">
                <a:solidFill>
                  <a:schemeClr val="dk1"/>
                </a:solidFill>
                <a:latin typeface="Francois One"/>
                <a:ea typeface="Francois One"/>
                <a:cs typeface="Francois One"/>
                <a:sym typeface="Francois One"/>
              </a:rPr>
              <a:t>toare)</a:t>
            </a:r>
            <a:endParaRPr b="0" i="0" sz="2000" u="none" cap="none" strike="noStrike">
              <a:solidFill>
                <a:schemeClr val="dk1"/>
              </a:solidFill>
              <a:latin typeface="Francois One"/>
              <a:ea typeface="Francois One"/>
              <a:cs typeface="Francois One"/>
              <a:sym typeface="Francois On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tamaran"/>
              <a:ea typeface="Catamaran"/>
              <a:cs typeface="Catamaran"/>
              <a:sym typeface="Catamaran"/>
            </a:endParaRPr>
          </a:p>
        </p:txBody>
      </p:sp>
      <p:sp>
        <p:nvSpPr>
          <p:cNvPr id="1851" name="Google Shape;1851;p17"/>
          <p:cNvSpPr txBox="1"/>
          <p:nvPr>
            <p:ph idx="1" type="body"/>
          </p:nvPr>
        </p:nvSpPr>
        <p:spPr>
          <a:xfrm>
            <a:off x="966475" y="1507850"/>
            <a:ext cx="3903000" cy="3413400"/>
          </a:xfrm>
          <a:prstGeom prst="rect">
            <a:avLst/>
          </a:prstGeom>
          <a:noFill/>
          <a:ln>
            <a:noFill/>
          </a:ln>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SzPts val="1700"/>
              <a:buChar char="●"/>
            </a:pPr>
            <a:r>
              <a:rPr lang="en" sz="1700"/>
              <a:t>Pinul 3 din chip-ul SAU este conectat cu pinul LOAD(N1-N2)  si cu pinul UP(N2)</a:t>
            </a:r>
            <a:endParaRPr sz="1700"/>
          </a:p>
          <a:p>
            <a:pPr indent="0" lvl="0" marL="0" rtl="0" algn="l">
              <a:lnSpc>
                <a:spcPct val="100000"/>
              </a:lnSpc>
              <a:spcBef>
                <a:spcPts val="0"/>
              </a:spcBef>
              <a:spcAft>
                <a:spcPts val="0"/>
              </a:spcAft>
              <a:buSzPts val="1200"/>
              <a:buNone/>
            </a:pPr>
            <a:r>
              <a:rPr b="1" lang="en" sz="1700"/>
              <a:t>   Intr</a:t>
            </a:r>
            <a:r>
              <a:rPr b="1" lang="en" sz="1700">
                <a:solidFill>
                  <a:srgbClr val="000000"/>
                </a:solidFill>
              </a:rPr>
              <a:t>ă</a:t>
            </a:r>
            <a:r>
              <a:rPr b="1" lang="en" sz="1700"/>
              <a:t>ri num</a:t>
            </a:r>
            <a:r>
              <a:rPr b="1" lang="en" sz="1700">
                <a:solidFill>
                  <a:srgbClr val="000000"/>
                </a:solidFill>
              </a:rPr>
              <a:t>ă</a:t>
            </a:r>
            <a:r>
              <a:rPr b="1" lang="en" sz="1700"/>
              <a:t>r</a:t>
            </a:r>
            <a:r>
              <a:rPr b="1" lang="en" sz="1700">
                <a:solidFill>
                  <a:srgbClr val="000000"/>
                </a:solidFill>
              </a:rPr>
              <a:t>ă</a:t>
            </a:r>
            <a:r>
              <a:rPr b="1" lang="en" sz="1700"/>
              <a:t>toare:</a:t>
            </a:r>
            <a:endParaRPr b="1" sz="1700"/>
          </a:p>
          <a:p>
            <a:pPr indent="-336550" lvl="0" marL="914400" rtl="0" algn="l">
              <a:lnSpc>
                <a:spcPct val="100000"/>
              </a:lnSpc>
              <a:spcBef>
                <a:spcPts val="0"/>
              </a:spcBef>
              <a:spcAft>
                <a:spcPts val="0"/>
              </a:spcAft>
              <a:buSzPts val="1700"/>
              <a:buChar char="●"/>
            </a:pPr>
            <a:r>
              <a:rPr lang="en" sz="1700"/>
              <a:t>CO(N2) - UP(N1)</a:t>
            </a:r>
            <a:endParaRPr sz="1700"/>
          </a:p>
          <a:p>
            <a:pPr indent="-336550" lvl="0" marL="914400" rtl="0" algn="l">
              <a:lnSpc>
                <a:spcPct val="100000"/>
              </a:lnSpc>
              <a:spcBef>
                <a:spcPts val="0"/>
              </a:spcBef>
              <a:spcAft>
                <a:spcPts val="0"/>
              </a:spcAft>
              <a:buSzPts val="1700"/>
              <a:buChar char="●"/>
            </a:pPr>
            <a:r>
              <a:rPr lang="en" sz="1700"/>
              <a:t>DO4(M2) - D(N1)</a:t>
            </a:r>
            <a:endParaRPr sz="1700"/>
          </a:p>
          <a:p>
            <a:pPr indent="-336550" lvl="0" marL="914400" rtl="0" algn="l">
              <a:lnSpc>
                <a:spcPct val="100000"/>
              </a:lnSpc>
              <a:spcBef>
                <a:spcPts val="0"/>
              </a:spcBef>
              <a:spcAft>
                <a:spcPts val="0"/>
              </a:spcAft>
              <a:buSzPts val="1700"/>
              <a:buChar char="●"/>
            </a:pPr>
            <a:r>
              <a:rPr lang="en" sz="1700"/>
              <a:t>DO3(M2) - C(N1)</a:t>
            </a:r>
            <a:endParaRPr sz="1700"/>
          </a:p>
          <a:p>
            <a:pPr indent="-336550" lvl="0" marL="914400" rtl="0" algn="l">
              <a:lnSpc>
                <a:spcPct val="100000"/>
              </a:lnSpc>
              <a:spcBef>
                <a:spcPts val="0"/>
              </a:spcBef>
              <a:spcAft>
                <a:spcPts val="0"/>
              </a:spcAft>
              <a:buSzPts val="1700"/>
              <a:buChar char="●"/>
            </a:pPr>
            <a:r>
              <a:rPr lang="en" sz="1700"/>
              <a:t>DO2(M2) - B(N1)</a:t>
            </a:r>
            <a:endParaRPr sz="1700"/>
          </a:p>
          <a:p>
            <a:pPr indent="-336550" lvl="0" marL="914400" rtl="0" algn="l">
              <a:lnSpc>
                <a:spcPct val="100000"/>
              </a:lnSpc>
              <a:spcBef>
                <a:spcPts val="0"/>
              </a:spcBef>
              <a:spcAft>
                <a:spcPts val="0"/>
              </a:spcAft>
              <a:buSzPts val="1700"/>
              <a:buChar char="●"/>
            </a:pPr>
            <a:r>
              <a:rPr lang="en" sz="1700"/>
              <a:t>DO1(M2) - A(N1)</a:t>
            </a:r>
            <a:endParaRPr sz="1700"/>
          </a:p>
          <a:p>
            <a:pPr indent="-336550" lvl="0" marL="914400" rtl="0" algn="l">
              <a:lnSpc>
                <a:spcPct val="100000"/>
              </a:lnSpc>
              <a:spcBef>
                <a:spcPts val="0"/>
              </a:spcBef>
              <a:spcAft>
                <a:spcPts val="0"/>
              </a:spcAft>
              <a:buSzPts val="1700"/>
              <a:buChar char="●"/>
            </a:pPr>
            <a:r>
              <a:rPr lang="en" sz="1700"/>
              <a:t>DO4(M1) - D(N2)</a:t>
            </a:r>
            <a:endParaRPr sz="1700"/>
          </a:p>
          <a:p>
            <a:pPr indent="-336550" lvl="0" marL="914400" rtl="0" algn="l">
              <a:lnSpc>
                <a:spcPct val="100000"/>
              </a:lnSpc>
              <a:spcBef>
                <a:spcPts val="0"/>
              </a:spcBef>
              <a:spcAft>
                <a:spcPts val="0"/>
              </a:spcAft>
              <a:buSzPts val="1700"/>
              <a:buChar char="●"/>
            </a:pPr>
            <a:r>
              <a:rPr lang="en" sz="1700"/>
              <a:t>DO3(M1) - C(N2)</a:t>
            </a:r>
            <a:endParaRPr sz="1700"/>
          </a:p>
          <a:p>
            <a:pPr indent="-336550" lvl="0" marL="914400" rtl="0" algn="l">
              <a:lnSpc>
                <a:spcPct val="100000"/>
              </a:lnSpc>
              <a:spcBef>
                <a:spcPts val="0"/>
              </a:spcBef>
              <a:spcAft>
                <a:spcPts val="0"/>
              </a:spcAft>
              <a:buSzPts val="1700"/>
              <a:buChar char="●"/>
            </a:pPr>
            <a:r>
              <a:rPr lang="en" sz="1700"/>
              <a:t>DO2(M1) - B(N2)</a:t>
            </a:r>
            <a:endParaRPr sz="1700"/>
          </a:p>
          <a:p>
            <a:pPr indent="-336550" lvl="0" marL="914400" rtl="0" algn="l">
              <a:lnSpc>
                <a:spcPct val="100000"/>
              </a:lnSpc>
              <a:spcBef>
                <a:spcPts val="0"/>
              </a:spcBef>
              <a:spcAft>
                <a:spcPts val="0"/>
              </a:spcAft>
              <a:buSzPts val="1700"/>
              <a:buChar char="●"/>
            </a:pPr>
            <a:r>
              <a:rPr lang="en" sz="1700"/>
              <a:t>DO1(M1) - A(N2)</a:t>
            </a:r>
            <a:endParaRPr sz="1700"/>
          </a:p>
          <a:p>
            <a:pPr indent="0" lvl="0" marL="0" rtl="0" algn="l">
              <a:lnSpc>
                <a:spcPct val="115000"/>
              </a:lnSpc>
              <a:spcBef>
                <a:spcPts val="1200"/>
              </a:spcBef>
              <a:spcAft>
                <a:spcPts val="0"/>
              </a:spcAft>
              <a:buSzPts val="1200"/>
              <a:buNone/>
            </a:pPr>
            <a:r>
              <a:t/>
            </a:r>
            <a:endParaRPr b="1" sz="1300">
              <a:solidFill>
                <a:srgbClr val="000000"/>
              </a:solidFill>
              <a:highlight>
                <a:srgbClr val="F0C88F"/>
              </a:highlight>
              <a:latin typeface="Comfortaa"/>
              <a:ea typeface="Comfortaa"/>
              <a:cs typeface="Comfortaa"/>
              <a:sym typeface="Comfortaa"/>
            </a:endParaRPr>
          </a:p>
          <a:p>
            <a:pPr indent="0" lvl="0" marL="0" rtl="0" algn="l">
              <a:lnSpc>
                <a:spcPct val="115000"/>
              </a:lnSpc>
              <a:spcBef>
                <a:spcPts val="1200"/>
              </a:spcBef>
              <a:spcAft>
                <a:spcPts val="0"/>
              </a:spcAft>
              <a:buSzPts val="1200"/>
              <a:buNone/>
            </a:pPr>
            <a:r>
              <a:t/>
            </a:r>
            <a:endParaRPr b="1" sz="1300">
              <a:solidFill>
                <a:srgbClr val="000000"/>
              </a:solidFill>
              <a:highlight>
                <a:srgbClr val="F0C88F"/>
              </a:highlight>
              <a:latin typeface="Comfortaa"/>
              <a:ea typeface="Comfortaa"/>
              <a:cs typeface="Comfortaa"/>
              <a:sym typeface="Comfortaa"/>
            </a:endParaRPr>
          </a:p>
          <a:p>
            <a:pPr indent="0" lvl="0" marL="0" rtl="0" algn="l">
              <a:lnSpc>
                <a:spcPct val="100000"/>
              </a:lnSpc>
              <a:spcBef>
                <a:spcPts val="1200"/>
              </a:spcBef>
              <a:spcAft>
                <a:spcPts val="0"/>
              </a:spcAft>
              <a:buSzPts val="1200"/>
              <a:buNone/>
            </a:pPr>
            <a:r>
              <a:t/>
            </a:r>
            <a:endParaRPr sz="1600"/>
          </a:p>
        </p:txBody>
      </p:sp>
      <p:sp>
        <p:nvSpPr>
          <p:cNvPr id="1852" name="Google Shape;1852;p17"/>
          <p:cNvSpPr txBox="1"/>
          <p:nvPr>
            <p:ph idx="2" type="body"/>
          </p:nvPr>
        </p:nvSpPr>
        <p:spPr>
          <a:xfrm>
            <a:off x="5540850" y="1626000"/>
            <a:ext cx="3835200" cy="346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sz="1700"/>
              <a:t>Intr</a:t>
            </a:r>
            <a:r>
              <a:rPr b="1" lang="en" sz="1700">
                <a:solidFill>
                  <a:srgbClr val="000000"/>
                </a:solidFill>
              </a:rPr>
              <a:t>ă</a:t>
            </a:r>
            <a:r>
              <a:rPr b="1" lang="en" sz="1700"/>
              <a:t>ri in memorie (M1-M3):</a:t>
            </a:r>
            <a:endParaRPr b="1" sz="1700"/>
          </a:p>
          <a:p>
            <a:pPr indent="0" lvl="0" marL="0" rtl="0" algn="l">
              <a:lnSpc>
                <a:spcPct val="100000"/>
              </a:lnSpc>
              <a:spcBef>
                <a:spcPts val="0"/>
              </a:spcBef>
              <a:spcAft>
                <a:spcPts val="0"/>
              </a:spcAft>
              <a:buSzPts val="1200"/>
              <a:buNone/>
            </a:pPr>
            <a:r>
              <a:t/>
            </a:r>
            <a:endParaRPr sz="1700"/>
          </a:p>
          <a:p>
            <a:pPr indent="-336550" lvl="0" marL="457200" rtl="0" algn="l">
              <a:lnSpc>
                <a:spcPct val="100000"/>
              </a:lnSpc>
              <a:spcBef>
                <a:spcPts val="0"/>
              </a:spcBef>
              <a:spcAft>
                <a:spcPts val="0"/>
              </a:spcAft>
              <a:buSzPts val="1700"/>
              <a:buChar char="●"/>
            </a:pPr>
            <a:r>
              <a:rPr lang="en" sz="1700"/>
              <a:t>QD(N1) - A7</a:t>
            </a:r>
            <a:endParaRPr sz="1700"/>
          </a:p>
          <a:p>
            <a:pPr indent="-336550" lvl="0" marL="457200" rtl="0" algn="l">
              <a:lnSpc>
                <a:spcPct val="100000"/>
              </a:lnSpc>
              <a:spcBef>
                <a:spcPts val="0"/>
              </a:spcBef>
              <a:spcAft>
                <a:spcPts val="0"/>
              </a:spcAft>
              <a:buSzPts val="1700"/>
              <a:buChar char="●"/>
            </a:pPr>
            <a:r>
              <a:rPr lang="en" sz="1700"/>
              <a:t>QC(N1) - A6</a:t>
            </a:r>
            <a:endParaRPr sz="1700"/>
          </a:p>
          <a:p>
            <a:pPr indent="-336550" lvl="0" marL="457200" rtl="0" algn="l">
              <a:lnSpc>
                <a:spcPct val="100000"/>
              </a:lnSpc>
              <a:spcBef>
                <a:spcPts val="0"/>
              </a:spcBef>
              <a:spcAft>
                <a:spcPts val="0"/>
              </a:spcAft>
              <a:buSzPts val="1700"/>
              <a:buChar char="●"/>
            </a:pPr>
            <a:r>
              <a:rPr lang="en" sz="1700"/>
              <a:t>QB(N1) - A5</a:t>
            </a:r>
            <a:endParaRPr sz="1700"/>
          </a:p>
          <a:p>
            <a:pPr indent="-336550" lvl="0" marL="457200" rtl="0" algn="l">
              <a:lnSpc>
                <a:spcPct val="100000"/>
              </a:lnSpc>
              <a:spcBef>
                <a:spcPts val="0"/>
              </a:spcBef>
              <a:spcAft>
                <a:spcPts val="0"/>
              </a:spcAft>
              <a:buSzPts val="1700"/>
              <a:buChar char="●"/>
            </a:pPr>
            <a:r>
              <a:rPr lang="en" sz="1700"/>
              <a:t>QA(N1) - A4</a:t>
            </a:r>
            <a:endParaRPr sz="1700"/>
          </a:p>
          <a:p>
            <a:pPr indent="-336550" lvl="0" marL="457200" rtl="0" algn="l">
              <a:lnSpc>
                <a:spcPct val="100000"/>
              </a:lnSpc>
              <a:spcBef>
                <a:spcPts val="0"/>
              </a:spcBef>
              <a:spcAft>
                <a:spcPts val="0"/>
              </a:spcAft>
              <a:buSzPts val="1700"/>
              <a:buChar char="●"/>
            </a:pPr>
            <a:r>
              <a:rPr lang="en" sz="1700"/>
              <a:t>QD(N2) - A3</a:t>
            </a:r>
            <a:endParaRPr sz="1700"/>
          </a:p>
          <a:p>
            <a:pPr indent="-336550" lvl="0" marL="457200" rtl="0" algn="l">
              <a:lnSpc>
                <a:spcPct val="100000"/>
              </a:lnSpc>
              <a:spcBef>
                <a:spcPts val="0"/>
              </a:spcBef>
              <a:spcAft>
                <a:spcPts val="0"/>
              </a:spcAft>
              <a:buSzPts val="1700"/>
              <a:buChar char="●"/>
            </a:pPr>
            <a:r>
              <a:rPr lang="en" sz="1700"/>
              <a:t>QC(N2) - A2</a:t>
            </a:r>
            <a:endParaRPr sz="1700"/>
          </a:p>
          <a:p>
            <a:pPr indent="-336550" lvl="0" marL="457200" rtl="0" algn="l">
              <a:lnSpc>
                <a:spcPct val="100000"/>
              </a:lnSpc>
              <a:spcBef>
                <a:spcPts val="0"/>
              </a:spcBef>
              <a:spcAft>
                <a:spcPts val="0"/>
              </a:spcAft>
              <a:buSzPts val="1700"/>
              <a:buChar char="●"/>
            </a:pPr>
            <a:r>
              <a:rPr lang="en" sz="1700"/>
              <a:t>QB(N2) - A1</a:t>
            </a:r>
            <a:endParaRPr sz="1700"/>
          </a:p>
          <a:p>
            <a:pPr indent="-336550" lvl="0" marL="457200" rtl="0" algn="l">
              <a:lnSpc>
                <a:spcPct val="100000"/>
              </a:lnSpc>
              <a:spcBef>
                <a:spcPts val="0"/>
              </a:spcBef>
              <a:spcAft>
                <a:spcPts val="0"/>
              </a:spcAft>
              <a:buSzPts val="1700"/>
              <a:buChar char="●"/>
            </a:pPr>
            <a:r>
              <a:rPr lang="en" sz="1700"/>
              <a:t>QA(N2) - A0</a:t>
            </a:r>
            <a:endParaRPr sz="1700"/>
          </a:p>
        </p:txBody>
      </p:sp>
      <p:cxnSp>
        <p:nvCxnSpPr>
          <p:cNvPr id="1853" name="Google Shape;1853;p17"/>
          <p:cNvCxnSpPr/>
          <p:nvPr/>
        </p:nvCxnSpPr>
        <p:spPr>
          <a:xfrm>
            <a:off x="1627050" y="736775"/>
            <a:ext cx="5889900" cy="0"/>
          </a:xfrm>
          <a:prstGeom prst="straightConnector1">
            <a:avLst/>
          </a:prstGeom>
          <a:noFill/>
          <a:ln cap="flat" cmpd="sng" w="152400">
            <a:solidFill>
              <a:schemeClr val="lt1"/>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7" name="Shape 1857"/>
        <p:cNvGrpSpPr/>
        <p:nvPr/>
      </p:nvGrpSpPr>
      <p:grpSpPr>
        <a:xfrm>
          <a:off x="0" y="0"/>
          <a:ext cx="0" cy="0"/>
          <a:chOff x="0" y="0"/>
          <a:chExt cx="0" cy="0"/>
        </a:xfrm>
      </p:grpSpPr>
      <p:sp>
        <p:nvSpPr>
          <p:cNvPr id="1858" name="Google Shape;1858;p18"/>
          <p:cNvSpPr txBox="1"/>
          <p:nvPr>
            <p:ph idx="1" type="body"/>
          </p:nvPr>
        </p:nvSpPr>
        <p:spPr>
          <a:xfrm>
            <a:off x="366575" y="277725"/>
            <a:ext cx="4147500" cy="4277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b="1" lang="en" sz="2800">
                <a:latin typeface="Francois One"/>
                <a:ea typeface="Francois One"/>
                <a:cs typeface="Francois One"/>
                <a:sym typeface="Francois One"/>
              </a:rPr>
              <a:t>Conexiunile dintre pini</a:t>
            </a:r>
            <a:endParaRPr b="1" sz="2800">
              <a:latin typeface="Francois One"/>
              <a:ea typeface="Francois One"/>
              <a:cs typeface="Francois One"/>
              <a:sym typeface="Francois One"/>
            </a:endParaRPr>
          </a:p>
          <a:p>
            <a:pPr indent="0" lvl="0" marL="0" rtl="0" algn="ctr">
              <a:lnSpc>
                <a:spcPct val="100000"/>
              </a:lnSpc>
              <a:spcBef>
                <a:spcPts val="0"/>
              </a:spcBef>
              <a:spcAft>
                <a:spcPts val="0"/>
              </a:spcAft>
              <a:buSzPts val="1200"/>
              <a:buNone/>
            </a:pPr>
            <a:r>
              <a:rPr b="1" lang="en" sz="2800">
                <a:latin typeface="Francois One"/>
                <a:ea typeface="Francois One"/>
                <a:cs typeface="Francois One"/>
                <a:sym typeface="Francois One"/>
              </a:rPr>
              <a:t>(Memoria </a:t>
            </a:r>
            <a:r>
              <a:rPr lang="en" sz="2800">
                <a:latin typeface="Francois One"/>
                <a:ea typeface="Francois One"/>
                <a:cs typeface="Francois One"/>
                <a:sym typeface="Francois One"/>
              </a:rPr>
              <a:t>ș</a:t>
            </a:r>
            <a:r>
              <a:rPr b="1" lang="en" sz="2800">
                <a:latin typeface="Francois One"/>
                <a:ea typeface="Francois One"/>
                <a:cs typeface="Francois One"/>
                <a:sym typeface="Francois One"/>
              </a:rPr>
              <a:t>i masca)</a:t>
            </a:r>
            <a:endParaRPr b="1" sz="2800">
              <a:latin typeface="Francois One"/>
              <a:ea typeface="Francois One"/>
              <a:cs typeface="Francois One"/>
              <a:sym typeface="Francois One"/>
            </a:endParaRPr>
          </a:p>
          <a:p>
            <a:pPr indent="0" lvl="0" marL="0" rtl="0" algn="l">
              <a:lnSpc>
                <a:spcPct val="100000"/>
              </a:lnSpc>
              <a:spcBef>
                <a:spcPts val="0"/>
              </a:spcBef>
              <a:spcAft>
                <a:spcPts val="0"/>
              </a:spcAft>
              <a:buSzPts val="1200"/>
              <a:buNone/>
            </a:pPr>
            <a:r>
              <a:t/>
            </a:r>
            <a:endParaRPr b="1" sz="2800">
              <a:latin typeface="Francois One"/>
              <a:ea typeface="Francois One"/>
              <a:cs typeface="Francois One"/>
              <a:sym typeface="Francois One"/>
            </a:endParaRPr>
          </a:p>
          <a:p>
            <a:pPr indent="-336550" lvl="0" marL="457200" rtl="0" algn="l">
              <a:lnSpc>
                <a:spcPct val="100000"/>
              </a:lnSpc>
              <a:spcBef>
                <a:spcPts val="0"/>
              </a:spcBef>
              <a:spcAft>
                <a:spcPts val="0"/>
              </a:spcAft>
              <a:buSzPts val="1700"/>
              <a:buFont typeface="Catamaran"/>
              <a:buChar char="●"/>
            </a:pPr>
            <a:r>
              <a:rPr lang="en" sz="1700"/>
              <a:t>D04 (M1)  se duce in toate portile AND (pinii 1, 4, 10, 13 de pe fiecare chip)</a:t>
            </a:r>
            <a:endParaRPr sz="1700"/>
          </a:p>
          <a:p>
            <a:pPr indent="-336550" lvl="0" marL="457200" rtl="0" algn="l">
              <a:lnSpc>
                <a:spcPct val="100000"/>
              </a:lnSpc>
              <a:spcBef>
                <a:spcPts val="0"/>
              </a:spcBef>
              <a:spcAft>
                <a:spcPts val="0"/>
              </a:spcAft>
              <a:buSzPts val="1700"/>
              <a:buChar char="●"/>
            </a:pPr>
            <a:r>
              <a:rPr lang="en" sz="1700"/>
              <a:t>DO3(M1) se duce in pinul 2 din AND1</a:t>
            </a:r>
            <a:endParaRPr sz="1700"/>
          </a:p>
          <a:p>
            <a:pPr indent="-336550" lvl="0" marL="457200" rtl="0" algn="l">
              <a:lnSpc>
                <a:spcPct val="100000"/>
              </a:lnSpc>
              <a:spcBef>
                <a:spcPts val="0"/>
              </a:spcBef>
              <a:spcAft>
                <a:spcPts val="0"/>
              </a:spcAft>
              <a:buSzPts val="1700"/>
              <a:buChar char="●"/>
            </a:pPr>
            <a:r>
              <a:rPr lang="en" sz="1700"/>
              <a:t>DO2(M1) se duce in pinul 5 din AND1</a:t>
            </a:r>
            <a:endParaRPr sz="1700"/>
          </a:p>
          <a:p>
            <a:pPr indent="-336550" lvl="0" marL="457200" rtl="0" algn="l">
              <a:lnSpc>
                <a:spcPct val="100000"/>
              </a:lnSpc>
              <a:spcBef>
                <a:spcPts val="0"/>
              </a:spcBef>
              <a:spcAft>
                <a:spcPts val="0"/>
              </a:spcAft>
              <a:buSzPts val="1700"/>
              <a:buChar char="●"/>
            </a:pPr>
            <a:r>
              <a:rPr lang="en" sz="1700"/>
              <a:t>DO1(M1) se duce in pinul 12 din AND1</a:t>
            </a:r>
            <a:endParaRPr sz="1700"/>
          </a:p>
          <a:p>
            <a:pPr indent="-336550" lvl="0" marL="457200" rtl="0" algn="l">
              <a:lnSpc>
                <a:spcPct val="100000"/>
              </a:lnSpc>
              <a:spcBef>
                <a:spcPts val="0"/>
              </a:spcBef>
              <a:spcAft>
                <a:spcPts val="0"/>
              </a:spcAft>
              <a:buSzPts val="1700"/>
              <a:buChar char="●"/>
            </a:pPr>
            <a:r>
              <a:rPr lang="en" sz="1700"/>
              <a:t>DO4(M2) se duce in pinul 9 din AND1</a:t>
            </a:r>
            <a:endParaRPr sz="1700"/>
          </a:p>
          <a:p>
            <a:pPr indent="-336550" lvl="0" marL="457200" rtl="0" algn="l">
              <a:lnSpc>
                <a:spcPct val="100000"/>
              </a:lnSpc>
              <a:spcBef>
                <a:spcPts val="0"/>
              </a:spcBef>
              <a:spcAft>
                <a:spcPts val="0"/>
              </a:spcAft>
              <a:buSzPts val="1700"/>
              <a:buChar char="●"/>
            </a:pPr>
            <a:r>
              <a:rPr lang="en" sz="1700"/>
              <a:t>DO3(M2) se duce in pinul 2 din AND2</a:t>
            </a:r>
            <a:endParaRPr sz="1700"/>
          </a:p>
          <a:p>
            <a:pPr indent="-336550" lvl="0" marL="457200" rtl="0" algn="l">
              <a:lnSpc>
                <a:spcPct val="100000"/>
              </a:lnSpc>
              <a:spcBef>
                <a:spcPts val="0"/>
              </a:spcBef>
              <a:spcAft>
                <a:spcPts val="0"/>
              </a:spcAft>
              <a:buSzPts val="1700"/>
              <a:buChar char="●"/>
            </a:pPr>
            <a:r>
              <a:rPr lang="en" sz="1700"/>
              <a:t>DO2(M2) se duce in pinul 5 din AND2</a:t>
            </a:r>
            <a:endParaRPr sz="1700"/>
          </a:p>
          <a:p>
            <a:pPr indent="-336550" lvl="0" marL="457200" rtl="0" algn="l">
              <a:lnSpc>
                <a:spcPct val="100000"/>
              </a:lnSpc>
              <a:spcBef>
                <a:spcPts val="0"/>
              </a:spcBef>
              <a:spcAft>
                <a:spcPts val="0"/>
              </a:spcAft>
              <a:buSzPts val="1700"/>
              <a:buChar char="●"/>
            </a:pPr>
            <a:r>
              <a:rPr lang="en" sz="1700"/>
              <a:t>DO1(M2) se duce in pinul 12 din AND2</a:t>
            </a:r>
            <a:endParaRPr sz="1700"/>
          </a:p>
          <a:p>
            <a:pPr indent="-336550" lvl="0" marL="457200" rtl="0" algn="l">
              <a:lnSpc>
                <a:spcPct val="100000"/>
              </a:lnSpc>
              <a:spcBef>
                <a:spcPts val="0"/>
              </a:spcBef>
              <a:spcAft>
                <a:spcPts val="0"/>
              </a:spcAft>
              <a:buSzPts val="1700"/>
              <a:buChar char="●"/>
            </a:pPr>
            <a:r>
              <a:rPr lang="en" sz="1700"/>
              <a:t>DO4(M3) se duce in pinul 9 din AND2</a:t>
            </a:r>
            <a:endParaRPr sz="1700"/>
          </a:p>
        </p:txBody>
      </p:sp>
      <p:sp>
        <p:nvSpPr>
          <p:cNvPr id="1859" name="Google Shape;1859;p18"/>
          <p:cNvSpPr txBox="1"/>
          <p:nvPr>
            <p:ph idx="2" type="body"/>
          </p:nvPr>
        </p:nvSpPr>
        <p:spPr>
          <a:xfrm>
            <a:off x="4718775" y="688750"/>
            <a:ext cx="4147500" cy="3999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b="1" lang="en" sz="2800">
                <a:latin typeface="Francois One"/>
                <a:ea typeface="Francois One"/>
                <a:cs typeface="Francois One"/>
                <a:sym typeface="Francois One"/>
              </a:rPr>
              <a:t>Pinii ie</a:t>
            </a:r>
            <a:r>
              <a:rPr lang="en" sz="2800">
                <a:latin typeface="Francois One"/>
                <a:ea typeface="Francois One"/>
                <a:cs typeface="Francois One"/>
                <a:sym typeface="Francois One"/>
              </a:rPr>
              <a:t>ș</a:t>
            </a:r>
            <a:r>
              <a:rPr b="1" lang="en" sz="2800">
                <a:latin typeface="Francois One"/>
                <a:ea typeface="Francois One"/>
                <a:cs typeface="Francois One"/>
                <a:sym typeface="Francois One"/>
              </a:rPr>
              <a:t>irilor</a:t>
            </a:r>
            <a:endParaRPr b="1" sz="2800">
              <a:latin typeface="Francois One"/>
              <a:ea typeface="Francois One"/>
              <a:cs typeface="Francois One"/>
              <a:sym typeface="Francois One"/>
            </a:endParaRPr>
          </a:p>
          <a:p>
            <a:pPr indent="0" lvl="0" marL="0" rtl="0" algn="l">
              <a:lnSpc>
                <a:spcPct val="100000"/>
              </a:lnSpc>
              <a:spcBef>
                <a:spcPts val="0"/>
              </a:spcBef>
              <a:spcAft>
                <a:spcPts val="0"/>
              </a:spcAft>
              <a:buSzPts val="1200"/>
              <a:buNone/>
            </a:pPr>
            <a:r>
              <a:t/>
            </a:r>
            <a:endParaRPr b="1" sz="2800">
              <a:latin typeface="Francois One"/>
              <a:ea typeface="Francois One"/>
              <a:cs typeface="Francois One"/>
              <a:sym typeface="Francois One"/>
            </a:endParaRPr>
          </a:p>
          <a:p>
            <a:pPr indent="-336550" lvl="0" marL="457200" rtl="0" algn="l">
              <a:lnSpc>
                <a:spcPct val="100000"/>
              </a:lnSpc>
              <a:spcBef>
                <a:spcPts val="0"/>
              </a:spcBef>
              <a:spcAft>
                <a:spcPts val="0"/>
              </a:spcAft>
              <a:buSzPts val="1700"/>
              <a:buChar char="●"/>
            </a:pPr>
            <a:r>
              <a:rPr lang="en" sz="1700"/>
              <a:t>Pinul 3 (AND1) reprezint</a:t>
            </a:r>
            <a:r>
              <a:rPr lang="en" sz="1700">
                <a:solidFill>
                  <a:srgbClr val="000000"/>
                </a:solidFill>
              </a:rPr>
              <a:t>ă</a:t>
            </a:r>
            <a:r>
              <a:rPr lang="en" sz="1700"/>
              <a:t> ieșirea O1</a:t>
            </a:r>
            <a:endParaRPr sz="1700"/>
          </a:p>
          <a:p>
            <a:pPr indent="-336550" lvl="0" marL="457200" rtl="0" algn="l">
              <a:lnSpc>
                <a:spcPct val="100000"/>
              </a:lnSpc>
              <a:spcBef>
                <a:spcPts val="0"/>
              </a:spcBef>
              <a:spcAft>
                <a:spcPts val="0"/>
              </a:spcAft>
              <a:buSzPts val="1700"/>
              <a:buChar char="●"/>
            </a:pPr>
            <a:r>
              <a:rPr lang="en" sz="1700"/>
              <a:t>Pinul 6 (AND1) reprezint</a:t>
            </a:r>
            <a:r>
              <a:rPr lang="en" sz="1700">
                <a:solidFill>
                  <a:srgbClr val="000000"/>
                </a:solidFill>
              </a:rPr>
              <a:t>ă</a:t>
            </a:r>
            <a:r>
              <a:rPr lang="en" sz="1700"/>
              <a:t> ieșirea O2</a:t>
            </a:r>
            <a:endParaRPr sz="1700"/>
          </a:p>
          <a:p>
            <a:pPr indent="-336550" lvl="0" marL="457200" rtl="0" algn="l">
              <a:lnSpc>
                <a:spcPct val="100000"/>
              </a:lnSpc>
              <a:spcBef>
                <a:spcPts val="0"/>
              </a:spcBef>
              <a:spcAft>
                <a:spcPts val="0"/>
              </a:spcAft>
              <a:buSzPts val="1700"/>
              <a:buChar char="●"/>
            </a:pPr>
            <a:r>
              <a:rPr lang="en" sz="1700"/>
              <a:t>Pinul 8 (AND1) reprezint</a:t>
            </a:r>
            <a:r>
              <a:rPr lang="en" sz="1700">
                <a:solidFill>
                  <a:srgbClr val="000000"/>
                </a:solidFill>
              </a:rPr>
              <a:t>ă</a:t>
            </a:r>
            <a:r>
              <a:rPr lang="en" sz="1700"/>
              <a:t> ieșirea O3</a:t>
            </a:r>
            <a:endParaRPr sz="1700"/>
          </a:p>
          <a:p>
            <a:pPr indent="-336550" lvl="0" marL="457200" rtl="0" algn="l">
              <a:lnSpc>
                <a:spcPct val="100000"/>
              </a:lnSpc>
              <a:spcBef>
                <a:spcPts val="0"/>
              </a:spcBef>
              <a:spcAft>
                <a:spcPts val="0"/>
              </a:spcAft>
              <a:buSzPts val="1700"/>
              <a:buChar char="●"/>
            </a:pPr>
            <a:r>
              <a:rPr lang="en" sz="1700"/>
              <a:t>Pinul 11 (AND1) reprezint</a:t>
            </a:r>
            <a:r>
              <a:rPr lang="en" sz="1700">
                <a:solidFill>
                  <a:srgbClr val="000000"/>
                </a:solidFill>
              </a:rPr>
              <a:t>ă</a:t>
            </a:r>
            <a:r>
              <a:rPr lang="en" sz="1700"/>
              <a:t> ieșirea O4</a:t>
            </a:r>
            <a:endParaRPr sz="1700"/>
          </a:p>
          <a:p>
            <a:pPr indent="-336550" lvl="0" marL="457200" rtl="0" algn="l">
              <a:lnSpc>
                <a:spcPct val="100000"/>
              </a:lnSpc>
              <a:spcBef>
                <a:spcPts val="0"/>
              </a:spcBef>
              <a:spcAft>
                <a:spcPts val="0"/>
              </a:spcAft>
              <a:buSzPts val="1700"/>
              <a:buChar char="●"/>
            </a:pPr>
            <a:r>
              <a:rPr lang="en" sz="1700"/>
              <a:t>Pinul 3 (AND2) reprezint</a:t>
            </a:r>
            <a:r>
              <a:rPr lang="en" sz="1700">
                <a:solidFill>
                  <a:srgbClr val="000000"/>
                </a:solidFill>
              </a:rPr>
              <a:t>ă</a:t>
            </a:r>
            <a:r>
              <a:rPr lang="en" sz="1700"/>
              <a:t> ieșirea O5</a:t>
            </a:r>
            <a:endParaRPr sz="1700"/>
          </a:p>
          <a:p>
            <a:pPr indent="-336550" lvl="0" marL="457200" rtl="0" algn="l">
              <a:lnSpc>
                <a:spcPct val="100000"/>
              </a:lnSpc>
              <a:spcBef>
                <a:spcPts val="0"/>
              </a:spcBef>
              <a:spcAft>
                <a:spcPts val="0"/>
              </a:spcAft>
              <a:buSzPts val="1700"/>
              <a:buChar char="●"/>
            </a:pPr>
            <a:r>
              <a:rPr lang="en" sz="1700"/>
              <a:t>Pinul 6 (AND2) reprezint</a:t>
            </a:r>
            <a:r>
              <a:rPr lang="en" sz="1700">
                <a:solidFill>
                  <a:srgbClr val="000000"/>
                </a:solidFill>
              </a:rPr>
              <a:t>ă</a:t>
            </a:r>
            <a:r>
              <a:rPr lang="en" sz="1700"/>
              <a:t> ieșirea O6</a:t>
            </a:r>
            <a:endParaRPr sz="1700"/>
          </a:p>
          <a:p>
            <a:pPr indent="-336550" lvl="0" marL="457200" rtl="0" algn="l">
              <a:lnSpc>
                <a:spcPct val="100000"/>
              </a:lnSpc>
              <a:spcBef>
                <a:spcPts val="0"/>
              </a:spcBef>
              <a:spcAft>
                <a:spcPts val="0"/>
              </a:spcAft>
              <a:buSzPts val="1700"/>
              <a:buChar char="●"/>
            </a:pPr>
            <a:r>
              <a:rPr lang="en" sz="1700"/>
              <a:t>Pinul 8 (AND2) reprezint</a:t>
            </a:r>
            <a:r>
              <a:rPr lang="en" sz="1700">
                <a:solidFill>
                  <a:srgbClr val="000000"/>
                </a:solidFill>
              </a:rPr>
              <a:t>ă</a:t>
            </a:r>
            <a:r>
              <a:rPr lang="en" sz="1700"/>
              <a:t> ieșirea O7</a:t>
            </a:r>
            <a:endParaRPr sz="1700"/>
          </a:p>
          <a:p>
            <a:pPr indent="-336550" lvl="0" marL="457200" rtl="0" algn="l">
              <a:lnSpc>
                <a:spcPct val="100000"/>
              </a:lnSpc>
              <a:spcBef>
                <a:spcPts val="0"/>
              </a:spcBef>
              <a:spcAft>
                <a:spcPts val="0"/>
              </a:spcAft>
              <a:buSzPts val="1700"/>
              <a:buChar char="●"/>
            </a:pPr>
            <a:r>
              <a:rPr lang="en" sz="1700"/>
              <a:t>Pinul 11 (AND2) reprezint</a:t>
            </a:r>
            <a:r>
              <a:rPr lang="en" sz="1700">
                <a:solidFill>
                  <a:srgbClr val="000000"/>
                </a:solidFill>
              </a:rPr>
              <a:t>ă</a:t>
            </a:r>
            <a:r>
              <a:rPr lang="en" sz="1700"/>
              <a:t> ieșirea O8</a:t>
            </a:r>
            <a:endParaRPr sz="1700"/>
          </a:p>
        </p:txBody>
      </p:sp>
      <p:cxnSp>
        <p:nvCxnSpPr>
          <p:cNvPr id="1860" name="Google Shape;1860;p18"/>
          <p:cNvCxnSpPr/>
          <p:nvPr/>
        </p:nvCxnSpPr>
        <p:spPr>
          <a:xfrm>
            <a:off x="561300" y="1367525"/>
            <a:ext cx="3918900" cy="0"/>
          </a:xfrm>
          <a:prstGeom prst="straightConnector1">
            <a:avLst/>
          </a:prstGeom>
          <a:noFill/>
          <a:ln cap="flat" cmpd="sng" w="152400">
            <a:solidFill>
              <a:schemeClr val="lt1"/>
            </a:solidFill>
            <a:prstDash val="solid"/>
            <a:round/>
            <a:headEnd len="sm" w="sm" type="none"/>
            <a:tailEnd len="sm" w="sm" type="none"/>
          </a:ln>
        </p:spPr>
      </p:cxnSp>
      <p:cxnSp>
        <p:nvCxnSpPr>
          <p:cNvPr id="1861" name="Google Shape;1861;p18"/>
          <p:cNvCxnSpPr/>
          <p:nvPr/>
        </p:nvCxnSpPr>
        <p:spPr>
          <a:xfrm>
            <a:off x="4833075" y="1367525"/>
            <a:ext cx="3918900" cy="0"/>
          </a:xfrm>
          <a:prstGeom prst="straightConnector1">
            <a:avLst/>
          </a:prstGeom>
          <a:noFill/>
          <a:ln cap="flat" cmpd="sng" w="152400">
            <a:solidFill>
              <a:schemeClr val="lt1"/>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5" name="Shape 1865"/>
        <p:cNvGrpSpPr/>
        <p:nvPr/>
      </p:nvGrpSpPr>
      <p:grpSpPr>
        <a:xfrm>
          <a:off x="0" y="0"/>
          <a:ext cx="0" cy="0"/>
          <a:chOff x="0" y="0"/>
          <a:chExt cx="0" cy="0"/>
        </a:xfrm>
      </p:grpSpPr>
      <p:sp>
        <p:nvSpPr>
          <p:cNvPr id="1866" name="Google Shape;1866;p19"/>
          <p:cNvSpPr txBox="1"/>
          <p:nvPr>
            <p:ph type="title"/>
          </p:nvPr>
        </p:nvSpPr>
        <p:spPr>
          <a:xfrm>
            <a:off x="713250" y="505690"/>
            <a:ext cx="7717500" cy="29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b="1" lang="en"/>
              <a:t>Conexiunile dintre pini</a:t>
            </a:r>
            <a:endParaRPr b="1"/>
          </a:p>
        </p:txBody>
      </p:sp>
      <p:cxnSp>
        <p:nvCxnSpPr>
          <p:cNvPr id="1867" name="Google Shape;1867;p19"/>
          <p:cNvCxnSpPr/>
          <p:nvPr/>
        </p:nvCxnSpPr>
        <p:spPr>
          <a:xfrm>
            <a:off x="1627050" y="378400"/>
            <a:ext cx="5889900" cy="0"/>
          </a:xfrm>
          <a:prstGeom prst="straightConnector1">
            <a:avLst/>
          </a:prstGeom>
          <a:noFill/>
          <a:ln cap="flat" cmpd="sng" w="152400">
            <a:solidFill>
              <a:schemeClr val="lt1"/>
            </a:solidFill>
            <a:prstDash val="solid"/>
            <a:round/>
            <a:headEnd len="sm" w="sm" type="none"/>
            <a:tailEnd len="sm" w="sm" type="none"/>
          </a:ln>
        </p:spPr>
      </p:cxnSp>
      <p:sp>
        <p:nvSpPr>
          <p:cNvPr id="1868" name="Google Shape;1868;p19"/>
          <p:cNvSpPr txBox="1"/>
          <p:nvPr/>
        </p:nvSpPr>
        <p:spPr>
          <a:xfrm>
            <a:off x="2798700" y="925500"/>
            <a:ext cx="3546600" cy="302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Francois One"/>
                <a:ea typeface="Francois One"/>
                <a:cs typeface="Francois One"/>
                <a:sym typeface="Francois One"/>
              </a:rPr>
              <a:t>(Memoria și masca)</a:t>
            </a:r>
            <a:endParaRPr b="0" i="0" sz="2000" u="none" cap="none" strike="noStrike">
              <a:solidFill>
                <a:schemeClr val="dk1"/>
              </a:solidFill>
              <a:latin typeface="Francois One"/>
              <a:ea typeface="Francois One"/>
              <a:cs typeface="Francois One"/>
              <a:sym typeface="Francois One"/>
            </a:endParaRPr>
          </a:p>
        </p:txBody>
      </p:sp>
      <p:sp>
        <p:nvSpPr>
          <p:cNvPr id="1869" name="Google Shape;1869;p19"/>
          <p:cNvSpPr txBox="1"/>
          <p:nvPr/>
        </p:nvSpPr>
        <p:spPr>
          <a:xfrm>
            <a:off x="475950" y="1227600"/>
            <a:ext cx="5511900" cy="3632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D04(M1) - toate porțile AND (pinii 1, 4, 10, 13 de pe fiecare chip)</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DO3(M1) - pinul 2 (AND1)</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D02(M1) - pinul 5 (AND1)</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DO1(M1) - pinul 12 (AND1)</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DO4(M2) - pinul 9 (AND1)</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DO3(M2) - pinul 2 (AND2)</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DO2(M2) - pinul 5 (AND2)</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DO1(M2) - pinul 12 (AND2)</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Pinul 3 (AND1) - ieșirea O1</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Pinul 6 (AND1) - ieșirea O2</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Pinul 11 (AND1) - ieșirea O3</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Pinul 8 (AND1) - ieșirea O4</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Pinul 3 (AND2) - ieșirea O5</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Pinul 6 (AND2) - ieșirea O6</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Pinul 11 (AND2) - ieșirea O7</a:t>
            </a:r>
            <a:endParaRPr b="0" i="0" sz="1400" u="none" cap="none" strike="noStrike">
              <a:solidFill>
                <a:srgbClr val="000000"/>
              </a:solidFill>
              <a:latin typeface="Catamaran"/>
              <a:ea typeface="Catamaran"/>
              <a:cs typeface="Catamaran"/>
              <a:sym typeface="Catamaran"/>
            </a:endParaRPr>
          </a:p>
          <a:p>
            <a:pPr indent="-317500" lvl="0" marL="457200" marR="0" rtl="0" algn="l">
              <a:lnSpc>
                <a:spcPct val="100000"/>
              </a:lnSpc>
              <a:spcBef>
                <a:spcPts val="0"/>
              </a:spcBef>
              <a:spcAft>
                <a:spcPts val="0"/>
              </a:spcAft>
              <a:buClr>
                <a:srgbClr val="000000"/>
              </a:buClr>
              <a:buSzPts val="1400"/>
              <a:buFont typeface="Catamaran"/>
              <a:buChar char="●"/>
            </a:pPr>
            <a:r>
              <a:rPr b="0" i="0" lang="en" sz="1400" u="none" cap="none" strike="noStrike">
                <a:solidFill>
                  <a:srgbClr val="000000"/>
                </a:solidFill>
                <a:latin typeface="Catamaran"/>
                <a:ea typeface="Catamaran"/>
                <a:cs typeface="Catamaran"/>
                <a:sym typeface="Catamaran"/>
              </a:rPr>
              <a:t>Pinul 8 (AND2) - ieșirea O8</a:t>
            </a:r>
            <a:endParaRPr b="0" i="0" sz="1400" u="none" cap="none" strike="noStrike">
              <a:solidFill>
                <a:srgbClr val="000000"/>
              </a:solidFill>
              <a:latin typeface="Catamaran"/>
              <a:ea typeface="Catamaran"/>
              <a:cs typeface="Catamaran"/>
              <a:sym typeface="Catamaran"/>
            </a:endParaRPr>
          </a:p>
        </p:txBody>
      </p:sp>
      <p:pic>
        <p:nvPicPr>
          <p:cNvPr id="1870" name="Google Shape;1870;p19"/>
          <p:cNvPicPr preferRelativeResize="0"/>
          <p:nvPr/>
        </p:nvPicPr>
        <p:blipFill rotWithShape="1">
          <a:blip r:embed="rId3">
            <a:alphaModFix/>
          </a:blip>
          <a:srcRect b="0" l="0" r="0" t="0"/>
          <a:stretch/>
        </p:blipFill>
        <p:spPr>
          <a:xfrm>
            <a:off x="3437950" y="1663658"/>
            <a:ext cx="4670351" cy="2975529"/>
          </a:xfrm>
          <a:prstGeom prst="rect">
            <a:avLst/>
          </a:prstGeom>
          <a:noFill/>
          <a:ln>
            <a:noFill/>
          </a:ln>
        </p:spPr>
      </p:pic>
    </p:spTree>
  </p:cSld>
  <p:clrMapOvr>
    <a:masterClrMapping/>
  </p:clrMapOvr>
  <mc:AlternateContent>
    <mc:Choice Requires="p14">
      <p:transition spd="slow" p14:dur="1000">
        <p14:gallery dir="l"/>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4" name="Shape 1874"/>
        <p:cNvGrpSpPr/>
        <p:nvPr/>
      </p:nvGrpSpPr>
      <p:grpSpPr>
        <a:xfrm>
          <a:off x="0" y="0"/>
          <a:ext cx="0" cy="0"/>
          <a:chOff x="0" y="0"/>
          <a:chExt cx="0" cy="0"/>
        </a:xfrm>
      </p:grpSpPr>
      <p:sp>
        <p:nvSpPr>
          <p:cNvPr id="1875" name="Google Shape;1875;p20"/>
          <p:cNvSpPr txBox="1"/>
          <p:nvPr>
            <p:ph type="title"/>
          </p:nvPr>
        </p:nvSpPr>
        <p:spPr>
          <a:xfrm rot="-5400000">
            <a:off x="-929600" y="2333375"/>
            <a:ext cx="3833100" cy="29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sz="3100"/>
              <a:t>Proiectarea cablajului</a:t>
            </a:r>
            <a:endParaRPr b="1" sz="3100"/>
          </a:p>
        </p:txBody>
      </p:sp>
      <p:pic>
        <p:nvPicPr>
          <p:cNvPr id="1876" name="Google Shape;1876;p20"/>
          <p:cNvPicPr preferRelativeResize="0"/>
          <p:nvPr/>
        </p:nvPicPr>
        <p:blipFill rotWithShape="1">
          <a:blip r:embed="rId3">
            <a:alphaModFix/>
          </a:blip>
          <a:srcRect b="0" l="0" r="0" t="0"/>
          <a:stretch/>
        </p:blipFill>
        <p:spPr>
          <a:xfrm>
            <a:off x="2463088" y="0"/>
            <a:ext cx="4217700" cy="5143500"/>
          </a:xfrm>
          <a:prstGeom prst="rect">
            <a:avLst/>
          </a:prstGeom>
          <a:noFill/>
          <a:ln cap="flat" cmpd="sng" w="114300">
            <a:solidFill>
              <a:schemeClr val="lt1"/>
            </a:solidFill>
            <a:prstDash val="solid"/>
            <a:round/>
            <a:headEnd len="sm" w="sm" type="none"/>
            <a:tailEnd len="sm" w="sm" type="none"/>
          </a:ln>
        </p:spPr>
      </p:pic>
    </p:spTree>
  </p:cSld>
  <p:clrMapOvr>
    <a:masterClrMapping/>
  </p:clrMapOvr>
  <mc:AlternateContent>
    <mc:Choice Requires="p14">
      <p:transition spd="slow" p14:dur="1000">
        <p:fade thruBlk="1"/>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0" name="Shape 1880"/>
        <p:cNvGrpSpPr/>
        <p:nvPr/>
      </p:nvGrpSpPr>
      <p:grpSpPr>
        <a:xfrm>
          <a:off x="0" y="0"/>
          <a:ext cx="0" cy="0"/>
          <a:chOff x="0" y="0"/>
          <a:chExt cx="0" cy="0"/>
        </a:xfrm>
      </p:grpSpPr>
      <p:sp>
        <p:nvSpPr>
          <p:cNvPr id="1881" name="Google Shape;1881;p21"/>
          <p:cNvSpPr txBox="1"/>
          <p:nvPr>
            <p:ph type="title"/>
          </p:nvPr>
        </p:nvSpPr>
        <p:spPr>
          <a:xfrm>
            <a:off x="713250" y="0"/>
            <a:ext cx="7717500" cy="35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b="1" lang="en"/>
              <a:t>Documentație activități</a:t>
            </a:r>
            <a:endParaRPr b="1"/>
          </a:p>
        </p:txBody>
      </p:sp>
      <p:graphicFrame>
        <p:nvGraphicFramePr>
          <p:cNvPr id="1882" name="Google Shape;1882;p21"/>
          <p:cNvGraphicFramePr/>
          <p:nvPr/>
        </p:nvGraphicFramePr>
        <p:xfrm>
          <a:off x="81700" y="442540"/>
          <a:ext cx="3000000" cy="3000000"/>
        </p:xfrm>
        <a:graphic>
          <a:graphicData uri="http://schemas.openxmlformats.org/drawingml/2006/table">
            <a:tbl>
              <a:tblPr>
                <a:noFill/>
                <a:tableStyleId>{0A3A3D38-F452-4DB9-AB92-E835CB430F9E}</a:tableStyleId>
              </a:tblPr>
              <a:tblGrid>
                <a:gridCol w="1828800"/>
                <a:gridCol w="403275"/>
                <a:gridCol w="2342000"/>
                <a:gridCol w="2088000"/>
                <a:gridCol w="2481925"/>
              </a:tblGrid>
              <a:tr h="582175">
                <a:tc gridSpan="2">
                  <a:txBody>
                    <a:bodyPr/>
                    <a:lstStyle/>
                    <a:p>
                      <a:pPr indent="0" lvl="0" marL="0" marR="0" rtl="0" algn="ctr">
                        <a:lnSpc>
                          <a:spcPct val="100000"/>
                        </a:lnSpc>
                        <a:spcBef>
                          <a:spcPts val="0"/>
                        </a:spcBef>
                        <a:spcAft>
                          <a:spcPts val="0"/>
                        </a:spcAft>
                        <a:buClr>
                          <a:srgbClr val="000000"/>
                        </a:buClr>
                        <a:buSzPts val="2000"/>
                        <a:buFont typeface="Arial"/>
                        <a:buNone/>
                      </a:pPr>
                      <a:r>
                        <a:rPr b="1" lang="en" sz="2000" u="none" cap="none" strike="noStrike">
                          <a:solidFill>
                            <a:schemeClr val="dk1"/>
                          </a:solidFill>
                          <a:latin typeface="Francois One"/>
                          <a:ea typeface="Francois One"/>
                          <a:cs typeface="Francois One"/>
                          <a:sym typeface="Francois One"/>
                        </a:rPr>
                        <a:t>Brăslașu Alexandru</a:t>
                      </a:r>
                      <a:endParaRPr b="1" sz="2000" u="none" cap="none" strike="noStrike">
                        <a:solidFill>
                          <a:schemeClr val="dk1"/>
                        </a:solidFill>
                        <a:latin typeface="Francois One"/>
                        <a:ea typeface="Francois One"/>
                        <a:cs typeface="Francois One"/>
                        <a:sym typeface="Francois One"/>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rgbClr val="000000"/>
                        </a:buClr>
                        <a:buSzPts val="2000"/>
                        <a:buFont typeface="Arial"/>
                        <a:buNone/>
                      </a:pPr>
                      <a:r>
                        <a:rPr b="1" lang="en" sz="2000" u="none" cap="none" strike="noStrike">
                          <a:solidFill>
                            <a:schemeClr val="dk1"/>
                          </a:solidFill>
                          <a:latin typeface="Francois One"/>
                          <a:ea typeface="Francois One"/>
                          <a:cs typeface="Francois One"/>
                          <a:sym typeface="Francois One"/>
                        </a:rPr>
                        <a:t>Londraliu Alexandra</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1" lang="en" sz="2000" u="none" cap="none" strike="noStrike">
                          <a:solidFill>
                            <a:schemeClr val="dk1"/>
                          </a:solidFill>
                          <a:latin typeface="Francois One"/>
                          <a:ea typeface="Francois One"/>
                          <a:cs typeface="Francois One"/>
                          <a:sym typeface="Francois One"/>
                        </a:rPr>
                        <a:t>Manea Andrei</a:t>
                      </a:r>
                      <a:endParaRPr b="1" sz="2000" u="none" cap="none" strike="noStrike">
                        <a:solidFill>
                          <a:schemeClr val="dk1"/>
                        </a:solidFill>
                        <a:latin typeface="Francois One"/>
                        <a:ea typeface="Francois One"/>
                        <a:cs typeface="Francois One"/>
                        <a:sym typeface="Francois One"/>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b="1" lang="en" sz="2000" u="none" cap="none" strike="noStrike">
                          <a:solidFill>
                            <a:schemeClr val="dk1"/>
                          </a:solidFill>
                          <a:latin typeface="Francois One"/>
                          <a:ea typeface="Francois One"/>
                          <a:cs typeface="Francois One"/>
                          <a:sym typeface="Francois One"/>
                        </a:rPr>
                        <a:t>Tunaru Ștefania</a:t>
                      </a:r>
                      <a:endParaRPr b="1" sz="2000" u="none" cap="none" strike="noStrike">
                        <a:solidFill>
                          <a:schemeClr val="dk1"/>
                        </a:solidFill>
                        <a:latin typeface="Francois One"/>
                        <a:ea typeface="Francois One"/>
                        <a:cs typeface="Francois One"/>
                        <a:sym typeface="Francois One"/>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869500">
                <a:tc gridSpan="2">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alegerea componentelor digitale folosite</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hMerge="1"/>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elaborarea organigramei</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19050">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elaborarea schemei bloc</a:t>
                      </a:r>
                      <a:endParaRPr sz="1400" u="none" cap="none" strike="noStrike">
                        <a:solidFill>
                          <a:schemeClr val="accent3"/>
                        </a:solidFill>
                        <a:latin typeface="Hind"/>
                        <a:ea typeface="Hind"/>
                        <a:cs typeface="Hind"/>
                        <a:sym typeface="Hind"/>
                      </a:endParaRPr>
                    </a:p>
                  </a:txBody>
                  <a:tcPr marT="91425" marB="91425" marR="91425" marL="91425" anchor="ctr">
                    <a:lnL cap="flat" cmpd="sng" w="19050">
                      <a:solidFill>
                        <a:schemeClr val="lt1">
                          <a:alpha val="0"/>
                        </a:schemeClr>
                      </a:solidFill>
                      <a:prstDash val="solid"/>
                      <a:round/>
                      <a:headEnd len="sm" w="sm" type="none"/>
                      <a:tailEnd len="sm" w="sm" type="none"/>
                    </a:lnL>
                    <a:lnR cap="flat" cmpd="sng" w="19050">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calculul lungimii microinstrucțiunii</a:t>
                      </a:r>
                      <a:endParaRPr sz="1400" u="none" cap="none" strike="noStrike">
                        <a:solidFill>
                          <a:schemeClr val="accent3"/>
                        </a:solidFill>
                        <a:latin typeface="Hind"/>
                        <a:ea typeface="Hind"/>
                        <a:cs typeface="Hind"/>
                        <a:sym typeface="Hind"/>
                      </a:endParaRPr>
                    </a:p>
                  </a:txBody>
                  <a:tcPr marT="91425" marB="91425" marR="91425" marL="91425" anchor="ctr">
                    <a:lnL cap="flat" cmpd="sng" w="19050">
                      <a:solidFill>
                        <a:schemeClr val="lt1">
                          <a:alpha val="0"/>
                        </a:schemeClr>
                      </a:solidFill>
                      <a:prstDash val="solid"/>
                      <a:round/>
                      <a:headEnd len="sm" w="sm" type="none"/>
                      <a:tailEnd len="sm" w="sm" type="none"/>
                    </a:lnL>
                    <a:lnR cap="flat" cmpd="sng" w="19050">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869500">
                <a:tc gridSpan="2">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proiectarea cablajului</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hMerge="1"/>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completarea conținutului memoriei de program</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elaborarea organigramei</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completarea conținutului memoriei de program</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869500">
                <a:tc gridSpan="2">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proiectarea schemei unității de comandă</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hMerge="1"/>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alegerea componentelor digitale folosite</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descrierea funcționalității</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proiectarea schemei unității de comandă</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755125">
                <a:tc gridSpan="2">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elaborarea organigramei</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hMerge="1"/>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elaborarea schemei bloc</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proiectarea cablajului</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scrierea documentației de proiect</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755125">
                <a:tc gridSpan="2">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3"/>
                          </a:solidFill>
                          <a:latin typeface="Hind"/>
                          <a:ea typeface="Hind"/>
                          <a:cs typeface="Hind"/>
                          <a:sym typeface="Hind"/>
                        </a:rPr>
                        <a:t>elaborarea prezentării .pptx</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hMerge="1"/>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2"/>
                          </a:solidFill>
                          <a:latin typeface="Hind"/>
                          <a:ea typeface="Hind"/>
                          <a:cs typeface="Hind"/>
                          <a:sym typeface="Hind"/>
                        </a:rPr>
                        <a:t>elaborarea prezentării .pptx</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2"/>
                          </a:solidFill>
                          <a:latin typeface="Hind"/>
                          <a:ea typeface="Hind"/>
                          <a:cs typeface="Hind"/>
                          <a:sym typeface="Hind"/>
                        </a:rPr>
                        <a:t>elaborarea prezentării .pptx</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317500" lvl="0" marL="457200" marR="0" rtl="0" algn="ctr">
                        <a:lnSpc>
                          <a:spcPct val="100000"/>
                        </a:lnSpc>
                        <a:spcBef>
                          <a:spcPts val="0"/>
                        </a:spcBef>
                        <a:spcAft>
                          <a:spcPts val="0"/>
                        </a:spcAft>
                        <a:buClr>
                          <a:schemeClr val="accent3"/>
                        </a:buClr>
                        <a:buSzPts val="1400"/>
                        <a:buFont typeface="Hind"/>
                        <a:buChar char="●"/>
                      </a:pPr>
                      <a:r>
                        <a:rPr lang="en" sz="1400" u="none" cap="none" strike="noStrike">
                          <a:solidFill>
                            <a:schemeClr val="accent2"/>
                          </a:solidFill>
                          <a:latin typeface="Hind"/>
                          <a:ea typeface="Hind"/>
                          <a:cs typeface="Hind"/>
                          <a:sym typeface="Hind"/>
                        </a:rPr>
                        <a:t>elaborarea prezentării .pptx</a:t>
                      </a:r>
                      <a:endParaRPr sz="1400" u="none" cap="none" strike="noStrike">
                        <a:solidFill>
                          <a:schemeClr val="accent3"/>
                        </a:solidFill>
                        <a:latin typeface="Hind"/>
                        <a:ea typeface="Hind"/>
                        <a:cs typeface="Hind"/>
                        <a:sym typeface="Hind"/>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Tree>
  </p:cSld>
  <p:clrMapOvr>
    <a:masterClrMapping/>
  </p:clrMapOvr>
  <mc:AlternateContent>
    <mc:Choice Requires="p14">
      <p:transition spd="slow" p14:dur="1000">
        <p:fade thruBlk="1"/>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6" name="Shape 1886"/>
        <p:cNvGrpSpPr/>
        <p:nvPr/>
      </p:nvGrpSpPr>
      <p:grpSpPr>
        <a:xfrm>
          <a:off x="0" y="0"/>
          <a:ext cx="0" cy="0"/>
          <a:chOff x="0" y="0"/>
          <a:chExt cx="0" cy="0"/>
        </a:xfrm>
      </p:grpSpPr>
      <p:sp>
        <p:nvSpPr>
          <p:cNvPr id="1887" name="Google Shape;1887;p22"/>
          <p:cNvSpPr txBox="1"/>
          <p:nvPr>
            <p:ph idx="1" type="body"/>
          </p:nvPr>
        </p:nvSpPr>
        <p:spPr>
          <a:xfrm>
            <a:off x="509125" y="687800"/>
            <a:ext cx="5175300" cy="1035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600"/>
              <a:buNone/>
            </a:pPr>
            <a:r>
              <a:rPr lang="en"/>
              <a:t>Mulțumim pentru atenție!</a:t>
            </a:r>
            <a:endParaRPr/>
          </a:p>
        </p:txBody>
      </p:sp>
      <p:grpSp>
        <p:nvGrpSpPr>
          <p:cNvPr id="1888" name="Google Shape;1888;p22"/>
          <p:cNvGrpSpPr/>
          <p:nvPr/>
        </p:nvGrpSpPr>
        <p:grpSpPr>
          <a:xfrm rot="1624345">
            <a:off x="-170842" y="4192135"/>
            <a:ext cx="1614467" cy="779047"/>
            <a:chOff x="407100" y="684850"/>
            <a:chExt cx="1614525" cy="779075"/>
          </a:xfrm>
        </p:grpSpPr>
        <p:sp>
          <p:nvSpPr>
            <p:cNvPr id="1889" name="Google Shape;1889;p22"/>
            <p:cNvSpPr/>
            <p:nvPr/>
          </p:nvSpPr>
          <p:spPr>
            <a:xfrm>
              <a:off x="407100" y="684850"/>
              <a:ext cx="1614525" cy="779075"/>
            </a:xfrm>
            <a:custGeom>
              <a:rect b="b" l="l" r="r" t="t"/>
              <a:pathLst>
                <a:path extrusionOk="0" h="31163" w="64581">
                  <a:moveTo>
                    <a:pt x="58224" y="0"/>
                  </a:moveTo>
                  <a:cubicBezTo>
                    <a:pt x="51269" y="0"/>
                    <a:pt x="44288" y="1367"/>
                    <a:pt x="37828" y="4004"/>
                  </a:cubicBezTo>
                  <a:cubicBezTo>
                    <a:pt x="36994" y="4337"/>
                    <a:pt x="36126" y="4704"/>
                    <a:pt x="35226" y="4804"/>
                  </a:cubicBezTo>
                  <a:cubicBezTo>
                    <a:pt x="34985" y="4842"/>
                    <a:pt x="34741" y="4855"/>
                    <a:pt x="34495" y="4855"/>
                  </a:cubicBezTo>
                  <a:cubicBezTo>
                    <a:pt x="33858" y="4855"/>
                    <a:pt x="33207" y="4762"/>
                    <a:pt x="32557" y="4738"/>
                  </a:cubicBezTo>
                  <a:cubicBezTo>
                    <a:pt x="32397" y="4731"/>
                    <a:pt x="32234" y="4727"/>
                    <a:pt x="32070" y="4727"/>
                  </a:cubicBezTo>
                  <a:cubicBezTo>
                    <a:pt x="29869" y="4727"/>
                    <a:pt x="27310" y="5336"/>
                    <a:pt x="25385" y="6205"/>
                  </a:cubicBezTo>
                  <a:cubicBezTo>
                    <a:pt x="22850" y="7340"/>
                    <a:pt x="20482" y="10075"/>
                    <a:pt x="18347" y="11809"/>
                  </a:cubicBezTo>
                  <a:cubicBezTo>
                    <a:pt x="13377" y="15879"/>
                    <a:pt x="8340" y="19882"/>
                    <a:pt x="3136" y="23718"/>
                  </a:cubicBezTo>
                  <a:cubicBezTo>
                    <a:pt x="1502" y="24919"/>
                    <a:pt x="1" y="26753"/>
                    <a:pt x="1435" y="28822"/>
                  </a:cubicBezTo>
                  <a:cubicBezTo>
                    <a:pt x="2202" y="29922"/>
                    <a:pt x="3503" y="30523"/>
                    <a:pt x="4804" y="30823"/>
                  </a:cubicBezTo>
                  <a:cubicBezTo>
                    <a:pt x="5826" y="31061"/>
                    <a:pt x="6809" y="31163"/>
                    <a:pt x="7775" y="31163"/>
                  </a:cubicBezTo>
                  <a:cubicBezTo>
                    <a:pt x="9523" y="31163"/>
                    <a:pt x="11215" y="30829"/>
                    <a:pt x="12977" y="30356"/>
                  </a:cubicBezTo>
                  <a:cubicBezTo>
                    <a:pt x="16379" y="29422"/>
                    <a:pt x="19815" y="28555"/>
                    <a:pt x="23251" y="27788"/>
                  </a:cubicBezTo>
                  <a:cubicBezTo>
                    <a:pt x="30122" y="26286"/>
                    <a:pt x="37094" y="25119"/>
                    <a:pt x="44099" y="24318"/>
                  </a:cubicBezTo>
                  <a:cubicBezTo>
                    <a:pt x="45333" y="24185"/>
                    <a:pt x="46567" y="24052"/>
                    <a:pt x="47701" y="23551"/>
                  </a:cubicBezTo>
                  <a:cubicBezTo>
                    <a:pt x="48869" y="23084"/>
                    <a:pt x="49903" y="22217"/>
                    <a:pt x="50236" y="21049"/>
                  </a:cubicBezTo>
                  <a:cubicBezTo>
                    <a:pt x="50370" y="20582"/>
                    <a:pt x="50437" y="20082"/>
                    <a:pt x="50603" y="19648"/>
                  </a:cubicBezTo>
                  <a:cubicBezTo>
                    <a:pt x="50870" y="18915"/>
                    <a:pt x="51504" y="18381"/>
                    <a:pt x="52104" y="17880"/>
                  </a:cubicBezTo>
                  <a:cubicBezTo>
                    <a:pt x="54606" y="15679"/>
                    <a:pt x="56841" y="13177"/>
                    <a:pt x="58709" y="10408"/>
                  </a:cubicBezTo>
                  <a:cubicBezTo>
                    <a:pt x="59443" y="9308"/>
                    <a:pt x="59910" y="8440"/>
                    <a:pt x="61111" y="7840"/>
                  </a:cubicBezTo>
                  <a:cubicBezTo>
                    <a:pt x="62445" y="7206"/>
                    <a:pt x="63546" y="7039"/>
                    <a:pt x="63880" y="5338"/>
                  </a:cubicBezTo>
                  <a:cubicBezTo>
                    <a:pt x="64146" y="3937"/>
                    <a:pt x="64580" y="2236"/>
                    <a:pt x="63446" y="1202"/>
                  </a:cubicBezTo>
                  <a:cubicBezTo>
                    <a:pt x="62178" y="101"/>
                    <a:pt x="60077" y="34"/>
                    <a:pt x="58476" y="1"/>
                  </a:cubicBezTo>
                  <a:cubicBezTo>
                    <a:pt x="58392" y="1"/>
                    <a:pt x="58308" y="0"/>
                    <a:pt x="5822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p22"/>
            <p:cNvSpPr/>
            <p:nvPr/>
          </p:nvSpPr>
          <p:spPr>
            <a:xfrm>
              <a:off x="407100" y="1061225"/>
              <a:ext cx="1178375" cy="369275"/>
            </a:xfrm>
            <a:custGeom>
              <a:rect b="b" l="l" r="r" t="t"/>
              <a:pathLst>
                <a:path extrusionOk="0" h="14771" w="47135">
                  <a:moveTo>
                    <a:pt x="36928" y="0"/>
                  </a:moveTo>
                  <a:cubicBezTo>
                    <a:pt x="36372" y="0"/>
                    <a:pt x="35816" y="10"/>
                    <a:pt x="35259" y="23"/>
                  </a:cubicBezTo>
                  <a:cubicBezTo>
                    <a:pt x="31657" y="90"/>
                    <a:pt x="28021" y="390"/>
                    <a:pt x="24418" y="924"/>
                  </a:cubicBezTo>
                  <a:cubicBezTo>
                    <a:pt x="21816" y="1324"/>
                    <a:pt x="19248" y="1825"/>
                    <a:pt x="16779" y="2725"/>
                  </a:cubicBezTo>
                  <a:cubicBezTo>
                    <a:pt x="14211" y="3693"/>
                    <a:pt x="11809" y="5127"/>
                    <a:pt x="9207" y="6094"/>
                  </a:cubicBezTo>
                  <a:cubicBezTo>
                    <a:pt x="7906" y="6561"/>
                    <a:pt x="6272" y="6928"/>
                    <a:pt x="4704" y="7495"/>
                  </a:cubicBezTo>
                  <a:cubicBezTo>
                    <a:pt x="4170" y="7862"/>
                    <a:pt x="3670" y="8263"/>
                    <a:pt x="3136" y="8663"/>
                  </a:cubicBezTo>
                  <a:cubicBezTo>
                    <a:pt x="1502" y="9864"/>
                    <a:pt x="1" y="11698"/>
                    <a:pt x="1468" y="13767"/>
                  </a:cubicBezTo>
                  <a:cubicBezTo>
                    <a:pt x="1702" y="14134"/>
                    <a:pt x="2035" y="14434"/>
                    <a:pt x="2402" y="14701"/>
                  </a:cubicBezTo>
                  <a:cubicBezTo>
                    <a:pt x="2602" y="14734"/>
                    <a:pt x="2836" y="14767"/>
                    <a:pt x="3069" y="14767"/>
                  </a:cubicBezTo>
                  <a:cubicBezTo>
                    <a:pt x="3166" y="14770"/>
                    <a:pt x="3263" y="14771"/>
                    <a:pt x="3360" y="14771"/>
                  </a:cubicBezTo>
                  <a:cubicBezTo>
                    <a:pt x="4635" y="14771"/>
                    <a:pt x="5930" y="14565"/>
                    <a:pt x="7139" y="14100"/>
                  </a:cubicBezTo>
                  <a:cubicBezTo>
                    <a:pt x="8006" y="13767"/>
                    <a:pt x="8874" y="13300"/>
                    <a:pt x="9774" y="13066"/>
                  </a:cubicBezTo>
                  <a:cubicBezTo>
                    <a:pt x="10108" y="12983"/>
                    <a:pt x="10459" y="12933"/>
                    <a:pt x="10804" y="12933"/>
                  </a:cubicBezTo>
                  <a:cubicBezTo>
                    <a:pt x="11425" y="12933"/>
                    <a:pt x="12026" y="13093"/>
                    <a:pt x="12476" y="13500"/>
                  </a:cubicBezTo>
                  <a:cubicBezTo>
                    <a:pt x="13043" y="12332"/>
                    <a:pt x="14344" y="11732"/>
                    <a:pt x="15545" y="11332"/>
                  </a:cubicBezTo>
                  <a:cubicBezTo>
                    <a:pt x="19281" y="10064"/>
                    <a:pt x="23184" y="9530"/>
                    <a:pt x="27053" y="8997"/>
                  </a:cubicBezTo>
                  <a:cubicBezTo>
                    <a:pt x="32657" y="8196"/>
                    <a:pt x="38261" y="7429"/>
                    <a:pt x="43865" y="6628"/>
                  </a:cubicBezTo>
                  <a:cubicBezTo>
                    <a:pt x="44766" y="6495"/>
                    <a:pt x="45767" y="6328"/>
                    <a:pt x="46367" y="5661"/>
                  </a:cubicBezTo>
                  <a:cubicBezTo>
                    <a:pt x="47134" y="4794"/>
                    <a:pt x="46967" y="3359"/>
                    <a:pt x="46234" y="2459"/>
                  </a:cubicBezTo>
                  <a:cubicBezTo>
                    <a:pt x="45500" y="1525"/>
                    <a:pt x="44366" y="1057"/>
                    <a:pt x="43231" y="724"/>
                  </a:cubicBezTo>
                  <a:cubicBezTo>
                    <a:pt x="41192" y="141"/>
                    <a:pt x="39069" y="0"/>
                    <a:pt x="3692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p22"/>
            <p:cNvSpPr/>
            <p:nvPr/>
          </p:nvSpPr>
          <p:spPr>
            <a:xfrm>
              <a:off x="1577950" y="871600"/>
              <a:ext cx="194325" cy="380350"/>
            </a:xfrm>
            <a:custGeom>
              <a:rect b="b" l="l" r="r" t="t"/>
              <a:pathLst>
                <a:path extrusionOk="0" h="15214" w="7773">
                  <a:moveTo>
                    <a:pt x="4630" y="0"/>
                  </a:moveTo>
                  <a:cubicBezTo>
                    <a:pt x="4224" y="0"/>
                    <a:pt x="3849" y="254"/>
                    <a:pt x="3503" y="537"/>
                  </a:cubicBezTo>
                  <a:cubicBezTo>
                    <a:pt x="1835" y="1938"/>
                    <a:pt x="0" y="5140"/>
                    <a:pt x="300" y="7375"/>
                  </a:cubicBezTo>
                  <a:cubicBezTo>
                    <a:pt x="667" y="10010"/>
                    <a:pt x="1401" y="12679"/>
                    <a:pt x="2302" y="15214"/>
                  </a:cubicBezTo>
                  <a:cubicBezTo>
                    <a:pt x="2802" y="14747"/>
                    <a:pt x="3202" y="14213"/>
                    <a:pt x="3402" y="13546"/>
                  </a:cubicBezTo>
                  <a:cubicBezTo>
                    <a:pt x="3569" y="13112"/>
                    <a:pt x="3603" y="12612"/>
                    <a:pt x="3769" y="12178"/>
                  </a:cubicBezTo>
                  <a:cubicBezTo>
                    <a:pt x="4070" y="11445"/>
                    <a:pt x="4670" y="10911"/>
                    <a:pt x="5270" y="10410"/>
                  </a:cubicBezTo>
                  <a:cubicBezTo>
                    <a:pt x="6138" y="9643"/>
                    <a:pt x="6972" y="8843"/>
                    <a:pt x="7772" y="8009"/>
                  </a:cubicBezTo>
                  <a:cubicBezTo>
                    <a:pt x="7272" y="5974"/>
                    <a:pt x="6738" y="3939"/>
                    <a:pt x="6238" y="1938"/>
                  </a:cubicBezTo>
                  <a:cubicBezTo>
                    <a:pt x="6004" y="1070"/>
                    <a:pt x="5571" y="36"/>
                    <a:pt x="4703" y="3"/>
                  </a:cubicBezTo>
                  <a:cubicBezTo>
                    <a:pt x="4679" y="1"/>
                    <a:pt x="4654" y="0"/>
                    <a:pt x="463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2" name="Google Shape;1892;p22"/>
            <p:cNvSpPr/>
            <p:nvPr/>
          </p:nvSpPr>
          <p:spPr>
            <a:xfrm>
              <a:off x="436300" y="684850"/>
              <a:ext cx="1568625" cy="688925"/>
            </a:xfrm>
            <a:custGeom>
              <a:rect b="b" l="l" r="r" t="t"/>
              <a:pathLst>
                <a:path extrusionOk="0" h="27557" w="62745">
                  <a:moveTo>
                    <a:pt x="57056" y="0"/>
                  </a:moveTo>
                  <a:cubicBezTo>
                    <a:pt x="50101" y="0"/>
                    <a:pt x="43120" y="1367"/>
                    <a:pt x="36660" y="4004"/>
                  </a:cubicBezTo>
                  <a:cubicBezTo>
                    <a:pt x="35826" y="4337"/>
                    <a:pt x="34992" y="4704"/>
                    <a:pt x="34091" y="4804"/>
                  </a:cubicBezTo>
                  <a:cubicBezTo>
                    <a:pt x="33841" y="4842"/>
                    <a:pt x="33590" y="4855"/>
                    <a:pt x="33340" y="4855"/>
                  </a:cubicBezTo>
                  <a:cubicBezTo>
                    <a:pt x="32690" y="4855"/>
                    <a:pt x="32039" y="4762"/>
                    <a:pt x="31389" y="4738"/>
                  </a:cubicBezTo>
                  <a:cubicBezTo>
                    <a:pt x="31229" y="4731"/>
                    <a:pt x="31066" y="4727"/>
                    <a:pt x="30902" y="4727"/>
                  </a:cubicBezTo>
                  <a:cubicBezTo>
                    <a:pt x="28705" y="4727"/>
                    <a:pt x="26173" y="5336"/>
                    <a:pt x="24217" y="6205"/>
                  </a:cubicBezTo>
                  <a:cubicBezTo>
                    <a:pt x="21682" y="7340"/>
                    <a:pt x="19314" y="10075"/>
                    <a:pt x="17179" y="11809"/>
                  </a:cubicBezTo>
                  <a:cubicBezTo>
                    <a:pt x="12209" y="15879"/>
                    <a:pt x="7172" y="19882"/>
                    <a:pt x="1968" y="23718"/>
                  </a:cubicBezTo>
                  <a:cubicBezTo>
                    <a:pt x="1168" y="24285"/>
                    <a:pt x="400" y="25052"/>
                    <a:pt x="0" y="25886"/>
                  </a:cubicBezTo>
                  <a:cubicBezTo>
                    <a:pt x="1234" y="26653"/>
                    <a:pt x="2569" y="27354"/>
                    <a:pt x="4003" y="27521"/>
                  </a:cubicBezTo>
                  <a:cubicBezTo>
                    <a:pt x="4229" y="27545"/>
                    <a:pt x="4457" y="27556"/>
                    <a:pt x="4685" y="27556"/>
                  </a:cubicBezTo>
                  <a:cubicBezTo>
                    <a:pt x="5701" y="27556"/>
                    <a:pt x="6731" y="27338"/>
                    <a:pt x="7739" y="27120"/>
                  </a:cubicBezTo>
                  <a:cubicBezTo>
                    <a:pt x="13510" y="25819"/>
                    <a:pt x="19314" y="24318"/>
                    <a:pt x="25185" y="23418"/>
                  </a:cubicBezTo>
                  <a:cubicBezTo>
                    <a:pt x="31122" y="22484"/>
                    <a:pt x="37060" y="21383"/>
                    <a:pt x="42931" y="20115"/>
                  </a:cubicBezTo>
                  <a:cubicBezTo>
                    <a:pt x="44665" y="19715"/>
                    <a:pt x="46567" y="19215"/>
                    <a:pt x="47401" y="17680"/>
                  </a:cubicBezTo>
                  <a:cubicBezTo>
                    <a:pt x="47901" y="16746"/>
                    <a:pt x="47901" y="15612"/>
                    <a:pt x="48235" y="14611"/>
                  </a:cubicBezTo>
                  <a:cubicBezTo>
                    <a:pt x="48568" y="13711"/>
                    <a:pt x="49169" y="12944"/>
                    <a:pt x="49802" y="12210"/>
                  </a:cubicBezTo>
                  <a:cubicBezTo>
                    <a:pt x="52871" y="8474"/>
                    <a:pt x="56140" y="5071"/>
                    <a:pt x="60610" y="3103"/>
                  </a:cubicBezTo>
                  <a:cubicBezTo>
                    <a:pt x="61377" y="2736"/>
                    <a:pt x="62211" y="2403"/>
                    <a:pt x="62745" y="1769"/>
                  </a:cubicBezTo>
                  <a:cubicBezTo>
                    <a:pt x="62611" y="1569"/>
                    <a:pt x="62478" y="1369"/>
                    <a:pt x="62278" y="1202"/>
                  </a:cubicBezTo>
                  <a:cubicBezTo>
                    <a:pt x="61010" y="101"/>
                    <a:pt x="58909" y="34"/>
                    <a:pt x="57308" y="1"/>
                  </a:cubicBezTo>
                  <a:cubicBezTo>
                    <a:pt x="57224" y="1"/>
                    <a:pt x="57140" y="0"/>
                    <a:pt x="5705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p22"/>
            <p:cNvSpPr/>
            <p:nvPr/>
          </p:nvSpPr>
          <p:spPr>
            <a:xfrm>
              <a:off x="578050" y="684850"/>
              <a:ext cx="1426050" cy="522900"/>
            </a:xfrm>
            <a:custGeom>
              <a:rect b="b" l="l" r="r" t="t"/>
              <a:pathLst>
                <a:path extrusionOk="0" h="20916" w="57042">
                  <a:moveTo>
                    <a:pt x="51386" y="0"/>
                  </a:moveTo>
                  <a:cubicBezTo>
                    <a:pt x="44431" y="0"/>
                    <a:pt x="37450" y="1367"/>
                    <a:pt x="30990" y="4004"/>
                  </a:cubicBezTo>
                  <a:cubicBezTo>
                    <a:pt x="30156" y="4337"/>
                    <a:pt x="29322" y="4704"/>
                    <a:pt x="28421" y="4804"/>
                  </a:cubicBezTo>
                  <a:cubicBezTo>
                    <a:pt x="28171" y="4842"/>
                    <a:pt x="27920" y="4855"/>
                    <a:pt x="27670" y="4855"/>
                  </a:cubicBezTo>
                  <a:cubicBezTo>
                    <a:pt x="27020" y="4855"/>
                    <a:pt x="26369" y="4762"/>
                    <a:pt x="25719" y="4738"/>
                  </a:cubicBezTo>
                  <a:cubicBezTo>
                    <a:pt x="25559" y="4731"/>
                    <a:pt x="25396" y="4727"/>
                    <a:pt x="25232" y="4727"/>
                  </a:cubicBezTo>
                  <a:cubicBezTo>
                    <a:pt x="23035" y="4727"/>
                    <a:pt x="20503" y="5336"/>
                    <a:pt x="18547" y="6205"/>
                  </a:cubicBezTo>
                  <a:cubicBezTo>
                    <a:pt x="16012" y="7340"/>
                    <a:pt x="13644" y="10075"/>
                    <a:pt x="11509" y="11809"/>
                  </a:cubicBezTo>
                  <a:cubicBezTo>
                    <a:pt x="7706" y="14912"/>
                    <a:pt x="3904" y="17947"/>
                    <a:pt x="1" y="20916"/>
                  </a:cubicBezTo>
                  <a:cubicBezTo>
                    <a:pt x="101" y="20883"/>
                    <a:pt x="201" y="20849"/>
                    <a:pt x="334" y="20783"/>
                  </a:cubicBezTo>
                  <a:cubicBezTo>
                    <a:pt x="2469" y="19782"/>
                    <a:pt x="4504" y="17880"/>
                    <a:pt x="6472" y="16513"/>
                  </a:cubicBezTo>
                  <a:cubicBezTo>
                    <a:pt x="8607" y="15012"/>
                    <a:pt x="10742" y="13544"/>
                    <a:pt x="12877" y="12043"/>
                  </a:cubicBezTo>
                  <a:cubicBezTo>
                    <a:pt x="14811" y="10675"/>
                    <a:pt x="16846" y="9308"/>
                    <a:pt x="19181" y="8907"/>
                  </a:cubicBezTo>
                  <a:cubicBezTo>
                    <a:pt x="19615" y="8834"/>
                    <a:pt x="20054" y="8798"/>
                    <a:pt x="20493" y="8798"/>
                  </a:cubicBezTo>
                  <a:cubicBezTo>
                    <a:pt x="22042" y="8798"/>
                    <a:pt x="23585" y="9250"/>
                    <a:pt x="24885" y="10108"/>
                  </a:cubicBezTo>
                  <a:cubicBezTo>
                    <a:pt x="25185" y="10275"/>
                    <a:pt x="25486" y="10475"/>
                    <a:pt x="25786" y="10475"/>
                  </a:cubicBezTo>
                  <a:cubicBezTo>
                    <a:pt x="26086" y="10442"/>
                    <a:pt x="26320" y="10242"/>
                    <a:pt x="26553" y="10041"/>
                  </a:cubicBezTo>
                  <a:cubicBezTo>
                    <a:pt x="29755" y="7306"/>
                    <a:pt x="33892" y="6039"/>
                    <a:pt x="37928" y="4804"/>
                  </a:cubicBezTo>
                  <a:cubicBezTo>
                    <a:pt x="41797" y="3637"/>
                    <a:pt x="45733" y="2469"/>
                    <a:pt x="49770" y="2203"/>
                  </a:cubicBezTo>
                  <a:cubicBezTo>
                    <a:pt x="50511" y="2160"/>
                    <a:pt x="51248" y="2148"/>
                    <a:pt x="51983" y="2148"/>
                  </a:cubicBezTo>
                  <a:cubicBezTo>
                    <a:pt x="52966" y="2148"/>
                    <a:pt x="53945" y="2170"/>
                    <a:pt x="54922" y="2170"/>
                  </a:cubicBezTo>
                  <a:cubicBezTo>
                    <a:pt x="55518" y="2170"/>
                    <a:pt x="56113" y="2162"/>
                    <a:pt x="56708" y="2136"/>
                  </a:cubicBezTo>
                  <a:cubicBezTo>
                    <a:pt x="56841" y="2036"/>
                    <a:pt x="56941" y="1902"/>
                    <a:pt x="57042" y="1769"/>
                  </a:cubicBezTo>
                  <a:cubicBezTo>
                    <a:pt x="56941" y="1569"/>
                    <a:pt x="56808" y="1369"/>
                    <a:pt x="56608" y="1202"/>
                  </a:cubicBezTo>
                  <a:cubicBezTo>
                    <a:pt x="55340" y="101"/>
                    <a:pt x="53239" y="34"/>
                    <a:pt x="51638" y="1"/>
                  </a:cubicBezTo>
                  <a:cubicBezTo>
                    <a:pt x="51554" y="1"/>
                    <a:pt x="51470" y="0"/>
                    <a:pt x="5138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94" name="Google Shape;1894;p22"/>
          <p:cNvGrpSpPr/>
          <p:nvPr/>
        </p:nvGrpSpPr>
        <p:grpSpPr>
          <a:xfrm rot="1256056">
            <a:off x="7839060" y="-235713"/>
            <a:ext cx="1373513" cy="922934"/>
            <a:chOff x="2302238" y="842175"/>
            <a:chExt cx="1373500" cy="922925"/>
          </a:xfrm>
        </p:grpSpPr>
        <p:sp>
          <p:nvSpPr>
            <p:cNvPr id="1895" name="Google Shape;1895;p22"/>
            <p:cNvSpPr/>
            <p:nvPr/>
          </p:nvSpPr>
          <p:spPr>
            <a:xfrm>
              <a:off x="2302238" y="1213850"/>
              <a:ext cx="911500" cy="492875"/>
            </a:xfrm>
            <a:custGeom>
              <a:rect b="b" l="l" r="r" t="t"/>
              <a:pathLst>
                <a:path extrusionOk="0" h="19715" w="36460">
                  <a:moveTo>
                    <a:pt x="18213" y="1"/>
                  </a:moveTo>
                  <a:cubicBezTo>
                    <a:pt x="8139" y="1"/>
                    <a:pt x="0" y="4404"/>
                    <a:pt x="0" y="9841"/>
                  </a:cubicBezTo>
                  <a:cubicBezTo>
                    <a:pt x="0" y="15278"/>
                    <a:pt x="8139" y="19715"/>
                    <a:pt x="18213" y="19715"/>
                  </a:cubicBezTo>
                  <a:cubicBezTo>
                    <a:pt x="28287" y="19715"/>
                    <a:pt x="36460" y="15278"/>
                    <a:pt x="36460" y="9841"/>
                  </a:cubicBezTo>
                  <a:cubicBezTo>
                    <a:pt x="36460" y="4404"/>
                    <a:pt x="28287" y="1"/>
                    <a:pt x="1821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p22"/>
            <p:cNvSpPr/>
            <p:nvPr/>
          </p:nvSpPr>
          <p:spPr>
            <a:xfrm>
              <a:off x="2302238" y="1273075"/>
              <a:ext cx="911500" cy="492025"/>
            </a:xfrm>
            <a:custGeom>
              <a:rect b="b" l="l" r="r" t="t"/>
              <a:pathLst>
                <a:path extrusionOk="0" h="19681" w="36460">
                  <a:moveTo>
                    <a:pt x="18247" y="0"/>
                  </a:moveTo>
                  <a:cubicBezTo>
                    <a:pt x="9740" y="0"/>
                    <a:pt x="2602" y="3136"/>
                    <a:pt x="567" y="7372"/>
                  </a:cubicBezTo>
                  <a:lnTo>
                    <a:pt x="0" y="7372"/>
                  </a:lnTo>
                  <a:lnTo>
                    <a:pt x="0" y="9841"/>
                  </a:lnTo>
                  <a:cubicBezTo>
                    <a:pt x="0" y="15278"/>
                    <a:pt x="8139" y="19681"/>
                    <a:pt x="18213" y="19681"/>
                  </a:cubicBezTo>
                  <a:cubicBezTo>
                    <a:pt x="28287" y="19681"/>
                    <a:pt x="36460" y="15278"/>
                    <a:pt x="36460" y="9841"/>
                  </a:cubicBezTo>
                  <a:lnTo>
                    <a:pt x="36460" y="7372"/>
                  </a:lnTo>
                  <a:lnTo>
                    <a:pt x="35892" y="7372"/>
                  </a:lnTo>
                  <a:cubicBezTo>
                    <a:pt x="33858" y="3136"/>
                    <a:pt x="26719" y="0"/>
                    <a:pt x="1824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22"/>
            <p:cNvSpPr/>
            <p:nvPr/>
          </p:nvSpPr>
          <p:spPr>
            <a:xfrm>
              <a:off x="2496538" y="1272875"/>
              <a:ext cx="331925" cy="131475"/>
            </a:xfrm>
            <a:custGeom>
              <a:rect b="b" l="l" r="r" t="t"/>
              <a:pathLst>
                <a:path extrusionOk="0" h="5259" w="13277">
                  <a:moveTo>
                    <a:pt x="11887" y="1"/>
                  </a:moveTo>
                  <a:cubicBezTo>
                    <a:pt x="11815" y="1"/>
                    <a:pt x="11744" y="4"/>
                    <a:pt x="11675" y="8"/>
                  </a:cubicBezTo>
                  <a:cubicBezTo>
                    <a:pt x="11108" y="8"/>
                    <a:pt x="10541" y="8"/>
                    <a:pt x="9941" y="42"/>
                  </a:cubicBezTo>
                  <a:cubicBezTo>
                    <a:pt x="8707" y="108"/>
                    <a:pt x="7439" y="275"/>
                    <a:pt x="6205" y="475"/>
                  </a:cubicBezTo>
                  <a:cubicBezTo>
                    <a:pt x="4904" y="675"/>
                    <a:pt x="3603" y="942"/>
                    <a:pt x="2335" y="1376"/>
                  </a:cubicBezTo>
                  <a:cubicBezTo>
                    <a:pt x="1501" y="1676"/>
                    <a:pt x="634" y="2076"/>
                    <a:pt x="134" y="2944"/>
                  </a:cubicBezTo>
                  <a:cubicBezTo>
                    <a:pt x="67" y="3044"/>
                    <a:pt x="0" y="3177"/>
                    <a:pt x="0" y="3311"/>
                  </a:cubicBezTo>
                  <a:cubicBezTo>
                    <a:pt x="0" y="3644"/>
                    <a:pt x="301" y="3878"/>
                    <a:pt x="567" y="4011"/>
                  </a:cubicBezTo>
                  <a:cubicBezTo>
                    <a:pt x="1068" y="4278"/>
                    <a:pt x="1602" y="4545"/>
                    <a:pt x="2169" y="4745"/>
                  </a:cubicBezTo>
                  <a:cubicBezTo>
                    <a:pt x="3041" y="5065"/>
                    <a:pt x="3990" y="5258"/>
                    <a:pt x="4904" y="5258"/>
                  </a:cubicBezTo>
                  <a:cubicBezTo>
                    <a:pt x="5038" y="5258"/>
                    <a:pt x="5172" y="5254"/>
                    <a:pt x="5304" y="5245"/>
                  </a:cubicBezTo>
                  <a:cubicBezTo>
                    <a:pt x="5471" y="5212"/>
                    <a:pt x="5671" y="5212"/>
                    <a:pt x="5805" y="5045"/>
                  </a:cubicBezTo>
                  <a:cubicBezTo>
                    <a:pt x="5838" y="5012"/>
                    <a:pt x="5871" y="4912"/>
                    <a:pt x="5871" y="4845"/>
                  </a:cubicBezTo>
                  <a:cubicBezTo>
                    <a:pt x="5838" y="4678"/>
                    <a:pt x="5671" y="4645"/>
                    <a:pt x="5538" y="4612"/>
                  </a:cubicBezTo>
                  <a:cubicBezTo>
                    <a:pt x="5304" y="4612"/>
                    <a:pt x="5104" y="4545"/>
                    <a:pt x="4904" y="4478"/>
                  </a:cubicBezTo>
                  <a:cubicBezTo>
                    <a:pt x="4737" y="4411"/>
                    <a:pt x="4570" y="4311"/>
                    <a:pt x="4504" y="4145"/>
                  </a:cubicBezTo>
                  <a:cubicBezTo>
                    <a:pt x="4470" y="3911"/>
                    <a:pt x="4604" y="3711"/>
                    <a:pt x="4737" y="3611"/>
                  </a:cubicBezTo>
                  <a:cubicBezTo>
                    <a:pt x="6105" y="2610"/>
                    <a:pt x="8039" y="2277"/>
                    <a:pt x="9607" y="2176"/>
                  </a:cubicBezTo>
                  <a:cubicBezTo>
                    <a:pt x="9874" y="2176"/>
                    <a:pt x="10141" y="2176"/>
                    <a:pt x="10374" y="2310"/>
                  </a:cubicBezTo>
                  <a:cubicBezTo>
                    <a:pt x="10675" y="2477"/>
                    <a:pt x="10875" y="2877"/>
                    <a:pt x="10975" y="3244"/>
                  </a:cubicBezTo>
                  <a:cubicBezTo>
                    <a:pt x="11075" y="3511"/>
                    <a:pt x="11142" y="3744"/>
                    <a:pt x="11275" y="3944"/>
                  </a:cubicBezTo>
                  <a:cubicBezTo>
                    <a:pt x="11380" y="4081"/>
                    <a:pt x="11473" y="4135"/>
                    <a:pt x="11557" y="4135"/>
                  </a:cubicBezTo>
                  <a:cubicBezTo>
                    <a:pt x="11738" y="4135"/>
                    <a:pt x="11883" y="3883"/>
                    <a:pt x="12042" y="3678"/>
                  </a:cubicBezTo>
                  <a:cubicBezTo>
                    <a:pt x="12343" y="3344"/>
                    <a:pt x="12676" y="3077"/>
                    <a:pt x="12910" y="2677"/>
                  </a:cubicBezTo>
                  <a:cubicBezTo>
                    <a:pt x="13176" y="2210"/>
                    <a:pt x="13277" y="1609"/>
                    <a:pt x="13210" y="1042"/>
                  </a:cubicBezTo>
                  <a:cubicBezTo>
                    <a:pt x="13176" y="876"/>
                    <a:pt x="13143" y="675"/>
                    <a:pt x="13043" y="509"/>
                  </a:cubicBezTo>
                  <a:cubicBezTo>
                    <a:pt x="12813" y="106"/>
                    <a:pt x="12335" y="1"/>
                    <a:pt x="11887"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22"/>
            <p:cNvSpPr/>
            <p:nvPr/>
          </p:nvSpPr>
          <p:spPr>
            <a:xfrm>
              <a:off x="2825938" y="1293725"/>
              <a:ext cx="290225" cy="157950"/>
            </a:xfrm>
            <a:custGeom>
              <a:rect b="b" l="l" r="r" t="t"/>
              <a:pathLst>
                <a:path extrusionOk="0" h="6318" w="11609">
                  <a:moveTo>
                    <a:pt x="5404" y="1"/>
                  </a:moveTo>
                  <a:cubicBezTo>
                    <a:pt x="4287" y="1"/>
                    <a:pt x="3136" y="521"/>
                    <a:pt x="2169" y="1042"/>
                  </a:cubicBezTo>
                  <a:cubicBezTo>
                    <a:pt x="1368" y="1476"/>
                    <a:pt x="601" y="2076"/>
                    <a:pt x="67" y="2877"/>
                  </a:cubicBezTo>
                  <a:cubicBezTo>
                    <a:pt x="34" y="2944"/>
                    <a:pt x="0" y="3010"/>
                    <a:pt x="0" y="3077"/>
                  </a:cubicBezTo>
                  <a:cubicBezTo>
                    <a:pt x="34" y="3144"/>
                    <a:pt x="67" y="3177"/>
                    <a:pt x="134" y="3210"/>
                  </a:cubicBezTo>
                  <a:cubicBezTo>
                    <a:pt x="272" y="3274"/>
                    <a:pt x="414" y="3301"/>
                    <a:pt x="558" y="3301"/>
                  </a:cubicBezTo>
                  <a:cubicBezTo>
                    <a:pt x="865" y="3301"/>
                    <a:pt x="1183" y="3180"/>
                    <a:pt x="1502" y="3044"/>
                  </a:cubicBezTo>
                  <a:cubicBezTo>
                    <a:pt x="2202" y="2743"/>
                    <a:pt x="2903" y="2443"/>
                    <a:pt x="3603" y="2143"/>
                  </a:cubicBezTo>
                  <a:cubicBezTo>
                    <a:pt x="3765" y="2071"/>
                    <a:pt x="3966" y="2009"/>
                    <a:pt x="4154" y="2009"/>
                  </a:cubicBezTo>
                  <a:cubicBezTo>
                    <a:pt x="4313" y="2009"/>
                    <a:pt x="4463" y="2054"/>
                    <a:pt x="4570" y="2176"/>
                  </a:cubicBezTo>
                  <a:cubicBezTo>
                    <a:pt x="4737" y="2377"/>
                    <a:pt x="4771" y="2677"/>
                    <a:pt x="4871" y="2910"/>
                  </a:cubicBezTo>
                  <a:cubicBezTo>
                    <a:pt x="5004" y="3244"/>
                    <a:pt x="5271" y="3444"/>
                    <a:pt x="5538" y="3611"/>
                  </a:cubicBezTo>
                  <a:cubicBezTo>
                    <a:pt x="5805" y="3744"/>
                    <a:pt x="6105" y="3844"/>
                    <a:pt x="6372" y="3978"/>
                  </a:cubicBezTo>
                  <a:cubicBezTo>
                    <a:pt x="6705" y="4144"/>
                    <a:pt x="7005" y="4411"/>
                    <a:pt x="7239" y="4712"/>
                  </a:cubicBezTo>
                  <a:cubicBezTo>
                    <a:pt x="7339" y="4845"/>
                    <a:pt x="7439" y="5012"/>
                    <a:pt x="7439" y="5179"/>
                  </a:cubicBezTo>
                  <a:cubicBezTo>
                    <a:pt x="7439" y="5345"/>
                    <a:pt x="7306" y="5445"/>
                    <a:pt x="7206" y="5512"/>
                  </a:cubicBezTo>
                  <a:cubicBezTo>
                    <a:pt x="7072" y="5579"/>
                    <a:pt x="6939" y="5579"/>
                    <a:pt x="6805" y="5579"/>
                  </a:cubicBezTo>
                  <a:cubicBezTo>
                    <a:pt x="6338" y="5579"/>
                    <a:pt x="5838" y="5579"/>
                    <a:pt x="5371" y="5612"/>
                  </a:cubicBezTo>
                  <a:cubicBezTo>
                    <a:pt x="5238" y="5612"/>
                    <a:pt x="5137" y="5612"/>
                    <a:pt x="5037" y="5646"/>
                  </a:cubicBezTo>
                  <a:cubicBezTo>
                    <a:pt x="4937" y="5712"/>
                    <a:pt x="4837" y="5846"/>
                    <a:pt x="4871" y="5979"/>
                  </a:cubicBezTo>
                  <a:cubicBezTo>
                    <a:pt x="5071" y="6068"/>
                    <a:pt x="5286" y="6098"/>
                    <a:pt x="5496" y="6098"/>
                  </a:cubicBezTo>
                  <a:cubicBezTo>
                    <a:pt x="5601" y="6098"/>
                    <a:pt x="5705" y="6090"/>
                    <a:pt x="5805" y="6079"/>
                  </a:cubicBezTo>
                  <a:cubicBezTo>
                    <a:pt x="5976" y="6073"/>
                    <a:pt x="6149" y="6071"/>
                    <a:pt x="6322" y="6071"/>
                  </a:cubicBezTo>
                  <a:cubicBezTo>
                    <a:pt x="7158" y="6071"/>
                    <a:pt x="8005" y="6135"/>
                    <a:pt x="8807" y="6246"/>
                  </a:cubicBezTo>
                  <a:cubicBezTo>
                    <a:pt x="9093" y="6278"/>
                    <a:pt x="9379" y="6317"/>
                    <a:pt x="9658" y="6317"/>
                  </a:cubicBezTo>
                  <a:cubicBezTo>
                    <a:pt x="9964" y="6317"/>
                    <a:pt x="10262" y="6270"/>
                    <a:pt x="10541" y="6113"/>
                  </a:cubicBezTo>
                  <a:cubicBezTo>
                    <a:pt x="10908" y="5912"/>
                    <a:pt x="11175" y="5512"/>
                    <a:pt x="11342" y="5112"/>
                  </a:cubicBezTo>
                  <a:cubicBezTo>
                    <a:pt x="11509" y="4778"/>
                    <a:pt x="11609" y="4411"/>
                    <a:pt x="11542" y="4044"/>
                  </a:cubicBezTo>
                  <a:cubicBezTo>
                    <a:pt x="11509" y="3778"/>
                    <a:pt x="11409" y="3544"/>
                    <a:pt x="11275" y="3344"/>
                  </a:cubicBezTo>
                  <a:cubicBezTo>
                    <a:pt x="10942" y="2743"/>
                    <a:pt x="10441" y="2343"/>
                    <a:pt x="9908" y="2010"/>
                  </a:cubicBezTo>
                  <a:cubicBezTo>
                    <a:pt x="9407" y="1676"/>
                    <a:pt x="8840" y="1443"/>
                    <a:pt x="8273" y="1176"/>
                  </a:cubicBezTo>
                  <a:cubicBezTo>
                    <a:pt x="7706" y="842"/>
                    <a:pt x="7139" y="475"/>
                    <a:pt x="6538" y="208"/>
                  </a:cubicBezTo>
                  <a:cubicBezTo>
                    <a:pt x="6170" y="63"/>
                    <a:pt x="5789" y="1"/>
                    <a:pt x="54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p22"/>
            <p:cNvSpPr/>
            <p:nvPr/>
          </p:nvSpPr>
          <p:spPr>
            <a:xfrm>
              <a:off x="2399788" y="1416500"/>
              <a:ext cx="284400" cy="187050"/>
            </a:xfrm>
            <a:custGeom>
              <a:rect b="b" l="l" r="r" t="t"/>
              <a:pathLst>
                <a:path extrusionOk="0" h="7482" w="11376">
                  <a:moveTo>
                    <a:pt x="6305" y="1"/>
                  </a:moveTo>
                  <a:cubicBezTo>
                    <a:pt x="5805" y="1"/>
                    <a:pt x="5338" y="101"/>
                    <a:pt x="4838" y="101"/>
                  </a:cubicBezTo>
                  <a:cubicBezTo>
                    <a:pt x="4725" y="108"/>
                    <a:pt x="4612" y="111"/>
                    <a:pt x="4500" y="111"/>
                  </a:cubicBezTo>
                  <a:cubicBezTo>
                    <a:pt x="3915" y="111"/>
                    <a:pt x="3332" y="31"/>
                    <a:pt x="2756" y="31"/>
                  </a:cubicBezTo>
                  <a:cubicBezTo>
                    <a:pt x="2390" y="31"/>
                    <a:pt x="2028" y="63"/>
                    <a:pt x="1669" y="167"/>
                  </a:cubicBezTo>
                  <a:cubicBezTo>
                    <a:pt x="1469" y="234"/>
                    <a:pt x="1235" y="334"/>
                    <a:pt x="1035" y="468"/>
                  </a:cubicBezTo>
                  <a:cubicBezTo>
                    <a:pt x="601" y="801"/>
                    <a:pt x="301" y="1335"/>
                    <a:pt x="134" y="1902"/>
                  </a:cubicBezTo>
                  <a:cubicBezTo>
                    <a:pt x="1" y="2502"/>
                    <a:pt x="34" y="3136"/>
                    <a:pt x="168" y="3703"/>
                  </a:cubicBezTo>
                  <a:cubicBezTo>
                    <a:pt x="368" y="4437"/>
                    <a:pt x="768" y="5104"/>
                    <a:pt x="1302" y="5505"/>
                  </a:cubicBezTo>
                  <a:cubicBezTo>
                    <a:pt x="1569" y="5671"/>
                    <a:pt x="1836" y="5771"/>
                    <a:pt x="2102" y="5938"/>
                  </a:cubicBezTo>
                  <a:cubicBezTo>
                    <a:pt x="2703" y="6272"/>
                    <a:pt x="3237" y="6739"/>
                    <a:pt x="3837" y="7039"/>
                  </a:cubicBezTo>
                  <a:cubicBezTo>
                    <a:pt x="4473" y="7367"/>
                    <a:pt x="5173" y="7481"/>
                    <a:pt x="5873" y="7481"/>
                  </a:cubicBezTo>
                  <a:cubicBezTo>
                    <a:pt x="6311" y="7481"/>
                    <a:pt x="6749" y="7437"/>
                    <a:pt x="7173" y="7373"/>
                  </a:cubicBezTo>
                  <a:cubicBezTo>
                    <a:pt x="7506" y="7339"/>
                    <a:pt x="7807" y="7273"/>
                    <a:pt x="8107" y="7139"/>
                  </a:cubicBezTo>
                  <a:cubicBezTo>
                    <a:pt x="8474" y="7006"/>
                    <a:pt x="8841" y="6705"/>
                    <a:pt x="9174" y="6439"/>
                  </a:cubicBezTo>
                  <a:cubicBezTo>
                    <a:pt x="9808" y="5938"/>
                    <a:pt x="10375" y="5405"/>
                    <a:pt x="10942" y="4871"/>
                  </a:cubicBezTo>
                  <a:cubicBezTo>
                    <a:pt x="11176" y="4637"/>
                    <a:pt x="11376" y="4370"/>
                    <a:pt x="11376" y="4037"/>
                  </a:cubicBezTo>
                  <a:cubicBezTo>
                    <a:pt x="11376" y="3937"/>
                    <a:pt x="11342" y="3837"/>
                    <a:pt x="11276" y="3770"/>
                  </a:cubicBezTo>
                  <a:cubicBezTo>
                    <a:pt x="11226" y="3703"/>
                    <a:pt x="11151" y="3678"/>
                    <a:pt x="11071" y="3678"/>
                  </a:cubicBezTo>
                  <a:cubicBezTo>
                    <a:pt x="10992" y="3678"/>
                    <a:pt x="10909" y="3703"/>
                    <a:pt x="10842" y="3737"/>
                  </a:cubicBezTo>
                  <a:cubicBezTo>
                    <a:pt x="9725" y="4140"/>
                    <a:pt x="8667" y="4918"/>
                    <a:pt x="7531" y="4918"/>
                  </a:cubicBezTo>
                  <a:cubicBezTo>
                    <a:pt x="7446" y="4918"/>
                    <a:pt x="7359" y="4914"/>
                    <a:pt x="7273" y="4904"/>
                  </a:cubicBezTo>
                  <a:cubicBezTo>
                    <a:pt x="6873" y="4871"/>
                    <a:pt x="6506" y="4771"/>
                    <a:pt x="6139" y="4604"/>
                  </a:cubicBezTo>
                  <a:cubicBezTo>
                    <a:pt x="5805" y="4437"/>
                    <a:pt x="5472" y="4237"/>
                    <a:pt x="5238" y="3937"/>
                  </a:cubicBezTo>
                  <a:cubicBezTo>
                    <a:pt x="4971" y="3637"/>
                    <a:pt x="4771" y="3203"/>
                    <a:pt x="4804" y="2769"/>
                  </a:cubicBezTo>
                  <a:cubicBezTo>
                    <a:pt x="4838" y="2169"/>
                    <a:pt x="5271" y="1669"/>
                    <a:pt x="5738" y="1435"/>
                  </a:cubicBezTo>
                  <a:cubicBezTo>
                    <a:pt x="6205" y="1168"/>
                    <a:pt x="6739" y="1168"/>
                    <a:pt x="7239" y="1068"/>
                  </a:cubicBezTo>
                  <a:cubicBezTo>
                    <a:pt x="7573" y="1035"/>
                    <a:pt x="7973" y="1101"/>
                    <a:pt x="8307" y="901"/>
                  </a:cubicBezTo>
                  <a:cubicBezTo>
                    <a:pt x="9041" y="434"/>
                    <a:pt x="7907" y="234"/>
                    <a:pt x="7606" y="201"/>
                  </a:cubicBezTo>
                  <a:cubicBezTo>
                    <a:pt x="7173" y="134"/>
                    <a:pt x="6739" y="34"/>
                    <a:pt x="6305"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p22"/>
            <p:cNvSpPr/>
            <p:nvPr/>
          </p:nvSpPr>
          <p:spPr>
            <a:xfrm>
              <a:off x="2740038" y="1453875"/>
              <a:ext cx="345275" cy="166125"/>
            </a:xfrm>
            <a:custGeom>
              <a:rect b="b" l="l" r="r" t="t"/>
              <a:pathLst>
                <a:path extrusionOk="0" h="6645" w="13811">
                  <a:moveTo>
                    <a:pt x="5446" y="1"/>
                  </a:moveTo>
                  <a:cubicBezTo>
                    <a:pt x="5366" y="1"/>
                    <a:pt x="5285" y="3"/>
                    <a:pt x="5204" y="7"/>
                  </a:cubicBezTo>
                  <a:cubicBezTo>
                    <a:pt x="5138" y="274"/>
                    <a:pt x="5271" y="574"/>
                    <a:pt x="5471" y="774"/>
                  </a:cubicBezTo>
                  <a:cubicBezTo>
                    <a:pt x="6105" y="1508"/>
                    <a:pt x="7039" y="1775"/>
                    <a:pt x="7673" y="2509"/>
                  </a:cubicBezTo>
                  <a:cubicBezTo>
                    <a:pt x="7806" y="2675"/>
                    <a:pt x="7940" y="2976"/>
                    <a:pt x="7840" y="3176"/>
                  </a:cubicBezTo>
                  <a:cubicBezTo>
                    <a:pt x="7773" y="3276"/>
                    <a:pt x="7673" y="3309"/>
                    <a:pt x="7573" y="3342"/>
                  </a:cubicBezTo>
                  <a:cubicBezTo>
                    <a:pt x="6739" y="3643"/>
                    <a:pt x="5905" y="3943"/>
                    <a:pt x="5071" y="4243"/>
                  </a:cubicBezTo>
                  <a:cubicBezTo>
                    <a:pt x="4537" y="4410"/>
                    <a:pt x="4004" y="4610"/>
                    <a:pt x="3436" y="4677"/>
                  </a:cubicBezTo>
                  <a:cubicBezTo>
                    <a:pt x="3370" y="4681"/>
                    <a:pt x="3304" y="4683"/>
                    <a:pt x="3237" y="4683"/>
                  </a:cubicBezTo>
                  <a:cubicBezTo>
                    <a:pt x="2731" y="4683"/>
                    <a:pt x="2215" y="4563"/>
                    <a:pt x="1802" y="4210"/>
                  </a:cubicBezTo>
                  <a:cubicBezTo>
                    <a:pt x="1402" y="3876"/>
                    <a:pt x="1135" y="3376"/>
                    <a:pt x="935" y="2875"/>
                  </a:cubicBezTo>
                  <a:cubicBezTo>
                    <a:pt x="844" y="2603"/>
                    <a:pt x="753" y="1781"/>
                    <a:pt x="463" y="1781"/>
                  </a:cubicBezTo>
                  <a:cubicBezTo>
                    <a:pt x="433" y="1781"/>
                    <a:pt x="402" y="1790"/>
                    <a:pt x="368" y="1808"/>
                  </a:cubicBezTo>
                  <a:cubicBezTo>
                    <a:pt x="1" y="2042"/>
                    <a:pt x="101" y="3142"/>
                    <a:pt x="101" y="3543"/>
                  </a:cubicBezTo>
                  <a:cubicBezTo>
                    <a:pt x="101" y="4243"/>
                    <a:pt x="101" y="4977"/>
                    <a:pt x="134" y="5711"/>
                  </a:cubicBezTo>
                  <a:cubicBezTo>
                    <a:pt x="134" y="5911"/>
                    <a:pt x="134" y="6111"/>
                    <a:pt x="268" y="6245"/>
                  </a:cubicBezTo>
                  <a:cubicBezTo>
                    <a:pt x="368" y="6345"/>
                    <a:pt x="501" y="6345"/>
                    <a:pt x="601" y="6378"/>
                  </a:cubicBezTo>
                  <a:cubicBezTo>
                    <a:pt x="1101" y="6411"/>
                    <a:pt x="1568" y="6411"/>
                    <a:pt x="2069" y="6445"/>
                  </a:cubicBezTo>
                  <a:cubicBezTo>
                    <a:pt x="2536" y="6511"/>
                    <a:pt x="3003" y="6645"/>
                    <a:pt x="3470" y="6645"/>
                  </a:cubicBezTo>
                  <a:cubicBezTo>
                    <a:pt x="3937" y="6645"/>
                    <a:pt x="4404" y="6545"/>
                    <a:pt x="4837" y="6411"/>
                  </a:cubicBezTo>
                  <a:cubicBezTo>
                    <a:pt x="7573" y="5744"/>
                    <a:pt x="10341" y="5010"/>
                    <a:pt x="12810" y="3409"/>
                  </a:cubicBezTo>
                  <a:cubicBezTo>
                    <a:pt x="13143" y="3209"/>
                    <a:pt x="13477" y="2942"/>
                    <a:pt x="13710" y="2609"/>
                  </a:cubicBezTo>
                  <a:cubicBezTo>
                    <a:pt x="13777" y="2509"/>
                    <a:pt x="13811" y="2408"/>
                    <a:pt x="13811" y="2308"/>
                  </a:cubicBezTo>
                  <a:cubicBezTo>
                    <a:pt x="13811" y="2108"/>
                    <a:pt x="13644" y="2008"/>
                    <a:pt x="13477" y="1941"/>
                  </a:cubicBezTo>
                  <a:cubicBezTo>
                    <a:pt x="12710" y="1675"/>
                    <a:pt x="11909" y="1641"/>
                    <a:pt x="11109" y="1508"/>
                  </a:cubicBezTo>
                  <a:cubicBezTo>
                    <a:pt x="9187" y="1123"/>
                    <a:pt x="7388" y="1"/>
                    <a:pt x="5446"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22"/>
            <p:cNvSpPr/>
            <p:nvPr/>
          </p:nvSpPr>
          <p:spPr>
            <a:xfrm>
              <a:off x="2567413" y="1328075"/>
              <a:ext cx="41725" cy="34250"/>
            </a:xfrm>
            <a:custGeom>
              <a:rect b="b" l="l" r="r" t="t"/>
              <a:pathLst>
                <a:path extrusionOk="0" h="1370" w="1669">
                  <a:moveTo>
                    <a:pt x="631" y="1"/>
                  </a:moveTo>
                  <a:cubicBezTo>
                    <a:pt x="448" y="1"/>
                    <a:pt x="269" y="108"/>
                    <a:pt x="168" y="235"/>
                  </a:cubicBezTo>
                  <a:cubicBezTo>
                    <a:pt x="1" y="435"/>
                    <a:pt x="1" y="702"/>
                    <a:pt x="134" y="902"/>
                  </a:cubicBezTo>
                  <a:cubicBezTo>
                    <a:pt x="268" y="1203"/>
                    <a:pt x="668" y="1369"/>
                    <a:pt x="968" y="1369"/>
                  </a:cubicBezTo>
                  <a:cubicBezTo>
                    <a:pt x="1435" y="1369"/>
                    <a:pt x="1669" y="769"/>
                    <a:pt x="1335" y="435"/>
                  </a:cubicBezTo>
                  <a:cubicBezTo>
                    <a:pt x="1168" y="269"/>
                    <a:pt x="1035" y="135"/>
                    <a:pt x="801" y="35"/>
                  </a:cubicBezTo>
                  <a:cubicBezTo>
                    <a:pt x="746" y="11"/>
                    <a:pt x="688" y="1"/>
                    <a:pt x="6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2" name="Google Shape;1902;p22"/>
            <p:cNvSpPr/>
            <p:nvPr/>
          </p:nvSpPr>
          <p:spPr>
            <a:xfrm>
              <a:off x="2649138" y="1299750"/>
              <a:ext cx="20050" cy="25250"/>
            </a:xfrm>
            <a:custGeom>
              <a:rect b="b" l="l" r="r" t="t"/>
              <a:pathLst>
                <a:path extrusionOk="0" h="1010" w="802">
                  <a:moveTo>
                    <a:pt x="389" y="1"/>
                  </a:moveTo>
                  <a:cubicBezTo>
                    <a:pt x="193" y="1"/>
                    <a:pt x="1" y="134"/>
                    <a:pt x="1" y="401"/>
                  </a:cubicBezTo>
                  <a:cubicBezTo>
                    <a:pt x="1" y="534"/>
                    <a:pt x="1" y="634"/>
                    <a:pt x="34" y="735"/>
                  </a:cubicBezTo>
                  <a:cubicBezTo>
                    <a:pt x="84" y="918"/>
                    <a:pt x="243" y="1010"/>
                    <a:pt x="401" y="1010"/>
                  </a:cubicBezTo>
                  <a:cubicBezTo>
                    <a:pt x="559" y="1010"/>
                    <a:pt x="718" y="918"/>
                    <a:pt x="768" y="735"/>
                  </a:cubicBezTo>
                  <a:cubicBezTo>
                    <a:pt x="801" y="634"/>
                    <a:pt x="801" y="501"/>
                    <a:pt x="801" y="401"/>
                  </a:cubicBezTo>
                  <a:cubicBezTo>
                    <a:pt x="785" y="134"/>
                    <a:pt x="584" y="1"/>
                    <a:pt x="38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p22"/>
            <p:cNvSpPr/>
            <p:nvPr/>
          </p:nvSpPr>
          <p:spPr>
            <a:xfrm>
              <a:off x="2700013" y="1287675"/>
              <a:ext cx="25050" cy="24100"/>
            </a:xfrm>
            <a:custGeom>
              <a:rect b="b" l="l" r="r" t="t"/>
              <a:pathLst>
                <a:path extrusionOk="0" h="964" w="1002">
                  <a:moveTo>
                    <a:pt x="559" y="1"/>
                  </a:moveTo>
                  <a:cubicBezTo>
                    <a:pt x="502" y="1"/>
                    <a:pt x="447" y="15"/>
                    <a:pt x="401" y="50"/>
                  </a:cubicBezTo>
                  <a:cubicBezTo>
                    <a:pt x="301" y="117"/>
                    <a:pt x="234" y="183"/>
                    <a:pt x="167" y="284"/>
                  </a:cubicBezTo>
                  <a:cubicBezTo>
                    <a:pt x="34" y="450"/>
                    <a:pt x="1" y="684"/>
                    <a:pt x="167" y="851"/>
                  </a:cubicBezTo>
                  <a:cubicBezTo>
                    <a:pt x="238" y="921"/>
                    <a:pt x="354" y="964"/>
                    <a:pt x="469" y="964"/>
                  </a:cubicBezTo>
                  <a:cubicBezTo>
                    <a:pt x="571" y="964"/>
                    <a:pt x="671" y="929"/>
                    <a:pt x="734" y="851"/>
                  </a:cubicBezTo>
                  <a:cubicBezTo>
                    <a:pt x="801" y="751"/>
                    <a:pt x="868" y="684"/>
                    <a:pt x="901" y="584"/>
                  </a:cubicBezTo>
                  <a:cubicBezTo>
                    <a:pt x="1001" y="417"/>
                    <a:pt x="1001" y="250"/>
                    <a:pt x="868" y="117"/>
                  </a:cubicBezTo>
                  <a:cubicBezTo>
                    <a:pt x="781" y="52"/>
                    <a:pt x="666" y="1"/>
                    <a:pt x="559"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22"/>
            <p:cNvSpPr/>
            <p:nvPr/>
          </p:nvSpPr>
          <p:spPr>
            <a:xfrm>
              <a:off x="2763788" y="1293325"/>
              <a:ext cx="32400" cy="24500"/>
            </a:xfrm>
            <a:custGeom>
              <a:rect b="b" l="l" r="r" t="t"/>
              <a:pathLst>
                <a:path extrusionOk="0" h="980" w="1296">
                  <a:moveTo>
                    <a:pt x="733" y="0"/>
                  </a:moveTo>
                  <a:cubicBezTo>
                    <a:pt x="665" y="0"/>
                    <a:pt x="592" y="18"/>
                    <a:pt x="518" y="58"/>
                  </a:cubicBezTo>
                  <a:cubicBezTo>
                    <a:pt x="418" y="91"/>
                    <a:pt x="352" y="191"/>
                    <a:pt x="252" y="258"/>
                  </a:cubicBezTo>
                  <a:cubicBezTo>
                    <a:pt x="0" y="537"/>
                    <a:pt x="240" y="980"/>
                    <a:pt x="559" y="980"/>
                  </a:cubicBezTo>
                  <a:cubicBezTo>
                    <a:pt x="621" y="980"/>
                    <a:pt x="687" y="963"/>
                    <a:pt x="752" y="925"/>
                  </a:cubicBezTo>
                  <a:cubicBezTo>
                    <a:pt x="852" y="858"/>
                    <a:pt x="952" y="825"/>
                    <a:pt x="1019" y="725"/>
                  </a:cubicBezTo>
                  <a:cubicBezTo>
                    <a:pt x="1296" y="420"/>
                    <a:pt x="1067" y="0"/>
                    <a:pt x="733"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22"/>
            <p:cNvSpPr/>
            <p:nvPr/>
          </p:nvSpPr>
          <p:spPr>
            <a:xfrm>
              <a:off x="2955413" y="1318450"/>
              <a:ext cx="30675" cy="22000"/>
            </a:xfrm>
            <a:custGeom>
              <a:rect b="b" l="l" r="r" t="t"/>
              <a:pathLst>
                <a:path extrusionOk="0" h="880" w="1227">
                  <a:moveTo>
                    <a:pt x="812" y="0"/>
                  </a:moveTo>
                  <a:cubicBezTo>
                    <a:pt x="738" y="0"/>
                    <a:pt x="661" y="19"/>
                    <a:pt x="592" y="53"/>
                  </a:cubicBezTo>
                  <a:cubicBezTo>
                    <a:pt x="492" y="87"/>
                    <a:pt x="425" y="120"/>
                    <a:pt x="359" y="153"/>
                  </a:cubicBezTo>
                  <a:cubicBezTo>
                    <a:pt x="1" y="303"/>
                    <a:pt x="177" y="879"/>
                    <a:pt x="528" y="879"/>
                  </a:cubicBezTo>
                  <a:cubicBezTo>
                    <a:pt x="570" y="879"/>
                    <a:pt x="613" y="871"/>
                    <a:pt x="659" y="854"/>
                  </a:cubicBezTo>
                  <a:cubicBezTo>
                    <a:pt x="726" y="820"/>
                    <a:pt x="792" y="787"/>
                    <a:pt x="892" y="754"/>
                  </a:cubicBezTo>
                  <a:cubicBezTo>
                    <a:pt x="1093" y="687"/>
                    <a:pt x="1226" y="454"/>
                    <a:pt x="1126" y="220"/>
                  </a:cubicBezTo>
                  <a:cubicBezTo>
                    <a:pt x="1082" y="67"/>
                    <a:pt x="953" y="0"/>
                    <a:pt x="8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22"/>
            <p:cNvSpPr/>
            <p:nvPr/>
          </p:nvSpPr>
          <p:spPr>
            <a:xfrm>
              <a:off x="2991888" y="1351025"/>
              <a:ext cx="31725" cy="22975"/>
            </a:xfrm>
            <a:custGeom>
              <a:rect b="b" l="l" r="r" t="t"/>
              <a:pathLst>
                <a:path extrusionOk="0" h="919" w="1269">
                  <a:moveTo>
                    <a:pt x="778" y="0"/>
                  </a:moveTo>
                  <a:cubicBezTo>
                    <a:pt x="741" y="0"/>
                    <a:pt x="704" y="6"/>
                    <a:pt x="668" y="18"/>
                  </a:cubicBezTo>
                  <a:cubicBezTo>
                    <a:pt x="568" y="51"/>
                    <a:pt x="501" y="85"/>
                    <a:pt x="401" y="85"/>
                  </a:cubicBezTo>
                  <a:cubicBezTo>
                    <a:pt x="167" y="118"/>
                    <a:pt x="1" y="285"/>
                    <a:pt x="1" y="518"/>
                  </a:cubicBezTo>
                  <a:cubicBezTo>
                    <a:pt x="1" y="752"/>
                    <a:pt x="167" y="918"/>
                    <a:pt x="401" y="918"/>
                  </a:cubicBezTo>
                  <a:cubicBezTo>
                    <a:pt x="601" y="918"/>
                    <a:pt x="834" y="885"/>
                    <a:pt x="1001" y="785"/>
                  </a:cubicBezTo>
                  <a:cubicBezTo>
                    <a:pt x="1168" y="652"/>
                    <a:pt x="1268" y="451"/>
                    <a:pt x="1168" y="251"/>
                  </a:cubicBezTo>
                  <a:cubicBezTo>
                    <a:pt x="1113" y="115"/>
                    <a:pt x="947" y="0"/>
                    <a:pt x="778"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p22"/>
            <p:cNvSpPr/>
            <p:nvPr/>
          </p:nvSpPr>
          <p:spPr>
            <a:xfrm>
              <a:off x="3018563" y="1389825"/>
              <a:ext cx="34225" cy="22850"/>
            </a:xfrm>
            <a:custGeom>
              <a:rect b="b" l="l" r="r" t="t"/>
              <a:pathLst>
                <a:path extrusionOk="0" h="914" w="1369">
                  <a:moveTo>
                    <a:pt x="568" y="0"/>
                  </a:moveTo>
                  <a:cubicBezTo>
                    <a:pt x="134" y="34"/>
                    <a:pt x="1" y="701"/>
                    <a:pt x="468" y="801"/>
                  </a:cubicBezTo>
                  <a:lnTo>
                    <a:pt x="768" y="901"/>
                  </a:lnTo>
                  <a:cubicBezTo>
                    <a:pt x="803" y="910"/>
                    <a:pt x="838" y="914"/>
                    <a:pt x="873" y="914"/>
                  </a:cubicBezTo>
                  <a:cubicBezTo>
                    <a:pt x="1101" y="914"/>
                    <a:pt x="1306" y="732"/>
                    <a:pt x="1335" y="501"/>
                  </a:cubicBezTo>
                  <a:cubicBezTo>
                    <a:pt x="1369" y="267"/>
                    <a:pt x="1168" y="0"/>
                    <a:pt x="90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p22"/>
            <p:cNvSpPr/>
            <p:nvPr/>
          </p:nvSpPr>
          <p:spPr>
            <a:xfrm>
              <a:off x="2494863" y="1433100"/>
              <a:ext cx="25875" cy="18450"/>
            </a:xfrm>
            <a:custGeom>
              <a:rect b="b" l="l" r="r" t="t"/>
              <a:pathLst>
                <a:path extrusionOk="0" h="738" w="1035">
                  <a:moveTo>
                    <a:pt x="712" y="0"/>
                  </a:moveTo>
                  <a:cubicBezTo>
                    <a:pt x="697" y="0"/>
                    <a:pt x="683" y="1"/>
                    <a:pt x="668" y="4"/>
                  </a:cubicBezTo>
                  <a:cubicBezTo>
                    <a:pt x="534" y="4"/>
                    <a:pt x="401" y="4"/>
                    <a:pt x="268" y="71"/>
                  </a:cubicBezTo>
                  <a:cubicBezTo>
                    <a:pt x="167" y="104"/>
                    <a:pt x="34" y="171"/>
                    <a:pt x="34" y="304"/>
                  </a:cubicBezTo>
                  <a:cubicBezTo>
                    <a:pt x="1" y="404"/>
                    <a:pt x="1" y="471"/>
                    <a:pt x="67" y="571"/>
                  </a:cubicBezTo>
                  <a:cubicBezTo>
                    <a:pt x="101" y="671"/>
                    <a:pt x="234" y="704"/>
                    <a:pt x="368" y="738"/>
                  </a:cubicBezTo>
                  <a:cubicBezTo>
                    <a:pt x="468" y="738"/>
                    <a:pt x="568" y="704"/>
                    <a:pt x="668" y="704"/>
                  </a:cubicBezTo>
                  <a:cubicBezTo>
                    <a:pt x="868" y="671"/>
                    <a:pt x="1035" y="538"/>
                    <a:pt x="1035" y="337"/>
                  </a:cubicBezTo>
                  <a:cubicBezTo>
                    <a:pt x="1035" y="183"/>
                    <a:pt x="892" y="0"/>
                    <a:pt x="7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9" name="Google Shape;1909;p22"/>
            <p:cNvSpPr/>
            <p:nvPr/>
          </p:nvSpPr>
          <p:spPr>
            <a:xfrm>
              <a:off x="2461513" y="1481525"/>
              <a:ext cx="44950" cy="27400"/>
            </a:xfrm>
            <a:custGeom>
              <a:rect b="b" l="l" r="r" t="t"/>
              <a:pathLst>
                <a:path extrusionOk="0" h="1096" w="1798">
                  <a:moveTo>
                    <a:pt x="1128" y="1"/>
                  </a:moveTo>
                  <a:cubicBezTo>
                    <a:pt x="1119" y="1"/>
                    <a:pt x="1110" y="1"/>
                    <a:pt x="1101" y="2"/>
                  </a:cubicBezTo>
                  <a:cubicBezTo>
                    <a:pt x="834" y="2"/>
                    <a:pt x="434" y="68"/>
                    <a:pt x="234" y="268"/>
                  </a:cubicBezTo>
                  <a:cubicBezTo>
                    <a:pt x="0" y="469"/>
                    <a:pt x="34" y="902"/>
                    <a:pt x="334" y="1036"/>
                  </a:cubicBezTo>
                  <a:cubicBezTo>
                    <a:pt x="429" y="1077"/>
                    <a:pt x="522" y="1096"/>
                    <a:pt x="612" y="1096"/>
                  </a:cubicBezTo>
                  <a:cubicBezTo>
                    <a:pt x="1306" y="1096"/>
                    <a:pt x="1798" y="1"/>
                    <a:pt x="112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p22"/>
            <p:cNvSpPr/>
            <p:nvPr/>
          </p:nvSpPr>
          <p:spPr>
            <a:xfrm>
              <a:off x="2495713" y="1542525"/>
              <a:ext cx="26700" cy="24800"/>
            </a:xfrm>
            <a:custGeom>
              <a:rect b="b" l="l" r="r" t="t"/>
              <a:pathLst>
                <a:path extrusionOk="0" h="992" w="1068">
                  <a:moveTo>
                    <a:pt x="584" y="0"/>
                  </a:moveTo>
                  <a:cubicBezTo>
                    <a:pt x="478" y="0"/>
                    <a:pt x="371" y="42"/>
                    <a:pt x="300" y="130"/>
                  </a:cubicBezTo>
                  <a:cubicBezTo>
                    <a:pt x="267" y="163"/>
                    <a:pt x="200" y="230"/>
                    <a:pt x="167" y="297"/>
                  </a:cubicBezTo>
                  <a:cubicBezTo>
                    <a:pt x="0" y="464"/>
                    <a:pt x="0" y="764"/>
                    <a:pt x="200" y="897"/>
                  </a:cubicBezTo>
                  <a:cubicBezTo>
                    <a:pt x="278" y="962"/>
                    <a:pt x="366" y="992"/>
                    <a:pt x="455" y="992"/>
                  </a:cubicBezTo>
                  <a:cubicBezTo>
                    <a:pt x="593" y="992"/>
                    <a:pt x="732" y="919"/>
                    <a:pt x="834" y="797"/>
                  </a:cubicBezTo>
                  <a:cubicBezTo>
                    <a:pt x="867" y="730"/>
                    <a:pt x="901" y="664"/>
                    <a:pt x="934" y="630"/>
                  </a:cubicBezTo>
                  <a:cubicBezTo>
                    <a:pt x="1067" y="464"/>
                    <a:pt x="1001" y="197"/>
                    <a:pt x="834" y="97"/>
                  </a:cubicBezTo>
                  <a:cubicBezTo>
                    <a:pt x="771" y="34"/>
                    <a:pt x="678" y="0"/>
                    <a:pt x="58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22"/>
            <p:cNvSpPr/>
            <p:nvPr/>
          </p:nvSpPr>
          <p:spPr>
            <a:xfrm>
              <a:off x="2574913" y="1559500"/>
              <a:ext cx="25900" cy="27575"/>
            </a:xfrm>
            <a:custGeom>
              <a:rect b="b" l="l" r="r" t="t"/>
              <a:pathLst>
                <a:path extrusionOk="0" h="1103" w="1036">
                  <a:moveTo>
                    <a:pt x="583" y="1"/>
                  </a:moveTo>
                  <a:cubicBezTo>
                    <a:pt x="402" y="1"/>
                    <a:pt x="256" y="126"/>
                    <a:pt x="201" y="318"/>
                  </a:cubicBezTo>
                  <a:cubicBezTo>
                    <a:pt x="168" y="385"/>
                    <a:pt x="134" y="452"/>
                    <a:pt x="101" y="552"/>
                  </a:cubicBezTo>
                  <a:cubicBezTo>
                    <a:pt x="1" y="752"/>
                    <a:pt x="201" y="1019"/>
                    <a:pt x="401" y="1086"/>
                  </a:cubicBezTo>
                  <a:cubicBezTo>
                    <a:pt x="442" y="1097"/>
                    <a:pt x="485" y="1103"/>
                    <a:pt x="528" y="1103"/>
                  </a:cubicBezTo>
                  <a:cubicBezTo>
                    <a:pt x="731" y="1103"/>
                    <a:pt x="941" y="978"/>
                    <a:pt x="968" y="785"/>
                  </a:cubicBezTo>
                  <a:cubicBezTo>
                    <a:pt x="968" y="685"/>
                    <a:pt x="1002" y="619"/>
                    <a:pt x="1002" y="552"/>
                  </a:cubicBezTo>
                  <a:cubicBezTo>
                    <a:pt x="1035" y="318"/>
                    <a:pt x="935" y="85"/>
                    <a:pt x="701" y="18"/>
                  </a:cubicBezTo>
                  <a:cubicBezTo>
                    <a:pt x="661" y="6"/>
                    <a:pt x="621" y="1"/>
                    <a:pt x="58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p22"/>
            <p:cNvSpPr/>
            <p:nvPr/>
          </p:nvSpPr>
          <p:spPr>
            <a:xfrm>
              <a:off x="2958188" y="1496875"/>
              <a:ext cx="37050" cy="26050"/>
            </a:xfrm>
            <a:custGeom>
              <a:rect b="b" l="l" r="r" t="t"/>
              <a:pathLst>
                <a:path extrusionOk="0" h="1042" w="1482">
                  <a:moveTo>
                    <a:pt x="450" y="0"/>
                  </a:moveTo>
                  <a:cubicBezTo>
                    <a:pt x="182" y="0"/>
                    <a:pt x="1" y="112"/>
                    <a:pt x="181" y="488"/>
                  </a:cubicBezTo>
                  <a:cubicBezTo>
                    <a:pt x="297" y="777"/>
                    <a:pt x="638" y="1042"/>
                    <a:pt x="988" y="1042"/>
                  </a:cubicBezTo>
                  <a:cubicBezTo>
                    <a:pt x="1041" y="1042"/>
                    <a:pt x="1095" y="1035"/>
                    <a:pt x="1148" y="1022"/>
                  </a:cubicBezTo>
                  <a:cubicBezTo>
                    <a:pt x="1315" y="955"/>
                    <a:pt x="1449" y="822"/>
                    <a:pt x="1449" y="655"/>
                  </a:cubicBezTo>
                  <a:cubicBezTo>
                    <a:pt x="1482" y="488"/>
                    <a:pt x="1415" y="255"/>
                    <a:pt x="1248" y="188"/>
                  </a:cubicBezTo>
                  <a:cubicBezTo>
                    <a:pt x="1096" y="120"/>
                    <a:pt x="727" y="0"/>
                    <a:pt x="450"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22"/>
            <p:cNvSpPr/>
            <p:nvPr/>
          </p:nvSpPr>
          <p:spPr>
            <a:xfrm>
              <a:off x="2921838" y="1546475"/>
              <a:ext cx="23375" cy="21925"/>
            </a:xfrm>
            <a:custGeom>
              <a:rect b="b" l="l" r="r" t="t"/>
              <a:pathLst>
                <a:path extrusionOk="0" h="877" w="935">
                  <a:moveTo>
                    <a:pt x="431" y="1"/>
                  </a:moveTo>
                  <a:cubicBezTo>
                    <a:pt x="346" y="1"/>
                    <a:pt x="263" y="26"/>
                    <a:pt x="201" y="72"/>
                  </a:cubicBezTo>
                  <a:cubicBezTo>
                    <a:pt x="34" y="206"/>
                    <a:pt x="1" y="406"/>
                    <a:pt x="101" y="572"/>
                  </a:cubicBezTo>
                  <a:cubicBezTo>
                    <a:pt x="101" y="606"/>
                    <a:pt x="101" y="639"/>
                    <a:pt x="134" y="673"/>
                  </a:cubicBezTo>
                  <a:cubicBezTo>
                    <a:pt x="192" y="809"/>
                    <a:pt x="319" y="877"/>
                    <a:pt x="454" y="877"/>
                  </a:cubicBezTo>
                  <a:cubicBezTo>
                    <a:pt x="550" y="877"/>
                    <a:pt x="651" y="842"/>
                    <a:pt x="734" y="773"/>
                  </a:cubicBezTo>
                  <a:cubicBezTo>
                    <a:pt x="901" y="639"/>
                    <a:pt x="935" y="372"/>
                    <a:pt x="768" y="172"/>
                  </a:cubicBezTo>
                  <a:cubicBezTo>
                    <a:pt x="734" y="172"/>
                    <a:pt x="734" y="139"/>
                    <a:pt x="701" y="105"/>
                  </a:cubicBezTo>
                  <a:cubicBezTo>
                    <a:pt x="630" y="34"/>
                    <a:pt x="529" y="1"/>
                    <a:pt x="43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p22"/>
            <p:cNvSpPr/>
            <p:nvPr/>
          </p:nvSpPr>
          <p:spPr>
            <a:xfrm>
              <a:off x="2855113" y="1575575"/>
              <a:ext cx="24225" cy="21925"/>
            </a:xfrm>
            <a:custGeom>
              <a:rect b="b" l="l" r="r" t="t"/>
              <a:pathLst>
                <a:path extrusionOk="0" h="877" w="969">
                  <a:moveTo>
                    <a:pt x="417" y="0"/>
                  </a:moveTo>
                  <a:cubicBezTo>
                    <a:pt x="209" y="0"/>
                    <a:pt x="60" y="174"/>
                    <a:pt x="34" y="409"/>
                  </a:cubicBezTo>
                  <a:cubicBezTo>
                    <a:pt x="34" y="443"/>
                    <a:pt x="34" y="443"/>
                    <a:pt x="34" y="443"/>
                  </a:cubicBezTo>
                  <a:cubicBezTo>
                    <a:pt x="1" y="609"/>
                    <a:pt x="134" y="776"/>
                    <a:pt x="268" y="843"/>
                  </a:cubicBezTo>
                  <a:cubicBezTo>
                    <a:pt x="323" y="865"/>
                    <a:pt x="379" y="876"/>
                    <a:pt x="432" y="876"/>
                  </a:cubicBezTo>
                  <a:cubicBezTo>
                    <a:pt x="538" y="876"/>
                    <a:pt x="635" y="832"/>
                    <a:pt x="701" y="743"/>
                  </a:cubicBezTo>
                  <a:lnTo>
                    <a:pt x="735" y="709"/>
                  </a:lnTo>
                  <a:cubicBezTo>
                    <a:pt x="968" y="509"/>
                    <a:pt x="868" y="142"/>
                    <a:pt x="601" y="42"/>
                  </a:cubicBezTo>
                  <a:cubicBezTo>
                    <a:pt x="536" y="13"/>
                    <a:pt x="475" y="0"/>
                    <a:pt x="417"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p22"/>
            <p:cNvSpPr/>
            <p:nvPr/>
          </p:nvSpPr>
          <p:spPr>
            <a:xfrm>
              <a:off x="2733363" y="900550"/>
              <a:ext cx="928200" cy="499050"/>
            </a:xfrm>
            <a:custGeom>
              <a:rect b="b" l="l" r="r" t="t"/>
              <a:pathLst>
                <a:path extrusionOk="0" h="19962" w="37128">
                  <a:moveTo>
                    <a:pt x="16204" y="0"/>
                  </a:moveTo>
                  <a:cubicBezTo>
                    <a:pt x="9285" y="0"/>
                    <a:pt x="3518" y="2230"/>
                    <a:pt x="1402" y="5661"/>
                  </a:cubicBezTo>
                  <a:lnTo>
                    <a:pt x="835" y="5628"/>
                  </a:lnTo>
                  <a:lnTo>
                    <a:pt x="568" y="8063"/>
                  </a:lnTo>
                  <a:cubicBezTo>
                    <a:pt x="1" y="13467"/>
                    <a:pt x="7673" y="18704"/>
                    <a:pt x="17680" y="19771"/>
                  </a:cubicBezTo>
                  <a:cubicBezTo>
                    <a:pt x="18887" y="19900"/>
                    <a:pt x="20073" y="19962"/>
                    <a:pt x="21227" y="19962"/>
                  </a:cubicBezTo>
                  <a:cubicBezTo>
                    <a:pt x="29666" y="19962"/>
                    <a:pt x="36362" y="16653"/>
                    <a:pt x="36860" y="11899"/>
                  </a:cubicBezTo>
                  <a:lnTo>
                    <a:pt x="37127" y="9464"/>
                  </a:lnTo>
                  <a:lnTo>
                    <a:pt x="36560" y="9397"/>
                  </a:lnTo>
                  <a:cubicBezTo>
                    <a:pt x="34992" y="4961"/>
                    <a:pt x="28221" y="1091"/>
                    <a:pt x="19748" y="191"/>
                  </a:cubicBezTo>
                  <a:cubicBezTo>
                    <a:pt x="18543" y="62"/>
                    <a:pt x="17357" y="0"/>
                    <a:pt x="1620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p22"/>
            <p:cNvSpPr/>
            <p:nvPr/>
          </p:nvSpPr>
          <p:spPr>
            <a:xfrm>
              <a:off x="2740038" y="842175"/>
              <a:ext cx="935700" cy="499050"/>
            </a:xfrm>
            <a:custGeom>
              <a:rect b="b" l="l" r="r" t="t"/>
              <a:pathLst>
                <a:path extrusionOk="0" h="19962" w="37428">
                  <a:moveTo>
                    <a:pt x="16201" y="1"/>
                  </a:moveTo>
                  <a:cubicBezTo>
                    <a:pt x="7762" y="1"/>
                    <a:pt x="1067" y="3309"/>
                    <a:pt x="568" y="8063"/>
                  </a:cubicBezTo>
                  <a:cubicBezTo>
                    <a:pt x="1" y="13467"/>
                    <a:pt x="7639" y="18704"/>
                    <a:pt x="17680" y="19771"/>
                  </a:cubicBezTo>
                  <a:cubicBezTo>
                    <a:pt x="18883" y="19900"/>
                    <a:pt x="20066" y="19962"/>
                    <a:pt x="21216" y="19962"/>
                  </a:cubicBezTo>
                  <a:cubicBezTo>
                    <a:pt x="29633" y="19962"/>
                    <a:pt x="36328" y="16653"/>
                    <a:pt x="36827" y="11899"/>
                  </a:cubicBezTo>
                  <a:cubicBezTo>
                    <a:pt x="37427" y="6495"/>
                    <a:pt x="29755" y="1225"/>
                    <a:pt x="19748" y="191"/>
                  </a:cubicBezTo>
                  <a:cubicBezTo>
                    <a:pt x="18541" y="62"/>
                    <a:pt x="17355" y="1"/>
                    <a:pt x="1620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p22"/>
            <p:cNvSpPr/>
            <p:nvPr/>
          </p:nvSpPr>
          <p:spPr>
            <a:xfrm>
              <a:off x="2771738" y="865675"/>
              <a:ext cx="871475" cy="451825"/>
            </a:xfrm>
            <a:custGeom>
              <a:rect b="b" l="l" r="r" t="t"/>
              <a:pathLst>
                <a:path extrusionOk="0" h="18073" w="34859">
                  <a:moveTo>
                    <a:pt x="14955" y="0"/>
                  </a:moveTo>
                  <a:cubicBezTo>
                    <a:pt x="7136" y="0"/>
                    <a:pt x="968" y="2964"/>
                    <a:pt x="501" y="7256"/>
                  </a:cubicBezTo>
                  <a:cubicBezTo>
                    <a:pt x="0" y="12127"/>
                    <a:pt x="7139" y="16897"/>
                    <a:pt x="16512" y="17897"/>
                  </a:cubicBezTo>
                  <a:cubicBezTo>
                    <a:pt x="17653" y="18016"/>
                    <a:pt x="18774" y="18072"/>
                    <a:pt x="19863" y="18072"/>
                  </a:cubicBezTo>
                  <a:cubicBezTo>
                    <a:pt x="27696" y="18072"/>
                    <a:pt x="33919" y="15130"/>
                    <a:pt x="34358" y="10826"/>
                  </a:cubicBezTo>
                  <a:cubicBezTo>
                    <a:pt x="34858" y="5922"/>
                    <a:pt x="27720" y="1185"/>
                    <a:pt x="18380" y="185"/>
                  </a:cubicBezTo>
                  <a:cubicBezTo>
                    <a:pt x="17213" y="60"/>
                    <a:pt x="16067" y="0"/>
                    <a:pt x="1495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22"/>
            <p:cNvSpPr/>
            <p:nvPr/>
          </p:nvSpPr>
          <p:spPr>
            <a:xfrm>
              <a:off x="2957688" y="904050"/>
              <a:ext cx="336100" cy="118025"/>
            </a:xfrm>
            <a:custGeom>
              <a:rect b="b" l="l" r="r" t="t"/>
              <a:pathLst>
                <a:path extrusionOk="0" h="4721" w="13444">
                  <a:moveTo>
                    <a:pt x="8390" y="1"/>
                  </a:moveTo>
                  <a:cubicBezTo>
                    <a:pt x="7765" y="1"/>
                    <a:pt x="7139" y="17"/>
                    <a:pt x="6506" y="51"/>
                  </a:cubicBezTo>
                  <a:cubicBezTo>
                    <a:pt x="5205" y="151"/>
                    <a:pt x="3870" y="284"/>
                    <a:pt x="2569" y="584"/>
                  </a:cubicBezTo>
                  <a:cubicBezTo>
                    <a:pt x="1702" y="785"/>
                    <a:pt x="801" y="1085"/>
                    <a:pt x="234" y="1885"/>
                  </a:cubicBezTo>
                  <a:cubicBezTo>
                    <a:pt x="134" y="1985"/>
                    <a:pt x="68" y="2119"/>
                    <a:pt x="34" y="2252"/>
                  </a:cubicBezTo>
                  <a:cubicBezTo>
                    <a:pt x="1" y="2586"/>
                    <a:pt x="268" y="2819"/>
                    <a:pt x="535" y="2986"/>
                  </a:cubicBezTo>
                  <a:cubicBezTo>
                    <a:pt x="1035" y="3320"/>
                    <a:pt x="1502" y="3653"/>
                    <a:pt x="2036" y="3920"/>
                  </a:cubicBezTo>
                  <a:cubicBezTo>
                    <a:pt x="3003" y="4387"/>
                    <a:pt x="4070" y="4687"/>
                    <a:pt x="5105" y="4721"/>
                  </a:cubicBezTo>
                  <a:cubicBezTo>
                    <a:pt x="5305" y="4721"/>
                    <a:pt x="5471" y="4721"/>
                    <a:pt x="5605" y="4587"/>
                  </a:cubicBezTo>
                  <a:cubicBezTo>
                    <a:pt x="5672" y="4554"/>
                    <a:pt x="5738" y="4454"/>
                    <a:pt x="5705" y="4387"/>
                  </a:cubicBezTo>
                  <a:cubicBezTo>
                    <a:pt x="5705" y="4220"/>
                    <a:pt x="5538" y="4154"/>
                    <a:pt x="5405" y="4120"/>
                  </a:cubicBezTo>
                  <a:cubicBezTo>
                    <a:pt x="5205" y="4087"/>
                    <a:pt x="4971" y="4020"/>
                    <a:pt x="4771" y="3920"/>
                  </a:cubicBezTo>
                  <a:cubicBezTo>
                    <a:pt x="4638" y="3853"/>
                    <a:pt x="4471" y="3720"/>
                    <a:pt x="4437" y="3520"/>
                  </a:cubicBezTo>
                  <a:cubicBezTo>
                    <a:pt x="4404" y="3320"/>
                    <a:pt x="4571" y="3153"/>
                    <a:pt x="4738" y="3053"/>
                  </a:cubicBezTo>
                  <a:cubicBezTo>
                    <a:pt x="5976" y="2321"/>
                    <a:pt x="7547" y="2135"/>
                    <a:pt x="8970" y="2135"/>
                  </a:cubicBezTo>
                  <a:cubicBezTo>
                    <a:pt x="9233" y="2135"/>
                    <a:pt x="9491" y="2142"/>
                    <a:pt x="9741" y="2152"/>
                  </a:cubicBezTo>
                  <a:cubicBezTo>
                    <a:pt x="9975" y="2152"/>
                    <a:pt x="10242" y="2186"/>
                    <a:pt x="10442" y="2319"/>
                  </a:cubicBezTo>
                  <a:cubicBezTo>
                    <a:pt x="10742" y="2552"/>
                    <a:pt x="10875" y="2953"/>
                    <a:pt x="10975" y="3353"/>
                  </a:cubicBezTo>
                  <a:cubicBezTo>
                    <a:pt x="11009" y="3620"/>
                    <a:pt x="11042" y="3853"/>
                    <a:pt x="11176" y="4054"/>
                  </a:cubicBezTo>
                  <a:cubicBezTo>
                    <a:pt x="11280" y="4227"/>
                    <a:pt x="11376" y="4292"/>
                    <a:pt x="11468" y="4292"/>
                  </a:cubicBezTo>
                  <a:cubicBezTo>
                    <a:pt x="11642" y="4292"/>
                    <a:pt x="11802" y="4061"/>
                    <a:pt x="11976" y="3887"/>
                  </a:cubicBezTo>
                  <a:cubicBezTo>
                    <a:pt x="12310" y="3587"/>
                    <a:pt x="12677" y="3353"/>
                    <a:pt x="12943" y="2986"/>
                  </a:cubicBezTo>
                  <a:cubicBezTo>
                    <a:pt x="13244" y="2519"/>
                    <a:pt x="13444" y="1952"/>
                    <a:pt x="13410" y="1385"/>
                  </a:cubicBezTo>
                  <a:cubicBezTo>
                    <a:pt x="13410" y="1185"/>
                    <a:pt x="13377" y="1018"/>
                    <a:pt x="13310" y="818"/>
                  </a:cubicBezTo>
                  <a:cubicBezTo>
                    <a:pt x="13077" y="318"/>
                    <a:pt x="12510" y="217"/>
                    <a:pt x="12009" y="184"/>
                  </a:cubicBezTo>
                  <a:cubicBezTo>
                    <a:pt x="11442" y="117"/>
                    <a:pt x="10842" y="84"/>
                    <a:pt x="10275" y="51"/>
                  </a:cubicBezTo>
                  <a:cubicBezTo>
                    <a:pt x="9641" y="17"/>
                    <a:pt x="9016" y="1"/>
                    <a:pt x="8390"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p22"/>
            <p:cNvSpPr/>
            <p:nvPr/>
          </p:nvSpPr>
          <p:spPr>
            <a:xfrm>
              <a:off x="3284588" y="947000"/>
              <a:ext cx="284400" cy="168900"/>
            </a:xfrm>
            <a:custGeom>
              <a:rect b="b" l="l" r="r" t="t"/>
              <a:pathLst>
                <a:path extrusionOk="0" h="6756" w="11376">
                  <a:moveTo>
                    <a:pt x="5231" y="0"/>
                  </a:moveTo>
                  <a:cubicBezTo>
                    <a:pt x="4263" y="0"/>
                    <a:pt x="3247" y="337"/>
                    <a:pt x="2369" y="701"/>
                  </a:cubicBezTo>
                  <a:cubicBezTo>
                    <a:pt x="1502" y="1035"/>
                    <a:pt x="701" y="1568"/>
                    <a:pt x="101" y="2336"/>
                  </a:cubicBezTo>
                  <a:cubicBezTo>
                    <a:pt x="34" y="2369"/>
                    <a:pt x="1" y="2436"/>
                    <a:pt x="1" y="2536"/>
                  </a:cubicBezTo>
                  <a:cubicBezTo>
                    <a:pt x="34" y="2569"/>
                    <a:pt x="68" y="2602"/>
                    <a:pt x="101" y="2636"/>
                  </a:cubicBezTo>
                  <a:cubicBezTo>
                    <a:pt x="270" y="2749"/>
                    <a:pt x="463" y="2790"/>
                    <a:pt x="662" y="2790"/>
                  </a:cubicBezTo>
                  <a:cubicBezTo>
                    <a:pt x="935" y="2790"/>
                    <a:pt x="1218" y="2713"/>
                    <a:pt x="1469" y="2636"/>
                  </a:cubicBezTo>
                  <a:cubicBezTo>
                    <a:pt x="2202" y="2402"/>
                    <a:pt x="2936" y="2169"/>
                    <a:pt x="3670" y="1969"/>
                  </a:cubicBezTo>
                  <a:cubicBezTo>
                    <a:pt x="3830" y="1921"/>
                    <a:pt x="4014" y="1872"/>
                    <a:pt x="4183" y="1872"/>
                  </a:cubicBezTo>
                  <a:cubicBezTo>
                    <a:pt x="4366" y="1872"/>
                    <a:pt x="4534" y="1929"/>
                    <a:pt x="4638" y="2102"/>
                  </a:cubicBezTo>
                  <a:cubicBezTo>
                    <a:pt x="4771" y="2302"/>
                    <a:pt x="4771" y="2602"/>
                    <a:pt x="4838" y="2836"/>
                  </a:cubicBezTo>
                  <a:cubicBezTo>
                    <a:pt x="4938" y="3169"/>
                    <a:pt x="5171" y="3436"/>
                    <a:pt x="5438" y="3603"/>
                  </a:cubicBezTo>
                  <a:cubicBezTo>
                    <a:pt x="5672" y="3770"/>
                    <a:pt x="5972" y="3903"/>
                    <a:pt x="6239" y="4070"/>
                  </a:cubicBezTo>
                  <a:cubicBezTo>
                    <a:pt x="6539" y="4270"/>
                    <a:pt x="6806" y="4570"/>
                    <a:pt x="7039" y="4904"/>
                  </a:cubicBezTo>
                  <a:cubicBezTo>
                    <a:pt x="7106" y="5037"/>
                    <a:pt x="7206" y="5204"/>
                    <a:pt x="7173" y="5371"/>
                  </a:cubicBezTo>
                  <a:cubicBezTo>
                    <a:pt x="7139" y="5538"/>
                    <a:pt x="7006" y="5638"/>
                    <a:pt x="6872" y="5671"/>
                  </a:cubicBezTo>
                  <a:cubicBezTo>
                    <a:pt x="6806" y="5705"/>
                    <a:pt x="6739" y="5713"/>
                    <a:pt x="6672" y="5713"/>
                  </a:cubicBezTo>
                  <a:cubicBezTo>
                    <a:pt x="6606" y="5713"/>
                    <a:pt x="6539" y="5705"/>
                    <a:pt x="6472" y="5705"/>
                  </a:cubicBezTo>
                  <a:cubicBezTo>
                    <a:pt x="6005" y="5671"/>
                    <a:pt x="5538" y="5605"/>
                    <a:pt x="5071" y="5571"/>
                  </a:cubicBezTo>
                  <a:cubicBezTo>
                    <a:pt x="5004" y="5571"/>
                    <a:pt x="4946" y="5563"/>
                    <a:pt x="4892" y="5563"/>
                  </a:cubicBezTo>
                  <a:cubicBezTo>
                    <a:pt x="4838" y="5563"/>
                    <a:pt x="4788" y="5571"/>
                    <a:pt x="4738" y="5605"/>
                  </a:cubicBezTo>
                  <a:cubicBezTo>
                    <a:pt x="4604" y="5638"/>
                    <a:pt x="4504" y="5738"/>
                    <a:pt x="4504" y="5871"/>
                  </a:cubicBezTo>
                  <a:cubicBezTo>
                    <a:pt x="4804" y="6072"/>
                    <a:pt x="5138" y="6072"/>
                    <a:pt x="5438" y="6105"/>
                  </a:cubicBezTo>
                  <a:cubicBezTo>
                    <a:pt x="6439" y="6172"/>
                    <a:pt x="7440" y="6338"/>
                    <a:pt x="8407" y="6572"/>
                  </a:cubicBezTo>
                  <a:cubicBezTo>
                    <a:pt x="8768" y="6657"/>
                    <a:pt x="9143" y="6755"/>
                    <a:pt x="9514" y="6755"/>
                  </a:cubicBezTo>
                  <a:cubicBezTo>
                    <a:pt x="9725" y="6755"/>
                    <a:pt x="9936" y="6723"/>
                    <a:pt x="10141" y="6639"/>
                  </a:cubicBezTo>
                  <a:cubicBezTo>
                    <a:pt x="10508" y="6472"/>
                    <a:pt x="10809" y="6105"/>
                    <a:pt x="11042" y="5705"/>
                  </a:cubicBezTo>
                  <a:cubicBezTo>
                    <a:pt x="11242" y="5404"/>
                    <a:pt x="11376" y="5037"/>
                    <a:pt x="11376" y="4671"/>
                  </a:cubicBezTo>
                  <a:cubicBezTo>
                    <a:pt x="11342" y="4437"/>
                    <a:pt x="11276" y="4170"/>
                    <a:pt x="11176" y="3937"/>
                  </a:cubicBezTo>
                  <a:cubicBezTo>
                    <a:pt x="10909" y="3336"/>
                    <a:pt x="10442" y="2869"/>
                    <a:pt x="9941" y="2469"/>
                  </a:cubicBezTo>
                  <a:cubicBezTo>
                    <a:pt x="9474" y="2102"/>
                    <a:pt x="8941" y="1802"/>
                    <a:pt x="8440" y="1468"/>
                  </a:cubicBezTo>
                  <a:cubicBezTo>
                    <a:pt x="7873" y="1101"/>
                    <a:pt x="7373" y="668"/>
                    <a:pt x="6772" y="367"/>
                  </a:cubicBezTo>
                  <a:cubicBezTo>
                    <a:pt x="6295" y="105"/>
                    <a:pt x="5770" y="0"/>
                    <a:pt x="523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p22"/>
            <p:cNvSpPr/>
            <p:nvPr/>
          </p:nvSpPr>
          <p:spPr>
            <a:xfrm>
              <a:off x="2848463" y="1017325"/>
              <a:ext cx="280225" cy="196100"/>
            </a:xfrm>
            <a:custGeom>
              <a:rect b="b" l="l" r="r" t="t"/>
              <a:pathLst>
                <a:path extrusionOk="0" h="7844" w="11209">
                  <a:moveTo>
                    <a:pt x="2561" y="1"/>
                  </a:moveTo>
                  <a:cubicBezTo>
                    <a:pt x="2354" y="1"/>
                    <a:pt x="2145" y="17"/>
                    <a:pt x="1935" y="56"/>
                  </a:cubicBezTo>
                  <a:cubicBezTo>
                    <a:pt x="1701" y="123"/>
                    <a:pt x="1501" y="190"/>
                    <a:pt x="1268" y="323"/>
                  </a:cubicBezTo>
                  <a:cubicBezTo>
                    <a:pt x="801" y="590"/>
                    <a:pt x="434" y="1057"/>
                    <a:pt x="234" y="1624"/>
                  </a:cubicBezTo>
                  <a:cubicBezTo>
                    <a:pt x="33" y="2191"/>
                    <a:pt x="0" y="2825"/>
                    <a:pt x="67" y="3425"/>
                  </a:cubicBezTo>
                  <a:cubicBezTo>
                    <a:pt x="200" y="4193"/>
                    <a:pt x="500" y="4893"/>
                    <a:pt x="1034" y="5327"/>
                  </a:cubicBezTo>
                  <a:cubicBezTo>
                    <a:pt x="1268" y="5527"/>
                    <a:pt x="1535" y="5694"/>
                    <a:pt x="1768" y="5860"/>
                  </a:cubicBezTo>
                  <a:cubicBezTo>
                    <a:pt x="2335" y="6227"/>
                    <a:pt x="2802" y="6761"/>
                    <a:pt x="3369" y="7128"/>
                  </a:cubicBezTo>
                  <a:cubicBezTo>
                    <a:pt x="4192" y="7667"/>
                    <a:pt x="5183" y="7844"/>
                    <a:pt x="6158" y="7844"/>
                  </a:cubicBezTo>
                  <a:cubicBezTo>
                    <a:pt x="6330" y="7844"/>
                    <a:pt x="6502" y="7838"/>
                    <a:pt x="6672" y="7828"/>
                  </a:cubicBezTo>
                  <a:cubicBezTo>
                    <a:pt x="6972" y="7828"/>
                    <a:pt x="7272" y="7795"/>
                    <a:pt x="7606" y="7695"/>
                  </a:cubicBezTo>
                  <a:cubicBezTo>
                    <a:pt x="8006" y="7595"/>
                    <a:pt x="8373" y="7361"/>
                    <a:pt x="8740" y="7095"/>
                  </a:cubicBezTo>
                  <a:cubicBezTo>
                    <a:pt x="9407" y="6694"/>
                    <a:pt x="10041" y="6227"/>
                    <a:pt x="10674" y="5727"/>
                  </a:cubicBezTo>
                  <a:cubicBezTo>
                    <a:pt x="10908" y="5527"/>
                    <a:pt x="11175" y="5293"/>
                    <a:pt x="11175" y="4960"/>
                  </a:cubicBezTo>
                  <a:cubicBezTo>
                    <a:pt x="11208" y="4860"/>
                    <a:pt x="11175" y="4726"/>
                    <a:pt x="11108" y="4660"/>
                  </a:cubicBezTo>
                  <a:cubicBezTo>
                    <a:pt x="11053" y="4586"/>
                    <a:pt x="10967" y="4563"/>
                    <a:pt x="10879" y="4563"/>
                  </a:cubicBezTo>
                  <a:cubicBezTo>
                    <a:pt x="10807" y="4563"/>
                    <a:pt x="10734" y="4578"/>
                    <a:pt x="10674" y="4593"/>
                  </a:cubicBezTo>
                  <a:cubicBezTo>
                    <a:pt x="9605" y="4853"/>
                    <a:pt x="8536" y="5439"/>
                    <a:pt x="7488" y="5439"/>
                  </a:cubicBezTo>
                  <a:cubicBezTo>
                    <a:pt x="7327" y="5439"/>
                    <a:pt x="7166" y="5425"/>
                    <a:pt x="7005" y="5393"/>
                  </a:cubicBezTo>
                  <a:cubicBezTo>
                    <a:pt x="6605" y="5327"/>
                    <a:pt x="6271" y="5160"/>
                    <a:pt x="5938" y="4960"/>
                  </a:cubicBezTo>
                  <a:cubicBezTo>
                    <a:pt x="5604" y="4760"/>
                    <a:pt x="5304" y="4526"/>
                    <a:pt x="5070" y="4193"/>
                  </a:cubicBezTo>
                  <a:cubicBezTo>
                    <a:pt x="4837" y="3859"/>
                    <a:pt x="4703" y="3425"/>
                    <a:pt x="4770" y="2992"/>
                  </a:cubicBezTo>
                  <a:cubicBezTo>
                    <a:pt x="4870" y="2391"/>
                    <a:pt x="5337" y="1958"/>
                    <a:pt x="5838" y="1757"/>
                  </a:cubicBezTo>
                  <a:cubicBezTo>
                    <a:pt x="6213" y="1607"/>
                    <a:pt x="6588" y="1589"/>
                    <a:pt x="6977" y="1589"/>
                  </a:cubicBezTo>
                  <a:cubicBezTo>
                    <a:pt x="7107" y="1589"/>
                    <a:pt x="7239" y="1591"/>
                    <a:pt x="7372" y="1591"/>
                  </a:cubicBezTo>
                  <a:cubicBezTo>
                    <a:pt x="7428" y="1585"/>
                    <a:pt x="7485" y="1583"/>
                    <a:pt x="7544" y="1583"/>
                  </a:cubicBezTo>
                  <a:cubicBezTo>
                    <a:pt x="7661" y="1583"/>
                    <a:pt x="7783" y="1591"/>
                    <a:pt x="7906" y="1591"/>
                  </a:cubicBezTo>
                  <a:cubicBezTo>
                    <a:pt x="8089" y="1591"/>
                    <a:pt x="8273" y="1574"/>
                    <a:pt x="8439" y="1491"/>
                  </a:cubicBezTo>
                  <a:cubicBezTo>
                    <a:pt x="9240" y="1124"/>
                    <a:pt x="8139" y="823"/>
                    <a:pt x="7839" y="723"/>
                  </a:cubicBezTo>
                  <a:cubicBezTo>
                    <a:pt x="7405" y="590"/>
                    <a:pt x="7005" y="457"/>
                    <a:pt x="6571" y="390"/>
                  </a:cubicBezTo>
                  <a:cubicBezTo>
                    <a:pt x="6071" y="323"/>
                    <a:pt x="5571" y="356"/>
                    <a:pt x="5070" y="323"/>
                  </a:cubicBezTo>
                  <a:cubicBezTo>
                    <a:pt x="4240" y="270"/>
                    <a:pt x="3409" y="1"/>
                    <a:pt x="256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p22"/>
            <p:cNvSpPr/>
            <p:nvPr/>
          </p:nvSpPr>
          <p:spPr>
            <a:xfrm>
              <a:off x="3177863" y="1097100"/>
              <a:ext cx="350275" cy="161200"/>
            </a:xfrm>
            <a:custGeom>
              <a:rect b="b" l="l" r="r" t="t"/>
              <a:pathLst>
                <a:path extrusionOk="0" h="6448" w="14011">
                  <a:moveTo>
                    <a:pt x="5704" y="1"/>
                  </a:moveTo>
                  <a:lnTo>
                    <a:pt x="5704" y="1"/>
                  </a:lnTo>
                  <a:cubicBezTo>
                    <a:pt x="5571" y="268"/>
                    <a:pt x="5704" y="601"/>
                    <a:pt x="5871" y="801"/>
                  </a:cubicBezTo>
                  <a:cubicBezTo>
                    <a:pt x="6405" y="1602"/>
                    <a:pt x="7339" y="1969"/>
                    <a:pt x="7872" y="2769"/>
                  </a:cubicBezTo>
                  <a:cubicBezTo>
                    <a:pt x="8006" y="2936"/>
                    <a:pt x="8106" y="3236"/>
                    <a:pt x="7973" y="3403"/>
                  </a:cubicBezTo>
                  <a:cubicBezTo>
                    <a:pt x="7906" y="3503"/>
                    <a:pt x="7772" y="3537"/>
                    <a:pt x="7672" y="3570"/>
                  </a:cubicBezTo>
                  <a:cubicBezTo>
                    <a:pt x="6838" y="3770"/>
                    <a:pt x="5971" y="3970"/>
                    <a:pt x="5137" y="4204"/>
                  </a:cubicBezTo>
                  <a:cubicBezTo>
                    <a:pt x="4630" y="4323"/>
                    <a:pt x="4123" y="4443"/>
                    <a:pt x="3616" y="4443"/>
                  </a:cubicBezTo>
                  <a:cubicBezTo>
                    <a:pt x="3556" y="4443"/>
                    <a:pt x="3496" y="4441"/>
                    <a:pt x="3436" y="4437"/>
                  </a:cubicBezTo>
                  <a:cubicBezTo>
                    <a:pt x="2869" y="4437"/>
                    <a:pt x="2302" y="4271"/>
                    <a:pt x="1868" y="3837"/>
                  </a:cubicBezTo>
                  <a:cubicBezTo>
                    <a:pt x="1501" y="3470"/>
                    <a:pt x="1301" y="2936"/>
                    <a:pt x="1168" y="2403"/>
                  </a:cubicBezTo>
                  <a:cubicBezTo>
                    <a:pt x="1077" y="2129"/>
                    <a:pt x="1068" y="1276"/>
                    <a:pt x="791" y="1276"/>
                  </a:cubicBezTo>
                  <a:cubicBezTo>
                    <a:pt x="764" y="1276"/>
                    <a:pt x="734" y="1284"/>
                    <a:pt x="701" y="1302"/>
                  </a:cubicBezTo>
                  <a:cubicBezTo>
                    <a:pt x="300" y="1469"/>
                    <a:pt x="300" y="2569"/>
                    <a:pt x="234" y="2970"/>
                  </a:cubicBezTo>
                  <a:cubicBezTo>
                    <a:pt x="134" y="3703"/>
                    <a:pt x="67" y="4404"/>
                    <a:pt x="34" y="5138"/>
                  </a:cubicBezTo>
                  <a:cubicBezTo>
                    <a:pt x="0" y="5338"/>
                    <a:pt x="0" y="5538"/>
                    <a:pt x="100" y="5705"/>
                  </a:cubicBezTo>
                  <a:cubicBezTo>
                    <a:pt x="200" y="5805"/>
                    <a:pt x="334" y="5838"/>
                    <a:pt x="434" y="5838"/>
                  </a:cubicBezTo>
                  <a:cubicBezTo>
                    <a:pt x="901" y="5938"/>
                    <a:pt x="1401" y="5972"/>
                    <a:pt x="1868" y="6105"/>
                  </a:cubicBezTo>
                  <a:cubicBezTo>
                    <a:pt x="2335" y="6205"/>
                    <a:pt x="2802" y="6372"/>
                    <a:pt x="3269" y="6439"/>
                  </a:cubicBezTo>
                  <a:cubicBezTo>
                    <a:pt x="3355" y="6445"/>
                    <a:pt x="3439" y="6448"/>
                    <a:pt x="3523" y="6448"/>
                  </a:cubicBezTo>
                  <a:cubicBezTo>
                    <a:pt x="3896" y="6448"/>
                    <a:pt x="4256" y="6393"/>
                    <a:pt x="4637" y="6339"/>
                  </a:cubicBezTo>
                  <a:cubicBezTo>
                    <a:pt x="7439" y="5938"/>
                    <a:pt x="10274" y="5538"/>
                    <a:pt x="12876" y="4204"/>
                  </a:cubicBezTo>
                  <a:cubicBezTo>
                    <a:pt x="13243" y="4004"/>
                    <a:pt x="13577" y="3804"/>
                    <a:pt x="13877" y="3470"/>
                  </a:cubicBezTo>
                  <a:cubicBezTo>
                    <a:pt x="13943" y="3403"/>
                    <a:pt x="14010" y="3303"/>
                    <a:pt x="14010" y="3203"/>
                  </a:cubicBezTo>
                  <a:cubicBezTo>
                    <a:pt x="14010" y="3003"/>
                    <a:pt x="13843" y="2870"/>
                    <a:pt x="13710" y="2803"/>
                  </a:cubicBezTo>
                  <a:cubicBezTo>
                    <a:pt x="12976" y="2436"/>
                    <a:pt x="12176" y="2336"/>
                    <a:pt x="11408" y="2102"/>
                  </a:cubicBezTo>
                  <a:cubicBezTo>
                    <a:pt x="9474" y="1502"/>
                    <a:pt x="7706" y="101"/>
                    <a:pt x="5704"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2" name="Google Shape;1922;p22"/>
            <p:cNvSpPr/>
            <p:nvPr/>
          </p:nvSpPr>
          <p:spPr>
            <a:xfrm>
              <a:off x="3030238" y="941825"/>
              <a:ext cx="40700" cy="35250"/>
            </a:xfrm>
            <a:custGeom>
              <a:rect b="b" l="l" r="r" t="t"/>
              <a:pathLst>
                <a:path extrusionOk="0" h="1410" w="1628">
                  <a:moveTo>
                    <a:pt x="671" y="1"/>
                  </a:moveTo>
                  <a:cubicBezTo>
                    <a:pt x="495" y="1"/>
                    <a:pt x="322" y="87"/>
                    <a:pt x="201" y="208"/>
                  </a:cubicBezTo>
                  <a:cubicBezTo>
                    <a:pt x="34" y="374"/>
                    <a:pt x="1" y="641"/>
                    <a:pt x="101" y="875"/>
                  </a:cubicBezTo>
                  <a:cubicBezTo>
                    <a:pt x="201" y="1175"/>
                    <a:pt x="568" y="1375"/>
                    <a:pt x="868" y="1408"/>
                  </a:cubicBezTo>
                  <a:cubicBezTo>
                    <a:pt x="881" y="1409"/>
                    <a:pt x="895" y="1410"/>
                    <a:pt x="907" y="1410"/>
                  </a:cubicBezTo>
                  <a:cubicBezTo>
                    <a:pt x="1352" y="1410"/>
                    <a:pt x="1628" y="864"/>
                    <a:pt x="1369" y="508"/>
                  </a:cubicBezTo>
                  <a:cubicBezTo>
                    <a:pt x="1202" y="341"/>
                    <a:pt x="1068" y="174"/>
                    <a:pt x="868" y="41"/>
                  </a:cubicBezTo>
                  <a:cubicBezTo>
                    <a:pt x="804" y="13"/>
                    <a:pt x="737" y="1"/>
                    <a:pt x="67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p22"/>
            <p:cNvSpPr/>
            <p:nvPr/>
          </p:nvSpPr>
          <p:spPr>
            <a:xfrm>
              <a:off x="3114488" y="921825"/>
              <a:ext cx="21300" cy="25125"/>
            </a:xfrm>
            <a:custGeom>
              <a:rect b="b" l="l" r="r" t="t"/>
              <a:pathLst>
                <a:path extrusionOk="0" h="1005" w="852">
                  <a:moveTo>
                    <a:pt x="419" y="0"/>
                  </a:moveTo>
                  <a:cubicBezTo>
                    <a:pt x="233" y="0"/>
                    <a:pt x="46" y="110"/>
                    <a:pt x="0" y="340"/>
                  </a:cubicBezTo>
                  <a:cubicBezTo>
                    <a:pt x="0" y="474"/>
                    <a:pt x="0" y="574"/>
                    <a:pt x="33" y="707"/>
                  </a:cubicBezTo>
                  <a:cubicBezTo>
                    <a:pt x="51" y="904"/>
                    <a:pt x="222" y="1005"/>
                    <a:pt x="393" y="1005"/>
                  </a:cubicBezTo>
                  <a:cubicBezTo>
                    <a:pt x="540" y="1005"/>
                    <a:pt x="687" y="929"/>
                    <a:pt x="734" y="774"/>
                  </a:cubicBezTo>
                  <a:cubicBezTo>
                    <a:pt x="767" y="674"/>
                    <a:pt x="834" y="541"/>
                    <a:pt x="834" y="440"/>
                  </a:cubicBezTo>
                  <a:cubicBezTo>
                    <a:pt x="852" y="152"/>
                    <a:pt x="636" y="0"/>
                    <a:pt x="41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4" name="Google Shape;1924;p22"/>
            <p:cNvSpPr/>
            <p:nvPr/>
          </p:nvSpPr>
          <p:spPr>
            <a:xfrm>
              <a:off x="3166188" y="915775"/>
              <a:ext cx="25875" cy="23300"/>
            </a:xfrm>
            <a:custGeom>
              <a:rect b="b" l="l" r="r" t="t"/>
              <a:pathLst>
                <a:path extrusionOk="0" h="932" w="1035">
                  <a:moveTo>
                    <a:pt x="618" y="1"/>
                  </a:moveTo>
                  <a:cubicBezTo>
                    <a:pt x="564" y="1"/>
                    <a:pt x="512" y="15"/>
                    <a:pt x="467" y="49"/>
                  </a:cubicBezTo>
                  <a:cubicBezTo>
                    <a:pt x="367" y="82"/>
                    <a:pt x="300" y="149"/>
                    <a:pt x="200" y="215"/>
                  </a:cubicBezTo>
                  <a:cubicBezTo>
                    <a:pt x="67" y="382"/>
                    <a:pt x="0" y="616"/>
                    <a:pt x="167" y="783"/>
                  </a:cubicBezTo>
                  <a:cubicBezTo>
                    <a:pt x="245" y="880"/>
                    <a:pt x="368" y="932"/>
                    <a:pt x="490" y="932"/>
                  </a:cubicBezTo>
                  <a:cubicBezTo>
                    <a:pt x="577" y="932"/>
                    <a:pt x="664" y="905"/>
                    <a:pt x="734" y="849"/>
                  </a:cubicBezTo>
                  <a:cubicBezTo>
                    <a:pt x="801" y="783"/>
                    <a:pt x="867" y="716"/>
                    <a:pt x="934" y="616"/>
                  </a:cubicBezTo>
                  <a:cubicBezTo>
                    <a:pt x="1001" y="449"/>
                    <a:pt x="1034" y="282"/>
                    <a:pt x="934" y="149"/>
                  </a:cubicBezTo>
                  <a:cubicBezTo>
                    <a:pt x="845" y="60"/>
                    <a:pt x="727" y="1"/>
                    <a:pt x="618"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22"/>
            <p:cNvSpPr/>
            <p:nvPr/>
          </p:nvSpPr>
          <p:spPr>
            <a:xfrm>
              <a:off x="3229038" y="927900"/>
              <a:ext cx="32875" cy="24300"/>
            </a:xfrm>
            <a:custGeom>
              <a:rect b="b" l="l" r="r" t="t"/>
              <a:pathLst>
                <a:path extrusionOk="0" h="972" w="1315">
                  <a:moveTo>
                    <a:pt x="753" y="1"/>
                  </a:moveTo>
                  <a:cubicBezTo>
                    <a:pt x="701" y="1"/>
                    <a:pt x="646" y="10"/>
                    <a:pt x="588" y="31"/>
                  </a:cubicBezTo>
                  <a:cubicBezTo>
                    <a:pt x="455" y="64"/>
                    <a:pt x="388" y="164"/>
                    <a:pt x="288" y="231"/>
                  </a:cubicBezTo>
                  <a:cubicBezTo>
                    <a:pt x="1" y="490"/>
                    <a:pt x="209" y="971"/>
                    <a:pt x="549" y="971"/>
                  </a:cubicBezTo>
                  <a:cubicBezTo>
                    <a:pt x="604" y="971"/>
                    <a:pt x="662" y="959"/>
                    <a:pt x="722" y="931"/>
                  </a:cubicBezTo>
                  <a:cubicBezTo>
                    <a:pt x="822" y="865"/>
                    <a:pt x="922" y="831"/>
                    <a:pt x="1022" y="765"/>
                  </a:cubicBezTo>
                  <a:cubicBezTo>
                    <a:pt x="1314" y="472"/>
                    <a:pt x="1120" y="1"/>
                    <a:pt x="7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22"/>
            <p:cNvSpPr/>
            <p:nvPr/>
          </p:nvSpPr>
          <p:spPr>
            <a:xfrm>
              <a:off x="3417088" y="973075"/>
              <a:ext cx="30975" cy="21725"/>
            </a:xfrm>
            <a:custGeom>
              <a:rect b="b" l="l" r="r" t="t"/>
              <a:pathLst>
                <a:path extrusionOk="0" h="869" w="1239">
                  <a:moveTo>
                    <a:pt x="802" y="1"/>
                  </a:moveTo>
                  <a:cubicBezTo>
                    <a:pt x="749" y="1"/>
                    <a:pt x="694" y="9"/>
                    <a:pt x="638" y="25"/>
                  </a:cubicBezTo>
                  <a:cubicBezTo>
                    <a:pt x="538" y="58"/>
                    <a:pt x="472" y="92"/>
                    <a:pt x="405" y="125"/>
                  </a:cubicBezTo>
                  <a:cubicBezTo>
                    <a:pt x="0" y="250"/>
                    <a:pt x="148" y="869"/>
                    <a:pt x="522" y="869"/>
                  </a:cubicBezTo>
                  <a:cubicBezTo>
                    <a:pt x="549" y="869"/>
                    <a:pt x="576" y="866"/>
                    <a:pt x="605" y="859"/>
                  </a:cubicBezTo>
                  <a:cubicBezTo>
                    <a:pt x="705" y="826"/>
                    <a:pt x="772" y="826"/>
                    <a:pt x="872" y="792"/>
                  </a:cubicBezTo>
                  <a:cubicBezTo>
                    <a:pt x="1105" y="725"/>
                    <a:pt x="1239" y="525"/>
                    <a:pt x="1172" y="292"/>
                  </a:cubicBezTo>
                  <a:cubicBezTo>
                    <a:pt x="1121" y="88"/>
                    <a:pt x="973" y="1"/>
                    <a:pt x="802"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22"/>
            <p:cNvSpPr/>
            <p:nvPr/>
          </p:nvSpPr>
          <p:spPr>
            <a:xfrm>
              <a:off x="3449713" y="1009425"/>
              <a:ext cx="31725" cy="22325"/>
            </a:xfrm>
            <a:custGeom>
              <a:rect b="b" l="l" r="r" t="t"/>
              <a:pathLst>
                <a:path extrusionOk="0" h="893" w="1269">
                  <a:moveTo>
                    <a:pt x="805" y="0"/>
                  </a:moveTo>
                  <a:cubicBezTo>
                    <a:pt x="782" y="0"/>
                    <a:pt x="759" y="2"/>
                    <a:pt x="734" y="5"/>
                  </a:cubicBezTo>
                  <a:cubicBezTo>
                    <a:pt x="668" y="39"/>
                    <a:pt x="568" y="72"/>
                    <a:pt x="468" y="72"/>
                  </a:cubicBezTo>
                  <a:cubicBezTo>
                    <a:pt x="234" y="72"/>
                    <a:pt x="34" y="205"/>
                    <a:pt x="1" y="439"/>
                  </a:cubicBezTo>
                  <a:cubicBezTo>
                    <a:pt x="1" y="639"/>
                    <a:pt x="167" y="873"/>
                    <a:pt x="368" y="873"/>
                  </a:cubicBezTo>
                  <a:cubicBezTo>
                    <a:pt x="441" y="885"/>
                    <a:pt x="519" y="893"/>
                    <a:pt x="596" y="893"/>
                  </a:cubicBezTo>
                  <a:cubicBezTo>
                    <a:pt x="730" y="893"/>
                    <a:pt x="862" y="869"/>
                    <a:pt x="968" y="806"/>
                  </a:cubicBezTo>
                  <a:cubicBezTo>
                    <a:pt x="1168" y="706"/>
                    <a:pt x="1268" y="506"/>
                    <a:pt x="1201" y="306"/>
                  </a:cubicBezTo>
                  <a:cubicBezTo>
                    <a:pt x="1142" y="126"/>
                    <a:pt x="1001" y="0"/>
                    <a:pt x="80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22"/>
            <p:cNvSpPr/>
            <p:nvPr/>
          </p:nvSpPr>
          <p:spPr>
            <a:xfrm>
              <a:off x="3472488" y="1050375"/>
              <a:ext cx="35625" cy="23400"/>
            </a:xfrm>
            <a:custGeom>
              <a:rect b="b" l="l" r="r" t="t"/>
              <a:pathLst>
                <a:path extrusionOk="0" h="936" w="1425">
                  <a:moveTo>
                    <a:pt x="593" y="1"/>
                  </a:moveTo>
                  <a:cubicBezTo>
                    <a:pt x="181" y="1"/>
                    <a:pt x="1" y="640"/>
                    <a:pt x="424" y="802"/>
                  </a:cubicBezTo>
                  <a:lnTo>
                    <a:pt x="724" y="902"/>
                  </a:lnTo>
                  <a:cubicBezTo>
                    <a:pt x="784" y="925"/>
                    <a:pt x="846" y="936"/>
                    <a:pt x="906" y="936"/>
                  </a:cubicBezTo>
                  <a:cubicBezTo>
                    <a:pt x="1114" y="936"/>
                    <a:pt x="1306" y="809"/>
                    <a:pt x="1358" y="602"/>
                  </a:cubicBezTo>
                  <a:cubicBezTo>
                    <a:pt x="1425" y="335"/>
                    <a:pt x="1224" y="35"/>
                    <a:pt x="958" y="35"/>
                  </a:cubicBezTo>
                  <a:cubicBezTo>
                    <a:pt x="858" y="35"/>
                    <a:pt x="757" y="35"/>
                    <a:pt x="624" y="2"/>
                  </a:cubicBezTo>
                  <a:cubicBezTo>
                    <a:pt x="613" y="1"/>
                    <a:pt x="603" y="1"/>
                    <a:pt x="59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22"/>
            <p:cNvSpPr/>
            <p:nvPr/>
          </p:nvSpPr>
          <p:spPr>
            <a:xfrm>
              <a:off x="2947688" y="1038375"/>
              <a:ext cx="25875" cy="17900"/>
            </a:xfrm>
            <a:custGeom>
              <a:rect b="b" l="l" r="r" t="t"/>
              <a:pathLst>
                <a:path extrusionOk="0" h="716" w="1035">
                  <a:moveTo>
                    <a:pt x="434" y="0"/>
                  </a:moveTo>
                  <a:cubicBezTo>
                    <a:pt x="390" y="0"/>
                    <a:pt x="345" y="4"/>
                    <a:pt x="301" y="15"/>
                  </a:cubicBezTo>
                  <a:cubicBezTo>
                    <a:pt x="167" y="48"/>
                    <a:pt x="67" y="115"/>
                    <a:pt x="34" y="248"/>
                  </a:cubicBezTo>
                  <a:cubicBezTo>
                    <a:pt x="1" y="348"/>
                    <a:pt x="1" y="415"/>
                    <a:pt x="34" y="515"/>
                  </a:cubicBezTo>
                  <a:cubicBezTo>
                    <a:pt x="67" y="615"/>
                    <a:pt x="201" y="682"/>
                    <a:pt x="301" y="715"/>
                  </a:cubicBezTo>
                  <a:lnTo>
                    <a:pt x="634" y="715"/>
                  </a:lnTo>
                  <a:cubicBezTo>
                    <a:pt x="835" y="715"/>
                    <a:pt x="1001" y="615"/>
                    <a:pt x="1035" y="415"/>
                  </a:cubicBezTo>
                  <a:cubicBezTo>
                    <a:pt x="1035" y="215"/>
                    <a:pt x="901" y="15"/>
                    <a:pt x="701" y="15"/>
                  </a:cubicBezTo>
                  <a:cubicBezTo>
                    <a:pt x="612" y="15"/>
                    <a:pt x="523" y="0"/>
                    <a:pt x="434"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p22"/>
            <p:cNvSpPr/>
            <p:nvPr/>
          </p:nvSpPr>
          <p:spPr>
            <a:xfrm>
              <a:off x="2909338" y="1084300"/>
              <a:ext cx="45600" cy="26100"/>
            </a:xfrm>
            <a:custGeom>
              <a:rect b="b" l="l" r="r" t="t"/>
              <a:pathLst>
                <a:path extrusionOk="0" h="1044" w="1824">
                  <a:moveTo>
                    <a:pt x="953" y="1"/>
                  </a:moveTo>
                  <a:cubicBezTo>
                    <a:pt x="696" y="1"/>
                    <a:pt x="415" y="50"/>
                    <a:pt x="234" y="179"/>
                  </a:cubicBezTo>
                  <a:cubicBezTo>
                    <a:pt x="0" y="346"/>
                    <a:pt x="0" y="780"/>
                    <a:pt x="267" y="946"/>
                  </a:cubicBezTo>
                  <a:cubicBezTo>
                    <a:pt x="384" y="1014"/>
                    <a:pt x="502" y="1044"/>
                    <a:pt x="616" y="1044"/>
                  </a:cubicBezTo>
                  <a:cubicBezTo>
                    <a:pt x="1285" y="1044"/>
                    <a:pt x="1823" y="41"/>
                    <a:pt x="1168" y="12"/>
                  </a:cubicBezTo>
                  <a:cubicBezTo>
                    <a:pt x="1100" y="5"/>
                    <a:pt x="1028" y="1"/>
                    <a:pt x="953"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p22"/>
            <p:cNvSpPr/>
            <p:nvPr/>
          </p:nvSpPr>
          <p:spPr>
            <a:xfrm>
              <a:off x="2936013" y="1147525"/>
              <a:ext cx="27550" cy="24400"/>
            </a:xfrm>
            <a:custGeom>
              <a:rect b="b" l="l" r="r" t="t"/>
              <a:pathLst>
                <a:path extrusionOk="0" h="976" w="1102">
                  <a:moveTo>
                    <a:pt x="611" y="0"/>
                  </a:moveTo>
                  <a:cubicBezTo>
                    <a:pt x="527" y="0"/>
                    <a:pt x="441" y="27"/>
                    <a:pt x="368" y="85"/>
                  </a:cubicBezTo>
                  <a:cubicBezTo>
                    <a:pt x="301" y="152"/>
                    <a:pt x="267" y="185"/>
                    <a:pt x="201" y="252"/>
                  </a:cubicBezTo>
                  <a:cubicBezTo>
                    <a:pt x="34" y="419"/>
                    <a:pt x="1" y="686"/>
                    <a:pt x="167" y="853"/>
                  </a:cubicBezTo>
                  <a:cubicBezTo>
                    <a:pt x="254" y="939"/>
                    <a:pt x="354" y="976"/>
                    <a:pt x="452" y="976"/>
                  </a:cubicBezTo>
                  <a:cubicBezTo>
                    <a:pt x="580" y="976"/>
                    <a:pt x="707" y="914"/>
                    <a:pt x="801" y="819"/>
                  </a:cubicBezTo>
                  <a:cubicBezTo>
                    <a:pt x="868" y="752"/>
                    <a:pt x="901" y="686"/>
                    <a:pt x="968" y="652"/>
                  </a:cubicBezTo>
                  <a:cubicBezTo>
                    <a:pt x="1101" y="519"/>
                    <a:pt x="1035" y="252"/>
                    <a:pt x="901" y="119"/>
                  </a:cubicBezTo>
                  <a:cubicBezTo>
                    <a:pt x="826" y="44"/>
                    <a:pt x="720" y="0"/>
                    <a:pt x="611"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p22"/>
            <p:cNvSpPr/>
            <p:nvPr/>
          </p:nvSpPr>
          <p:spPr>
            <a:xfrm>
              <a:off x="3013563" y="1172500"/>
              <a:ext cx="26725" cy="27725"/>
            </a:xfrm>
            <a:custGeom>
              <a:rect b="b" l="l" r="r" t="t"/>
              <a:pathLst>
                <a:path extrusionOk="0" h="1109" w="1069">
                  <a:moveTo>
                    <a:pt x="629" y="0"/>
                  </a:moveTo>
                  <a:cubicBezTo>
                    <a:pt x="456" y="0"/>
                    <a:pt x="307" y="101"/>
                    <a:pt x="201" y="287"/>
                  </a:cubicBezTo>
                  <a:cubicBezTo>
                    <a:pt x="168" y="354"/>
                    <a:pt x="134" y="421"/>
                    <a:pt x="101" y="487"/>
                  </a:cubicBezTo>
                  <a:cubicBezTo>
                    <a:pt x="1" y="721"/>
                    <a:pt x="134" y="988"/>
                    <a:pt x="368" y="1088"/>
                  </a:cubicBezTo>
                  <a:cubicBezTo>
                    <a:pt x="409" y="1101"/>
                    <a:pt x="454" y="1108"/>
                    <a:pt x="500" y="1108"/>
                  </a:cubicBezTo>
                  <a:cubicBezTo>
                    <a:pt x="681" y="1108"/>
                    <a:pt x="882" y="1007"/>
                    <a:pt x="935" y="821"/>
                  </a:cubicBezTo>
                  <a:cubicBezTo>
                    <a:pt x="968" y="754"/>
                    <a:pt x="968" y="654"/>
                    <a:pt x="1002" y="587"/>
                  </a:cubicBezTo>
                  <a:cubicBezTo>
                    <a:pt x="1068" y="354"/>
                    <a:pt x="1002" y="120"/>
                    <a:pt x="768" y="20"/>
                  </a:cubicBezTo>
                  <a:cubicBezTo>
                    <a:pt x="720" y="7"/>
                    <a:pt x="674" y="0"/>
                    <a:pt x="629"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3" name="Google Shape;1933;p22"/>
            <p:cNvSpPr/>
            <p:nvPr/>
          </p:nvSpPr>
          <p:spPr>
            <a:xfrm>
              <a:off x="3402638" y="1149975"/>
              <a:ext cx="35425" cy="27425"/>
            </a:xfrm>
            <a:custGeom>
              <a:rect b="b" l="l" r="r" t="t"/>
              <a:pathLst>
                <a:path extrusionOk="0" h="1097" w="1417">
                  <a:moveTo>
                    <a:pt x="345" y="0"/>
                  </a:moveTo>
                  <a:cubicBezTo>
                    <a:pt x="133" y="0"/>
                    <a:pt x="1" y="110"/>
                    <a:pt x="116" y="454"/>
                  </a:cubicBezTo>
                  <a:cubicBezTo>
                    <a:pt x="238" y="789"/>
                    <a:pt x="582" y="1097"/>
                    <a:pt x="920" y="1097"/>
                  </a:cubicBezTo>
                  <a:cubicBezTo>
                    <a:pt x="952" y="1097"/>
                    <a:pt x="984" y="1094"/>
                    <a:pt x="1016" y="1088"/>
                  </a:cubicBezTo>
                  <a:cubicBezTo>
                    <a:pt x="1216" y="1055"/>
                    <a:pt x="1350" y="921"/>
                    <a:pt x="1383" y="755"/>
                  </a:cubicBezTo>
                  <a:cubicBezTo>
                    <a:pt x="1417" y="588"/>
                    <a:pt x="1383" y="388"/>
                    <a:pt x="1216" y="288"/>
                  </a:cubicBezTo>
                  <a:cubicBezTo>
                    <a:pt x="1045" y="193"/>
                    <a:pt x="625" y="0"/>
                    <a:pt x="345"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4" name="Google Shape;1934;p22"/>
            <p:cNvSpPr/>
            <p:nvPr/>
          </p:nvSpPr>
          <p:spPr>
            <a:xfrm>
              <a:off x="3360488" y="1195775"/>
              <a:ext cx="23375" cy="21750"/>
            </a:xfrm>
            <a:custGeom>
              <a:rect b="b" l="l" r="r" t="t"/>
              <a:pathLst>
                <a:path extrusionOk="0" h="870" w="935">
                  <a:moveTo>
                    <a:pt x="406" y="0"/>
                  </a:moveTo>
                  <a:cubicBezTo>
                    <a:pt x="335" y="0"/>
                    <a:pt x="263" y="19"/>
                    <a:pt x="201" y="57"/>
                  </a:cubicBezTo>
                  <a:cubicBezTo>
                    <a:pt x="34" y="157"/>
                    <a:pt x="0" y="357"/>
                    <a:pt x="67" y="557"/>
                  </a:cubicBezTo>
                  <a:cubicBezTo>
                    <a:pt x="67" y="590"/>
                    <a:pt x="67" y="624"/>
                    <a:pt x="100" y="657"/>
                  </a:cubicBezTo>
                  <a:cubicBezTo>
                    <a:pt x="147" y="795"/>
                    <a:pt x="304" y="870"/>
                    <a:pt x="463" y="870"/>
                  </a:cubicBezTo>
                  <a:cubicBezTo>
                    <a:pt x="534" y="870"/>
                    <a:pt x="606" y="855"/>
                    <a:pt x="668" y="824"/>
                  </a:cubicBezTo>
                  <a:cubicBezTo>
                    <a:pt x="868" y="690"/>
                    <a:pt x="934" y="424"/>
                    <a:pt x="768" y="223"/>
                  </a:cubicBezTo>
                  <a:cubicBezTo>
                    <a:pt x="768" y="190"/>
                    <a:pt x="734" y="157"/>
                    <a:pt x="701" y="157"/>
                  </a:cubicBezTo>
                  <a:cubicBezTo>
                    <a:pt x="638" y="53"/>
                    <a:pt x="524" y="0"/>
                    <a:pt x="406"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p22"/>
            <p:cNvSpPr/>
            <p:nvPr/>
          </p:nvSpPr>
          <p:spPr>
            <a:xfrm>
              <a:off x="3290438" y="1217350"/>
              <a:ext cx="24200" cy="21875"/>
            </a:xfrm>
            <a:custGeom>
              <a:rect b="b" l="l" r="r" t="t"/>
              <a:pathLst>
                <a:path extrusionOk="0" h="875" w="968">
                  <a:moveTo>
                    <a:pt x="451" y="1"/>
                  </a:moveTo>
                  <a:cubicBezTo>
                    <a:pt x="246" y="1"/>
                    <a:pt x="84" y="169"/>
                    <a:pt x="34" y="395"/>
                  </a:cubicBezTo>
                  <a:cubicBezTo>
                    <a:pt x="34" y="395"/>
                    <a:pt x="34" y="395"/>
                    <a:pt x="34" y="428"/>
                  </a:cubicBezTo>
                  <a:cubicBezTo>
                    <a:pt x="0" y="561"/>
                    <a:pt x="134" y="761"/>
                    <a:pt x="234" y="828"/>
                  </a:cubicBezTo>
                  <a:cubicBezTo>
                    <a:pt x="309" y="858"/>
                    <a:pt x="384" y="875"/>
                    <a:pt x="456" y="875"/>
                  </a:cubicBezTo>
                  <a:cubicBezTo>
                    <a:pt x="544" y="875"/>
                    <a:pt x="627" y="850"/>
                    <a:pt x="701" y="795"/>
                  </a:cubicBezTo>
                  <a:cubicBezTo>
                    <a:pt x="701" y="761"/>
                    <a:pt x="734" y="761"/>
                    <a:pt x="734" y="761"/>
                  </a:cubicBezTo>
                  <a:cubicBezTo>
                    <a:pt x="968" y="561"/>
                    <a:pt x="934" y="194"/>
                    <a:pt x="668" y="61"/>
                  </a:cubicBezTo>
                  <a:cubicBezTo>
                    <a:pt x="592" y="19"/>
                    <a:pt x="520" y="1"/>
                    <a:pt x="451" y="1"/>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p22"/>
            <p:cNvSpPr/>
            <p:nvPr/>
          </p:nvSpPr>
          <p:spPr>
            <a:xfrm>
              <a:off x="2332263" y="1238050"/>
              <a:ext cx="851450" cy="444500"/>
            </a:xfrm>
            <a:custGeom>
              <a:rect b="b" l="l" r="r" t="t"/>
              <a:pathLst>
                <a:path extrusionOk="0" h="17780" w="34058">
                  <a:moveTo>
                    <a:pt x="17012" y="0"/>
                  </a:moveTo>
                  <a:cubicBezTo>
                    <a:pt x="7639" y="0"/>
                    <a:pt x="0" y="3970"/>
                    <a:pt x="0" y="8873"/>
                  </a:cubicBezTo>
                  <a:cubicBezTo>
                    <a:pt x="0" y="13810"/>
                    <a:pt x="7639" y="17780"/>
                    <a:pt x="17012" y="17780"/>
                  </a:cubicBezTo>
                  <a:cubicBezTo>
                    <a:pt x="26419" y="17780"/>
                    <a:pt x="34058" y="13810"/>
                    <a:pt x="34058" y="8873"/>
                  </a:cubicBezTo>
                  <a:cubicBezTo>
                    <a:pt x="34058" y="3970"/>
                    <a:pt x="26419" y="0"/>
                    <a:pt x="17012" y="0"/>
                  </a:cubicBezTo>
                  <a:close/>
                </a:path>
              </a:pathLst>
            </a:cu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37" name="Google Shape;1937;p22"/>
          <p:cNvGrpSpPr/>
          <p:nvPr/>
        </p:nvGrpSpPr>
        <p:grpSpPr>
          <a:xfrm flipH="1" rot="-3810248">
            <a:off x="2336577" y="4520829"/>
            <a:ext cx="1237055" cy="837759"/>
            <a:chOff x="7954342" y="56442"/>
            <a:chExt cx="1237147" cy="837822"/>
          </a:xfrm>
        </p:grpSpPr>
        <p:sp>
          <p:nvSpPr>
            <p:cNvPr id="1938" name="Google Shape;1938;p22"/>
            <p:cNvSpPr/>
            <p:nvPr/>
          </p:nvSpPr>
          <p:spPr>
            <a:xfrm flipH="1" rot="1846143">
              <a:off x="8271386" y="409470"/>
              <a:ext cx="166543" cy="948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p22"/>
            <p:cNvSpPr/>
            <p:nvPr/>
          </p:nvSpPr>
          <p:spPr>
            <a:xfrm flipH="1" rot="-2147587">
              <a:off x="8767528" y="743032"/>
              <a:ext cx="156448" cy="11648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p22"/>
            <p:cNvSpPr/>
            <p:nvPr/>
          </p:nvSpPr>
          <p:spPr>
            <a:xfrm flipH="1" rot="-344649">
              <a:off x="8982370" y="734222"/>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p22"/>
            <p:cNvSpPr/>
            <p:nvPr/>
          </p:nvSpPr>
          <p:spPr>
            <a:xfrm flipH="1" rot="-169023">
              <a:off x="8130979" y="201279"/>
              <a:ext cx="189229" cy="70877"/>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2" name="Google Shape;1942;p22"/>
            <p:cNvSpPr/>
            <p:nvPr/>
          </p:nvSpPr>
          <p:spPr>
            <a:xfrm flipH="1" rot="-3388259">
              <a:off x="7957424" y="89906"/>
              <a:ext cx="118401" cy="7097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p22"/>
            <p:cNvSpPr/>
            <p:nvPr/>
          </p:nvSpPr>
          <p:spPr>
            <a:xfrm flipH="1" rot="2280138">
              <a:off x="8490934" y="298869"/>
              <a:ext cx="118403" cy="71173"/>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p22"/>
            <p:cNvSpPr/>
            <p:nvPr/>
          </p:nvSpPr>
          <p:spPr>
            <a:xfrm flipH="1" rot="683719">
              <a:off x="8807702" y="342193"/>
              <a:ext cx="118435" cy="71014"/>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5" name="Google Shape;1945;p22"/>
            <p:cNvSpPr/>
            <p:nvPr/>
          </p:nvSpPr>
          <p:spPr>
            <a:xfrm flipH="1">
              <a:off x="8639879" y="535230"/>
              <a:ext cx="204000" cy="6210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p22"/>
            <p:cNvSpPr/>
            <p:nvPr/>
          </p:nvSpPr>
          <p:spPr>
            <a:xfrm flipH="1" rot="-344649">
              <a:off x="8623995" y="101459"/>
              <a:ext cx="203823" cy="116061"/>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47" name="Google Shape;1947;p22"/>
          <p:cNvSpPr/>
          <p:nvPr/>
        </p:nvSpPr>
        <p:spPr>
          <a:xfrm rot="-4580850">
            <a:off x="-1048837" y="901727"/>
            <a:ext cx="2723287" cy="732208"/>
          </a:xfrm>
          <a:custGeom>
            <a:rect b="b" l="l" r="r" t="t"/>
            <a:pathLst>
              <a:path extrusionOk="0" h="29287" w="118431">
                <a:moveTo>
                  <a:pt x="0" y="4958"/>
                </a:moveTo>
                <a:cubicBezTo>
                  <a:pt x="6151" y="8998"/>
                  <a:pt x="24146" y="28461"/>
                  <a:pt x="36907" y="29195"/>
                </a:cubicBezTo>
                <a:cubicBezTo>
                  <a:pt x="49668" y="29929"/>
                  <a:pt x="62980" y="14230"/>
                  <a:pt x="76567" y="9364"/>
                </a:cubicBezTo>
                <a:cubicBezTo>
                  <a:pt x="90154" y="4498"/>
                  <a:pt x="111454" y="1561"/>
                  <a:pt x="118431" y="0"/>
                </a:cubicBezTo>
              </a:path>
            </a:pathLst>
          </a:cu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mc:AlternateContent>
    <mc:Choice Requires="p14">
      <p:transition spd="slow" p14:dur="1000">
        <p14:flip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World Sandwich Day Minitheme by Slidesgo">
  <a:themeElements>
    <a:clrScheme name="Simple Light">
      <a:dk1>
        <a:srgbClr val="161926"/>
      </a:dk1>
      <a:lt1>
        <a:srgbClr val="F3B43E"/>
      </a:lt1>
      <a:dk2>
        <a:srgbClr val="F3F3F3"/>
      </a:dk2>
      <a:lt2>
        <a:srgbClr val="F8CB7C"/>
      </a:lt2>
      <a:accent1>
        <a:srgbClr val="DDA650"/>
      </a:accent1>
      <a:accent2>
        <a:srgbClr val="595959"/>
      </a:accent2>
      <a:accent3>
        <a:srgbClr val="595959"/>
      </a:accent3>
      <a:accent4>
        <a:srgbClr val="FFFFFF"/>
      </a:accent4>
      <a:accent5>
        <a:srgbClr val="FFFFFF"/>
      </a:accent5>
      <a:accent6>
        <a:srgbClr val="FFFFFF"/>
      </a:accent6>
      <a:hlink>
        <a:srgbClr val="1619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