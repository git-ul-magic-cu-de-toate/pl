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nva Sans Bold" panose="020B0604020202020204" charset="0"/>
      <p:regular r:id="rId17"/>
    </p:embeddedFont>
    <p:embeddedFont>
      <p:font typeface="Recoleta" panose="020B0604020202020204" charset="0"/>
      <p:regular r:id="rId18"/>
    </p:embeddedFont>
    <p:embeddedFont>
      <p:font typeface="Recoleta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21" y="27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34.svg"/><Relationship Id="rId7"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39.svg"/><Relationship Id="rId4" Type="http://schemas.openxmlformats.org/officeDocument/2006/relationships/image" Target="../media/image35.png"/><Relationship Id="rId9"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50.svg"/><Relationship Id="rId5" Type="http://schemas.openxmlformats.org/officeDocument/2006/relationships/image" Target="../media/image6.svg"/><Relationship Id="rId10" Type="http://schemas.openxmlformats.org/officeDocument/2006/relationships/image" Target="../media/image49.png"/><Relationship Id="rId4" Type="http://schemas.openxmlformats.org/officeDocument/2006/relationships/image" Target="../media/image5.png"/><Relationship Id="rId9" Type="http://schemas.openxmlformats.org/officeDocument/2006/relationships/image" Target="../media/image48.sv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slides/_rels/slide12.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sv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65.png"/><Relationship Id="rId11" Type="http://schemas.openxmlformats.org/officeDocument/2006/relationships/image" Target="../media/image70.svg"/><Relationship Id="rId5" Type="http://schemas.openxmlformats.org/officeDocument/2006/relationships/image" Target="../media/image64.png"/><Relationship Id="rId15" Type="http://schemas.openxmlformats.org/officeDocument/2006/relationships/image" Target="../media/image74.sv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svg"/><Relationship Id="rId14" Type="http://schemas.openxmlformats.org/officeDocument/2006/relationships/image" Target="../media/image73.png"/></Relationships>
</file>

<file path=ppt/slides/_rels/slide1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77.svg"/></Relationships>
</file>

<file path=ppt/slides/_rels/slide14.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3.svg"/><Relationship Id="rId4" Type="http://schemas.openxmlformats.org/officeDocument/2006/relationships/image" Target="../media/image82.png"/></Relationships>
</file>

<file path=ppt/slides/_rels/slide15.xml.rels><?xml version="1.0" encoding="UTF-8" standalone="yes"?>
<Relationships xmlns="http://schemas.openxmlformats.org/package/2006/relationships"><Relationship Id="rId3" Type="http://schemas.openxmlformats.org/officeDocument/2006/relationships/image" Target="../media/image86.svg"/><Relationship Id="rId2" Type="http://schemas.openxmlformats.org/officeDocument/2006/relationships/image" Target="../media/image85.png"/><Relationship Id="rId1" Type="http://schemas.openxmlformats.org/officeDocument/2006/relationships/slideLayout" Target="../slideLayouts/slideLayout7.xml"/><Relationship Id="rId5" Type="http://schemas.openxmlformats.org/officeDocument/2006/relationships/image" Target="../media/image88.svg"/><Relationship Id="rId4"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869"/>
        </a:solidFill>
        <a:effectLst/>
      </p:bgPr>
    </p:bg>
    <p:spTree>
      <p:nvGrpSpPr>
        <p:cNvPr id="1" name=""/>
        <p:cNvGrpSpPr/>
        <p:nvPr/>
      </p:nvGrpSpPr>
      <p:grpSpPr>
        <a:xfrm>
          <a:off x="0" y="0"/>
          <a:ext cx="0" cy="0"/>
          <a:chOff x="0" y="0"/>
          <a:chExt cx="0" cy="0"/>
        </a:xfrm>
      </p:grpSpPr>
      <p:grpSp>
        <p:nvGrpSpPr>
          <p:cNvPr id="2" name="Group 2"/>
          <p:cNvGrpSpPr/>
          <p:nvPr/>
        </p:nvGrpSpPr>
        <p:grpSpPr>
          <a:xfrm rot="-5332098">
            <a:off x="-4055487" y="1078526"/>
            <a:ext cx="14625219" cy="8129949"/>
            <a:chOff x="0" y="0"/>
            <a:chExt cx="17211834" cy="9567811"/>
          </a:xfrm>
        </p:grpSpPr>
        <p:sp>
          <p:nvSpPr>
            <p:cNvPr id="3" name="Freeform 3"/>
            <p:cNvSpPr/>
            <p:nvPr/>
          </p:nvSpPr>
          <p:spPr>
            <a:xfrm>
              <a:off x="40111" y="57355"/>
              <a:ext cx="17143644" cy="9465174"/>
            </a:xfrm>
            <a:custGeom>
              <a:avLst/>
              <a:gdLst/>
              <a:ahLst/>
              <a:cxnLst/>
              <a:rect l="l" t="t" r="r" b="b"/>
              <a:pathLst>
                <a:path w="17143644" h="9465174">
                  <a:moveTo>
                    <a:pt x="0" y="2982489"/>
                  </a:moveTo>
                  <a:cubicBezTo>
                    <a:pt x="89249" y="1954617"/>
                    <a:pt x="396101" y="1621049"/>
                    <a:pt x="494374" y="1551619"/>
                  </a:cubicBezTo>
                  <a:cubicBezTo>
                    <a:pt x="528469" y="1525960"/>
                    <a:pt x="545517" y="1556147"/>
                    <a:pt x="574597" y="1533507"/>
                  </a:cubicBezTo>
                  <a:cubicBezTo>
                    <a:pt x="626742" y="1492754"/>
                    <a:pt x="667857" y="1332762"/>
                    <a:pt x="753093" y="1251257"/>
                  </a:cubicBezTo>
                  <a:cubicBezTo>
                    <a:pt x="884458" y="1125980"/>
                    <a:pt x="1130141" y="1032400"/>
                    <a:pt x="1329696" y="964479"/>
                  </a:cubicBezTo>
                  <a:cubicBezTo>
                    <a:pt x="1537273" y="895049"/>
                    <a:pt x="1771925" y="887502"/>
                    <a:pt x="1978499" y="842221"/>
                  </a:cubicBezTo>
                  <a:cubicBezTo>
                    <a:pt x="2166020" y="801469"/>
                    <a:pt x="2333486" y="751660"/>
                    <a:pt x="2515993" y="709398"/>
                  </a:cubicBezTo>
                  <a:cubicBezTo>
                    <a:pt x="2706522" y="665627"/>
                    <a:pt x="2900060" y="621855"/>
                    <a:pt x="3098612" y="584121"/>
                  </a:cubicBezTo>
                  <a:cubicBezTo>
                    <a:pt x="3304183" y="544878"/>
                    <a:pt x="3526802" y="523747"/>
                    <a:pt x="3730368" y="481485"/>
                  </a:cubicBezTo>
                  <a:cubicBezTo>
                    <a:pt x="3920897" y="443751"/>
                    <a:pt x="4096385" y="381868"/>
                    <a:pt x="4281900" y="345643"/>
                  </a:cubicBezTo>
                  <a:cubicBezTo>
                    <a:pt x="4467416" y="309418"/>
                    <a:pt x="4655940" y="289797"/>
                    <a:pt x="4844464" y="262628"/>
                  </a:cubicBezTo>
                  <a:cubicBezTo>
                    <a:pt x="5034994" y="235460"/>
                    <a:pt x="5225523" y="208292"/>
                    <a:pt x="5419060" y="181123"/>
                  </a:cubicBezTo>
                  <a:cubicBezTo>
                    <a:pt x="5616610" y="152445"/>
                    <a:pt x="5822181" y="123768"/>
                    <a:pt x="6016722" y="96599"/>
                  </a:cubicBezTo>
                  <a:cubicBezTo>
                    <a:pt x="6202237" y="70940"/>
                    <a:pt x="6371708" y="39244"/>
                    <a:pt x="6560233" y="22641"/>
                  </a:cubicBezTo>
                  <a:cubicBezTo>
                    <a:pt x="6764801" y="6038"/>
                    <a:pt x="6993436" y="6038"/>
                    <a:pt x="7199007" y="3019"/>
                  </a:cubicBezTo>
                  <a:cubicBezTo>
                    <a:pt x="7392545" y="0"/>
                    <a:pt x="7567030" y="4528"/>
                    <a:pt x="7760568" y="4528"/>
                  </a:cubicBezTo>
                  <a:cubicBezTo>
                    <a:pt x="7969148" y="4528"/>
                    <a:pt x="8194775" y="4528"/>
                    <a:pt x="8409371" y="4528"/>
                  </a:cubicBezTo>
                  <a:cubicBezTo>
                    <a:pt x="8618953" y="4528"/>
                    <a:pt x="8824525" y="4528"/>
                    <a:pt x="9035110" y="4528"/>
                  </a:cubicBezTo>
                  <a:cubicBezTo>
                    <a:pt x="9248704" y="6038"/>
                    <a:pt x="9461295" y="4528"/>
                    <a:pt x="9682910" y="10566"/>
                  </a:cubicBezTo>
                  <a:cubicBezTo>
                    <a:pt x="9915557" y="18113"/>
                    <a:pt x="10154220" y="36225"/>
                    <a:pt x="10396895" y="43772"/>
                  </a:cubicBezTo>
                  <a:cubicBezTo>
                    <a:pt x="10650600" y="51319"/>
                    <a:pt x="10914334" y="48300"/>
                    <a:pt x="11174055" y="52828"/>
                  </a:cubicBezTo>
                  <a:cubicBezTo>
                    <a:pt x="11436785" y="57356"/>
                    <a:pt x="11706535" y="61884"/>
                    <a:pt x="11965253" y="69431"/>
                  </a:cubicBezTo>
                  <a:cubicBezTo>
                    <a:pt x="12212942" y="76978"/>
                    <a:pt x="12454614" y="89052"/>
                    <a:pt x="12696285" y="95090"/>
                  </a:cubicBezTo>
                  <a:cubicBezTo>
                    <a:pt x="12934949" y="101127"/>
                    <a:pt x="13184643" y="96599"/>
                    <a:pt x="13405256" y="107165"/>
                  </a:cubicBezTo>
                  <a:cubicBezTo>
                    <a:pt x="13597791" y="116221"/>
                    <a:pt x="13767262" y="131314"/>
                    <a:pt x="13947764" y="152445"/>
                  </a:cubicBezTo>
                  <a:cubicBezTo>
                    <a:pt x="14127263" y="173576"/>
                    <a:pt x="14295730" y="190179"/>
                    <a:pt x="14483252" y="233951"/>
                  </a:cubicBezTo>
                  <a:cubicBezTo>
                    <a:pt x="14693838" y="285269"/>
                    <a:pt x="14944534" y="348662"/>
                    <a:pt x="15151107" y="452807"/>
                  </a:cubicBezTo>
                  <a:cubicBezTo>
                    <a:pt x="15341637" y="549406"/>
                    <a:pt x="15535174" y="685248"/>
                    <a:pt x="15682585" y="824109"/>
                  </a:cubicBezTo>
                  <a:cubicBezTo>
                    <a:pt x="15800913" y="937311"/>
                    <a:pt x="15860078" y="1135037"/>
                    <a:pt x="15979410" y="1190883"/>
                  </a:cubicBezTo>
                  <a:cubicBezTo>
                    <a:pt x="16111778" y="1252766"/>
                    <a:pt x="16294284" y="1088246"/>
                    <a:pt x="16451723" y="1128999"/>
                  </a:cubicBezTo>
                  <a:cubicBezTo>
                    <a:pt x="16623199" y="1172770"/>
                    <a:pt x="16853839" y="1278425"/>
                    <a:pt x="16967155" y="1476151"/>
                  </a:cubicBezTo>
                  <a:cubicBezTo>
                    <a:pt x="17084481" y="1681424"/>
                    <a:pt x="17143645" y="2084422"/>
                    <a:pt x="17131611" y="2359125"/>
                  </a:cubicBezTo>
                  <a:cubicBezTo>
                    <a:pt x="17119578" y="2608169"/>
                    <a:pt x="17009272" y="2830044"/>
                    <a:pt x="16929049" y="3057957"/>
                  </a:cubicBezTo>
                  <a:cubicBezTo>
                    <a:pt x="16844815" y="3296435"/>
                    <a:pt x="16739522" y="3525857"/>
                    <a:pt x="16636235" y="3759807"/>
                  </a:cubicBezTo>
                  <a:cubicBezTo>
                    <a:pt x="16528937" y="4002814"/>
                    <a:pt x="16397571" y="4245820"/>
                    <a:pt x="16294284" y="4491846"/>
                  </a:cubicBezTo>
                  <a:cubicBezTo>
                    <a:pt x="16196011" y="4722777"/>
                    <a:pt x="16120802" y="4962765"/>
                    <a:pt x="16028547" y="5190677"/>
                  </a:cubicBezTo>
                  <a:cubicBezTo>
                    <a:pt x="15937294" y="5415571"/>
                    <a:pt x="15860078" y="5651031"/>
                    <a:pt x="15743755" y="5847247"/>
                  </a:cubicBezTo>
                  <a:cubicBezTo>
                    <a:pt x="15624423" y="6049501"/>
                    <a:pt x="15474004" y="6250246"/>
                    <a:pt x="15317570" y="6381559"/>
                  </a:cubicBezTo>
                  <a:cubicBezTo>
                    <a:pt x="15164144" y="6509855"/>
                    <a:pt x="14984645" y="6556645"/>
                    <a:pt x="14816178" y="6630603"/>
                  </a:cubicBezTo>
                  <a:cubicBezTo>
                    <a:pt x="14649715" y="6704562"/>
                    <a:pt x="14451163" y="6692487"/>
                    <a:pt x="14312779" y="6825311"/>
                  </a:cubicBezTo>
                  <a:cubicBezTo>
                    <a:pt x="14174393" y="6959643"/>
                    <a:pt x="14113224" y="7260005"/>
                    <a:pt x="13987875" y="7432072"/>
                  </a:cubicBezTo>
                  <a:cubicBezTo>
                    <a:pt x="13863529" y="7602629"/>
                    <a:pt x="13719128" y="7736961"/>
                    <a:pt x="13564699" y="7856201"/>
                  </a:cubicBezTo>
                  <a:cubicBezTo>
                    <a:pt x="13401245" y="7981478"/>
                    <a:pt x="13215729" y="8079586"/>
                    <a:pt x="13028208" y="8161091"/>
                  </a:cubicBezTo>
                  <a:cubicBezTo>
                    <a:pt x="12833668" y="8245615"/>
                    <a:pt x="12611048" y="8295424"/>
                    <a:pt x="12416507" y="8348251"/>
                  </a:cubicBezTo>
                  <a:cubicBezTo>
                    <a:pt x="12241019" y="8396551"/>
                    <a:pt x="12083582" y="8429756"/>
                    <a:pt x="11913109" y="8470509"/>
                  </a:cubicBezTo>
                  <a:cubicBezTo>
                    <a:pt x="11738624" y="8514280"/>
                    <a:pt x="11561130" y="8539940"/>
                    <a:pt x="11383637" y="8600313"/>
                  </a:cubicBezTo>
                  <a:cubicBezTo>
                    <a:pt x="11199125" y="8665216"/>
                    <a:pt x="11009598" y="8749740"/>
                    <a:pt x="10828092" y="8850867"/>
                  </a:cubicBezTo>
                  <a:cubicBezTo>
                    <a:pt x="10645586" y="8951994"/>
                    <a:pt x="10470098" y="9111986"/>
                    <a:pt x="10293608" y="9210094"/>
                  </a:cubicBezTo>
                  <a:cubicBezTo>
                    <a:pt x="10130153" y="9300655"/>
                    <a:pt x="9974721" y="9382160"/>
                    <a:pt x="9806253" y="9422913"/>
                  </a:cubicBezTo>
                  <a:cubicBezTo>
                    <a:pt x="9631768" y="9465175"/>
                    <a:pt x="9445250" y="9450081"/>
                    <a:pt x="9264748" y="9448572"/>
                  </a:cubicBezTo>
                  <a:cubicBezTo>
                    <a:pt x="9083244" y="9448572"/>
                    <a:pt x="8905751" y="9436497"/>
                    <a:pt x="8717227" y="9421404"/>
                  </a:cubicBezTo>
                  <a:cubicBezTo>
                    <a:pt x="8517672" y="9404801"/>
                    <a:pt x="8297059" y="9385179"/>
                    <a:pt x="8097505" y="9351973"/>
                  </a:cubicBezTo>
                  <a:cubicBezTo>
                    <a:pt x="7911989" y="9320276"/>
                    <a:pt x="7734496" y="9278015"/>
                    <a:pt x="7559008" y="9228206"/>
                  </a:cubicBezTo>
                  <a:cubicBezTo>
                    <a:pt x="7390540" y="9178397"/>
                    <a:pt x="7237114" y="9084817"/>
                    <a:pt x="7065637" y="9053121"/>
                  </a:cubicBezTo>
                  <a:cubicBezTo>
                    <a:pt x="6886138" y="9021424"/>
                    <a:pt x="6692600" y="9047084"/>
                    <a:pt x="6505079" y="9044065"/>
                  </a:cubicBezTo>
                  <a:cubicBezTo>
                    <a:pt x="6318561" y="9039537"/>
                    <a:pt x="6135050" y="9045574"/>
                    <a:pt x="5945524" y="9028971"/>
                  </a:cubicBezTo>
                  <a:cubicBezTo>
                    <a:pt x="5748978" y="9010859"/>
                    <a:pt x="5547417" y="8971616"/>
                    <a:pt x="5348865" y="8938410"/>
                  </a:cubicBezTo>
                  <a:cubicBezTo>
                    <a:pt x="5150314" y="8905204"/>
                    <a:pt x="4953768" y="8875017"/>
                    <a:pt x="4754213" y="8829736"/>
                  </a:cubicBezTo>
                  <a:cubicBezTo>
                    <a:pt x="4551650" y="8784455"/>
                    <a:pt x="4342067" y="8749740"/>
                    <a:pt x="4144518" y="8665216"/>
                  </a:cubicBezTo>
                  <a:cubicBezTo>
                    <a:pt x="3947972" y="8580692"/>
                    <a:pt x="3756440" y="8476546"/>
                    <a:pt x="3571927" y="8325611"/>
                  </a:cubicBezTo>
                  <a:cubicBezTo>
                    <a:pt x="3376384" y="8165619"/>
                    <a:pt x="3153765" y="7901482"/>
                    <a:pt x="3006355" y="7718850"/>
                  </a:cubicBezTo>
                  <a:cubicBezTo>
                    <a:pt x="2901063" y="7587536"/>
                    <a:pt x="2811815" y="7451694"/>
                    <a:pt x="2752650" y="7356604"/>
                  </a:cubicBezTo>
                  <a:cubicBezTo>
                    <a:pt x="2716550" y="7299249"/>
                    <a:pt x="2695492" y="7264534"/>
                    <a:pt x="2672427" y="7211706"/>
                  </a:cubicBezTo>
                  <a:cubicBezTo>
                    <a:pt x="2650366" y="7160387"/>
                    <a:pt x="2631313" y="7101523"/>
                    <a:pt x="2617274" y="7044167"/>
                  </a:cubicBezTo>
                  <a:cubicBezTo>
                    <a:pt x="2605241" y="6988321"/>
                    <a:pt x="2620282" y="6927947"/>
                    <a:pt x="2593207" y="6873610"/>
                  </a:cubicBezTo>
                  <a:cubicBezTo>
                    <a:pt x="2543068" y="6773992"/>
                    <a:pt x="2362566" y="6712109"/>
                    <a:pt x="2247246" y="6598907"/>
                  </a:cubicBezTo>
                  <a:cubicBezTo>
                    <a:pt x="2115881" y="6469102"/>
                    <a:pt x="1992538" y="6283451"/>
                    <a:pt x="1854153" y="6126478"/>
                  </a:cubicBezTo>
                  <a:cubicBezTo>
                    <a:pt x="1706744" y="5957431"/>
                    <a:pt x="1542287" y="5797439"/>
                    <a:pt x="1386855" y="5622353"/>
                  </a:cubicBezTo>
                  <a:cubicBezTo>
                    <a:pt x="1226409" y="5442740"/>
                    <a:pt x="1053929" y="5260108"/>
                    <a:pt x="906520" y="5059364"/>
                  </a:cubicBezTo>
                  <a:cubicBezTo>
                    <a:pt x="764124" y="4866166"/>
                    <a:pt x="632759" y="4662403"/>
                    <a:pt x="515433" y="4446565"/>
                  </a:cubicBezTo>
                  <a:cubicBezTo>
                    <a:pt x="400112" y="4235255"/>
                    <a:pt x="290808" y="4020926"/>
                    <a:pt x="206574" y="3780939"/>
                  </a:cubicBezTo>
                  <a:cubicBezTo>
                    <a:pt x="118329" y="3534913"/>
                    <a:pt x="0" y="2982489"/>
                    <a:pt x="0" y="2982489"/>
                  </a:cubicBezTo>
                  <a:moveTo>
                    <a:pt x="12548876" y="4235255"/>
                  </a:moveTo>
                  <a:cubicBezTo>
                    <a:pt x="12555895" y="4242802"/>
                    <a:pt x="12560909" y="4236764"/>
                    <a:pt x="12560909" y="4235255"/>
                  </a:cubicBezTo>
                  <a:cubicBezTo>
                    <a:pt x="12560909" y="4233745"/>
                    <a:pt x="12548876" y="4235255"/>
                    <a:pt x="12548876" y="4235255"/>
                  </a:cubicBezTo>
                </a:path>
              </a:pathLst>
            </a:custGeom>
            <a:solidFill>
              <a:srgbClr val="FFFCF1"/>
            </a:solidFill>
            <a:ln cap="sq">
              <a:noFill/>
              <a:prstDash val="solid"/>
              <a:miter/>
            </a:ln>
          </p:spPr>
          <p:txBody>
            <a:bodyPr/>
            <a:lstStyle/>
            <a:p>
              <a:endParaRPr lang="en-GB"/>
            </a:p>
          </p:txBody>
        </p:sp>
      </p:grpSp>
      <p:sp>
        <p:nvSpPr>
          <p:cNvPr id="4" name="TextBox 4"/>
          <p:cNvSpPr txBox="1"/>
          <p:nvPr/>
        </p:nvSpPr>
        <p:spPr>
          <a:xfrm>
            <a:off x="13199266" y="7185966"/>
            <a:ext cx="4060034" cy="1252937"/>
          </a:xfrm>
          <a:prstGeom prst="rect">
            <a:avLst/>
          </a:prstGeom>
        </p:spPr>
        <p:txBody>
          <a:bodyPr lIns="0" tIns="0" rIns="0" bIns="0" rtlCol="0" anchor="t">
            <a:spAutoFit/>
          </a:bodyPr>
          <a:lstStyle/>
          <a:p>
            <a:pPr algn="ctr">
              <a:lnSpc>
                <a:spcPts val="5093"/>
              </a:lnSpc>
            </a:pPr>
            <a:r>
              <a:rPr lang="en-US" sz="3638" u="sng">
                <a:solidFill>
                  <a:srgbClr val="FFF3DD"/>
                </a:solidFill>
                <a:latin typeface="Recoleta"/>
                <a:ea typeface="Recoleta"/>
                <a:cs typeface="Recoleta"/>
                <a:sym typeface="Recoleta"/>
              </a:rPr>
              <a:t>Mihuț Maria-Emilia</a:t>
            </a:r>
          </a:p>
          <a:p>
            <a:pPr algn="ctr">
              <a:lnSpc>
                <a:spcPts val="5093"/>
              </a:lnSpc>
              <a:spcBef>
                <a:spcPct val="0"/>
              </a:spcBef>
            </a:pPr>
            <a:r>
              <a:rPr lang="en-US" sz="3638" u="sng">
                <a:solidFill>
                  <a:srgbClr val="FFF3DD"/>
                </a:solidFill>
                <a:latin typeface="Recoleta"/>
                <a:ea typeface="Recoleta"/>
                <a:cs typeface="Recoleta"/>
                <a:sym typeface="Recoleta"/>
              </a:rPr>
              <a:t>Lupuleți Vlad-Călin</a:t>
            </a:r>
          </a:p>
        </p:txBody>
      </p:sp>
      <p:sp>
        <p:nvSpPr>
          <p:cNvPr id="5" name="TextBox 5"/>
          <p:cNvSpPr txBox="1"/>
          <p:nvPr/>
        </p:nvSpPr>
        <p:spPr>
          <a:xfrm>
            <a:off x="12725400" y="5524500"/>
            <a:ext cx="5101983" cy="762868"/>
          </a:xfrm>
          <a:prstGeom prst="rect">
            <a:avLst/>
          </a:prstGeom>
        </p:spPr>
        <p:txBody>
          <a:bodyPr lIns="0" tIns="0" rIns="0" bIns="0" rtlCol="0" anchor="t">
            <a:spAutoFit/>
          </a:bodyPr>
          <a:lstStyle/>
          <a:p>
            <a:pPr algn="ctr">
              <a:lnSpc>
                <a:spcPts val="6133"/>
              </a:lnSpc>
              <a:spcBef>
                <a:spcPct val="0"/>
              </a:spcBef>
            </a:pPr>
            <a:r>
              <a:rPr lang="en-US" sz="4380" b="1" dirty="0" err="1">
                <a:solidFill>
                  <a:srgbClr val="FFF3DD"/>
                </a:solidFill>
                <a:latin typeface="Canva Sans Bold"/>
                <a:ea typeface="Canva Sans Bold"/>
                <a:cs typeface="Canva Sans Bold"/>
                <a:sym typeface="Canva Sans Bold"/>
              </a:rPr>
              <a:t>Proiect</a:t>
            </a:r>
            <a:r>
              <a:rPr lang="en-US" sz="4380" b="1" dirty="0">
                <a:solidFill>
                  <a:srgbClr val="FFF3DD"/>
                </a:solidFill>
                <a:latin typeface="Canva Sans Bold"/>
                <a:ea typeface="Canva Sans Bold"/>
                <a:cs typeface="Canva Sans Bold"/>
                <a:sym typeface="Canva Sans Bold"/>
              </a:rPr>
              <a:t> </a:t>
            </a:r>
            <a:r>
              <a:rPr lang="en-US" sz="4380" b="1" dirty="0" err="1">
                <a:solidFill>
                  <a:srgbClr val="FFF3DD"/>
                </a:solidFill>
                <a:latin typeface="Canva Sans Bold"/>
                <a:ea typeface="Canva Sans Bold"/>
                <a:cs typeface="Canva Sans Bold"/>
                <a:sym typeface="Canva Sans Bold"/>
              </a:rPr>
              <a:t>realizat</a:t>
            </a:r>
            <a:r>
              <a:rPr lang="en-US" sz="4380" b="1" dirty="0">
                <a:solidFill>
                  <a:srgbClr val="FFF3DD"/>
                </a:solidFill>
                <a:latin typeface="Canva Sans Bold"/>
                <a:ea typeface="Canva Sans Bold"/>
                <a:cs typeface="Canva Sans Bold"/>
                <a:sym typeface="Canva Sans Bold"/>
              </a:rPr>
              <a:t> de:</a:t>
            </a:r>
          </a:p>
        </p:txBody>
      </p:sp>
      <p:sp>
        <p:nvSpPr>
          <p:cNvPr id="6" name="TextBox 6"/>
          <p:cNvSpPr txBox="1"/>
          <p:nvPr/>
        </p:nvSpPr>
        <p:spPr>
          <a:xfrm>
            <a:off x="6927004" y="865898"/>
            <a:ext cx="10460625" cy="3207341"/>
          </a:xfrm>
          <a:prstGeom prst="rect">
            <a:avLst/>
          </a:prstGeom>
        </p:spPr>
        <p:txBody>
          <a:bodyPr lIns="0" tIns="0" rIns="0" bIns="0" rtlCol="0" anchor="t">
            <a:spAutoFit/>
          </a:bodyPr>
          <a:lstStyle/>
          <a:p>
            <a:pPr algn="ctr">
              <a:lnSpc>
                <a:spcPts val="19112"/>
              </a:lnSpc>
              <a:spcBef>
                <a:spcPct val="0"/>
              </a:spcBef>
            </a:pPr>
            <a:r>
              <a:rPr lang="en-US" sz="13652" b="1" u="sng">
                <a:solidFill>
                  <a:srgbClr val="FFF3DD"/>
                </a:solidFill>
                <a:latin typeface="Recoleta Bold"/>
                <a:ea typeface="Recoleta Bold"/>
                <a:cs typeface="Recoleta Bold"/>
                <a:sym typeface="Recoleta Bold"/>
              </a:rPr>
              <a:t>Grill electric</a:t>
            </a:r>
          </a:p>
        </p:txBody>
      </p:sp>
      <p:sp>
        <p:nvSpPr>
          <p:cNvPr id="7" name="Freeform 7"/>
          <p:cNvSpPr/>
          <p:nvPr/>
        </p:nvSpPr>
        <p:spPr>
          <a:xfrm>
            <a:off x="-669094" y="3806740"/>
            <a:ext cx="7385422" cy="7385422"/>
          </a:xfrm>
          <a:custGeom>
            <a:avLst/>
            <a:gdLst/>
            <a:ahLst/>
            <a:cxnLst/>
            <a:rect l="l" t="t" r="r" b="b"/>
            <a:pathLst>
              <a:path w="7385422" h="7385422">
                <a:moveTo>
                  <a:pt x="0" y="0"/>
                </a:moveTo>
                <a:lnTo>
                  <a:pt x="7385423" y="0"/>
                </a:lnTo>
                <a:lnTo>
                  <a:pt x="7385423" y="7385422"/>
                </a:lnTo>
                <a:lnTo>
                  <a:pt x="0" y="7385422"/>
                </a:lnTo>
                <a:lnTo>
                  <a:pt x="0" y="0"/>
                </a:lnTo>
                <a:close/>
              </a:path>
            </a:pathLst>
          </a:custGeom>
          <a:blipFill>
            <a:blip r:embed="rId2"/>
            <a:stretch>
              <a:fillRect/>
            </a:stretch>
          </a:blipFill>
        </p:spPr>
        <p:txBody>
          <a:bodyPr/>
          <a:lstStyle/>
          <a:p>
            <a:endParaRPr lang="en-GB"/>
          </a:p>
        </p:txBody>
      </p:sp>
      <p:sp>
        <p:nvSpPr>
          <p:cNvPr id="8" name="Freeform 8"/>
          <p:cNvSpPr/>
          <p:nvPr/>
        </p:nvSpPr>
        <p:spPr>
          <a:xfrm rot="-843544">
            <a:off x="-1722808" y="-2103813"/>
            <a:ext cx="8251550" cy="8731798"/>
          </a:xfrm>
          <a:custGeom>
            <a:avLst/>
            <a:gdLst/>
            <a:ahLst/>
            <a:cxnLst/>
            <a:rect l="l" t="t" r="r" b="b"/>
            <a:pathLst>
              <a:path w="8251550" h="8731798">
                <a:moveTo>
                  <a:pt x="0" y="0"/>
                </a:moveTo>
                <a:lnTo>
                  <a:pt x="8251550" y="0"/>
                </a:lnTo>
                <a:lnTo>
                  <a:pt x="8251550" y="8731799"/>
                </a:lnTo>
                <a:lnTo>
                  <a:pt x="0" y="8731799"/>
                </a:lnTo>
                <a:lnTo>
                  <a:pt x="0" y="0"/>
                </a:lnTo>
                <a:close/>
              </a:path>
            </a:pathLst>
          </a:custGeom>
          <a:blipFill>
            <a:blip r:embed="rId3">
              <a:alphaModFix amt="68000"/>
            </a:blip>
            <a:stretch>
              <a:fillRect/>
            </a:stretch>
          </a:blipFill>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sp>
        <p:nvSpPr>
          <p:cNvPr id="2" name="TextBox 2"/>
          <p:cNvSpPr txBox="1"/>
          <p:nvPr/>
        </p:nvSpPr>
        <p:spPr>
          <a:xfrm>
            <a:off x="1728227" y="3049060"/>
            <a:ext cx="14831545" cy="6169026"/>
          </a:xfrm>
          <a:prstGeom prst="rect">
            <a:avLst/>
          </a:prstGeom>
        </p:spPr>
        <p:txBody>
          <a:bodyPr lIns="0" tIns="0" rIns="0" bIns="0" rtlCol="0" anchor="t">
            <a:spAutoFit/>
          </a:bodyPr>
          <a:lstStyle/>
          <a:p>
            <a:pPr marL="755641" lvl="1" indent="-377820" algn="l">
              <a:lnSpc>
                <a:spcPts val="4899"/>
              </a:lnSpc>
              <a:buFont typeface="Arial"/>
              <a:buChar char="•"/>
            </a:pPr>
            <a:r>
              <a:rPr lang="en-US" sz="3499" u="sng">
                <a:solidFill>
                  <a:srgbClr val="173869"/>
                </a:solidFill>
                <a:latin typeface="Recoleta"/>
                <a:ea typeface="Recoleta"/>
                <a:cs typeface="Recoleta"/>
                <a:sym typeface="Recoleta"/>
              </a:rPr>
              <a:t>Tema proiectului </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Descrierea funcționării automatului de comandă realizat </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Modul de implementare </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Schema bloc </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Organigrama </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Calculul lungimii microinstrucțiunii </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Conținutul memoriei de microprogram </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Schema unității de comandă microprogramată</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Componente digitale folosite</a:t>
            </a:r>
          </a:p>
          <a:p>
            <a:pPr marL="755641" lvl="1" indent="-377820" algn="l">
              <a:lnSpc>
                <a:spcPts val="4899"/>
              </a:lnSpc>
              <a:buFont typeface="Arial"/>
              <a:buChar char="•"/>
            </a:pPr>
            <a:r>
              <a:rPr lang="en-US" sz="3499" u="sng">
                <a:solidFill>
                  <a:srgbClr val="173869"/>
                </a:solidFill>
                <a:latin typeface="Recoleta"/>
                <a:ea typeface="Recoleta"/>
                <a:cs typeface="Recoleta"/>
                <a:sym typeface="Recoleta"/>
              </a:rPr>
              <a:t>Proiectarea cablajului</a:t>
            </a:r>
          </a:p>
        </p:txBody>
      </p:sp>
      <p:sp>
        <p:nvSpPr>
          <p:cNvPr id="3" name="Freeform 3"/>
          <p:cNvSpPr/>
          <p:nvPr/>
        </p:nvSpPr>
        <p:spPr>
          <a:xfrm rot="-7599831">
            <a:off x="12147269" y="-1692953"/>
            <a:ext cx="9572224" cy="6926809"/>
          </a:xfrm>
          <a:custGeom>
            <a:avLst/>
            <a:gdLst/>
            <a:ahLst/>
            <a:cxnLst/>
            <a:rect l="l" t="t" r="r" b="b"/>
            <a:pathLst>
              <a:path w="9572224" h="6926809">
                <a:moveTo>
                  <a:pt x="0" y="0"/>
                </a:moveTo>
                <a:lnTo>
                  <a:pt x="9572223" y="0"/>
                </a:lnTo>
                <a:lnTo>
                  <a:pt x="9572223" y="6926809"/>
                </a:lnTo>
                <a:lnTo>
                  <a:pt x="0" y="6926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rot="-5177436">
            <a:off x="-3378075" y="6270451"/>
            <a:ext cx="6957821" cy="6970495"/>
          </a:xfrm>
          <a:custGeom>
            <a:avLst/>
            <a:gdLst/>
            <a:ahLst/>
            <a:cxnLst/>
            <a:rect l="l" t="t" r="r" b="b"/>
            <a:pathLst>
              <a:path w="6957821" h="6970495">
                <a:moveTo>
                  <a:pt x="0" y="0"/>
                </a:moveTo>
                <a:lnTo>
                  <a:pt x="6957821" y="0"/>
                </a:lnTo>
                <a:lnTo>
                  <a:pt x="6957821" y="6970494"/>
                </a:lnTo>
                <a:lnTo>
                  <a:pt x="0" y="6970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rot="3580667">
            <a:off x="362743" y="-2325146"/>
            <a:ext cx="3618288" cy="5155592"/>
          </a:xfrm>
          <a:custGeom>
            <a:avLst/>
            <a:gdLst/>
            <a:ahLst/>
            <a:cxnLst/>
            <a:rect l="l" t="t" r="r" b="b"/>
            <a:pathLst>
              <a:path w="3618288" h="5155592">
                <a:moveTo>
                  <a:pt x="0" y="0"/>
                </a:moveTo>
                <a:lnTo>
                  <a:pt x="3618288" y="0"/>
                </a:lnTo>
                <a:lnTo>
                  <a:pt x="3618288" y="5155592"/>
                </a:lnTo>
                <a:lnTo>
                  <a:pt x="0" y="51555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a:off x="12185343" y="5640898"/>
            <a:ext cx="6246376" cy="4114800"/>
          </a:xfrm>
          <a:custGeom>
            <a:avLst/>
            <a:gdLst/>
            <a:ahLst/>
            <a:cxnLst/>
            <a:rect l="l" t="t" r="r" b="b"/>
            <a:pathLst>
              <a:path w="6246376" h="4114800">
                <a:moveTo>
                  <a:pt x="0" y="0"/>
                </a:moveTo>
                <a:lnTo>
                  <a:pt x="6246376" y="0"/>
                </a:lnTo>
                <a:lnTo>
                  <a:pt x="624637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7" name="TextBox 7"/>
          <p:cNvSpPr txBox="1"/>
          <p:nvPr/>
        </p:nvSpPr>
        <p:spPr>
          <a:xfrm>
            <a:off x="5037937" y="147875"/>
            <a:ext cx="8212127" cy="1263955"/>
          </a:xfrm>
          <a:prstGeom prst="rect">
            <a:avLst/>
          </a:prstGeom>
        </p:spPr>
        <p:txBody>
          <a:bodyPr lIns="0" tIns="0" rIns="0" bIns="0" rtlCol="0" anchor="t">
            <a:spAutoFit/>
          </a:bodyPr>
          <a:lstStyle/>
          <a:p>
            <a:pPr algn="ctr">
              <a:lnSpc>
                <a:spcPts val="8568"/>
              </a:lnSpc>
              <a:spcBef>
                <a:spcPct val="0"/>
              </a:spcBef>
            </a:pPr>
            <a:r>
              <a:rPr lang="en-US" sz="6120" b="1" u="sng">
                <a:solidFill>
                  <a:srgbClr val="173869"/>
                </a:solidFill>
                <a:latin typeface="Recoleta Bold"/>
                <a:ea typeface="Recoleta Bold"/>
                <a:cs typeface="Recoleta Bold"/>
                <a:sym typeface="Recoleta Bold"/>
              </a:rPr>
              <a:t>Conținutul proiectului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3869"/>
        </a:solidFill>
        <a:effectLst/>
      </p:bgPr>
    </p:bg>
    <p:spTree>
      <p:nvGrpSpPr>
        <p:cNvPr id="1" name=""/>
        <p:cNvGrpSpPr/>
        <p:nvPr/>
      </p:nvGrpSpPr>
      <p:grpSpPr>
        <a:xfrm>
          <a:off x="0" y="0"/>
          <a:ext cx="0" cy="0"/>
          <a:chOff x="0" y="0"/>
          <a:chExt cx="0" cy="0"/>
        </a:xfrm>
      </p:grpSpPr>
      <p:sp>
        <p:nvSpPr>
          <p:cNvPr id="2" name="TextBox 2"/>
          <p:cNvSpPr txBox="1"/>
          <p:nvPr/>
        </p:nvSpPr>
        <p:spPr>
          <a:xfrm>
            <a:off x="1028700" y="3170770"/>
            <a:ext cx="16170085" cy="2795271"/>
          </a:xfrm>
          <a:prstGeom prst="rect">
            <a:avLst/>
          </a:prstGeom>
        </p:spPr>
        <p:txBody>
          <a:bodyPr lIns="0" tIns="0" rIns="0" bIns="0" rtlCol="0" anchor="t">
            <a:spAutoFit/>
          </a:bodyPr>
          <a:lstStyle/>
          <a:p>
            <a:pPr algn="l">
              <a:lnSpc>
                <a:spcPts val="4479"/>
              </a:lnSpc>
              <a:spcBef>
                <a:spcPct val="0"/>
              </a:spcBef>
            </a:pPr>
            <a:r>
              <a:rPr lang="en-US" sz="3199">
                <a:solidFill>
                  <a:srgbClr val="FFF3DD"/>
                </a:solidFill>
                <a:latin typeface="Recoleta"/>
                <a:ea typeface="Recoleta"/>
                <a:cs typeface="Recoleta"/>
                <a:sym typeface="Recoleta"/>
              </a:rPr>
              <a:t>             Proiectul nostru se concentrează pe dezvoltarea unui grill electric automatizat, menit să simplifice procesul de gătire. Aparatul este proiectat să gestioneze funcții esențiale precum dezghețarea alimentelor congelate, selectarea tipului de aliment (vită, pui sau pește) și reglarea temperaturii optime în funcție de alegerea utilizatorului. La finalul procesului, grill-ul se oprește automat, afișând un mesaj de finalizare. </a:t>
            </a:r>
          </a:p>
        </p:txBody>
      </p:sp>
      <p:sp>
        <p:nvSpPr>
          <p:cNvPr id="3" name="Freeform 3"/>
          <p:cNvSpPr/>
          <p:nvPr/>
        </p:nvSpPr>
        <p:spPr>
          <a:xfrm rot="-4000677">
            <a:off x="14586708" y="5502790"/>
            <a:ext cx="5224156" cy="6751736"/>
          </a:xfrm>
          <a:custGeom>
            <a:avLst/>
            <a:gdLst/>
            <a:ahLst/>
            <a:cxnLst/>
            <a:rect l="l" t="t" r="r" b="b"/>
            <a:pathLst>
              <a:path w="5224156" h="6751736">
                <a:moveTo>
                  <a:pt x="0" y="0"/>
                </a:moveTo>
                <a:lnTo>
                  <a:pt x="5224155" y="0"/>
                </a:lnTo>
                <a:lnTo>
                  <a:pt x="5224155" y="6751736"/>
                </a:lnTo>
                <a:lnTo>
                  <a:pt x="0" y="67517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TextBox 4"/>
          <p:cNvSpPr txBox="1"/>
          <p:nvPr/>
        </p:nvSpPr>
        <p:spPr>
          <a:xfrm>
            <a:off x="5223373" y="600340"/>
            <a:ext cx="7841255" cy="1619713"/>
          </a:xfrm>
          <a:prstGeom prst="rect">
            <a:avLst/>
          </a:prstGeom>
        </p:spPr>
        <p:txBody>
          <a:bodyPr lIns="0" tIns="0" rIns="0" bIns="0" rtlCol="0" anchor="t">
            <a:spAutoFit/>
          </a:bodyPr>
          <a:lstStyle/>
          <a:p>
            <a:pPr marL="0" lvl="0" indent="0" algn="ctr">
              <a:lnSpc>
                <a:spcPts val="10575"/>
              </a:lnSpc>
              <a:spcBef>
                <a:spcPct val="0"/>
              </a:spcBef>
            </a:pPr>
            <a:r>
              <a:rPr lang="en-US" sz="7553" b="1" u="sng" strike="noStrike">
                <a:solidFill>
                  <a:srgbClr val="FFF3DD"/>
                </a:solidFill>
                <a:latin typeface="Recoleta Bold"/>
                <a:ea typeface="Recoleta Bold"/>
                <a:cs typeface="Recoleta Bold"/>
                <a:sym typeface="Recoleta Bold"/>
              </a:rPr>
              <a:t>Tema proiectului</a:t>
            </a:r>
          </a:p>
        </p:txBody>
      </p:sp>
      <p:sp>
        <p:nvSpPr>
          <p:cNvPr id="5" name="Freeform 5"/>
          <p:cNvSpPr/>
          <p:nvPr/>
        </p:nvSpPr>
        <p:spPr>
          <a:xfrm rot="10711366">
            <a:off x="-1025642" y="-2003613"/>
            <a:ext cx="6957821" cy="6970495"/>
          </a:xfrm>
          <a:custGeom>
            <a:avLst/>
            <a:gdLst/>
            <a:ahLst/>
            <a:cxnLst/>
            <a:rect l="l" t="t" r="r" b="b"/>
            <a:pathLst>
              <a:path w="6957821" h="6970495">
                <a:moveTo>
                  <a:pt x="0" y="0"/>
                </a:moveTo>
                <a:lnTo>
                  <a:pt x="6957821" y="0"/>
                </a:lnTo>
                <a:lnTo>
                  <a:pt x="6957821" y="6970494"/>
                </a:lnTo>
                <a:lnTo>
                  <a:pt x="0" y="69704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 name="Freeform 6"/>
          <p:cNvSpPr/>
          <p:nvPr/>
        </p:nvSpPr>
        <p:spPr>
          <a:xfrm>
            <a:off x="13699099" y="-1146030"/>
            <a:ext cx="4588901" cy="3062049"/>
          </a:xfrm>
          <a:custGeom>
            <a:avLst/>
            <a:gdLst/>
            <a:ahLst/>
            <a:cxnLst/>
            <a:rect l="l" t="t" r="r" b="b"/>
            <a:pathLst>
              <a:path w="4588901" h="3062049">
                <a:moveTo>
                  <a:pt x="0" y="0"/>
                </a:moveTo>
                <a:lnTo>
                  <a:pt x="4588901" y="0"/>
                </a:lnTo>
                <a:lnTo>
                  <a:pt x="4588901" y="3062049"/>
                </a:lnTo>
                <a:lnTo>
                  <a:pt x="0" y="30620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7" name="Freeform 7"/>
          <p:cNvSpPr/>
          <p:nvPr/>
        </p:nvSpPr>
        <p:spPr>
          <a:xfrm>
            <a:off x="-639684" y="6844665"/>
            <a:ext cx="5863057" cy="4114800"/>
          </a:xfrm>
          <a:custGeom>
            <a:avLst/>
            <a:gdLst/>
            <a:ahLst/>
            <a:cxnLst/>
            <a:rect l="l" t="t" r="r" b="b"/>
            <a:pathLst>
              <a:path w="5863057" h="4114800">
                <a:moveTo>
                  <a:pt x="0" y="0"/>
                </a:moveTo>
                <a:lnTo>
                  <a:pt x="5863057" y="0"/>
                </a:lnTo>
                <a:lnTo>
                  <a:pt x="586305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8" name="Freeform 8"/>
          <p:cNvSpPr/>
          <p:nvPr/>
        </p:nvSpPr>
        <p:spPr>
          <a:xfrm>
            <a:off x="3962639" y="6448672"/>
            <a:ext cx="4116464" cy="4116464"/>
          </a:xfrm>
          <a:custGeom>
            <a:avLst/>
            <a:gdLst/>
            <a:ahLst/>
            <a:cxnLst/>
            <a:rect l="l" t="t" r="r" b="b"/>
            <a:pathLst>
              <a:path w="4116464" h="4116464">
                <a:moveTo>
                  <a:pt x="0" y="0"/>
                </a:moveTo>
                <a:lnTo>
                  <a:pt x="4116464" y="0"/>
                </a:lnTo>
                <a:lnTo>
                  <a:pt x="4116464" y="4116463"/>
                </a:lnTo>
                <a:lnTo>
                  <a:pt x="0" y="4116463"/>
                </a:lnTo>
                <a:lnTo>
                  <a:pt x="0" y="0"/>
                </a:lnTo>
                <a:close/>
              </a:path>
            </a:pathLst>
          </a:custGeom>
          <a:blipFill>
            <a:blip r:embed="rId10"/>
            <a:stretch>
              <a:fillRect/>
            </a:stretch>
          </a:blipFill>
        </p:spPr>
        <p:txBody>
          <a:bodyPr/>
          <a:lstStyle/>
          <a:p>
            <a:endParaRPr lang="en-GB"/>
          </a:p>
        </p:txBody>
      </p:sp>
      <p:sp>
        <p:nvSpPr>
          <p:cNvPr id="9" name="Freeform 9"/>
          <p:cNvSpPr/>
          <p:nvPr/>
        </p:nvSpPr>
        <p:spPr>
          <a:xfrm>
            <a:off x="9434781" y="6042241"/>
            <a:ext cx="4077514" cy="4011254"/>
          </a:xfrm>
          <a:custGeom>
            <a:avLst/>
            <a:gdLst/>
            <a:ahLst/>
            <a:cxnLst/>
            <a:rect l="l" t="t" r="r" b="b"/>
            <a:pathLst>
              <a:path w="4077514" h="4011254">
                <a:moveTo>
                  <a:pt x="0" y="0"/>
                </a:moveTo>
                <a:lnTo>
                  <a:pt x="4077514" y="0"/>
                </a:lnTo>
                <a:lnTo>
                  <a:pt x="4077514" y="4011254"/>
                </a:lnTo>
                <a:lnTo>
                  <a:pt x="0" y="401125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grpSp>
        <p:nvGrpSpPr>
          <p:cNvPr id="2" name="Group 2"/>
          <p:cNvGrpSpPr/>
          <p:nvPr/>
        </p:nvGrpSpPr>
        <p:grpSpPr>
          <a:xfrm rot="77427">
            <a:off x="-5760133" y="-6020606"/>
            <a:ext cx="30712751" cy="8881042"/>
            <a:chOff x="0" y="0"/>
            <a:chExt cx="27840645" cy="8050530"/>
          </a:xfrm>
        </p:grpSpPr>
        <p:sp>
          <p:nvSpPr>
            <p:cNvPr id="3" name="Freeform 3"/>
            <p:cNvSpPr/>
            <p:nvPr/>
          </p:nvSpPr>
          <p:spPr>
            <a:xfrm>
              <a:off x="64881" y="48260"/>
              <a:ext cx="27730346" cy="7964170"/>
            </a:xfrm>
            <a:custGeom>
              <a:avLst/>
              <a:gdLst/>
              <a:ahLst/>
              <a:cxnLst/>
              <a:rect l="l" t="t" r="r" b="b"/>
              <a:pathLst>
                <a:path w="27730346" h="7964170">
                  <a:moveTo>
                    <a:pt x="0" y="2509520"/>
                  </a:moveTo>
                  <a:cubicBezTo>
                    <a:pt x="144362" y="1644650"/>
                    <a:pt x="640705" y="1363980"/>
                    <a:pt x="799665" y="1305560"/>
                  </a:cubicBezTo>
                  <a:cubicBezTo>
                    <a:pt x="854814" y="1283970"/>
                    <a:pt x="882389" y="1309370"/>
                    <a:pt x="929428" y="1290320"/>
                  </a:cubicBezTo>
                  <a:cubicBezTo>
                    <a:pt x="1013774" y="1256030"/>
                    <a:pt x="1080277" y="1121410"/>
                    <a:pt x="1218150" y="1052830"/>
                  </a:cubicBezTo>
                  <a:cubicBezTo>
                    <a:pt x="1430637" y="947420"/>
                    <a:pt x="1828036" y="868680"/>
                    <a:pt x="2150822" y="811530"/>
                  </a:cubicBezTo>
                  <a:cubicBezTo>
                    <a:pt x="2486583" y="753110"/>
                    <a:pt x="2866140" y="746760"/>
                    <a:pt x="3200280" y="708660"/>
                  </a:cubicBezTo>
                  <a:cubicBezTo>
                    <a:pt x="3503601" y="674370"/>
                    <a:pt x="3774481" y="632460"/>
                    <a:pt x="4069691" y="596900"/>
                  </a:cubicBezTo>
                  <a:cubicBezTo>
                    <a:pt x="4377878" y="560070"/>
                    <a:pt x="4690931" y="523240"/>
                    <a:pt x="5012095" y="491490"/>
                  </a:cubicBezTo>
                  <a:cubicBezTo>
                    <a:pt x="5344613" y="458470"/>
                    <a:pt x="5704705" y="440690"/>
                    <a:pt x="6033979" y="405130"/>
                  </a:cubicBezTo>
                  <a:cubicBezTo>
                    <a:pt x="6342166" y="373380"/>
                    <a:pt x="6626022" y="321310"/>
                    <a:pt x="6926099" y="290830"/>
                  </a:cubicBezTo>
                  <a:cubicBezTo>
                    <a:pt x="7226176" y="260350"/>
                    <a:pt x="7531119" y="243840"/>
                    <a:pt x="7836062" y="220980"/>
                  </a:cubicBezTo>
                  <a:cubicBezTo>
                    <a:pt x="8144249" y="198120"/>
                    <a:pt x="8452436" y="175260"/>
                    <a:pt x="8765489" y="152400"/>
                  </a:cubicBezTo>
                  <a:cubicBezTo>
                    <a:pt x="9085030" y="128270"/>
                    <a:pt x="9417547" y="104140"/>
                    <a:pt x="9732223" y="81280"/>
                  </a:cubicBezTo>
                  <a:cubicBezTo>
                    <a:pt x="10032300" y="59690"/>
                    <a:pt x="10306424" y="33020"/>
                    <a:pt x="10611367" y="19050"/>
                  </a:cubicBezTo>
                  <a:cubicBezTo>
                    <a:pt x="10942263" y="5080"/>
                    <a:pt x="11312087" y="5080"/>
                    <a:pt x="11644604" y="2540"/>
                  </a:cubicBezTo>
                  <a:cubicBezTo>
                    <a:pt x="11957658" y="0"/>
                    <a:pt x="12239892" y="3810"/>
                    <a:pt x="12552945" y="3810"/>
                  </a:cubicBezTo>
                  <a:cubicBezTo>
                    <a:pt x="12890330" y="3810"/>
                    <a:pt x="13255287" y="3810"/>
                    <a:pt x="13602403" y="3810"/>
                  </a:cubicBezTo>
                  <a:cubicBezTo>
                    <a:pt x="13941410" y="3810"/>
                    <a:pt x="14273927" y="3810"/>
                    <a:pt x="14614555" y="3810"/>
                  </a:cubicBezTo>
                  <a:cubicBezTo>
                    <a:pt x="14960048" y="5080"/>
                    <a:pt x="15303920" y="3810"/>
                    <a:pt x="15662390" y="8890"/>
                  </a:cubicBezTo>
                  <a:cubicBezTo>
                    <a:pt x="16038703" y="15240"/>
                    <a:pt x="16424748" y="30480"/>
                    <a:pt x="16817282" y="36830"/>
                  </a:cubicBezTo>
                  <a:cubicBezTo>
                    <a:pt x="17227656" y="43180"/>
                    <a:pt x="17654253" y="40640"/>
                    <a:pt x="18074361" y="44450"/>
                  </a:cubicBezTo>
                  <a:cubicBezTo>
                    <a:pt x="18499333" y="48260"/>
                    <a:pt x="18935662" y="52070"/>
                    <a:pt x="19354146" y="58420"/>
                  </a:cubicBezTo>
                  <a:cubicBezTo>
                    <a:pt x="19754791" y="64770"/>
                    <a:pt x="20145701" y="74930"/>
                    <a:pt x="20536612" y="80010"/>
                  </a:cubicBezTo>
                  <a:cubicBezTo>
                    <a:pt x="20922658" y="85090"/>
                    <a:pt x="21326545" y="81280"/>
                    <a:pt x="21683393" y="90170"/>
                  </a:cubicBezTo>
                  <a:cubicBezTo>
                    <a:pt x="21994824" y="97790"/>
                    <a:pt x="22268948" y="110490"/>
                    <a:pt x="22560915" y="128270"/>
                  </a:cubicBezTo>
                  <a:cubicBezTo>
                    <a:pt x="22851260" y="146050"/>
                    <a:pt x="23123761" y="160020"/>
                    <a:pt x="23427084" y="196850"/>
                  </a:cubicBezTo>
                  <a:cubicBezTo>
                    <a:pt x="23767711" y="240030"/>
                    <a:pt x="24173221" y="293370"/>
                    <a:pt x="24507359" y="381000"/>
                  </a:cubicBezTo>
                  <a:cubicBezTo>
                    <a:pt x="24815546" y="462280"/>
                    <a:pt x="25128598" y="576580"/>
                    <a:pt x="25367040" y="693420"/>
                  </a:cubicBezTo>
                  <a:cubicBezTo>
                    <a:pt x="25558439" y="788670"/>
                    <a:pt x="25654138" y="955040"/>
                    <a:pt x="25847162" y="1002030"/>
                  </a:cubicBezTo>
                  <a:cubicBezTo>
                    <a:pt x="26061270" y="1054100"/>
                    <a:pt x="26356483" y="915670"/>
                    <a:pt x="26611140" y="949960"/>
                  </a:cubicBezTo>
                  <a:cubicBezTo>
                    <a:pt x="26888509" y="986790"/>
                    <a:pt x="27261578" y="1075690"/>
                    <a:pt x="27444869" y="1242060"/>
                  </a:cubicBezTo>
                  <a:cubicBezTo>
                    <a:pt x="27634647" y="1414780"/>
                    <a:pt x="27730346" y="1753870"/>
                    <a:pt x="27710884" y="1985010"/>
                  </a:cubicBezTo>
                  <a:cubicBezTo>
                    <a:pt x="27691419" y="2194560"/>
                    <a:pt x="27512992" y="2381250"/>
                    <a:pt x="27383230" y="2573020"/>
                  </a:cubicBezTo>
                  <a:cubicBezTo>
                    <a:pt x="27246981" y="2773680"/>
                    <a:pt x="27076665" y="2966720"/>
                    <a:pt x="26909597" y="3163570"/>
                  </a:cubicBezTo>
                  <a:cubicBezTo>
                    <a:pt x="26736038" y="3368040"/>
                    <a:pt x="26523549" y="3572510"/>
                    <a:pt x="26356483" y="3779520"/>
                  </a:cubicBezTo>
                  <a:cubicBezTo>
                    <a:pt x="26197522" y="3973830"/>
                    <a:pt x="26075868" y="4175760"/>
                    <a:pt x="25926643" y="4367530"/>
                  </a:cubicBezTo>
                  <a:cubicBezTo>
                    <a:pt x="25779038" y="4556760"/>
                    <a:pt x="25654138" y="4754880"/>
                    <a:pt x="25465982" y="4919980"/>
                  </a:cubicBezTo>
                  <a:cubicBezTo>
                    <a:pt x="25272960" y="5090160"/>
                    <a:pt x="25029654" y="5259070"/>
                    <a:pt x="24776617" y="5369560"/>
                  </a:cubicBezTo>
                  <a:cubicBezTo>
                    <a:pt x="24528444" y="5477510"/>
                    <a:pt x="24238102" y="5516880"/>
                    <a:pt x="23965598" y="5579110"/>
                  </a:cubicBezTo>
                  <a:cubicBezTo>
                    <a:pt x="23696342" y="5641340"/>
                    <a:pt x="23375177" y="5631180"/>
                    <a:pt x="23151338" y="5742940"/>
                  </a:cubicBezTo>
                  <a:cubicBezTo>
                    <a:pt x="22927495" y="5855970"/>
                    <a:pt x="22828551" y="6108700"/>
                    <a:pt x="22625796" y="6253480"/>
                  </a:cubicBezTo>
                  <a:cubicBezTo>
                    <a:pt x="22424664" y="6396990"/>
                    <a:pt x="22191089" y="6510020"/>
                    <a:pt x="21941295" y="6610350"/>
                  </a:cubicBezTo>
                  <a:cubicBezTo>
                    <a:pt x="21676905" y="6715760"/>
                    <a:pt x="21376827" y="6798310"/>
                    <a:pt x="21073506" y="6866890"/>
                  </a:cubicBezTo>
                  <a:cubicBezTo>
                    <a:pt x="20758832" y="6938010"/>
                    <a:pt x="20398738" y="6979920"/>
                    <a:pt x="20084063" y="7024370"/>
                  </a:cubicBezTo>
                  <a:cubicBezTo>
                    <a:pt x="19800207" y="7065010"/>
                    <a:pt x="19545547" y="7092950"/>
                    <a:pt x="19269801" y="7127240"/>
                  </a:cubicBezTo>
                  <a:cubicBezTo>
                    <a:pt x="18987567" y="7164070"/>
                    <a:pt x="18700467" y="7185660"/>
                    <a:pt x="18413365" y="7236460"/>
                  </a:cubicBezTo>
                  <a:cubicBezTo>
                    <a:pt x="18114912" y="7291070"/>
                    <a:pt x="17808346" y="7362190"/>
                    <a:pt x="17514756" y="7447280"/>
                  </a:cubicBezTo>
                  <a:cubicBezTo>
                    <a:pt x="17219546" y="7532370"/>
                    <a:pt x="16935689" y="7666990"/>
                    <a:pt x="16650212" y="7749540"/>
                  </a:cubicBezTo>
                  <a:cubicBezTo>
                    <a:pt x="16385819" y="7825740"/>
                    <a:pt x="16134403" y="7894320"/>
                    <a:pt x="15861900" y="7928610"/>
                  </a:cubicBezTo>
                  <a:cubicBezTo>
                    <a:pt x="15579666" y="7964170"/>
                    <a:pt x="15277967" y="7951470"/>
                    <a:pt x="14986000" y="7950200"/>
                  </a:cubicBezTo>
                  <a:cubicBezTo>
                    <a:pt x="14692412" y="7950200"/>
                    <a:pt x="14405312" y="7940040"/>
                    <a:pt x="14100369" y="7927340"/>
                  </a:cubicBezTo>
                  <a:cubicBezTo>
                    <a:pt x="13777583" y="7913370"/>
                    <a:pt x="13420735" y="7896860"/>
                    <a:pt x="13097950" y="7868920"/>
                  </a:cubicBezTo>
                  <a:cubicBezTo>
                    <a:pt x="12797873" y="7842250"/>
                    <a:pt x="12510772" y="7806690"/>
                    <a:pt x="12226916" y="7764780"/>
                  </a:cubicBezTo>
                  <a:cubicBezTo>
                    <a:pt x="11954414" y="7722870"/>
                    <a:pt x="11706242" y="7644130"/>
                    <a:pt x="11428873" y="7617460"/>
                  </a:cubicBezTo>
                  <a:cubicBezTo>
                    <a:pt x="11138530" y="7590790"/>
                    <a:pt x="10825475" y="7612380"/>
                    <a:pt x="10522154" y="7609840"/>
                  </a:cubicBezTo>
                  <a:cubicBezTo>
                    <a:pt x="10220456" y="7606030"/>
                    <a:pt x="9923623" y="7611110"/>
                    <a:pt x="9617057" y="7597140"/>
                  </a:cubicBezTo>
                  <a:cubicBezTo>
                    <a:pt x="9299139" y="7581900"/>
                    <a:pt x="8973109" y="7548880"/>
                    <a:pt x="8651946" y="7520940"/>
                  </a:cubicBezTo>
                  <a:cubicBezTo>
                    <a:pt x="8330783" y="7493000"/>
                    <a:pt x="8012863" y="7467600"/>
                    <a:pt x="7690078" y="7429500"/>
                  </a:cubicBezTo>
                  <a:cubicBezTo>
                    <a:pt x="7362427" y="7391400"/>
                    <a:pt x="7023420" y="7362190"/>
                    <a:pt x="6703879" y="7291070"/>
                  </a:cubicBezTo>
                  <a:cubicBezTo>
                    <a:pt x="6385960" y="7219950"/>
                    <a:pt x="6076151" y="7132320"/>
                    <a:pt x="5777696" y="7005320"/>
                  </a:cubicBezTo>
                  <a:cubicBezTo>
                    <a:pt x="5461399" y="6870700"/>
                    <a:pt x="5101307" y="6648450"/>
                    <a:pt x="4862867" y="6494780"/>
                  </a:cubicBezTo>
                  <a:cubicBezTo>
                    <a:pt x="4692554" y="6384290"/>
                    <a:pt x="4548192" y="6269990"/>
                    <a:pt x="4452492" y="6189980"/>
                  </a:cubicBezTo>
                  <a:cubicBezTo>
                    <a:pt x="4394099" y="6141720"/>
                    <a:pt x="4360036" y="6112510"/>
                    <a:pt x="4322729" y="6068060"/>
                  </a:cubicBezTo>
                  <a:cubicBezTo>
                    <a:pt x="4287044" y="6024880"/>
                    <a:pt x="4256226" y="5975350"/>
                    <a:pt x="4233517" y="5927090"/>
                  </a:cubicBezTo>
                  <a:cubicBezTo>
                    <a:pt x="4214053" y="5880100"/>
                    <a:pt x="4238383" y="5829300"/>
                    <a:pt x="4194588" y="5783580"/>
                  </a:cubicBezTo>
                  <a:cubicBezTo>
                    <a:pt x="4113486" y="5699760"/>
                    <a:pt x="3821519" y="5647690"/>
                    <a:pt x="3634985" y="5552440"/>
                  </a:cubicBezTo>
                  <a:cubicBezTo>
                    <a:pt x="3422498" y="5443220"/>
                    <a:pt x="3222988" y="5287010"/>
                    <a:pt x="2999147" y="5154930"/>
                  </a:cubicBezTo>
                  <a:cubicBezTo>
                    <a:pt x="2760707" y="5012690"/>
                    <a:pt x="2494693" y="4878070"/>
                    <a:pt x="2243278" y="4730750"/>
                  </a:cubicBezTo>
                  <a:cubicBezTo>
                    <a:pt x="1983752" y="4579620"/>
                    <a:pt x="1704761" y="4425950"/>
                    <a:pt x="1466322" y="4257040"/>
                  </a:cubicBezTo>
                  <a:cubicBezTo>
                    <a:pt x="1235993" y="4094480"/>
                    <a:pt x="1023506" y="3923030"/>
                    <a:pt x="833727" y="3741420"/>
                  </a:cubicBezTo>
                  <a:cubicBezTo>
                    <a:pt x="647193" y="3563620"/>
                    <a:pt x="470391" y="3383280"/>
                    <a:pt x="334140" y="3181350"/>
                  </a:cubicBezTo>
                  <a:cubicBezTo>
                    <a:pt x="191401" y="2974340"/>
                    <a:pt x="0" y="2509520"/>
                    <a:pt x="0" y="2509520"/>
                  </a:cubicBezTo>
                  <a:moveTo>
                    <a:pt x="20298174" y="3563620"/>
                  </a:moveTo>
                  <a:cubicBezTo>
                    <a:pt x="20309527" y="3569970"/>
                    <a:pt x="20317636" y="3564890"/>
                    <a:pt x="20317636" y="3563620"/>
                  </a:cubicBezTo>
                  <a:cubicBezTo>
                    <a:pt x="20317636" y="3562350"/>
                    <a:pt x="20298174" y="3563620"/>
                    <a:pt x="20298174" y="3563620"/>
                  </a:cubicBezTo>
                </a:path>
              </a:pathLst>
            </a:custGeom>
            <a:solidFill>
              <a:srgbClr val="173869"/>
            </a:solidFill>
            <a:ln cap="sq">
              <a:noFill/>
              <a:prstDash val="solid"/>
              <a:miter/>
            </a:ln>
          </p:spPr>
          <p:txBody>
            <a:bodyPr/>
            <a:lstStyle/>
            <a:p>
              <a:endParaRPr lang="en-GB"/>
            </a:p>
          </p:txBody>
        </p:sp>
      </p:grpSp>
      <p:sp>
        <p:nvSpPr>
          <p:cNvPr id="4" name="Freeform 4"/>
          <p:cNvSpPr/>
          <p:nvPr/>
        </p:nvSpPr>
        <p:spPr>
          <a:xfrm rot="1036788">
            <a:off x="12237209" y="-1139076"/>
            <a:ext cx="7204582" cy="6595194"/>
          </a:xfrm>
          <a:custGeom>
            <a:avLst/>
            <a:gdLst/>
            <a:ahLst/>
            <a:cxnLst/>
            <a:rect l="l" t="t" r="r" b="b"/>
            <a:pathLst>
              <a:path w="7204582" h="6595194">
                <a:moveTo>
                  <a:pt x="0" y="0"/>
                </a:moveTo>
                <a:lnTo>
                  <a:pt x="7204581" y="0"/>
                </a:lnTo>
                <a:lnTo>
                  <a:pt x="7204581" y="6595194"/>
                </a:lnTo>
                <a:lnTo>
                  <a:pt x="0" y="6595194"/>
                </a:lnTo>
                <a:lnTo>
                  <a:pt x="0" y="0"/>
                </a:lnTo>
                <a:close/>
              </a:path>
            </a:pathLst>
          </a:custGeom>
          <a:blipFill>
            <a:blip r:embed="rId2"/>
            <a:stretch>
              <a:fillRect/>
            </a:stretch>
          </a:blipFill>
        </p:spPr>
        <p:txBody>
          <a:bodyPr/>
          <a:lstStyle/>
          <a:p>
            <a:endParaRPr lang="en-GB"/>
          </a:p>
        </p:txBody>
      </p:sp>
      <p:sp>
        <p:nvSpPr>
          <p:cNvPr id="5" name="TextBox 5"/>
          <p:cNvSpPr txBox="1"/>
          <p:nvPr/>
        </p:nvSpPr>
        <p:spPr>
          <a:xfrm>
            <a:off x="2002246" y="3355940"/>
            <a:ext cx="14283509" cy="6391275"/>
          </a:xfrm>
          <a:prstGeom prst="rect">
            <a:avLst/>
          </a:prstGeom>
        </p:spPr>
        <p:txBody>
          <a:bodyPr lIns="0" tIns="0" rIns="0" bIns="0" rtlCol="0" anchor="t">
            <a:spAutoFit/>
          </a:bodyPr>
          <a:lstStyle/>
          <a:p>
            <a:pPr algn="l">
              <a:lnSpc>
                <a:spcPts val="4200"/>
              </a:lnSpc>
              <a:spcBef>
                <a:spcPct val="0"/>
              </a:spcBef>
            </a:pPr>
            <a:r>
              <a:rPr lang="en-US" sz="3000">
                <a:solidFill>
                  <a:srgbClr val="173869"/>
                </a:solidFill>
                <a:latin typeface="Recoleta"/>
                <a:ea typeface="Recoleta"/>
                <a:cs typeface="Recoleta"/>
                <a:sym typeface="Recoleta"/>
              </a:rPr>
              <a:t>                Grill-ul electric pornește din starea "START", unde                utilizatorul poate alege între dezghețarea alimentelor sau trecerea directă la gătire. Dacă se selectează funcția de dezghețare, aceasta se desfășoară în starea "DEZGHEȚARE", cu semnale sonore periodice care indică progresul.</a:t>
            </a:r>
          </a:p>
          <a:p>
            <a:pPr algn="l">
              <a:lnSpc>
                <a:spcPts val="4200"/>
              </a:lnSpc>
              <a:spcBef>
                <a:spcPct val="0"/>
              </a:spcBef>
            </a:pPr>
            <a:r>
              <a:rPr lang="en-US" sz="3000">
                <a:solidFill>
                  <a:srgbClr val="173869"/>
                </a:solidFill>
                <a:latin typeface="Recoleta"/>
                <a:ea typeface="Recoleta"/>
                <a:cs typeface="Recoleta"/>
                <a:sym typeface="Recoleta"/>
              </a:rPr>
              <a:t>      Ulterior, utilizatorul selectează tipul de aliment: carne de vită, pui sau pește. Aparatul trece în starea corespunzătoare – "VITĂ", "PUI" sau "PEȘTE" – ajustând automat setările pentru fiecare tip. Apoi, utilizatorul alege temperatura de gătire, iar grill-ul trece în starea "TEMPERATURA MICĂ" sau "TEMPERATURA MARE", în funcție de preferință.</a:t>
            </a:r>
          </a:p>
          <a:p>
            <a:pPr algn="l">
              <a:lnSpc>
                <a:spcPts val="4200"/>
              </a:lnSpc>
              <a:spcBef>
                <a:spcPct val="0"/>
              </a:spcBef>
            </a:pPr>
            <a:r>
              <a:rPr lang="en-US" sz="3000">
                <a:solidFill>
                  <a:srgbClr val="173869"/>
                </a:solidFill>
                <a:latin typeface="Recoleta"/>
                <a:ea typeface="Recoleta"/>
                <a:cs typeface="Recoleta"/>
                <a:sym typeface="Recoleta"/>
              </a:rPr>
              <a:t>      La final, grill-ul intră în starea "FINALIZARE", emițând un semnal sonor și afișând un mesaj pe display, apoi trece automat în starea "STOP", oprindu-se complet și asigurând siguranța. Acest flux asigură o utilizare eficientă și intuitivă.</a:t>
            </a:r>
          </a:p>
        </p:txBody>
      </p:sp>
      <p:sp>
        <p:nvSpPr>
          <p:cNvPr id="6" name="Freeform 6"/>
          <p:cNvSpPr/>
          <p:nvPr/>
        </p:nvSpPr>
        <p:spPr>
          <a:xfrm>
            <a:off x="-788787" y="9085073"/>
            <a:ext cx="3162966" cy="1201927"/>
          </a:xfrm>
          <a:custGeom>
            <a:avLst/>
            <a:gdLst/>
            <a:ahLst/>
            <a:cxnLst/>
            <a:rect l="l" t="t" r="r" b="b"/>
            <a:pathLst>
              <a:path w="3162966" h="1201927">
                <a:moveTo>
                  <a:pt x="0" y="0"/>
                </a:moveTo>
                <a:lnTo>
                  <a:pt x="3162966" y="0"/>
                </a:lnTo>
                <a:lnTo>
                  <a:pt x="3162966" y="1201927"/>
                </a:lnTo>
                <a:lnTo>
                  <a:pt x="0" y="12019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7" name="Freeform 7"/>
          <p:cNvSpPr/>
          <p:nvPr/>
        </p:nvSpPr>
        <p:spPr>
          <a:xfrm>
            <a:off x="0" y="2158521"/>
            <a:ext cx="3154610" cy="1610165"/>
          </a:xfrm>
          <a:custGeom>
            <a:avLst/>
            <a:gdLst/>
            <a:ahLst/>
            <a:cxnLst/>
            <a:rect l="l" t="t" r="r" b="b"/>
            <a:pathLst>
              <a:path w="3154610" h="1610165">
                <a:moveTo>
                  <a:pt x="0" y="0"/>
                </a:moveTo>
                <a:lnTo>
                  <a:pt x="3154610" y="0"/>
                </a:lnTo>
                <a:lnTo>
                  <a:pt x="3154610" y="1610166"/>
                </a:lnTo>
                <a:lnTo>
                  <a:pt x="0" y="16101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 name="Freeform 8"/>
          <p:cNvSpPr/>
          <p:nvPr/>
        </p:nvSpPr>
        <p:spPr>
          <a:xfrm rot="-4315242">
            <a:off x="15433392" y="4134805"/>
            <a:ext cx="3055711" cy="2146637"/>
          </a:xfrm>
          <a:custGeom>
            <a:avLst/>
            <a:gdLst/>
            <a:ahLst/>
            <a:cxnLst/>
            <a:rect l="l" t="t" r="r" b="b"/>
            <a:pathLst>
              <a:path w="3055711" h="2146637">
                <a:moveTo>
                  <a:pt x="0" y="0"/>
                </a:moveTo>
                <a:lnTo>
                  <a:pt x="3055711" y="0"/>
                </a:lnTo>
                <a:lnTo>
                  <a:pt x="3055711" y="2146637"/>
                </a:lnTo>
                <a:lnTo>
                  <a:pt x="0" y="21466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9" name="TextBox 9"/>
          <p:cNvSpPr txBox="1"/>
          <p:nvPr/>
        </p:nvSpPr>
        <p:spPr>
          <a:xfrm>
            <a:off x="3202477" y="-161925"/>
            <a:ext cx="11883046" cy="2107103"/>
          </a:xfrm>
          <a:prstGeom prst="rect">
            <a:avLst/>
          </a:prstGeom>
        </p:spPr>
        <p:txBody>
          <a:bodyPr lIns="0" tIns="0" rIns="0" bIns="0" rtlCol="0" anchor="t">
            <a:spAutoFit/>
          </a:bodyPr>
          <a:lstStyle/>
          <a:p>
            <a:pPr algn="ctr">
              <a:lnSpc>
                <a:spcPts val="11554"/>
              </a:lnSpc>
              <a:spcBef>
                <a:spcPct val="0"/>
              </a:spcBef>
            </a:pPr>
            <a:r>
              <a:rPr lang="en-US" sz="8253" b="1" u="sng">
                <a:solidFill>
                  <a:srgbClr val="FFF3DD"/>
                </a:solidFill>
                <a:latin typeface="Recoleta Bold"/>
                <a:ea typeface="Recoleta Bold"/>
                <a:cs typeface="Recoleta Bold"/>
                <a:sym typeface="Recoleta Bold"/>
              </a:rPr>
              <a:t>Descrierea funcționării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3869"/>
        </a:solidFill>
        <a:effectLst/>
      </p:bgPr>
    </p:bg>
    <p:spTree>
      <p:nvGrpSpPr>
        <p:cNvPr id="1" name=""/>
        <p:cNvGrpSpPr/>
        <p:nvPr/>
      </p:nvGrpSpPr>
      <p:grpSpPr>
        <a:xfrm>
          <a:off x="0" y="0"/>
          <a:ext cx="0" cy="0"/>
          <a:chOff x="0" y="0"/>
          <a:chExt cx="0" cy="0"/>
        </a:xfrm>
      </p:grpSpPr>
      <p:sp>
        <p:nvSpPr>
          <p:cNvPr id="2" name="TextBox 2"/>
          <p:cNvSpPr txBox="1"/>
          <p:nvPr/>
        </p:nvSpPr>
        <p:spPr>
          <a:xfrm>
            <a:off x="250273" y="2572855"/>
            <a:ext cx="17787454" cy="7315201"/>
          </a:xfrm>
          <a:prstGeom prst="rect">
            <a:avLst/>
          </a:prstGeom>
        </p:spPr>
        <p:txBody>
          <a:bodyPr lIns="0" tIns="0" rIns="0" bIns="0" rtlCol="0" anchor="t">
            <a:spAutoFit/>
          </a:bodyPr>
          <a:lstStyle/>
          <a:p>
            <a:pPr marL="647694" lvl="1" indent="-323847" algn="l">
              <a:lnSpc>
                <a:spcPts val="4199"/>
              </a:lnSpc>
              <a:buFont typeface="Arial"/>
              <a:buChar char="•"/>
            </a:pPr>
            <a:r>
              <a:rPr lang="en-US" sz="2999">
                <a:solidFill>
                  <a:srgbClr val="FFF3DD"/>
                </a:solidFill>
                <a:latin typeface="Recoleta"/>
                <a:ea typeface="Recoleta"/>
                <a:cs typeface="Recoleta"/>
                <a:sym typeface="Recoleta"/>
              </a:rPr>
              <a:t>START = starea inițială a aparatului, în care grill-ul este oprit și utilizatorul urmează să aleagă funcția dorită.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DEZGHEȚARE = starea în care aparatul dezgheață alimentele, înainte de gătire.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PREPARARE= starea în care aparatul nu dezgheață alimentele si este gata sa le pregateasca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VITĂ = starea în care grill-ul gătește carne de vită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ALTELE= starea în care grill-ul nu gătește carne de vită si trebuie ales dintre pui si peste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PUI = starea în care grill-ul gătește carne de pui, ajustând automat temperatura și timpul potrivit.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PEȘTE = starea în care grill-ul gătește pește, ajustând automat temperatura și timpul potrivit.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TEMPERATURA MARE= starea în care grill-ul gătește un aliment selectat într-un timp foarte scurt și la temperatură ridicată.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TEMPERATURA MIC= starea în care grill-ul gătește lent, la temperatură scăzută, pentru un timp îndelungat.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FINALIZARE = starea în care aparatul a terminat prepararea si urmeaza sa anunte asta </a:t>
            </a:r>
          </a:p>
          <a:p>
            <a:pPr marL="647694" lvl="1" indent="-323847" algn="l">
              <a:lnSpc>
                <a:spcPts val="4199"/>
              </a:lnSpc>
              <a:buFont typeface="Arial"/>
              <a:buChar char="•"/>
            </a:pPr>
            <a:r>
              <a:rPr lang="en-US" sz="2999">
                <a:solidFill>
                  <a:srgbClr val="FFF3DD"/>
                </a:solidFill>
                <a:latin typeface="Recoleta"/>
                <a:ea typeface="Recoleta"/>
                <a:cs typeface="Recoleta"/>
                <a:sym typeface="Recoleta"/>
              </a:rPr>
              <a:t>STOP = starea finală a aparatului, în care grill-ul se oprește complet după finalizarea gătitului. </a:t>
            </a:r>
          </a:p>
        </p:txBody>
      </p:sp>
      <p:sp>
        <p:nvSpPr>
          <p:cNvPr id="3" name="Freeform 3"/>
          <p:cNvSpPr/>
          <p:nvPr/>
        </p:nvSpPr>
        <p:spPr>
          <a:xfrm>
            <a:off x="14742378" y="-325859"/>
            <a:ext cx="3960957" cy="2955864"/>
          </a:xfrm>
          <a:custGeom>
            <a:avLst/>
            <a:gdLst/>
            <a:ahLst/>
            <a:cxnLst/>
            <a:rect l="l" t="t" r="r" b="b"/>
            <a:pathLst>
              <a:path w="3960957" h="2955864">
                <a:moveTo>
                  <a:pt x="0" y="0"/>
                </a:moveTo>
                <a:lnTo>
                  <a:pt x="3960957" y="0"/>
                </a:lnTo>
                <a:lnTo>
                  <a:pt x="3960957" y="2955864"/>
                </a:lnTo>
                <a:lnTo>
                  <a:pt x="0" y="2955864"/>
                </a:lnTo>
                <a:lnTo>
                  <a:pt x="0" y="0"/>
                </a:lnTo>
                <a:close/>
              </a:path>
            </a:pathLst>
          </a:custGeom>
          <a:blipFill>
            <a:blip r:embed="rId2"/>
            <a:stretch>
              <a:fillRect/>
            </a:stretch>
          </a:blipFill>
        </p:spPr>
        <p:txBody>
          <a:bodyPr/>
          <a:lstStyle/>
          <a:p>
            <a:endParaRPr lang="en-GB"/>
          </a:p>
        </p:txBody>
      </p:sp>
      <p:sp>
        <p:nvSpPr>
          <p:cNvPr id="4" name="Freeform 4"/>
          <p:cNvSpPr/>
          <p:nvPr/>
        </p:nvSpPr>
        <p:spPr>
          <a:xfrm flipH="1">
            <a:off x="-420209" y="-325859"/>
            <a:ext cx="3960957" cy="2955864"/>
          </a:xfrm>
          <a:custGeom>
            <a:avLst/>
            <a:gdLst/>
            <a:ahLst/>
            <a:cxnLst/>
            <a:rect l="l" t="t" r="r" b="b"/>
            <a:pathLst>
              <a:path w="3960957" h="2955864">
                <a:moveTo>
                  <a:pt x="3960957" y="0"/>
                </a:moveTo>
                <a:lnTo>
                  <a:pt x="0" y="0"/>
                </a:lnTo>
                <a:lnTo>
                  <a:pt x="0" y="2955864"/>
                </a:lnTo>
                <a:lnTo>
                  <a:pt x="3960957" y="2955864"/>
                </a:lnTo>
                <a:lnTo>
                  <a:pt x="3960957" y="0"/>
                </a:lnTo>
                <a:close/>
              </a:path>
            </a:pathLst>
          </a:custGeom>
          <a:blipFill>
            <a:blip r:embed="rId2"/>
            <a:stretch>
              <a:fillRect/>
            </a:stretch>
          </a:blipFill>
        </p:spPr>
        <p:txBody>
          <a:bodyPr/>
          <a:lstStyle/>
          <a:p>
            <a:endParaRPr lang="en-GB"/>
          </a:p>
        </p:txBody>
      </p:sp>
      <p:sp>
        <p:nvSpPr>
          <p:cNvPr id="5" name="TextBox 5"/>
          <p:cNvSpPr txBox="1"/>
          <p:nvPr/>
        </p:nvSpPr>
        <p:spPr>
          <a:xfrm>
            <a:off x="3721723" y="75224"/>
            <a:ext cx="10841304" cy="1991773"/>
          </a:xfrm>
          <a:prstGeom prst="rect">
            <a:avLst/>
          </a:prstGeom>
        </p:spPr>
        <p:txBody>
          <a:bodyPr lIns="0" tIns="0" rIns="0" bIns="0" rtlCol="0" anchor="t">
            <a:spAutoFit/>
          </a:bodyPr>
          <a:lstStyle/>
          <a:p>
            <a:pPr algn="ctr">
              <a:lnSpc>
                <a:spcPts val="11554"/>
              </a:lnSpc>
              <a:spcBef>
                <a:spcPct val="0"/>
              </a:spcBef>
            </a:pPr>
            <a:r>
              <a:rPr lang="en-US" sz="8253" b="1" u="sng">
                <a:solidFill>
                  <a:srgbClr val="FFF3DD"/>
                </a:solidFill>
                <a:latin typeface="Recoleta Bold"/>
                <a:ea typeface="Recoleta Bold"/>
                <a:cs typeface="Recoleta Bold"/>
                <a:sym typeface="Recoleta Bold"/>
              </a:rPr>
              <a:t>Mod de implementare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sp>
        <p:nvSpPr>
          <p:cNvPr id="2" name="Freeform 2"/>
          <p:cNvSpPr/>
          <p:nvPr/>
        </p:nvSpPr>
        <p:spPr>
          <a:xfrm rot="-9997814">
            <a:off x="-4245097" y="-1963819"/>
            <a:ext cx="14465924" cy="14575238"/>
          </a:xfrm>
          <a:custGeom>
            <a:avLst/>
            <a:gdLst/>
            <a:ahLst/>
            <a:cxnLst/>
            <a:rect l="l" t="t" r="r" b="b"/>
            <a:pathLst>
              <a:path w="14465924" h="14575238">
                <a:moveTo>
                  <a:pt x="0" y="0"/>
                </a:moveTo>
                <a:lnTo>
                  <a:pt x="14465924" y="0"/>
                </a:lnTo>
                <a:lnTo>
                  <a:pt x="14465924" y="14575238"/>
                </a:lnTo>
                <a:lnTo>
                  <a:pt x="0" y="145752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421312">
            <a:off x="7675583" y="7000081"/>
            <a:ext cx="2936834" cy="3272238"/>
          </a:xfrm>
          <a:custGeom>
            <a:avLst/>
            <a:gdLst/>
            <a:ahLst/>
            <a:cxnLst/>
            <a:rect l="l" t="t" r="r" b="b"/>
            <a:pathLst>
              <a:path w="2936834" h="3272238">
                <a:moveTo>
                  <a:pt x="0" y="0"/>
                </a:moveTo>
                <a:lnTo>
                  <a:pt x="2936834" y="0"/>
                </a:lnTo>
                <a:lnTo>
                  <a:pt x="2936834" y="3272238"/>
                </a:lnTo>
                <a:lnTo>
                  <a:pt x="0" y="3272238"/>
                </a:lnTo>
                <a:lnTo>
                  <a:pt x="0" y="0"/>
                </a:lnTo>
                <a:close/>
              </a:path>
            </a:pathLst>
          </a:custGeom>
          <a:blipFill>
            <a:blip r:embed="rId4"/>
            <a:stretch>
              <a:fillRect/>
            </a:stretch>
          </a:blipFill>
          <a:ln cap="sq">
            <a:noFill/>
            <a:prstDash val="solid"/>
            <a:miter/>
          </a:ln>
        </p:spPr>
        <p:txBody>
          <a:bodyPr/>
          <a:lstStyle/>
          <a:p>
            <a:endParaRPr lang="en-GB"/>
          </a:p>
        </p:txBody>
      </p:sp>
      <p:sp>
        <p:nvSpPr>
          <p:cNvPr id="4" name="TextBox 4"/>
          <p:cNvSpPr txBox="1"/>
          <p:nvPr/>
        </p:nvSpPr>
        <p:spPr>
          <a:xfrm>
            <a:off x="2775632" y="182822"/>
            <a:ext cx="2303818" cy="984710"/>
          </a:xfrm>
          <a:prstGeom prst="rect">
            <a:avLst/>
          </a:prstGeom>
        </p:spPr>
        <p:txBody>
          <a:bodyPr lIns="0" tIns="0" rIns="0" bIns="0" rtlCol="0" anchor="t">
            <a:spAutoFit/>
          </a:bodyPr>
          <a:lstStyle/>
          <a:p>
            <a:pPr algn="ctr">
              <a:lnSpc>
                <a:spcPts val="7728"/>
              </a:lnSpc>
              <a:spcBef>
                <a:spcPct val="0"/>
              </a:spcBef>
            </a:pPr>
            <a:r>
              <a:rPr lang="en-US" sz="5520" b="1" u="sng">
                <a:solidFill>
                  <a:srgbClr val="FFF3DD"/>
                </a:solidFill>
                <a:latin typeface="Recoleta Bold"/>
                <a:ea typeface="Recoleta Bold"/>
                <a:cs typeface="Recoleta Bold"/>
                <a:sym typeface="Recoleta Bold"/>
              </a:rPr>
              <a:t>Decizii</a:t>
            </a:r>
          </a:p>
        </p:txBody>
      </p:sp>
      <p:sp>
        <p:nvSpPr>
          <p:cNvPr id="5" name="TextBox 5"/>
          <p:cNvSpPr txBox="1"/>
          <p:nvPr/>
        </p:nvSpPr>
        <p:spPr>
          <a:xfrm>
            <a:off x="13214694" y="60867"/>
            <a:ext cx="1722358" cy="967833"/>
          </a:xfrm>
          <a:prstGeom prst="rect">
            <a:avLst/>
          </a:prstGeom>
        </p:spPr>
        <p:txBody>
          <a:bodyPr lIns="0" tIns="0" rIns="0" bIns="0" rtlCol="0" anchor="t">
            <a:spAutoFit/>
          </a:bodyPr>
          <a:lstStyle/>
          <a:p>
            <a:pPr marL="0" lvl="0" indent="0" algn="ctr">
              <a:lnSpc>
                <a:spcPts val="7728"/>
              </a:lnSpc>
              <a:spcBef>
                <a:spcPct val="0"/>
              </a:spcBef>
            </a:pPr>
            <a:r>
              <a:rPr lang="en-US" sz="5520" b="1" u="sng" strike="noStrike">
                <a:solidFill>
                  <a:srgbClr val="173869"/>
                </a:solidFill>
                <a:latin typeface="Recoleta Bold"/>
                <a:ea typeface="Recoleta Bold"/>
                <a:cs typeface="Recoleta Bold"/>
                <a:sym typeface="Recoleta Bold"/>
              </a:rPr>
              <a:t>Ieșiri</a:t>
            </a:r>
          </a:p>
        </p:txBody>
      </p:sp>
      <p:sp>
        <p:nvSpPr>
          <p:cNvPr id="6" name="TextBox 6"/>
          <p:cNvSpPr txBox="1"/>
          <p:nvPr/>
        </p:nvSpPr>
        <p:spPr>
          <a:xfrm>
            <a:off x="128840" y="1630660"/>
            <a:ext cx="8115300" cy="8220711"/>
          </a:xfrm>
          <a:prstGeom prst="rect">
            <a:avLst/>
          </a:prstGeom>
        </p:spPr>
        <p:txBody>
          <a:bodyPr lIns="0" tIns="0" rIns="0" bIns="0" rtlCol="0" anchor="t">
            <a:spAutoFit/>
          </a:bodyPr>
          <a:lstStyle/>
          <a:p>
            <a:pPr marL="561336" lvl="1" indent="-280668" algn="l">
              <a:lnSpc>
                <a:spcPts val="3639"/>
              </a:lnSpc>
              <a:buFont typeface="Arial"/>
              <a:buChar char="•"/>
            </a:pPr>
            <a:r>
              <a:rPr lang="en-US" sz="2599">
                <a:solidFill>
                  <a:srgbClr val="FFF3DD"/>
                </a:solidFill>
                <a:latin typeface="Recoleta"/>
                <a:ea typeface="Recoleta"/>
                <a:cs typeface="Recoleta"/>
                <a:sym typeface="Recoleta"/>
              </a:rPr>
              <a:t>D1 = instrucțiunea de decizie în urma căreia utilizatorul alege dacă activează funcția de dezghețare sau trece direct la alegerea tipului de aliment. </a:t>
            </a:r>
          </a:p>
          <a:p>
            <a:pPr marL="561336" lvl="1" indent="-280668" algn="l">
              <a:lnSpc>
                <a:spcPts val="3639"/>
              </a:lnSpc>
              <a:buFont typeface="Arial"/>
              <a:buChar char="•"/>
            </a:pPr>
            <a:r>
              <a:rPr lang="en-US" sz="2599">
                <a:solidFill>
                  <a:srgbClr val="FFF3DD"/>
                </a:solidFill>
                <a:latin typeface="Recoleta"/>
                <a:ea typeface="Recoleta"/>
                <a:cs typeface="Recoleta"/>
                <a:sym typeface="Recoleta"/>
              </a:rPr>
              <a:t>D2 = instrucțiunea de decizie în urma căreia utilizatorul alege tipul de aliment care urmează a fi gătit (pui sau pește, ori  vită). </a:t>
            </a:r>
          </a:p>
          <a:p>
            <a:pPr marL="561336" lvl="1" indent="-280668" algn="l">
              <a:lnSpc>
                <a:spcPts val="3639"/>
              </a:lnSpc>
              <a:buFont typeface="Arial"/>
              <a:buChar char="•"/>
            </a:pPr>
            <a:r>
              <a:rPr lang="en-US" sz="2599">
                <a:solidFill>
                  <a:srgbClr val="FFF3DD"/>
                </a:solidFill>
                <a:latin typeface="Recoleta"/>
                <a:ea typeface="Recoleta"/>
                <a:cs typeface="Recoleta"/>
                <a:sym typeface="Recoleta"/>
              </a:rPr>
              <a:t>D3 = instrucțiunea de decizie în urma căreia utilizatorul selectează temperatura de gătire: mica sau mare. </a:t>
            </a:r>
          </a:p>
          <a:p>
            <a:pPr marL="561336" lvl="1" indent="-280668" algn="l">
              <a:lnSpc>
                <a:spcPts val="3639"/>
              </a:lnSpc>
              <a:buFont typeface="Arial"/>
              <a:buChar char="•"/>
            </a:pPr>
            <a:r>
              <a:rPr lang="en-US" sz="2599">
                <a:solidFill>
                  <a:srgbClr val="FFF3DD"/>
                </a:solidFill>
                <a:latin typeface="Recoleta"/>
                <a:ea typeface="Recoleta"/>
                <a:cs typeface="Recoleta"/>
                <a:sym typeface="Recoleta"/>
              </a:rPr>
              <a:t>D4= instrucțiunea de decizie în urma căreia utilizatorul alege tipul de aliment care urmează a fi gătit dintre cele ramase (pui sau pește). </a:t>
            </a:r>
          </a:p>
          <a:p>
            <a:pPr marL="561336" lvl="1" indent="-280668" algn="l">
              <a:lnSpc>
                <a:spcPts val="3639"/>
              </a:lnSpc>
              <a:buFont typeface="Arial"/>
              <a:buChar char="•"/>
            </a:pPr>
            <a:r>
              <a:rPr lang="en-US" sz="2599">
                <a:solidFill>
                  <a:srgbClr val="FFF3DD"/>
                </a:solidFill>
                <a:latin typeface="Recoleta"/>
                <a:ea typeface="Recoleta"/>
                <a:cs typeface="Recoleta"/>
                <a:sym typeface="Recoleta"/>
              </a:rPr>
              <a:t>D5 = instrucțiunea de decizie în urma căreia utilizatorul aleage dintre pui gătit lent sau pui gătit rapid (crusta). </a:t>
            </a:r>
          </a:p>
          <a:p>
            <a:pPr marL="561336" lvl="1" indent="-280668" algn="l">
              <a:lnSpc>
                <a:spcPts val="3639"/>
              </a:lnSpc>
              <a:buFont typeface="Arial"/>
              <a:buChar char="•"/>
            </a:pPr>
            <a:r>
              <a:rPr lang="en-US" sz="2599">
                <a:solidFill>
                  <a:srgbClr val="FFF3DD"/>
                </a:solidFill>
                <a:latin typeface="Recoleta"/>
                <a:ea typeface="Recoleta"/>
                <a:cs typeface="Recoleta"/>
                <a:sym typeface="Recoleta"/>
              </a:rPr>
              <a:t>X = decizie auxiliară pentru întoarcerea într-un punct anterior în cazul unei erori.</a:t>
            </a:r>
          </a:p>
        </p:txBody>
      </p:sp>
      <p:sp>
        <p:nvSpPr>
          <p:cNvPr id="7" name="TextBox 7"/>
          <p:cNvSpPr txBox="1"/>
          <p:nvPr/>
        </p:nvSpPr>
        <p:spPr>
          <a:xfrm>
            <a:off x="10364555" y="1630660"/>
            <a:ext cx="7422637" cy="7763510"/>
          </a:xfrm>
          <a:prstGeom prst="rect">
            <a:avLst/>
          </a:prstGeom>
        </p:spPr>
        <p:txBody>
          <a:bodyPr lIns="0" tIns="0" rIns="0" bIns="0" rtlCol="0" anchor="t">
            <a:spAutoFit/>
          </a:bodyPr>
          <a:lstStyle/>
          <a:p>
            <a:pPr marL="561339" lvl="1" indent="-280669" algn="l">
              <a:lnSpc>
                <a:spcPts val="3639"/>
              </a:lnSpc>
              <a:buFont typeface="Arial"/>
              <a:buChar char="•"/>
            </a:pPr>
            <a:r>
              <a:rPr lang="en-US" sz="2599">
                <a:solidFill>
                  <a:srgbClr val="173869"/>
                </a:solidFill>
                <a:latin typeface="Recoleta"/>
                <a:ea typeface="Recoleta"/>
                <a:cs typeface="Recoleta"/>
                <a:sym typeface="Recoleta"/>
              </a:rPr>
              <a:t>C1 = aparatul afișează pe display faptul că utilizatorul trebuie să aleagă dezghețarea sau nu. </a:t>
            </a:r>
          </a:p>
          <a:p>
            <a:pPr marL="561339" lvl="1" indent="-280669" algn="l">
              <a:lnSpc>
                <a:spcPts val="3639"/>
              </a:lnSpc>
              <a:buFont typeface="Arial"/>
              <a:buChar char="•"/>
            </a:pPr>
            <a:r>
              <a:rPr lang="en-US" sz="2599">
                <a:solidFill>
                  <a:srgbClr val="173869"/>
                </a:solidFill>
                <a:latin typeface="Recoleta"/>
                <a:ea typeface="Recoleta"/>
                <a:cs typeface="Recoleta"/>
                <a:sym typeface="Recoleta"/>
              </a:rPr>
              <a:t>C2 = aparatul emite un sunet în timpul procesului de dezghețare pentru a semnaliza utilizatorului stadiul operației. </a:t>
            </a:r>
          </a:p>
          <a:p>
            <a:pPr marL="561339" lvl="1" indent="-280669" algn="l">
              <a:lnSpc>
                <a:spcPts val="3639"/>
              </a:lnSpc>
              <a:buFont typeface="Arial"/>
              <a:buChar char="•"/>
            </a:pPr>
            <a:r>
              <a:rPr lang="en-US" sz="2599">
                <a:solidFill>
                  <a:srgbClr val="173869"/>
                </a:solidFill>
                <a:latin typeface="Recoleta"/>
                <a:ea typeface="Recoleta"/>
                <a:cs typeface="Recoleta"/>
                <a:sym typeface="Recoleta"/>
              </a:rPr>
              <a:t>C3 = aparatul afișează pe display tipul de aliment selectat si anume vită. </a:t>
            </a:r>
          </a:p>
          <a:p>
            <a:pPr marL="561339" lvl="1" indent="-280669" algn="l">
              <a:lnSpc>
                <a:spcPts val="3639"/>
              </a:lnSpc>
              <a:buFont typeface="Arial"/>
              <a:buChar char="•"/>
            </a:pPr>
            <a:r>
              <a:rPr lang="en-US" sz="2599">
                <a:solidFill>
                  <a:srgbClr val="173869"/>
                </a:solidFill>
                <a:latin typeface="Recoleta"/>
                <a:ea typeface="Recoleta"/>
                <a:cs typeface="Recoleta"/>
                <a:sym typeface="Recoleta"/>
              </a:rPr>
              <a:t>C4= aparatul afișează pe display faptul că utilizatorul trebuie să aleagă dintre pește și pui. </a:t>
            </a:r>
          </a:p>
          <a:p>
            <a:pPr marL="561339" lvl="1" indent="-280669" algn="l">
              <a:lnSpc>
                <a:spcPts val="3639"/>
              </a:lnSpc>
              <a:buFont typeface="Arial"/>
              <a:buChar char="•"/>
            </a:pPr>
            <a:r>
              <a:rPr lang="en-US" sz="2599">
                <a:solidFill>
                  <a:srgbClr val="173869"/>
                </a:solidFill>
                <a:latin typeface="Recoleta"/>
                <a:ea typeface="Recoleta"/>
                <a:cs typeface="Recoleta"/>
                <a:sym typeface="Recoleta"/>
              </a:rPr>
              <a:t>C5= aparatul afișează pe display faptul că utilizatorul trebuie să aleagă dintre pui gătit lent sau pui gătit rapid (crusta). </a:t>
            </a:r>
          </a:p>
          <a:p>
            <a:pPr marL="561339" lvl="1" indent="-280669" algn="l">
              <a:lnSpc>
                <a:spcPts val="3639"/>
              </a:lnSpc>
              <a:buFont typeface="Arial"/>
              <a:buChar char="•"/>
            </a:pPr>
            <a:r>
              <a:rPr lang="en-US" sz="2599">
                <a:solidFill>
                  <a:srgbClr val="173869"/>
                </a:solidFill>
                <a:latin typeface="Recoleta"/>
                <a:ea typeface="Recoleta"/>
                <a:cs typeface="Recoleta"/>
                <a:sym typeface="Recoleta"/>
              </a:rPr>
              <a:t>C6= aparatul afișează pe display un mesaj care anunță că procesul de gătire s-a încheiat.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sp>
        <p:nvSpPr>
          <p:cNvPr id="2" name="Freeform 2"/>
          <p:cNvSpPr/>
          <p:nvPr/>
        </p:nvSpPr>
        <p:spPr>
          <a:xfrm>
            <a:off x="1407000" y="1335905"/>
            <a:ext cx="15822468" cy="7792566"/>
          </a:xfrm>
          <a:custGeom>
            <a:avLst/>
            <a:gdLst/>
            <a:ahLst/>
            <a:cxnLst/>
            <a:rect l="l" t="t" r="r" b="b"/>
            <a:pathLst>
              <a:path w="15822468" h="7792566">
                <a:moveTo>
                  <a:pt x="0" y="0"/>
                </a:moveTo>
                <a:lnTo>
                  <a:pt x="15822468" y="0"/>
                </a:lnTo>
                <a:lnTo>
                  <a:pt x="15822468" y="7792566"/>
                </a:lnTo>
                <a:lnTo>
                  <a:pt x="0" y="77925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3205325" y="2191486"/>
            <a:ext cx="11000137" cy="5904028"/>
          </a:xfrm>
          <a:custGeom>
            <a:avLst/>
            <a:gdLst/>
            <a:ahLst/>
            <a:cxnLst/>
            <a:rect l="l" t="t" r="r" b="b"/>
            <a:pathLst>
              <a:path w="11000137" h="5904028">
                <a:moveTo>
                  <a:pt x="0" y="0"/>
                </a:moveTo>
                <a:lnTo>
                  <a:pt x="11000137" y="0"/>
                </a:lnTo>
                <a:lnTo>
                  <a:pt x="11000137" y="5904028"/>
                </a:lnTo>
                <a:lnTo>
                  <a:pt x="0" y="5904028"/>
                </a:lnTo>
                <a:lnTo>
                  <a:pt x="0" y="0"/>
                </a:lnTo>
                <a:close/>
              </a:path>
            </a:pathLst>
          </a:custGeom>
          <a:blipFill>
            <a:blip r:embed="rId4"/>
            <a:stretch>
              <a:fillRect/>
            </a:stretch>
          </a:blipFill>
        </p:spPr>
        <p:txBody>
          <a:bodyPr/>
          <a:lstStyle/>
          <a:p>
            <a:endParaRPr lang="en-GB"/>
          </a:p>
        </p:txBody>
      </p:sp>
      <p:grpSp>
        <p:nvGrpSpPr>
          <p:cNvPr id="4" name="Group 4"/>
          <p:cNvGrpSpPr/>
          <p:nvPr/>
        </p:nvGrpSpPr>
        <p:grpSpPr>
          <a:xfrm>
            <a:off x="7683818" y="4072890"/>
            <a:ext cx="863918" cy="1686877"/>
            <a:chOff x="0" y="0"/>
            <a:chExt cx="1151890" cy="2249170"/>
          </a:xfrm>
        </p:grpSpPr>
        <p:sp>
          <p:nvSpPr>
            <p:cNvPr id="5" name="Freeform 5"/>
            <p:cNvSpPr/>
            <p:nvPr/>
          </p:nvSpPr>
          <p:spPr>
            <a:xfrm>
              <a:off x="46990" y="49530"/>
              <a:ext cx="1082040" cy="2148840"/>
            </a:xfrm>
            <a:custGeom>
              <a:avLst/>
              <a:gdLst/>
              <a:ahLst/>
              <a:cxnLst/>
              <a:rect l="l" t="t" r="r" b="b"/>
              <a:pathLst>
                <a:path w="1082040" h="2148840">
                  <a:moveTo>
                    <a:pt x="485140" y="1393190"/>
                  </a:moveTo>
                  <a:cubicBezTo>
                    <a:pt x="528320" y="1789430"/>
                    <a:pt x="525780" y="1794510"/>
                    <a:pt x="519430" y="1803400"/>
                  </a:cubicBezTo>
                  <a:cubicBezTo>
                    <a:pt x="510540" y="1813560"/>
                    <a:pt x="495300" y="1826260"/>
                    <a:pt x="480060" y="1828800"/>
                  </a:cubicBezTo>
                  <a:cubicBezTo>
                    <a:pt x="466090" y="1832610"/>
                    <a:pt x="447040" y="1830070"/>
                    <a:pt x="434340" y="1823720"/>
                  </a:cubicBezTo>
                  <a:cubicBezTo>
                    <a:pt x="421640" y="1816100"/>
                    <a:pt x="414020" y="1808480"/>
                    <a:pt x="403860" y="1788160"/>
                  </a:cubicBezTo>
                  <a:cubicBezTo>
                    <a:pt x="377190" y="1729740"/>
                    <a:pt x="356870" y="1545590"/>
                    <a:pt x="340360" y="1403350"/>
                  </a:cubicBezTo>
                  <a:cubicBezTo>
                    <a:pt x="318770" y="1229360"/>
                    <a:pt x="302260" y="981710"/>
                    <a:pt x="293370" y="816610"/>
                  </a:cubicBezTo>
                  <a:cubicBezTo>
                    <a:pt x="287020" y="697230"/>
                    <a:pt x="281940" y="619760"/>
                    <a:pt x="284480" y="506730"/>
                  </a:cubicBezTo>
                  <a:cubicBezTo>
                    <a:pt x="287020" y="370840"/>
                    <a:pt x="290830" y="132080"/>
                    <a:pt x="314960" y="58420"/>
                  </a:cubicBezTo>
                  <a:cubicBezTo>
                    <a:pt x="322580" y="31750"/>
                    <a:pt x="334010" y="17780"/>
                    <a:pt x="345440" y="8890"/>
                  </a:cubicBezTo>
                  <a:cubicBezTo>
                    <a:pt x="354330" y="2540"/>
                    <a:pt x="364490" y="0"/>
                    <a:pt x="374650" y="1270"/>
                  </a:cubicBezTo>
                  <a:cubicBezTo>
                    <a:pt x="387350" y="1270"/>
                    <a:pt x="406400" y="5080"/>
                    <a:pt x="417830" y="15240"/>
                  </a:cubicBezTo>
                  <a:cubicBezTo>
                    <a:pt x="429260" y="26670"/>
                    <a:pt x="429260" y="50800"/>
                    <a:pt x="440690" y="68580"/>
                  </a:cubicBezTo>
                  <a:cubicBezTo>
                    <a:pt x="454660" y="90170"/>
                    <a:pt x="478790" y="102870"/>
                    <a:pt x="499110" y="132080"/>
                  </a:cubicBezTo>
                  <a:cubicBezTo>
                    <a:pt x="532130" y="179070"/>
                    <a:pt x="565150" y="254000"/>
                    <a:pt x="604520" y="340360"/>
                  </a:cubicBezTo>
                  <a:cubicBezTo>
                    <a:pt x="664210" y="471170"/>
                    <a:pt x="748030" y="662940"/>
                    <a:pt x="810260" y="849630"/>
                  </a:cubicBezTo>
                  <a:cubicBezTo>
                    <a:pt x="883920" y="1068070"/>
                    <a:pt x="970280" y="1395730"/>
                    <a:pt x="1007110" y="1570990"/>
                  </a:cubicBezTo>
                  <a:cubicBezTo>
                    <a:pt x="1027430" y="1671320"/>
                    <a:pt x="1032510" y="1728470"/>
                    <a:pt x="1040130" y="1809750"/>
                  </a:cubicBezTo>
                  <a:cubicBezTo>
                    <a:pt x="1049020" y="1894840"/>
                    <a:pt x="1082040" y="2015490"/>
                    <a:pt x="1052830" y="2071370"/>
                  </a:cubicBezTo>
                  <a:cubicBezTo>
                    <a:pt x="1031240" y="2113280"/>
                    <a:pt x="970280" y="2146300"/>
                    <a:pt x="934720" y="2147570"/>
                  </a:cubicBezTo>
                  <a:cubicBezTo>
                    <a:pt x="906780" y="2148840"/>
                    <a:pt x="882650" y="2124710"/>
                    <a:pt x="858520" y="2104390"/>
                  </a:cubicBezTo>
                  <a:cubicBezTo>
                    <a:pt x="829310" y="2078990"/>
                    <a:pt x="811530" y="2054860"/>
                    <a:pt x="777240" y="2001520"/>
                  </a:cubicBezTo>
                  <a:cubicBezTo>
                    <a:pt x="690880" y="1868170"/>
                    <a:pt x="496570" y="1457960"/>
                    <a:pt x="393700" y="1238250"/>
                  </a:cubicBezTo>
                  <a:cubicBezTo>
                    <a:pt x="318770" y="1074420"/>
                    <a:pt x="269240" y="962660"/>
                    <a:pt x="208280" y="803910"/>
                  </a:cubicBezTo>
                  <a:cubicBezTo>
                    <a:pt x="138430" y="615950"/>
                    <a:pt x="17780" y="287020"/>
                    <a:pt x="3810" y="181610"/>
                  </a:cubicBezTo>
                  <a:cubicBezTo>
                    <a:pt x="0" y="147320"/>
                    <a:pt x="0" y="129540"/>
                    <a:pt x="8890" y="111760"/>
                  </a:cubicBezTo>
                  <a:cubicBezTo>
                    <a:pt x="15240" y="97790"/>
                    <a:pt x="27940" y="87630"/>
                    <a:pt x="40640" y="81280"/>
                  </a:cubicBezTo>
                  <a:cubicBezTo>
                    <a:pt x="53340" y="76200"/>
                    <a:pt x="72390" y="76200"/>
                    <a:pt x="85090" y="80010"/>
                  </a:cubicBezTo>
                  <a:cubicBezTo>
                    <a:pt x="93980" y="82550"/>
                    <a:pt x="99060" y="85090"/>
                    <a:pt x="109220" y="95250"/>
                  </a:cubicBezTo>
                  <a:cubicBezTo>
                    <a:pt x="142240" y="127000"/>
                    <a:pt x="226060" y="250190"/>
                    <a:pt x="273050" y="321310"/>
                  </a:cubicBezTo>
                  <a:cubicBezTo>
                    <a:pt x="312420" y="379730"/>
                    <a:pt x="332740" y="414020"/>
                    <a:pt x="374650" y="490220"/>
                  </a:cubicBezTo>
                  <a:cubicBezTo>
                    <a:pt x="454660" y="641350"/>
                    <a:pt x="632460" y="1009650"/>
                    <a:pt x="706120" y="1179830"/>
                  </a:cubicBezTo>
                  <a:cubicBezTo>
                    <a:pt x="746760" y="1276350"/>
                    <a:pt x="786130" y="1365250"/>
                    <a:pt x="792480" y="1412240"/>
                  </a:cubicBezTo>
                  <a:cubicBezTo>
                    <a:pt x="796290" y="1433830"/>
                    <a:pt x="796290" y="1445260"/>
                    <a:pt x="789940" y="1457960"/>
                  </a:cubicBezTo>
                  <a:cubicBezTo>
                    <a:pt x="783590" y="1470660"/>
                    <a:pt x="770890" y="1484630"/>
                    <a:pt x="758190" y="1489710"/>
                  </a:cubicBezTo>
                  <a:cubicBezTo>
                    <a:pt x="744220" y="1494790"/>
                    <a:pt x="726440" y="1496060"/>
                    <a:pt x="712470" y="1492250"/>
                  </a:cubicBezTo>
                  <a:cubicBezTo>
                    <a:pt x="698500" y="1487170"/>
                    <a:pt x="685800" y="1478280"/>
                    <a:pt x="676910" y="1464310"/>
                  </a:cubicBezTo>
                  <a:cubicBezTo>
                    <a:pt x="662940" y="1441450"/>
                    <a:pt x="666750" y="1403350"/>
                    <a:pt x="654050" y="1363980"/>
                  </a:cubicBezTo>
                  <a:cubicBezTo>
                    <a:pt x="632460" y="1299210"/>
                    <a:pt x="582930" y="1187450"/>
                    <a:pt x="547370" y="1115060"/>
                  </a:cubicBezTo>
                  <a:cubicBezTo>
                    <a:pt x="518160" y="1055370"/>
                    <a:pt x="492760" y="1005840"/>
                    <a:pt x="459740" y="955040"/>
                  </a:cubicBezTo>
                  <a:cubicBezTo>
                    <a:pt x="426720" y="904240"/>
                    <a:pt x="360680" y="847090"/>
                    <a:pt x="350520" y="807720"/>
                  </a:cubicBezTo>
                  <a:cubicBezTo>
                    <a:pt x="344170" y="784860"/>
                    <a:pt x="347980" y="763270"/>
                    <a:pt x="358140" y="749300"/>
                  </a:cubicBezTo>
                  <a:cubicBezTo>
                    <a:pt x="368300" y="734060"/>
                    <a:pt x="392430" y="721360"/>
                    <a:pt x="410210" y="721360"/>
                  </a:cubicBezTo>
                  <a:cubicBezTo>
                    <a:pt x="427990" y="721360"/>
                    <a:pt x="454660" y="732790"/>
                    <a:pt x="463550" y="749300"/>
                  </a:cubicBezTo>
                  <a:cubicBezTo>
                    <a:pt x="473710" y="769620"/>
                    <a:pt x="452120" y="797560"/>
                    <a:pt x="450850" y="840740"/>
                  </a:cubicBezTo>
                  <a:cubicBezTo>
                    <a:pt x="445770" y="937260"/>
                    <a:pt x="448310" y="1149350"/>
                    <a:pt x="467360" y="1318260"/>
                  </a:cubicBezTo>
                  <a:cubicBezTo>
                    <a:pt x="488950" y="1513840"/>
                    <a:pt x="572770" y="1828800"/>
                    <a:pt x="584200" y="1943100"/>
                  </a:cubicBezTo>
                  <a:cubicBezTo>
                    <a:pt x="588010" y="1986280"/>
                    <a:pt x="591820" y="2010410"/>
                    <a:pt x="585470" y="2033270"/>
                  </a:cubicBezTo>
                  <a:cubicBezTo>
                    <a:pt x="580390" y="2048510"/>
                    <a:pt x="572770" y="2061210"/>
                    <a:pt x="560070" y="2068830"/>
                  </a:cubicBezTo>
                  <a:cubicBezTo>
                    <a:pt x="544830" y="2078990"/>
                    <a:pt x="514350" y="2085340"/>
                    <a:pt x="495300" y="2078990"/>
                  </a:cubicBezTo>
                  <a:cubicBezTo>
                    <a:pt x="477520" y="2072640"/>
                    <a:pt x="457200" y="2048510"/>
                    <a:pt x="450850" y="2032000"/>
                  </a:cubicBezTo>
                  <a:cubicBezTo>
                    <a:pt x="445770" y="2018030"/>
                    <a:pt x="448310" y="2000250"/>
                    <a:pt x="453390" y="1987550"/>
                  </a:cubicBezTo>
                  <a:cubicBezTo>
                    <a:pt x="459740" y="1974850"/>
                    <a:pt x="469900" y="1959610"/>
                    <a:pt x="482600" y="1953260"/>
                  </a:cubicBezTo>
                  <a:cubicBezTo>
                    <a:pt x="499110" y="1945640"/>
                    <a:pt x="530860" y="1941830"/>
                    <a:pt x="548640" y="1950720"/>
                  </a:cubicBezTo>
                  <a:cubicBezTo>
                    <a:pt x="565150" y="1958340"/>
                    <a:pt x="584200" y="1983740"/>
                    <a:pt x="588010" y="2002790"/>
                  </a:cubicBezTo>
                  <a:cubicBezTo>
                    <a:pt x="590550" y="2021840"/>
                    <a:pt x="580390" y="2051050"/>
                    <a:pt x="566420" y="2065020"/>
                  </a:cubicBezTo>
                  <a:cubicBezTo>
                    <a:pt x="552450" y="2077720"/>
                    <a:pt x="521970" y="2085340"/>
                    <a:pt x="502920" y="2081530"/>
                  </a:cubicBezTo>
                  <a:cubicBezTo>
                    <a:pt x="483870" y="2077720"/>
                    <a:pt x="464820" y="2061210"/>
                    <a:pt x="453390" y="2038350"/>
                  </a:cubicBezTo>
                  <a:cubicBezTo>
                    <a:pt x="435610" y="2002790"/>
                    <a:pt x="448310" y="1932940"/>
                    <a:pt x="438150" y="1868170"/>
                  </a:cubicBezTo>
                  <a:cubicBezTo>
                    <a:pt x="425450" y="1779270"/>
                    <a:pt x="388620" y="1649730"/>
                    <a:pt x="372110" y="1551940"/>
                  </a:cubicBezTo>
                  <a:cubicBezTo>
                    <a:pt x="358140" y="1469390"/>
                    <a:pt x="350520" y="1403350"/>
                    <a:pt x="344170" y="1322070"/>
                  </a:cubicBezTo>
                  <a:cubicBezTo>
                    <a:pt x="336550" y="1233170"/>
                    <a:pt x="326390" y="1130300"/>
                    <a:pt x="330200" y="1042670"/>
                  </a:cubicBezTo>
                  <a:cubicBezTo>
                    <a:pt x="332740" y="965200"/>
                    <a:pt x="356870" y="872490"/>
                    <a:pt x="356870" y="821690"/>
                  </a:cubicBezTo>
                  <a:cubicBezTo>
                    <a:pt x="358140" y="795020"/>
                    <a:pt x="345440" y="778510"/>
                    <a:pt x="350520" y="762000"/>
                  </a:cubicBezTo>
                  <a:cubicBezTo>
                    <a:pt x="354330" y="748030"/>
                    <a:pt x="368300" y="735330"/>
                    <a:pt x="381000" y="728980"/>
                  </a:cubicBezTo>
                  <a:cubicBezTo>
                    <a:pt x="393700" y="721360"/>
                    <a:pt x="410210" y="717550"/>
                    <a:pt x="425450" y="722630"/>
                  </a:cubicBezTo>
                  <a:cubicBezTo>
                    <a:pt x="448310" y="730250"/>
                    <a:pt x="471170" y="759460"/>
                    <a:pt x="497840" y="791210"/>
                  </a:cubicBezTo>
                  <a:cubicBezTo>
                    <a:pt x="544830" y="850900"/>
                    <a:pt x="614680" y="972820"/>
                    <a:pt x="662940" y="1064260"/>
                  </a:cubicBezTo>
                  <a:cubicBezTo>
                    <a:pt x="708660" y="1151890"/>
                    <a:pt x="758190" y="1263650"/>
                    <a:pt x="778510" y="1330960"/>
                  </a:cubicBezTo>
                  <a:cubicBezTo>
                    <a:pt x="789940" y="1370330"/>
                    <a:pt x="797560" y="1402080"/>
                    <a:pt x="795020" y="1427480"/>
                  </a:cubicBezTo>
                  <a:cubicBezTo>
                    <a:pt x="795020" y="1445260"/>
                    <a:pt x="791210" y="1460500"/>
                    <a:pt x="782320" y="1470660"/>
                  </a:cubicBezTo>
                  <a:cubicBezTo>
                    <a:pt x="770890" y="1483360"/>
                    <a:pt x="745490" y="1496060"/>
                    <a:pt x="727710" y="1494790"/>
                  </a:cubicBezTo>
                  <a:cubicBezTo>
                    <a:pt x="709930" y="1493520"/>
                    <a:pt x="689610" y="1480820"/>
                    <a:pt x="676910" y="1464310"/>
                  </a:cubicBezTo>
                  <a:cubicBezTo>
                    <a:pt x="659130" y="1438910"/>
                    <a:pt x="665480" y="1395730"/>
                    <a:pt x="647700" y="1342390"/>
                  </a:cubicBezTo>
                  <a:cubicBezTo>
                    <a:pt x="605790" y="1224280"/>
                    <a:pt x="481330" y="962660"/>
                    <a:pt x="396240" y="795020"/>
                  </a:cubicBezTo>
                  <a:cubicBezTo>
                    <a:pt x="321310" y="648970"/>
                    <a:pt x="243840" y="505460"/>
                    <a:pt x="171450" y="391160"/>
                  </a:cubicBezTo>
                  <a:cubicBezTo>
                    <a:pt x="114300" y="300990"/>
                    <a:pt x="17780" y="205740"/>
                    <a:pt x="5080" y="156210"/>
                  </a:cubicBezTo>
                  <a:cubicBezTo>
                    <a:pt x="0" y="137160"/>
                    <a:pt x="1270" y="124460"/>
                    <a:pt x="8890" y="111760"/>
                  </a:cubicBezTo>
                  <a:cubicBezTo>
                    <a:pt x="16510" y="97790"/>
                    <a:pt x="38100" y="81280"/>
                    <a:pt x="54610" y="77470"/>
                  </a:cubicBezTo>
                  <a:cubicBezTo>
                    <a:pt x="68580" y="73660"/>
                    <a:pt x="86360" y="78740"/>
                    <a:pt x="97790" y="86360"/>
                  </a:cubicBezTo>
                  <a:cubicBezTo>
                    <a:pt x="109220" y="93980"/>
                    <a:pt x="118110" y="105410"/>
                    <a:pt x="124460" y="121920"/>
                  </a:cubicBezTo>
                  <a:cubicBezTo>
                    <a:pt x="137160" y="149860"/>
                    <a:pt x="133350" y="191770"/>
                    <a:pt x="147320" y="246380"/>
                  </a:cubicBezTo>
                  <a:cubicBezTo>
                    <a:pt x="176530" y="359410"/>
                    <a:pt x="257810" y="594360"/>
                    <a:pt x="320040" y="755650"/>
                  </a:cubicBezTo>
                  <a:cubicBezTo>
                    <a:pt x="378460" y="905510"/>
                    <a:pt x="430530" y="1022350"/>
                    <a:pt x="506730" y="1182370"/>
                  </a:cubicBezTo>
                  <a:cubicBezTo>
                    <a:pt x="607060" y="1397000"/>
                    <a:pt x="819150" y="1776730"/>
                    <a:pt x="882650" y="1918970"/>
                  </a:cubicBezTo>
                  <a:cubicBezTo>
                    <a:pt x="908050" y="1974850"/>
                    <a:pt x="920750" y="2039620"/>
                    <a:pt x="929640" y="2038350"/>
                  </a:cubicBezTo>
                  <a:cubicBezTo>
                    <a:pt x="937260" y="2037080"/>
                    <a:pt x="938530" y="1990090"/>
                    <a:pt x="938530" y="1950720"/>
                  </a:cubicBezTo>
                  <a:cubicBezTo>
                    <a:pt x="935990" y="1873250"/>
                    <a:pt x="920750" y="1737360"/>
                    <a:pt x="892810" y="1601470"/>
                  </a:cubicBezTo>
                  <a:cubicBezTo>
                    <a:pt x="853440" y="1404620"/>
                    <a:pt x="770890" y="1106170"/>
                    <a:pt x="698500" y="892810"/>
                  </a:cubicBezTo>
                  <a:cubicBezTo>
                    <a:pt x="636270" y="711200"/>
                    <a:pt x="562610" y="546100"/>
                    <a:pt x="492760" y="398780"/>
                  </a:cubicBezTo>
                  <a:cubicBezTo>
                    <a:pt x="434340" y="273050"/>
                    <a:pt x="314960" y="116840"/>
                    <a:pt x="314960" y="58420"/>
                  </a:cubicBezTo>
                  <a:cubicBezTo>
                    <a:pt x="313690" y="39370"/>
                    <a:pt x="325120" y="27940"/>
                    <a:pt x="334010" y="17780"/>
                  </a:cubicBezTo>
                  <a:cubicBezTo>
                    <a:pt x="340360" y="10160"/>
                    <a:pt x="349250" y="5080"/>
                    <a:pt x="359410" y="3810"/>
                  </a:cubicBezTo>
                  <a:cubicBezTo>
                    <a:pt x="374650" y="1270"/>
                    <a:pt x="403860" y="3810"/>
                    <a:pt x="417830" y="15240"/>
                  </a:cubicBezTo>
                  <a:cubicBezTo>
                    <a:pt x="430530" y="25400"/>
                    <a:pt x="436880" y="44450"/>
                    <a:pt x="440690" y="68580"/>
                  </a:cubicBezTo>
                  <a:cubicBezTo>
                    <a:pt x="445770" y="114300"/>
                    <a:pt x="416560" y="201930"/>
                    <a:pt x="410210" y="271780"/>
                  </a:cubicBezTo>
                  <a:cubicBezTo>
                    <a:pt x="403860" y="345440"/>
                    <a:pt x="401320" y="420370"/>
                    <a:pt x="401320" y="502920"/>
                  </a:cubicBezTo>
                  <a:cubicBezTo>
                    <a:pt x="401320" y="598170"/>
                    <a:pt x="405130" y="690880"/>
                    <a:pt x="411480" y="808990"/>
                  </a:cubicBezTo>
                  <a:cubicBezTo>
                    <a:pt x="421640" y="969010"/>
                    <a:pt x="436880" y="1206500"/>
                    <a:pt x="459740" y="1377950"/>
                  </a:cubicBezTo>
                  <a:cubicBezTo>
                    <a:pt x="478790" y="1522730"/>
                    <a:pt x="541020" y="1710690"/>
                    <a:pt x="530860" y="1774190"/>
                  </a:cubicBezTo>
                  <a:cubicBezTo>
                    <a:pt x="527050" y="1795780"/>
                    <a:pt x="519430" y="1805940"/>
                    <a:pt x="508000" y="1814830"/>
                  </a:cubicBezTo>
                  <a:cubicBezTo>
                    <a:pt x="497840" y="1824990"/>
                    <a:pt x="478790" y="1830070"/>
                    <a:pt x="464820" y="1831340"/>
                  </a:cubicBezTo>
                  <a:cubicBezTo>
                    <a:pt x="453390" y="1831340"/>
                    <a:pt x="444500" y="1828800"/>
                    <a:pt x="434340" y="1823720"/>
                  </a:cubicBezTo>
                  <a:cubicBezTo>
                    <a:pt x="422910" y="1816100"/>
                    <a:pt x="412750" y="1808480"/>
                    <a:pt x="403860" y="1788160"/>
                  </a:cubicBezTo>
                  <a:cubicBezTo>
                    <a:pt x="378460" y="1731010"/>
                    <a:pt x="353060" y="1475740"/>
                    <a:pt x="356870" y="1412240"/>
                  </a:cubicBezTo>
                  <a:cubicBezTo>
                    <a:pt x="356870" y="1389380"/>
                    <a:pt x="358140" y="1379220"/>
                    <a:pt x="367030" y="1366520"/>
                  </a:cubicBezTo>
                  <a:cubicBezTo>
                    <a:pt x="374650" y="1355090"/>
                    <a:pt x="388620" y="1342390"/>
                    <a:pt x="403860" y="1339850"/>
                  </a:cubicBezTo>
                  <a:cubicBezTo>
                    <a:pt x="420370" y="1336040"/>
                    <a:pt x="449580" y="1342390"/>
                    <a:pt x="462280" y="1352550"/>
                  </a:cubicBezTo>
                  <a:cubicBezTo>
                    <a:pt x="474980" y="1361440"/>
                    <a:pt x="485140" y="1393190"/>
                    <a:pt x="485140" y="1393190"/>
                  </a:cubicBezTo>
                </a:path>
              </a:pathLst>
            </a:custGeom>
            <a:solidFill>
              <a:srgbClr val="FFFCF1"/>
            </a:solidFill>
            <a:ln cap="sq">
              <a:noFill/>
              <a:prstDash val="solid"/>
              <a:miter/>
            </a:ln>
          </p:spPr>
          <p:txBody>
            <a:bodyPr/>
            <a:lstStyle/>
            <a:p>
              <a:endParaRPr lang="en-GB"/>
            </a:p>
          </p:txBody>
        </p:sp>
      </p:grpSp>
      <p:grpSp>
        <p:nvGrpSpPr>
          <p:cNvPr id="6" name="Group 6"/>
          <p:cNvGrpSpPr/>
          <p:nvPr/>
        </p:nvGrpSpPr>
        <p:grpSpPr>
          <a:xfrm>
            <a:off x="7734300" y="4409122"/>
            <a:ext cx="1839277" cy="1404938"/>
            <a:chOff x="0" y="0"/>
            <a:chExt cx="2452370" cy="1873250"/>
          </a:xfrm>
        </p:grpSpPr>
        <p:sp>
          <p:nvSpPr>
            <p:cNvPr id="7" name="Freeform 7"/>
            <p:cNvSpPr/>
            <p:nvPr/>
          </p:nvSpPr>
          <p:spPr>
            <a:xfrm>
              <a:off x="-2540" y="48260"/>
              <a:ext cx="2407920" cy="1808480"/>
            </a:xfrm>
            <a:custGeom>
              <a:avLst/>
              <a:gdLst/>
              <a:ahLst/>
              <a:cxnLst/>
              <a:rect l="l" t="t" r="r" b="b"/>
              <a:pathLst>
                <a:path w="2407920" h="1808480">
                  <a:moveTo>
                    <a:pt x="53340" y="728980"/>
                  </a:moveTo>
                  <a:cubicBezTo>
                    <a:pt x="554990" y="312420"/>
                    <a:pt x="577850" y="265430"/>
                    <a:pt x="615950" y="223520"/>
                  </a:cubicBezTo>
                  <a:cubicBezTo>
                    <a:pt x="647700" y="186690"/>
                    <a:pt x="675640" y="153670"/>
                    <a:pt x="709930" y="125730"/>
                  </a:cubicBezTo>
                  <a:cubicBezTo>
                    <a:pt x="745490" y="97790"/>
                    <a:pt x="784860" y="73660"/>
                    <a:pt x="825500" y="54610"/>
                  </a:cubicBezTo>
                  <a:cubicBezTo>
                    <a:pt x="866140" y="35560"/>
                    <a:pt x="910590" y="20320"/>
                    <a:pt x="953770" y="11430"/>
                  </a:cubicBezTo>
                  <a:cubicBezTo>
                    <a:pt x="998220" y="3810"/>
                    <a:pt x="1045210" y="0"/>
                    <a:pt x="1089660" y="2540"/>
                  </a:cubicBezTo>
                  <a:cubicBezTo>
                    <a:pt x="1134110" y="3810"/>
                    <a:pt x="1179830" y="11430"/>
                    <a:pt x="1223010" y="24130"/>
                  </a:cubicBezTo>
                  <a:cubicBezTo>
                    <a:pt x="1266190" y="36830"/>
                    <a:pt x="1319530" y="62230"/>
                    <a:pt x="1347470" y="78740"/>
                  </a:cubicBezTo>
                  <a:cubicBezTo>
                    <a:pt x="1363980" y="87630"/>
                    <a:pt x="1361440" y="96520"/>
                    <a:pt x="1383030" y="105410"/>
                  </a:cubicBezTo>
                  <a:cubicBezTo>
                    <a:pt x="1465580" y="137160"/>
                    <a:pt x="1908810" y="54610"/>
                    <a:pt x="2073910" y="171450"/>
                  </a:cubicBezTo>
                  <a:cubicBezTo>
                    <a:pt x="2240280" y="289560"/>
                    <a:pt x="2325370" y="632460"/>
                    <a:pt x="2374900" y="816610"/>
                  </a:cubicBezTo>
                  <a:cubicBezTo>
                    <a:pt x="2407920" y="942340"/>
                    <a:pt x="2402840" y="1145540"/>
                    <a:pt x="2402840" y="1150620"/>
                  </a:cubicBezTo>
                  <a:cubicBezTo>
                    <a:pt x="2402840" y="1151890"/>
                    <a:pt x="2397760" y="1179830"/>
                    <a:pt x="2397760" y="1192530"/>
                  </a:cubicBezTo>
                  <a:cubicBezTo>
                    <a:pt x="2397760" y="1201420"/>
                    <a:pt x="2400300" y="1209040"/>
                    <a:pt x="2399030" y="1217930"/>
                  </a:cubicBezTo>
                  <a:cubicBezTo>
                    <a:pt x="2397760" y="1226820"/>
                    <a:pt x="2392680" y="1235710"/>
                    <a:pt x="2391410" y="1247140"/>
                  </a:cubicBezTo>
                  <a:cubicBezTo>
                    <a:pt x="2387600" y="1261110"/>
                    <a:pt x="2385060" y="1297940"/>
                    <a:pt x="2385060" y="1299210"/>
                  </a:cubicBezTo>
                  <a:cubicBezTo>
                    <a:pt x="2385060" y="1299210"/>
                    <a:pt x="2363470" y="1355090"/>
                    <a:pt x="2358390" y="1369060"/>
                  </a:cubicBezTo>
                  <a:cubicBezTo>
                    <a:pt x="2355850" y="1374140"/>
                    <a:pt x="2355850" y="1375410"/>
                    <a:pt x="2354580" y="1379220"/>
                  </a:cubicBezTo>
                  <a:cubicBezTo>
                    <a:pt x="2352040" y="1386840"/>
                    <a:pt x="2349500" y="1403350"/>
                    <a:pt x="2345690" y="1410970"/>
                  </a:cubicBezTo>
                  <a:cubicBezTo>
                    <a:pt x="2343150" y="1414780"/>
                    <a:pt x="2340610" y="1417320"/>
                    <a:pt x="2338070" y="1421130"/>
                  </a:cubicBezTo>
                  <a:cubicBezTo>
                    <a:pt x="2335530" y="1426210"/>
                    <a:pt x="2331720" y="1437640"/>
                    <a:pt x="2331720" y="1437640"/>
                  </a:cubicBezTo>
                  <a:cubicBezTo>
                    <a:pt x="2331720" y="1438910"/>
                    <a:pt x="2303780" y="1479550"/>
                    <a:pt x="2289810" y="1499870"/>
                  </a:cubicBezTo>
                  <a:cubicBezTo>
                    <a:pt x="2275840" y="1520190"/>
                    <a:pt x="2247900" y="1559560"/>
                    <a:pt x="2247900" y="1560830"/>
                  </a:cubicBezTo>
                  <a:cubicBezTo>
                    <a:pt x="2246630" y="1560830"/>
                    <a:pt x="2240280" y="1565910"/>
                    <a:pt x="2237740" y="1568450"/>
                  </a:cubicBezTo>
                  <a:cubicBezTo>
                    <a:pt x="2236470" y="1570990"/>
                    <a:pt x="2235200" y="1573530"/>
                    <a:pt x="2232660" y="1576070"/>
                  </a:cubicBezTo>
                  <a:cubicBezTo>
                    <a:pt x="2228850" y="1581150"/>
                    <a:pt x="2217420" y="1587500"/>
                    <a:pt x="2209800" y="1593850"/>
                  </a:cubicBezTo>
                  <a:cubicBezTo>
                    <a:pt x="2203450" y="1598930"/>
                    <a:pt x="2199640" y="1602740"/>
                    <a:pt x="2192020" y="1610360"/>
                  </a:cubicBezTo>
                  <a:cubicBezTo>
                    <a:pt x="2178050" y="1623060"/>
                    <a:pt x="2136140" y="1658620"/>
                    <a:pt x="2136140" y="1659890"/>
                  </a:cubicBezTo>
                  <a:cubicBezTo>
                    <a:pt x="2134870" y="1659890"/>
                    <a:pt x="2106930" y="1673860"/>
                    <a:pt x="2095500" y="1681480"/>
                  </a:cubicBezTo>
                  <a:cubicBezTo>
                    <a:pt x="2086610" y="1686560"/>
                    <a:pt x="2081530" y="1692910"/>
                    <a:pt x="2073910" y="1697990"/>
                  </a:cubicBezTo>
                  <a:cubicBezTo>
                    <a:pt x="2066290" y="1701800"/>
                    <a:pt x="2057400" y="1701800"/>
                    <a:pt x="2047240" y="1706880"/>
                  </a:cubicBezTo>
                  <a:cubicBezTo>
                    <a:pt x="2034540" y="1711960"/>
                    <a:pt x="2004060" y="1728470"/>
                    <a:pt x="2004060" y="1728470"/>
                  </a:cubicBezTo>
                  <a:cubicBezTo>
                    <a:pt x="2004060" y="1728470"/>
                    <a:pt x="2004060" y="1729740"/>
                    <a:pt x="2004060" y="1729740"/>
                  </a:cubicBezTo>
                  <a:cubicBezTo>
                    <a:pt x="2002790" y="1729740"/>
                    <a:pt x="1946910" y="1742440"/>
                    <a:pt x="1931670" y="1747520"/>
                  </a:cubicBezTo>
                  <a:cubicBezTo>
                    <a:pt x="1924050" y="1748790"/>
                    <a:pt x="1920240" y="1750060"/>
                    <a:pt x="1913890" y="1751330"/>
                  </a:cubicBezTo>
                  <a:cubicBezTo>
                    <a:pt x="1905000" y="1753870"/>
                    <a:pt x="1892300" y="1760220"/>
                    <a:pt x="1884680" y="1761490"/>
                  </a:cubicBezTo>
                  <a:cubicBezTo>
                    <a:pt x="1879600" y="1761490"/>
                    <a:pt x="1877060" y="1760220"/>
                    <a:pt x="1873250" y="1761490"/>
                  </a:cubicBezTo>
                  <a:cubicBezTo>
                    <a:pt x="1869440" y="1761490"/>
                    <a:pt x="1859280" y="1765300"/>
                    <a:pt x="1859280" y="1765300"/>
                  </a:cubicBezTo>
                  <a:cubicBezTo>
                    <a:pt x="1858010" y="1765300"/>
                    <a:pt x="1809750" y="1765300"/>
                    <a:pt x="1784350" y="1765300"/>
                  </a:cubicBezTo>
                  <a:cubicBezTo>
                    <a:pt x="1760220" y="1765300"/>
                    <a:pt x="1710690" y="1765300"/>
                    <a:pt x="1709420" y="1765300"/>
                  </a:cubicBezTo>
                  <a:cubicBezTo>
                    <a:pt x="1709420" y="1765300"/>
                    <a:pt x="1699260" y="1761490"/>
                    <a:pt x="1695450" y="1761490"/>
                  </a:cubicBezTo>
                  <a:cubicBezTo>
                    <a:pt x="1691640" y="1760220"/>
                    <a:pt x="1689100" y="1761490"/>
                    <a:pt x="1684020" y="1761490"/>
                  </a:cubicBezTo>
                  <a:cubicBezTo>
                    <a:pt x="1676400" y="1760220"/>
                    <a:pt x="1663700" y="1753870"/>
                    <a:pt x="1654810" y="1751330"/>
                  </a:cubicBezTo>
                  <a:cubicBezTo>
                    <a:pt x="1648460" y="1748790"/>
                    <a:pt x="1645920" y="1748790"/>
                    <a:pt x="1637030" y="1747520"/>
                  </a:cubicBezTo>
                  <a:cubicBezTo>
                    <a:pt x="1621790" y="1743710"/>
                    <a:pt x="1565910" y="1729740"/>
                    <a:pt x="1564640" y="1729740"/>
                  </a:cubicBezTo>
                  <a:cubicBezTo>
                    <a:pt x="1564640" y="1728470"/>
                    <a:pt x="1555750" y="1719580"/>
                    <a:pt x="1549400" y="1720850"/>
                  </a:cubicBezTo>
                  <a:cubicBezTo>
                    <a:pt x="1534160" y="1722120"/>
                    <a:pt x="1518920" y="1760220"/>
                    <a:pt x="1480820" y="1772920"/>
                  </a:cubicBezTo>
                  <a:cubicBezTo>
                    <a:pt x="1370330" y="1808480"/>
                    <a:pt x="990600" y="1803400"/>
                    <a:pt x="762000" y="1761490"/>
                  </a:cubicBezTo>
                  <a:cubicBezTo>
                    <a:pt x="542290" y="1720850"/>
                    <a:pt x="254000" y="1689100"/>
                    <a:pt x="133350" y="1534160"/>
                  </a:cubicBezTo>
                  <a:cubicBezTo>
                    <a:pt x="0" y="1362710"/>
                    <a:pt x="53340" y="728980"/>
                    <a:pt x="53340" y="728980"/>
                  </a:cubicBezTo>
                </a:path>
              </a:pathLst>
            </a:custGeom>
            <a:solidFill>
              <a:srgbClr val="FFFCF1"/>
            </a:solidFill>
            <a:ln cap="sq">
              <a:noFill/>
              <a:prstDash val="solid"/>
              <a:miter/>
            </a:ln>
          </p:spPr>
          <p:txBody>
            <a:bodyPr/>
            <a:lstStyle/>
            <a:p>
              <a:endParaRPr lang="en-GB"/>
            </a:p>
          </p:txBody>
        </p:sp>
      </p:grpSp>
      <p:grpSp>
        <p:nvGrpSpPr>
          <p:cNvPr id="8" name="Group 8"/>
          <p:cNvGrpSpPr/>
          <p:nvPr/>
        </p:nvGrpSpPr>
        <p:grpSpPr>
          <a:xfrm>
            <a:off x="6622732" y="2163128"/>
            <a:ext cx="3806190" cy="1394460"/>
            <a:chOff x="0" y="0"/>
            <a:chExt cx="5074920" cy="1859280"/>
          </a:xfrm>
        </p:grpSpPr>
        <p:sp>
          <p:nvSpPr>
            <p:cNvPr id="9" name="Freeform 9"/>
            <p:cNvSpPr/>
            <p:nvPr/>
          </p:nvSpPr>
          <p:spPr>
            <a:xfrm>
              <a:off x="46990" y="2540"/>
              <a:ext cx="5029200" cy="1838960"/>
            </a:xfrm>
            <a:custGeom>
              <a:avLst/>
              <a:gdLst/>
              <a:ahLst/>
              <a:cxnLst/>
              <a:rect l="l" t="t" r="r" b="b"/>
              <a:pathLst>
                <a:path w="5029200" h="1838960">
                  <a:moveTo>
                    <a:pt x="579120" y="255270"/>
                  </a:moveTo>
                  <a:cubicBezTo>
                    <a:pt x="1626870" y="259080"/>
                    <a:pt x="1804670" y="238760"/>
                    <a:pt x="2000250" y="247650"/>
                  </a:cubicBezTo>
                  <a:cubicBezTo>
                    <a:pt x="2198370" y="257810"/>
                    <a:pt x="2396490" y="320040"/>
                    <a:pt x="2595880" y="318770"/>
                  </a:cubicBezTo>
                  <a:cubicBezTo>
                    <a:pt x="2796540" y="316230"/>
                    <a:pt x="3006090" y="281940"/>
                    <a:pt x="3199130" y="236220"/>
                  </a:cubicBezTo>
                  <a:cubicBezTo>
                    <a:pt x="3388360" y="190500"/>
                    <a:pt x="3556000" y="77470"/>
                    <a:pt x="3746500" y="48260"/>
                  </a:cubicBezTo>
                  <a:cubicBezTo>
                    <a:pt x="3940810" y="19050"/>
                    <a:pt x="4166870" y="0"/>
                    <a:pt x="4356100" y="67310"/>
                  </a:cubicBezTo>
                  <a:cubicBezTo>
                    <a:pt x="4556760" y="138430"/>
                    <a:pt x="4806950" y="312420"/>
                    <a:pt x="4907280" y="487680"/>
                  </a:cubicBezTo>
                  <a:cubicBezTo>
                    <a:pt x="4997450" y="643890"/>
                    <a:pt x="5029200" y="852170"/>
                    <a:pt x="4977130" y="1040130"/>
                  </a:cubicBezTo>
                  <a:cubicBezTo>
                    <a:pt x="4907280" y="1289050"/>
                    <a:pt x="4535170" y="1731010"/>
                    <a:pt x="4368800" y="1805940"/>
                  </a:cubicBezTo>
                  <a:cubicBezTo>
                    <a:pt x="4292600" y="1838960"/>
                    <a:pt x="4229100" y="1807210"/>
                    <a:pt x="4163060" y="1793240"/>
                  </a:cubicBezTo>
                  <a:cubicBezTo>
                    <a:pt x="4097020" y="1778000"/>
                    <a:pt x="4029710" y="1750060"/>
                    <a:pt x="3972560" y="1714500"/>
                  </a:cubicBezTo>
                  <a:cubicBezTo>
                    <a:pt x="3914140" y="1678940"/>
                    <a:pt x="3859530" y="1631950"/>
                    <a:pt x="3816350" y="1579880"/>
                  </a:cubicBezTo>
                  <a:cubicBezTo>
                    <a:pt x="3773170" y="1527810"/>
                    <a:pt x="3736340" y="1465580"/>
                    <a:pt x="3710940" y="1403350"/>
                  </a:cubicBezTo>
                  <a:cubicBezTo>
                    <a:pt x="3686810" y="1339850"/>
                    <a:pt x="3671570" y="1268730"/>
                    <a:pt x="3669030" y="1201420"/>
                  </a:cubicBezTo>
                  <a:cubicBezTo>
                    <a:pt x="3665220" y="1134110"/>
                    <a:pt x="3674110" y="1061720"/>
                    <a:pt x="3693160" y="996950"/>
                  </a:cubicBezTo>
                  <a:cubicBezTo>
                    <a:pt x="3710940" y="930910"/>
                    <a:pt x="3742690" y="866140"/>
                    <a:pt x="3780790" y="810260"/>
                  </a:cubicBezTo>
                  <a:cubicBezTo>
                    <a:pt x="3818890" y="754380"/>
                    <a:pt x="3869690" y="702310"/>
                    <a:pt x="3923030" y="661670"/>
                  </a:cubicBezTo>
                  <a:cubicBezTo>
                    <a:pt x="3977640" y="621030"/>
                    <a:pt x="4042410" y="588010"/>
                    <a:pt x="4105910" y="566420"/>
                  </a:cubicBezTo>
                  <a:cubicBezTo>
                    <a:pt x="4170680" y="546100"/>
                    <a:pt x="4241800" y="534670"/>
                    <a:pt x="4310380" y="534670"/>
                  </a:cubicBezTo>
                  <a:cubicBezTo>
                    <a:pt x="4377690" y="535940"/>
                    <a:pt x="4448810" y="547370"/>
                    <a:pt x="4513580" y="570230"/>
                  </a:cubicBezTo>
                  <a:cubicBezTo>
                    <a:pt x="4577080" y="591820"/>
                    <a:pt x="4640580" y="626110"/>
                    <a:pt x="4693920" y="668020"/>
                  </a:cubicBezTo>
                  <a:cubicBezTo>
                    <a:pt x="4748530" y="709930"/>
                    <a:pt x="4796790" y="762000"/>
                    <a:pt x="4834890" y="819150"/>
                  </a:cubicBezTo>
                  <a:cubicBezTo>
                    <a:pt x="4872990" y="875030"/>
                    <a:pt x="4902200" y="941070"/>
                    <a:pt x="4919980" y="1007110"/>
                  </a:cubicBezTo>
                  <a:cubicBezTo>
                    <a:pt x="4937760" y="1071880"/>
                    <a:pt x="4944110" y="1144270"/>
                    <a:pt x="4940300" y="1211580"/>
                  </a:cubicBezTo>
                  <a:cubicBezTo>
                    <a:pt x="4936490" y="1278890"/>
                    <a:pt x="4919980" y="1350010"/>
                    <a:pt x="4894580" y="1412240"/>
                  </a:cubicBezTo>
                  <a:cubicBezTo>
                    <a:pt x="4869180" y="1475740"/>
                    <a:pt x="4831080" y="1536700"/>
                    <a:pt x="4786630" y="1587500"/>
                  </a:cubicBezTo>
                  <a:cubicBezTo>
                    <a:pt x="4742180" y="1639570"/>
                    <a:pt x="4687570" y="1685290"/>
                    <a:pt x="4629150" y="1719580"/>
                  </a:cubicBezTo>
                  <a:cubicBezTo>
                    <a:pt x="4570730" y="1755140"/>
                    <a:pt x="4503420" y="1780540"/>
                    <a:pt x="4436110" y="1794510"/>
                  </a:cubicBezTo>
                  <a:cubicBezTo>
                    <a:pt x="4370070" y="1808480"/>
                    <a:pt x="4297680" y="1812290"/>
                    <a:pt x="4230370" y="1804670"/>
                  </a:cubicBezTo>
                  <a:cubicBezTo>
                    <a:pt x="4163060" y="1797050"/>
                    <a:pt x="4094480" y="1776730"/>
                    <a:pt x="4032250" y="1747520"/>
                  </a:cubicBezTo>
                  <a:cubicBezTo>
                    <a:pt x="3971290" y="1718310"/>
                    <a:pt x="3911600" y="1677670"/>
                    <a:pt x="3863340" y="1630680"/>
                  </a:cubicBezTo>
                  <a:cubicBezTo>
                    <a:pt x="3813810" y="1583690"/>
                    <a:pt x="3770630" y="1525270"/>
                    <a:pt x="3740150" y="1465580"/>
                  </a:cubicBezTo>
                  <a:cubicBezTo>
                    <a:pt x="3708400" y="1405890"/>
                    <a:pt x="3685540" y="1337310"/>
                    <a:pt x="3675380" y="1270000"/>
                  </a:cubicBezTo>
                  <a:cubicBezTo>
                    <a:pt x="3665220" y="1202690"/>
                    <a:pt x="3666490" y="1130300"/>
                    <a:pt x="3677920" y="1064260"/>
                  </a:cubicBezTo>
                  <a:cubicBezTo>
                    <a:pt x="3689350" y="996950"/>
                    <a:pt x="3712210" y="928370"/>
                    <a:pt x="3745230" y="868680"/>
                  </a:cubicBezTo>
                  <a:cubicBezTo>
                    <a:pt x="3776980" y="808990"/>
                    <a:pt x="3821430" y="751840"/>
                    <a:pt x="3870960" y="706120"/>
                  </a:cubicBezTo>
                  <a:cubicBezTo>
                    <a:pt x="3920490" y="660400"/>
                    <a:pt x="3980180" y="619760"/>
                    <a:pt x="4042410" y="591820"/>
                  </a:cubicBezTo>
                  <a:cubicBezTo>
                    <a:pt x="4104640" y="563880"/>
                    <a:pt x="4224020" y="513080"/>
                    <a:pt x="4241800" y="538480"/>
                  </a:cubicBezTo>
                  <a:cubicBezTo>
                    <a:pt x="4276090" y="589280"/>
                    <a:pt x="3910330" y="1060450"/>
                    <a:pt x="3723640" y="1230630"/>
                  </a:cubicBezTo>
                  <a:cubicBezTo>
                    <a:pt x="3575050" y="1367790"/>
                    <a:pt x="3430270" y="1473200"/>
                    <a:pt x="3249930" y="1526540"/>
                  </a:cubicBezTo>
                  <a:cubicBezTo>
                    <a:pt x="3050540" y="1584960"/>
                    <a:pt x="2786380" y="1550670"/>
                    <a:pt x="2571750" y="1532890"/>
                  </a:cubicBezTo>
                  <a:cubicBezTo>
                    <a:pt x="2372360" y="1517650"/>
                    <a:pt x="2235200" y="1460500"/>
                    <a:pt x="2000250" y="1435100"/>
                  </a:cubicBezTo>
                  <a:cubicBezTo>
                    <a:pt x="1629410" y="1397000"/>
                    <a:pt x="774700" y="1400810"/>
                    <a:pt x="549910" y="1379220"/>
                  </a:cubicBezTo>
                  <a:cubicBezTo>
                    <a:pt x="481330" y="1372870"/>
                    <a:pt x="458470" y="1371600"/>
                    <a:pt x="415290" y="1360170"/>
                  </a:cubicBezTo>
                  <a:cubicBezTo>
                    <a:pt x="372110" y="1348740"/>
                    <a:pt x="328930" y="1330960"/>
                    <a:pt x="289560" y="1308100"/>
                  </a:cubicBezTo>
                  <a:cubicBezTo>
                    <a:pt x="250190" y="1286510"/>
                    <a:pt x="213360" y="1259840"/>
                    <a:pt x="180340" y="1229360"/>
                  </a:cubicBezTo>
                  <a:cubicBezTo>
                    <a:pt x="147320" y="1197610"/>
                    <a:pt x="118110" y="1162050"/>
                    <a:pt x="92710" y="1125220"/>
                  </a:cubicBezTo>
                  <a:cubicBezTo>
                    <a:pt x="68580" y="1087120"/>
                    <a:pt x="48260" y="1045210"/>
                    <a:pt x="33020" y="1003300"/>
                  </a:cubicBezTo>
                  <a:cubicBezTo>
                    <a:pt x="17780" y="961390"/>
                    <a:pt x="8890" y="915670"/>
                    <a:pt x="3810" y="871220"/>
                  </a:cubicBezTo>
                  <a:cubicBezTo>
                    <a:pt x="0" y="826770"/>
                    <a:pt x="1270" y="779780"/>
                    <a:pt x="7620" y="735330"/>
                  </a:cubicBezTo>
                  <a:cubicBezTo>
                    <a:pt x="13970" y="690880"/>
                    <a:pt x="26670" y="646430"/>
                    <a:pt x="43180" y="604520"/>
                  </a:cubicBezTo>
                  <a:cubicBezTo>
                    <a:pt x="60960" y="562610"/>
                    <a:pt x="82550" y="521970"/>
                    <a:pt x="109220" y="486410"/>
                  </a:cubicBezTo>
                  <a:cubicBezTo>
                    <a:pt x="135890" y="449580"/>
                    <a:pt x="167640" y="415290"/>
                    <a:pt x="201930" y="387350"/>
                  </a:cubicBezTo>
                  <a:cubicBezTo>
                    <a:pt x="236220" y="358140"/>
                    <a:pt x="275590" y="332740"/>
                    <a:pt x="314960" y="312420"/>
                  </a:cubicBezTo>
                  <a:cubicBezTo>
                    <a:pt x="355600" y="293370"/>
                    <a:pt x="400050" y="276860"/>
                    <a:pt x="443230" y="267970"/>
                  </a:cubicBezTo>
                  <a:cubicBezTo>
                    <a:pt x="487680" y="257810"/>
                    <a:pt x="579120" y="255270"/>
                    <a:pt x="579120" y="255270"/>
                  </a:cubicBezTo>
                </a:path>
              </a:pathLst>
            </a:custGeom>
            <a:solidFill>
              <a:srgbClr val="FFFCF1"/>
            </a:solidFill>
            <a:ln cap="sq">
              <a:noFill/>
              <a:prstDash val="solid"/>
              <a:miter/>
            </a:ln>
          </p:spPr>
          <p:txBody>
            <a:bodyPr/>
            <a:lstStyle/>
            <a:p>
              <a:endParaRPr lang="en-GB"/>
            </a:p>
          </p:txBody>
        </p:sp>
      </p:grpSp>
      <p:grpSp>
        <p:nvGrpSpPr>
          <p:cNvPr id="10" name="Group 10"/>
          <p:cNvGrpSpPr/>
          <p:nvPr/>
        </p:nvGrpSpPr>
        <p:grpSpPr>
          <a:xfrm>
            <a:off x="6839903" y="2689860"/>
            <a:ext cx="898207" cy="898207"/>
            <a:chOff x="0" y="0"/>
            <a:chExt cx="1197610" cy="1197610"/>
          </a:xfrm>
        </p:grpSpPr>
        <p:sp>
          <p:nvSpPr>
            <p:cNvPr id="11" name="Freeform 11"/>
            <p:cNvSpPr/>
            <p:nvPr/>
          </p:nvSpPr>
          <p:spPr>
            <a:xfrm>
              <a:off x="45720" y="35560"/>
              <a:ext cx="1084580" cy="1115060"/>
            </a:xfrm>
            <a:custGeom>
              <a:avLst/>
              <a:gdLst/>
              <a:ahLst/>
              <a:cxnLst/>
              <a:rect l="l" t="t" r="r" b="b"/>
              <a:pathLst>
                <a:path w="1084580" h="1115060">
                  <a:moveTo>
                    <a:pt x="1084580" y="394970"/>
                  </a:moveTo>
                  <a:cubicBezTo>
                    <a:pt x="1084580" y="742950"/>
                    <a:pt x="1045210" y="831850"/>
                    <a:pt x="991870" y="899160"/>
                  </a:cubicBezTo>
                  <a:cubicBezTo>
                    <a:pt x="938530" y="966470"/>
                    <a:pt x="862330" y="1027430"/>
                    <a:pt x="783590" y="1062990"/>
                  </a:cubicBezTo>
                  <a:cubicBezTo>
                    <a:pt x="706120" y="1097280"/>
                    <a:pt x="609600" y="1115060"/>
                    <a:pt x="523240" y="1109980"/>
                  </a:cubicBezTo>
                  <a:cubicBezTo>
                    <a:pt x="438150" y="1104900"/>
                    <a:pt x="344170" y="1075690"/>
                    <a:pt x="271780" y="1031240"/>
                  </a:cubicBezTo>
                  <a:cubicBezTo>
                    <a:pt x="198120" y="986790"/>
                    <a:pt x="128270" y="918210"/>
                    <a:pt x="83820" y="844550"/>
                  </a:cubicBezTo>
                  <a:cubicBezTo>
                    <a:pt x="39370" y="770890"/>
                    <a:pt x="10160" y="676910"/>
                    <a:pt x="5080" y="591820"/>
                  </a:cubicBezTo>
                  <a:cubicBezTo>
                    <a:pt x="0" y="506730"/>
                    <a:pt x="17780" y="410210"/>
                    <a:pt x="53340" y="331470"/>
                  </a:cubicBezTo>
                  <a:cubicBezTo>
                    <a:pt x="88900" y="254000"/>
                    <a:pt x="148590" y="176530"/>
                    <a:pt x="215900" y="124460"/>
                  </a:cubicBezTo>
                  <a:cubicBezTo>
                    <a:pt x="283210" y="71120"/>
                    <a:pt x="373380" y="30480"/>
                    <a:pt x="457200" y="15240"/>
                  </a:cubicBezTo>
                  <a:cubicBezTo>
                    <a:pt x="542290" y="0"/>
                    <a:pt x="640080" y="6350"/>
                    <a:pt x="721360" y="31750"/>
                  </a:cubicBezTo>
                  <a:cubicBezTo>
                    <a:pt x="802640" y="57150"/>
                    <a:pt x="947420" y="167640"/>
                    <a:pt x="947420" y="167640"/>
                  </a:cubicBezTo>
                </a:path>
              </a:pathLst>
            </a:custGeom>
            <a:solidFill>
              <a:srgbClr val="FFFCF1"/>
            </a:solidFill>
            <a:ln cap="sq">
              <a:noFill/>
              <a:prstDash val="solid"/>
              <a:miter/>
            </a:ln>
          </p:spPr>
          <p:txBody>
            <a:bodyPr/>
            <a:lstStyle/>
            <a:p>
              <a:endParaRPr lang="en-GB"/>
            </a:p>
          </p:txBody>
        </p:sp>
      </p:grpSp>
      <p:grpSp>
        <p:nvGrpSpPr>
          <p:cNvPr id="12" name="Group 12"/>
          <p:cNvGrpSpPr/>
          <p:nvPr/>
        </p:nvGrpSpPr>
        <p:grpSpPr>
          <a:xfrm>
            <a:off x="6714172" y="7507605"/>
            <a:ext cx="4097655" cy="1040130"/>
            <a:chOff x="0" y="0"/>
            <a:chExt cx="5463540" cy="1386840"/>
          </a:xfrm>
        </p:grpSpPr>
        <p:sp>
          <p:nvSpPr>
            <p:cNvPr id="13" name="Freeform 13"/>
            <p:cNvSpPr/>
            <p:nvPr/>
          </p:nvSpPr>
          <p:spPr>
            <a:xfrm>
              <a:off x="44450" y="38100"/>
              <a:ext cx="5370830" cy="1301750"/>
            </a:xfrm>
            <a:custGeom>
              <a:avLst/>
              <a:gdLst/>
              <a:ahLst/>
              <a:cxnLst/>
              <a:rect l="l" t="t" r="r" b="b"/>
              <a:pathLst>
                <a:path w="5370830" h="1301750">
                  <a:moveTo>
                    <a:pt x="566420" y="144780"/>
                  </a:moveTo>
                  <a:cubicBezTo>
                    <a:pt x="1761490" y="124460"/>
                    <a:pt x="1889760" y="119380"/>
                    <a:pt x="2115820" y="105410"/>
                  </a:cubicBezTo>
                  <a:cubicBezTo>
                    <a:pt x="2452370" y="86360"/>
                    <a:pt x="2938780" y="24130"/>
                    <a:pt x="3366770" y="12700"/>
                  </a:cubicBezTo>
                  <a:cubicBezTo>
                    <a:pt x="3813810" y="0"/>
                    <a:pt x="4699000" y="91440"/>
                    <a:pt x="4743450" y="39370"/>
                  </a:cubicBezTo>
                  <a:cubicBezTo>
                    <a:pt x="4749800" y="33020"/>
                    <a:pt x="4734560" y="20320"/>
                    <a:pt x="4739640" y="15240"/>
                  </a:cubicBezTo>
                  <a:cubicBezTo>
                    <a:pt x="4753610" y="1270"/>
                    <a:pt x="4878070" y="27940"/>
                    <a:pt x="4941570" y="50800"/>
                  </a:cubicBezTo>
                  <a:cubicBezTo>
                    <a:pt x="5005070" y="72390"/>
                    <a:pt x="5068570" y="106680"/>
                    <a:pt x="5121910" y="147320"/>
                  </a:cubicBezTo>
                  <a:cubicBezTo>
                    <a:pt x="5175250" y="187960"/>
                    <a:pt x="5223510" y="241300"/>
                    <a:pt x="5261610" y="297180"/>
                  </a:cubicBezTo>
                  <a:cubicBezTo>
                    <a:pt x="5298440" y="353060"/>
                    <a:pt x="5328920" y="417830"/>
                    <a:pt x="5346700" y="482600"/>
                  </a:cubicBezTo>
                  <a:cubicBezTo>
                    <a:pt x="5363210" y="548640"/>
                    <a:pt x="5370830" y="619760"/>
                    <a:pt x="5367020" y="687070"/>
                  </a:cubicBezTo>
                  <a:cubicBezTo>
                    <a:pt x="5363210" y="754380"/>
                    <a:pt x="5346700" y="824230"/>
                    <a:pt x="5321300" y="886460"/>
                  </a:cubicBezTo>
                  <a:cubicBezTo>
                    <a:pt x="5295900" y="948690"/>
                    <a:pt x="5259070" y="1009650"/>
                    <a:pt x="5214620" y="1060450"/>
                  </a:cubicBezTo>
                  <a:cubicBezTo>
                    <a:pt x="5171440" y="1112520"/>
                    <a:pt x="5115560" y="1158240"/>
                    <a:pt x="5058410" y="1192530"/>
                  </a:cubicBezTo>
                  <a:cubicBezTo>
                    <a:pt x="4999990" y="1226820"/>
                    <a:pt x="4933950" y="1253490"/>
                    <a:pt x="4867910" y="1267460"/>
                  </a:cubicBezTo>
                  <a:cubicBezTo>
                    <a:pt x="4801870" y="1281430"/>
                    <a:pt x="4729480" y="1283970"/>
                    <a:pt x="4663440" y="1276350"/>
                  </a:cubicBezTo>
                  <a:cubicBezTo>
                    <a:pt x="4596130" y="1268730"/>
                    <a:pt x="4527550" y="1249680"/>
                    <a:pt x="4466590" y="1220470"/>
                  </a:cubicBezTo>
                  <a:cubicBezTo>
                    <a:pt x="4405630" y="1192530"/>
                    <a:pt x="4345940" y="1151890"/>
                    <a:pt x="4297680" y="1104900"/>
                  </a:cubicBezTo>
                  <a:cubicBezTo>
                    <a:pt x="4249420" y="1057910"/>
                    <a:pt x="4206240" y="1000760"/>
                    <a:pt x="4174490" y="941070"/>
                  </a:cubicBezTo>
                  <a:cubicBezTo>
                    <a:pt x="4144010" y="881380"/>
                    <a:pt x="4121150" y="812800"/>
                    <a:pt x="4110990" y="746760"/>
                  </a:cubicBezTo>
                  <a:cubicBezTo>
                    <a:pt x="4100830" y="679450"/>
                    <a:pt x="4100830" y="608330"/>
                    <a:pt x="4112260" y="542290"/>
                  </a:cubicBezTo>
                  <a:cubicBezTo>
                    <a:pt x="4123690" y="474980"/>
                    <a:pt x="4146550" y="407670"/>
                    <a:pt x="4178300" y="347980"/>
                  </a:cubicBezTo>
                  <a:cubicBezTo>
                    <a:pt x="4210050" y="289560"/>
                    <a:pt x="4254500" y="232410"/>
                    <a:pt x="4304030" y="186690"/>
                  </a:cubicBezTo>
                  <a:cubicBezTo>
                    <a:pt x="4352290" y="139700"/>
                    <a:pt x="4411980" y="100330"/>
                    <a:pt x="4474210" y="72390"/>
                  </a:cubicBezTo>
                  <a:cubicBezTo>
                    <a:pt x="4535170" y="44450"/>
                    <a:pt x="4605020" y="25400"/>
                    <a:pt x="4671060" y="19050"/>
                  </a:cubicBezTo>
                  <a:cubicBezTo>
                    <a:pt x="4738370" y="12700"/>
                    <a:pt x="4809490" y="16510"/>
                    <a:pt x="4875530" y="31750"/>
                  </a:cubicBezTo>
                  <a:cubicBezTo>
                    <a:pt x="4941570" y="46990"/>
                    <a:pt x="5007610" y="73660"/>
                    <a:pt x="5064760" y="107950"/>
                  </a:cubicBezTo>
                  <a:cubicBezTo>
                    <a:pt x="5123180" y="143510"/>
                    <a:pt x="5177790" y="190500"/>
                    <a:pt x="5220970" y="242570"/>
                  </a:cubicBezTo>
                  <a:cubicBezTo>
                    <a:pt x="5264150" y="293370"/>
                    <a:pt x="5299710" y="355600"/>
                    <a:pt x="5325110" y="417830"/>
                  </a:cubicBezTo>
                  <a:cubicBezTo>
                    <a:pt x="5349240" y="481330"/>
                    <a:pt x="5364480" y="551180"/>
                    <a:pt x="5367020" y="618490"/>
                  </a:cubicBezTo>
                  <a:cubicBezTo>
                    <a:pt x="5370830" y="685800"/>
                    <a:pt x="5361940" y="756920"/>
                    <a:pt x="5344160" y="821690"/>
                  </a:cubicBezTo>
                  <a:cubicBezTo>
                    <a:pt x="5325110" y="886460"/>
                    <a:pt x="5294630" y="951230"/>
                    <a:pt x="5256530" y="1007110"/>
                  </a:cubicBezTo>
                  <a:cubicBezTo>
                    <a:pt x="5218430" y="1061720"/>
                    <a:pt x="5168900" y="1113790"/>
                    <a:pt x="5115560" y="1154430"/>
                  </a:cubicBezTo>
                  <a:cubicBezTo>
                    <a:pt x="5060950" y="1195070"/>
                    <a:pt x="4997450" y="1228090"/>
                    <a:pt x="4933950" y="1249680"/>
                  </a:cubicBezTo>
                  <a:cubicBezTo>
                    <a:pt x="4869180" y="1270000"/>
                    <a:pt x="4785360" y="1283970"/>
                    <a:pt x="4732020" y="1281430"/>
                  </a:cubicBezTo>
                  <a:cubicBezTo>
                    <a:pt x="4695190" y="1278890"/>
                    <a:pt x="4685030" y="1261110"/>
                    <a:pt x="4640580" y="1257300"/>
                  </a:cubicBezTo>
                  <a:cubicBezTo>
                    <a:pt x="4528820" y="1245870"/>
                    <a:pt x="4243070" y="1301750"/>
                    <a:pt x="4039870" y="1296670"/>
                  </a:cubicBezTo>
                  <a:cubicBezTo>
                    <a:pt x="3831590" y="1291590"/>
                    <a:pt x="3655060" y="1231900"/>
                    <a:pt x="3406140" y="1224280"/>
                  </a:cubicBezTo>
                  <a:cubicBezTo>
                    <a:pt x="3053080" y="1212850"/>
                    <a:pt x="2567940" y="1280160"/>
                    <a:pt x="2118360" y="1289050"/>
                  </a:cubicBezTo>
                  <a:cubicBezTo>
                    <a:pt x="1625600" y="1299210"/>
                    <a:pt x="802640" y="1290320"/>
                    <a:pt x="566420" y="1275080"/>
                  </a:cubicBezTo>
                  <a:cubicBezTo>
                    <a:pt x="496570" y="1270000"/>
                    <a:pt x="474980" y="1268730"/>
                    <a:pt x="431800" y="1258570"/>
                  </a:cubicBezTo>
                  <a:cubicBezTo>
                    <a:pt x="387350" y="1247140"/>
                    <a:pt x="344170" y="1230630"/>
                    <a:pt x="304800" y="1210310"/>
                  </a:cubicBezTo>
                  <a:cubicBezTo>
                    <a:pt x="264160" y="1188720"/>
                    <a:pt x="226060" y="1162050"/>
                    <a:pt x="191770" y="1132840"/>
                  </a:cubicBezTo>
                  <a:cubicBezTo>
                    <a:pt x="158750" y="1102360"/>
                    <a:pt x="127000" y="1068070"/>
                    <a:pt x="101600" y="1029970"/>
                  </a:cubicBezTo>
                  <a:cubicBezTo>
                    <a:pt x="76200" y="993140"/>
                    <a:pt x="54610" y="952500"/>
                    <a:pt x="38100" y="909320"/>
                  </a:cubicBezTo>
                  <a:cubicBezTo>
                    <a:pt x="22860" y="867410"/>
                    <a:pt x="11430" y="822960"/>
                    <a:pt x="6350" y="777240"/>
                  </a:cubicBezTo>
                  <a:cubicBezTo>
                    <a:pt x="0" y="732790"/>
                    <a:pt x="0" y="685800"/>
                    <a:pt x="6350" y="641350"/>
                  </a:cubicBezTo>
                  <a:cubicBezTo>
                    <a:pt x="11430" y="596900"/>
                    <a:pt x="22860" y="551180"/>
                    <a:pt x="38100" y="509270"/>
                  </a:cubicBezTo>
                  <a:cubicBezTo>
                    <a:pt x="54610" y="467360"/>
                    <a:pt x="76200" y="425450"/>
                    <a:pt x="101600" y="388620"/>
                  </a:cubicBezTo>
                  <a:cubicBezTo>
                    <a:pt x="127000" y="351790"/>
                    <a:pt x="158750" y="316230"/>
                    <a:pt x="191770" y="285750"/>
                  </a:cubicBezTo>
                  <a:cubicBezTo>
                    <a:pt x="226060" y="256540"/>
                    <a:pt x="264160" y="229870"/>
                    <a:pt x="304800" y="208280"/>
                  </a:cubicBezTo>
                  <a:cubicBezTo>
                    <a:pt x="344170" y="187960"/>
                    <a:pt x="388620" y="171450"/>
                    <a:pt x="431800" y="160020"/>
                  </a:cubicBezTo>
                  <a:cubicBezTo>
                    <a:pt x="474980" y="149860"/>
                    <a:pt x="567690" y="144780"/>
                    <a:pt x="567690" y="144780"/>
                  </a:cubicBezTo>
                </a:path>
              </a:pathLst>
            </a:custGeom>
            <a:solidFill>
              <a:srgbClr val="FFFCF1"/>
            </a:solidFill>
            <a:ln cap="sq">
              <a:noFill/>
              <a:prstDash val="solid"/>
              <a:miter/>
            </a:ln>
          </p:spPr>
          <p:txBody>
            <a:bodyPr/>
            <a:lstStyle/>
            <a:p>
              <a:endParaRPr lang="en-GB"/>
            </a:p>
          </p:txBody>
        </p:sp>
      </p:grpSp>
      <p:grpSp>
        <p:nvGrpSpPr>
          <p:cNvPr id="14" name="Group 14"/>
          <p:cNvGrpSpPr/>
          <p:nvPr/>
        </p:nvGrpSpPr>
        <p:grpSpPr>
          <a:xfrm>
            <a:off x="6716078" y="7323772"/>
            <a:ext cx="1045845" cy="1287780"/>
            <a:chOff x="0" y="0"/>
            <a:chExt cx="1394460" cy="1717040"/>
          </a:xfrm>
        </p:grpSpPr>
        <p:sp>
          <p:nvSpPr>
            <p:cNvPr id="15" name="Freeform 15"/>
            <p:cNvSpPr/>
            <p:nvPr/>
          </p:nvSpPr>
          <p:spPr>
            <a:xfrm>
              <a:off x="50800" y="50800"/>
              <a:ext cx="1292860" cy="1615440"/>
            </a:xfrm>
            <a:custGeom>
              <a:avLst/>
              <a:gdLst/>
              <a:ahLst/>
              <a:cxnLst/>
              <a:rect l="l" t="t" r="r" b="b"/>
              <a:pathLst>
                <a:path w="1292860" h="1615440">
                  <a:moveTo>
                    <a:pt x="0" y="728980"/>
                  </a:moveTo>
                  <a:cubicBezTo>
                    <a:pt x="5080" y="638810"/>
                    <a:pt x="7620" y="594360"/>
                    <a:pt x="7620" y="593090"/>
                  </a:cubicBezTo>
                  <a:cubicBezTo>
                    <a:pt x="7620" y="591820"/>
                    <a:pt x="20320" y="549910"/>
                    <a:pt x="26670" y="527050"/>
                  </a:cubicBezTo>
                  <a:cubicBezTo>
                    <a:pt x="33020" y="505460"/>
                    <a:pt x="46990" y="463550"/>
                    <a:pt x="46990" y="462280"/>
                  </a:cubicBezTo>
                  <a:cubicBezTo>
                    <a:pt x="46990" y="461010"/>
                    <a:pt x="69850" y="422910"/>
                    <a:pt x="81280" y="403860"/>
                  </a:cubicBezTo>
                  <a:cubicBezTo>
                    <a:pt x="92710" y="383540"/>
                    <a:pt x="115570" y="345440"/>
                    <a:pt x="116840" y="344170"/>
                  </a:cubicBezTo>
                  <a:cubicBezTo>
                    <a:pt x="116840" y="344170"/>
                    <a:pt x="151130" y="308610"/>
                    <a:pt x="163830" y="295910"/>
                  </a:cubicBezTo>
                  <a:cubicBezTo>
                    <a:pt x="172720" y="287020"/>
                    <a:pt x="179070" y="280670"/>
                    <a:pt x="185420" y="274320"/>
                  </a:cubicBezTo>
                  <a:cubicBezTo>
                    <a:pt x="190500" y="269240"/>
                    <a:pt x="193040" y="265430"/>
                    <a:pt x="198120" y="260350"/>
                  </a:cubicBezTo>
                  <a:cubicBezTo>
                    <a:pt x="203200" y="252730"/>
                    <a:pt x="204470" y="241300"/>
                    <a:pt x="212090" y="231140"/>
                  </a:cubicBezTo>
                  <a:cubicBezTo>
                    <a:pt x="223520" y="218440"/>
                    <a:pt x="243840" y="203200"/>
                    <a:pt x="259080" y="187960"/>
                  </a:cubicBezTo>
                  <a:cubicBezTo>
                    <a:pt x="273050" y="172720"/>
                    <a:pt x="287020" y="151130"/>
                    <a:pt x="299720" y="139700"/>
                  </a:cubicBezTo>
                  <a:cubicBezTo>
                    <a:pt x="309880" y="130810"/>
                    <a:pt x="318770" y="129540"/>
                    <a:pt x="327660" y="123190"/>
                  </a:cubicBezTo>
                  <a:cubicBezTo>
                    <a:pt x="335280" y="116840"/>
                    <a:pt x="340360" y="107950"/>
                    <a:pt x="350520" y="100330"/>
                  </a:cubicBezTo>
                  <a:cubicBezTo>
                    <a:pt x="364490" y="91440"/>
                    <a:pt x="389890" y="83820"/>
                    <a:pt x="408940" y="73660"/>
                  </a:cubicBezTo>
                  <a:cubicBezTo>
                    <a:pt x="426720" y="64770"/>
                    <a:pt x="447040" y="48260"/>
                    <a:pt x="463550" y="41910"/>
                  </a:cubicBezTo>
                  <a:cubicBezTo>
                    <a:pt x="474980" y="36830"/>
                    <a:pt x="483870" y="38100"/>
                    <a:pt x="494030" y="34290"/>
                  </a:cubicBezTo>
                  <a:cubicBezTo>
                    <a:pt x="504190" y="30480"/>
                    <a:pt x="511810" y="24130"/>
                    <a:pt x="523240" y="21590"/>
                  </a:cubicBezTo>
                  <a:cubicBezTo>
                    <a:pt x="539750" y="16510"/>
                    <a:pt x="565150" y="17780"/>
                    <a:pt x="586740" y="13970"/>
                  </a:cubicBezTo>
                  <a:cubicBezTo>
                    <a:pt x="607060" y="10160"/>
                    <a:pt x="631190" y="1270"/>
                    <a:pt x="648970" y="0"/>
                  </a:cubicBezTo>
                  <a:cubicBezTo>
                    <a:pt x="660400" y="0"/>
                    <a:pt x="669290" y="3810"/>
                    <a:pt x="680720" y="3810"/>
                  </a:cubicBezTo>
                  <a:cubicBezTo>
                    <a:pt x="690880" y="3810"/>
                    <a:pt x="699770" y="0"/>
                    <a:pt x="712470" y="0"/>
                  </a:cubicBezTo>
                  <a:cubicBezTo>
                    <a:pt x="728980" y="1270"/>
                    <a:pt x="753110" y="10160"/>
                    <a:pt x="774700" y="13970"/>
                  </a:cubicBezTo>
                  <a:cubicBezTo>
                    <a:pt x="795020" y="17780"/>
                    <a:pt x="820420" y="16510"/>
                    <a:pt x="838200" y="21590"/>
                  </a:cubicBezTo>
                  <a:cubicBezTo>
                    <a:pt x="849630" y="24130"/>
                    <a:pt x="857250" y="31750"/>
                    <a:pt x="866140" y="34290"/>
                  </a:cubicBezTo>
                  <a:cubicBezTo>
                    <a:pt x="876300" y="38100"/>
                    <a:pt x="886460" y="36830"/>
                    <a:pt x="897890" y="41910"/>
                  </a:cubicBezTo>
                  <a:cubicBezTo>
                    <a:pt x="914400" y="48260"/>
                    <a:pt x="933450" y="64770"/>
                    <a:pt x="952500" y="73660"/>
                  </a:cubicBezTo>
                  <a:cubicBezTo>
                    <a:pt x="971550" y="83820"/>
                    <a:pt x="995680" y="91440"/>
                    <a:pt x="1010920" y="101600"/>
                  </a:cubicBezTo>
                  <a:cubicBezTo>
                    <a:pt x="1021080" y="107950"/>
                    <a:pt x="1024890" y="116840"/>
                    <a:pt x="1033780" y="123190"/>
                  </a:cubicBezTo>
                  <a:cubicBezTo>
                    <a:pt x="1041400" y="129540"/>
                    <a:pt x="1051560" y="132080"/>
                    <a:pt x="1060450" y="139700"/>
                  </a:cubicBezTo>
                  <a:cubicBezTo>
                    <a:pt x="1074420" y="151130"/>
                    <a:pt x="1087120" y="172720"/>
                    <a:pt x="1102360" y="187960"/>
                  </a:cubicBezTo>
                  <a:cubicBezTo>
                    <a:pt x="1116330" y="203200"/>
                    <a:pt x="1137920" y="218440"/>
                    <a:pt x="1148080" y="232410"/>
                  </a:cubicBezTo>
                  <a:cubicBezTo>
                    <a:pt x="1155700" y="241300"/>
                    <a:pt x="1156970" y="251460"/>
                    <a:pt x="1163320" y="260350"/>
                  </a:cubicBezTo>
                  <a:cubicBezTo>
                    <a:pt x="1169670" y="269240"/>
                    <a:pt x="1177290" y="274320"/>
                    <a:pt x="1183640" y="284480"/>
                  </a:cubicBezTo>
                  <a:cubicBezTo>
                    <a:pt x="1192530" y="299720"/>
                    <a:pt x="1198880" y="323850"/>
                    <a:pt x="1207770" y="344170"/>
                  </a:cubicBezTo>
                  <a:cubicBezTo>
                    <a:pt x="1216660" y="363220"/>
                    <a:pt x="1231900" y="383540"/>
                    <a:pt x="1236980" y="400050"/>
                  </a:cubicBezTo>
                  <a:cubicBezTo>
                    <a:pt x="1240790" y="411480"/>
                    <a:pt x="1239520" y="421640"/>
                    <a:pt x="1242060" y="431800"/>
                  </a:cubicBezTo>
                  <a:cubicBezTo>
                    <a:pt x="1245870" y="441960"/>
                    <a:pt x="1252220" y="449580"/>
                    <a:pt x="1254760" y="461010"/>
                  </a:cubicBezTo>
                  <a:cubicBezTo>
                    <a:pt x="1258570" y="477520"/>
                    <a:pt x="1256030" y="504190"/>
                    <a:pt x="1257300" y="524510"/>
                  </a:cubicBezTo>
                  <a:cubicBezTo>
                    <a:pt x="1259840" y="546100"/>
                    <a:pt x="1267460" y="588010"/>
                    <a:pt x="1267460" y="588010"/>
                  </a:cubicBezTo>
                  <a:cubicBezTo>
                    <a:pt x="1267460" y="588010"/>
                    <a:pt x="1267460" y="586740"/>
                    <a:pt x="1267460" y="586740"/>
                  </a:cubicBezTo>
                  <a:cubicBezTo>
                    <a:pt x="1267460" y="586740"/>
                    <a:pt x="1253490" y="890270"/>
                    <a:pt x="1268730" y="958850"/>
                  </a:cubicBezTo>
                  <a:cubicBezTo>
                    <a:pt x="1273810" y="986790"/>
                    <a:pt x="1292860" y="1014730"/>
                    <a:pt x="1292860" y="1016000"/>
                  </a:cubicBezTo>
                  <a:cubicBezTo>
                    <a:pt x="1292860" y="1016000"/>
                    <a:pt x="1289050" y="1061720"/>
                    <a:pt x="1287780" y="1084580"/>
                  </a:cubicBezTo>
                  <a:cubicBezTo>
                    <a:pt x="1286510" y="1107440"/>
                    <a:pt x="1282700" y="1153160"/>
                    <a:pt x="1282700" y="1154430"/>
                  </a:cubicBezTo>
                  <a:cubicBezTo>
                    <a:pt x="1281430" y="1155700"/>
                    <a:pt x="1267460" y="1197610"/>
                    <a:pt x="1259840" y="1220470"/>
                  </a:cubicBezTo>
                  <a:cubicBezTo>
                    <a:pt x="1253490" y="1242060"/>
                    <a:pt x="1238250" y="1285240"/>
                    <a:pt x="1238250" y="1286510"/>
                  </a:cubicBezTo>
                  <a:cubicBezTo>
                    <a:pt x="1238250" y="1286510"/>
                    <a:pt x="1214120" y="1325880"/>
                    <a:pt x="1201420" y="1344930"/>
                  </a:cubicBezTo>
                  <a:cubicBezTo>
                    <a:pt x="1188720" y="1365250"/>
                    <a:pt x="1164590" y="1403350"/>
                    <a:pt x="1164590" y="1403350"/>
                  </a:cubicBezTo>
                  <a:cubicBezTo>
                    <a:pt x="1163320" y="1404620"/>
                    <a:pt x="1130300" y="1436370"/>
                    <a:pt x="1113790" y="1451610"/>
                  </a:cubicBezTo>
                  <a:cubicBezTo>
                    <a:pt x="1097280" y="1468120"/>
                    <a:pt x="1064260" y="1499870"/>
                    <a:pt x="1064260" y="1499870"/>
                  </a:cubicBezTo>
                  <a:cubicBezTo>
                    <a:pt x="1062990" y="1501140"/>
                    <a:pt x="1023620" y="1524000"/>
                    <a:pt x="1003300" y="1535430"/>
                  </a:cubicBezTo>
                  <a:cubicBezTo>
                    <a:pt x="984250" y="1546860"/>
                    <a:pt x="944880" y="1569720"/>
                    <a:pt x="943610" y="1569720"/>
                  </a:cubicBezTo>
                  <a:cubicBezTo>
                    <a:pt x="942340" y="1570990"/>
                    <a:pt x="899160" y="1582420"/>
                    <a:pt x="876300" y="1590040"/>
                  </a:cubicBezTo>
                  <a:cubicBezTo>
                    <a:pt x="854710" y="1596390"/>
                    <a:pt x="811530" y="1609090"/>
                    <a:pt x="810260" y="1609090"/>
                  </a:cubicBezTo>
                  <a:cubicBezTo>
                    <a:pt x="808990" y="1609090"/>
                    <a:pt x="763270" y="1610360"/>
                    <a:pt x="740410" y="1611630"/>
                  </a:cubicBezTo>
                  <a:cubicBezTo>
                    <a:pt x="717550" y="1612900"/>
                    <a:pt x="671830" y="1615440"/>
                    <a:pt x="670560" y="1614170"/>
                  </a:cubicBezTo>
                  <a:cubicBezTo>
                    <a:pt x="670560" y="1614170"/>
                    <a:pt x="626110" y="1605280"/>
                    <a:pt x="603250" y="1601470"/>
                  </a:cubicBezTo>
                  <a:cubicBezTo>
                    <a:pt x="580390" y="1596390"/>
                    <a:pt x="535940" y="1587500"/>
                    <a:pt x="534670" y="1587500"/>
                  </a:cubicBezTo>
                  <a:cubicBezTo>
                    <a:pt x="533400" y="1586230"/>
                    <a:pt x="492760" y="1567180"/>
                    <a:pt x="472440" y="1557020"/>
                  </a:cubicBezTo>
                  <a:cubicBezTo>
                    <a:pt x="450850" y="1548130"/>
                    <a:pt x="410210" y="1527810"/>
                    <a:pt x="408940" y="1527810"/>
                  </a:cubicBezTo>
                  <a:cubicBezTo>
                    <a:pt x="407670" y="1527810"/>
                    <a:pt x="373380" y="1498600"/>
                    <a:pt x="355600" y="1483360"/>
                  </a:cubicBezTo>
                  <a:cubicBezTo>
                    <a:pt x="336550" y="1469390"/>
                    <a:pt x="302260" y="1440180"/>
                    <a:pt x="300990" y="1440180"/>
                  </a:cubicBezTo>
                  <a:cubicBezTo>
                    <a:pt x="300990" y="1438910"/>
                    <a:pt x="271780" y="1400810"/>
                    <a:pt x="259080" y="1384300"/>
                  </a:cubicBezTo>
                  <a:cubicBezTo>
                    <a:pt x="248920" y="1370330"/>
                    <a:pt x="236220" y="1353820"/>
                    <a:pt x="229870" y="1344930"/>
                  </a:cubicBezTo>
                  <a:cubicBezTo>
                    <a:pt x="226060" y="1341120"/>
                    <a:pt x="224790" y="1341120"/>
                    <a:pt x="220980" y="1336040"/>
                  </a:cubicBezTo>
                  <a:cubicBezTo>
                    <a:pt x="208280" y="1319530"/>
                    <a:pt x="154940" y="1219200"/>
                    <a:pt x="154940" y="1219200"/>
                  </a:cubicBezTo>
                  <a:cubicBezTo>
                    <a:pt x="154940" y="1219200"/>
                    <a:pt x="114300" y="1143000"/>
                    <a:pt x="95250" y="1087120"/>
                  </a:cubicBezTo>
                  <a:cubicBezTo>
                    <a:pt x="63500" y="998220"/>
                    <a:pt x="1270" y="731520"/>
                    <a:pt x="0" y="728980"/>
                  </a:cubicBezTo>
                </a:path>
              </a:pathLst>
            </a:custGeom>
            <a:solidFill>
              <a:srgbClr val="FFFCF1"/>
            </a:solidFill>
            <a:ln cap="sq">
              <a:noFill/>
              <a:prstDash val="solid"/>
              <a:miter/>
            </a:ln>
          </p:spPr>
          <p:txBody>
            <a:bodyPr/>
            <a:lstStyle/>
            <a:p>
              <a:endParaRPr lang="en-GB"/>
            </a:p>
          </p:txBody>
        </p:sp>
      </p:grpSp>
      <p:grpSp>
        <p:nvGrpSpPr>
          <p:cNvPr id="16" name="Group 16"/>
          <p:cNvGrpSpPr/>
          <p:nvPr/>
        </p:nvGrpSpPr>
        <p:grpSpPr>
          <a:xfrm>
            <a:off x="9818370" y="7367588"/>
            <a:ext cx="972502" cy="972502"/>
            <a:chOff x="0" y="0"/>
            <a:chExt cx="1296670" cy="1296670"/>
          </a:xfrm>
        </p:grpSpPr>
        <p:sp>
          <p:nvSpPr>
            <p:cNvPr id="17" name="Freeform 17"/>
            <p:cNvSpPr/>
            <p:nvPr/>
          </p:nvSpPr>
          <p:spPr>
            <a:xfrm>
              <a:off x="48260" y="48260"/>
              <a:ext cx="1201420" cy="1201420"/>
            </a:xfrm>
            <a:custGeom>
              <a:avLst/>
              <a:gdLst/>
              <a:ahLst/>
              <a:cxnLst/>
              <a:rect l="l" t="t" r="r" b="b"/>
              <a:pathLst>
                <a:path w="1201420" h="1201420">
                  <a:moveTo>
                    <a:pt x="947420" y="163830"/>
                  </a:moveTo>
                  <a:cubicBezTo>
                    <a:pt x="1071880" y="288290"/>
                    <a:pt x="1115060" y="340360"/>
                    <a:pt x="1140460" y="393700"/>
                  </a:cubicBezTo>
                  <a:cubicBezTo>
                    <a:pt x="1167130" y="447040"/>
                    <a:pt x="1186180" y="508000"/>
                    <a:pt x="1193800" y="566420"/>
                  </a:cubicBezTo>
                  <a:cubicBezTo>
                    <a:pt x="1201420" y="624840"/>
                    <a:pt x="1200150" y="688340"/>
                    <a:pt x="1188720" y="746760"/>
                  </a:cubicBezTo>
                  <a:cubicBezTo>
                    <a:pt x="1177290" y="805180"/>
                    <a:pt x="1155700" y="863600"/>
                    <a:pt x="1126490" y="915670"/>
                  </a:cubicBezTo>
                  <a:cubicBezTo>
                    <a:pt x="1097280" y="967740"/>
                    <a:pt x="1057910" y="1017270"/>
                    <a:pt x="1013460" y="1056640"/>
                  </a:cubicBezTo>
                  <a:cubicBezTo>
                    <a:pt x="970280" y="1096010"/>
                    <a:pt x="916940" y="1130300"/>
                    <a:pt x="862330" y="1153160"/>
                  </a:cubicBezTo>
                  <a:cubicBezTo>
                    <a:pt x="807720" y="1177290"/>
                    <a:pt x="745490" y="1192530"/>
                    <a:pt x="687070" y="1196340"/>
                  </a:cubicBezTo>
                  <a:cubicBezTo>
                    <a:pt x="627380" y="1201420"/>
                    <a:pt x="565150" y="1196340"/>
                    <a:pt x="506730" y="1182370"/>
                  </a:cubicBezTo>
                  <a:cubicBezTo>
                    <a:pt x="449580" y="1168400"/>
                    <a:pt x="391160" y="1143000"/>
                    <a:pt x="341630" y="1111250"/>
                  </a:cubicBezTo>
                  <a:cubicBezTo>
                    <a:pt x="292100" y="1079500"/>
                    <a:pt x="245110" y="1036320"/>
                    <a:pt x="207010" y="990600"/>
                  </a:cubicBezTo>
                  <a:cubicBezTo>
                    <a:pt x="170180" y="944880"/>
                    <a:pt x="139700" y="889000"/>
                    <a:pt x="118110" y="833120"/>
                  </a:cubicBezTo>
                  <a:cubicBezTo>
                    <a:pt x="97790" y="778510"/>
                    <a:pt x="86360" y="716280"/>
                    <a:pt x="85090" y="656590"/>
                  </a:cubicBezTo>
                  <a:cubicBezTo>
                    <a:pt x="82550" y="596900"/>
                    <a:pt x="91440" y="534670"/>
                    <a:pt x="109220" y="477520"/>
                  </a:cubicBezTo>
                  <a:cubicBezTo>
                    <a:pt x="127000" y="421640"/>
                    <a:pt x="154940" y="364490"/>
                    <a:pt x="189230" y="316230"/>
                  </a:cubicBezTo>
                  <a:cubicBezTo>
                    <a:pt x="223520" y="267970"/>
                    <a:pt x="267970" y="223520"/>
                    <a:pt x="316230" y="189230"/>
                  </a:cubicBezTo>
                  <a:cubicBezTo>
                    <a:pt x="364490" y="153670"/>
                    <a:pt x="421640" y="125730"/>
                    <a:pt x="478790" y="109220"/>
                  </a:cubicBezTo>
                  <a:cubicBezTo>
                    <a:pt x="534670" y="91440"/>
                    <a:pt x="598170" y="82550"/>
                    <a:pt x="656590" y="83820"/>
                  </a:cubicBezTo>
                  <a:cubicBezTo>
                    <a:pt x="716280" y="86360"/>
                    <a:pt x="778510" y="97790"/>
                    <a:pt x="834390" y="118110"/>
                  </a:cubicBezTo>
                  <a:cubicBezTo>
                    <a:pt x="890270" y="138430"/>
                    <a:pt x="944880" y="170180"/>
                    <a:pt x="990600" y="207010"/>
                  </a:cubicBezTo>
                  <a:cubicBezTo>
                    <a:pt x="1037590" y="243840"/>
                    <a:pt x="1079500" y="292100"/>
                    <a:pt x="1111250" y="341630"/>
                  </a:cubicBezTo>
                  <a:cubicBezTo>
                    <a:pt x="1143000" y="391160"/>
                    <a:pt x="1168400" y="449580"/>
                    <a:pt x="1182370" y="506730"/>
                  </a:cubicBezTo>
                  <a:cubicBezTo>
                    <a:pt x="1196340" y="565150"/>
                    <a:pt x="1201420" y="627380"/>
                    <a:pt x="1197610" y="687070"/>
                  </a:cubicBezTo>
                  <a:cubicBezTo>
                    <a:pt x="1192530" y="745490"/>
                    <a:pt x="1177290" y="807720"/>
                    <a:pt x="1153160" y="862330"/>
                  </a:cubicBezTo>
                  <a:cubicBezTo>
                    <a:pt x="1130300" y="916940"/>
                    <a:pt x="1096010" y="969010"/>
                    <a:pt x="1056640" y="1013460"/>
                  </a:cubicBezTo>
                  <a:cubicBezTo>
                    <a:pt x="1017270" y="1057910"/>
                    <a:pt x="967740" y="1097280"/>
                    <a:pt x="915670" y="1126490"/>
                  </a:cubicBezTo>
                  <a:cubicBezTo>
                    <a:pt x="864870" y="1155700"/>
                    <a:pt x="805180" y="1177290"/>
                    <a:pt x="746760" y="1188720"/>
                  </a:cubicBezTo>
                  <a:cubicBezTo>
                    <a:pt x="688340" y="1200150"/>
                    <a:pt x="624840" y="1201420"/>
                    <a:pt x="566420" y="1193800"/>
                  </a:cubicBezTo>
                  <a:cubicBezTo>
                    <a:pt x="508000" y="1186180"/>
                    <a:pt x="447040" y="1167130"/>
                    <a:pt x="393700" y="1140460"/>
                  </a:cubicBezTo>
                  <a:cubicBezTo>
                    <a:pt x="340360" y="1113790"/>
                    <a:pt x="295910" y="1079500"/>
                    <a:pt x="247650" y="1035050"/>
                  </a:cubicBezTo>
                  <a:cubicBezTo>
                    <a:pt x="190500" y="982980"/>
                    <a:pt x="119380" y="901700"/>
                    <a:pt x="82550" y="842010"/>
                  </a:cubicBezTo>
                  <a:cubicBezTo>
                    <a:pt x="54610" y="798830"/>
                    <a:pt x="40640" y="763270"/>
                    <a:pt x="26670" y="721360"/>
                  </a:cubicBezTo>
                  <a:cubicBezTo>
                    <a:pt x="13970" y="678180"/>
                    <a:pt x="6350" y="633730"/>
                    <a:pt x="2540" y="589280"/>
                  </a:cubicBezTo>
                  <a:cubicBezTo>
                    <a:pt x="0" y="544830"/>
                    <a:pt x="3810" y="499110"/>
                    <a:pt x="11430" y="455930"/>
                  </a:cubicBezTo>
                  <a:cubicBezTo>
                    <a:pt x="19050" y="412750"/>
                    <a:pt x="33020" y="368300"/>
                    <a:pt x="50800" y="328930"/>
                  </a:cubicBezTo>
                  <a:cubicBezTo>
                    <a:pt x="68580" y="288290"/>
                    <a:pt x="92710" y="248920"/>
                    <a:pt x="120650" y="214630"/>
                  </a:cubicBezTo>
                  <a:cubicBezTo>
                    <a:pt x="147320" y="179070"/>
                    <a:pt x="180340" y="147320"/>
                    <a:pt x="214630" y="119380"/>
                  </a:cubicBezTo>
                  <a:cubicBezTo>
                    <a:pt x="248920" y="92710"/>
                    <a:pt x="288290" y="68580"/>
                    <a:pt x="328930" y="50800"/>
                  </a:cubicBezTo>
                  <a:cubicBezTo>
                    <a:pt x="369570" y="33020"/>
                    <a:pt x="412750" y="19050"/>
                    <a:pt x="455930" y="11430"/>
                  </a:cubicBezTo>
                  <a:cubicBezTo>
                    <a:pt x="500380" y="2540"/>
                    <a:pt x="546100" y="0"/>
                    <a:pt x="589280" y="2540"/>
                  </a:cubicBezTo>
                  <a:cubicBezTo>
                    <a:pt x="633730" y="5080"/>
                    <a:pt x="679450" y="13970"/>
                    <a:pt x="721360" y="26670"/>
                  </a:cubicBezTo>
                  <a:cubicBezTo>
                    <a:pt x="763270" y="40640"/>
                    <a:pt x="805180" y="58420"/>
                    <a:pt x="843280" y="81280"/>
                  </a:cubicBezTo>
                  <a:cubicBezTo>
                    <a:pt x="880110" y="104140"/>
                    <a:pt x="947420" y="163830"/>
                    <a:pt x="947420" y="163830"/>
                  </a:cubicBezTo>
                </a:path>
              </a:pathLst>
            </a:custGeom>
            <a:solidFill>
              <a:srgbClr val="FFFCF1"/>
            </a:solidFill>
            <a:ln cap="sq">
              <a:noFill/>
              <a:prstDash val="solid"/>
              <a:miter/>
            </a:ln>
          </p:spPr>
          <p:txBody>
            <a:bodyPr/>
            <a:lstStyle/>
            <a:p>
              <a:endParaRPr lang="en-GB"/>
            </a:p>
          </p:txBody>
        </p:sp>
      </p:grpSp>
      <p:grpSp>
        <p:nvGrpSpPr>
          <p:cNvPr id="18" name="Group 18"/>
          <p:cNvGrpSpPr/>
          <p:nvPr/>
        </p:nvGrpSpPr>
        <p:grpSpPr>
          <a:xfrm>
            <a:off x="9416415" y="6073140"/>
            <a:ext cx="898207" cy="898207"/>
            <a:chOff x="0" y="0"/>
            <a:chExt cx="1197610" cy="1197610"/>
          </a:xfrm>
        </p:grpSpPr>
        <p:sp>
          <p:nvSpPr>
            <p:cNvPr id="19" name="Freeform 19"/>
            <p:cNvSpPr/>
            <p:nvPr/>
          </p:nvSpPr>
          <p:spPr>
            <a:xfrm>
              <a:off x="45720" y="35560"/>
              <a:ext cx="1084580" cy="1115060"/>
            </a:xfrm>
            <a:custGeom>
              <a:avLst/>
              <a:gdLst/>
              <a:ahLst/>
              <a:cxnLst/>
              <a:rect l="l" t="t" r="r" b="b"/>
              <a:pathLst>
                <a:path w="1084580" h="1115060">
                  <a:moveTo>
                    <a:pt x="1084580" y="393700"/>
                  </a:moveTo>
                  <a:cubicBezTo>
                    <a:pt x="1084580" y="742950"/>
                    <a:pt x="1043940" y="831850"/>
                    <a:pt x="991870" y="899160"/>
                  </a:cubicBezTo>
                  <a:cubicBezTo>
                    <a:pt x="938530" y="966470"/>
                    <a:pt x="861060" y="1027430"/>
                    <a:pt x="783590" y="1062990"/>
                  </a:cubicBezTo>
                  <a:cubicBezTo>
                    <a:pt x="704850" y="1097280"/>
                    <a:pt x="608330" y="1115060"/>
                    <a:pt x="523240" y="1109980"/>
                  </a:cubicBezTo>
                  <a:cubicBezTo>
                    <a:pt x="438150" y="1104900"/>
                    <a:pt x="344170" y="1075690"/>
                    <a:pt x="270510" y="1031240"/>
                  </a:cubicBezTo>
                  <a:cubicBezTo>
                    <a:pt x="198120" y="986790"/>
                    <a:pt x="128270" y="918210"/>
                    <a:pt x="83820" y="844550"/>
                  </a:cubicBezTo>
                  <a:cubicBezTo>
                    <a:pt x="39370" y="770890"/>
                    <a:pt x="10160" y="676910"/>
                    <a:pt x="5080" y="591820"/>
                  </a:cubicBezTo>
                  <a:cubicBezTo>
                    <a:pt x="0" y="506730"/>
                    <a:pt x="17780" y="410210"/>
                    <a:pt x="53340" y="331470"/>
                  </a:cubicBezTo>
                  <a:cubicBezTo>
                    <a:pt x="87630" y="254000"/>
                    <a:pt x="148590" y="176530"/>
                    <a:pt x="215900" y="123190"/>
                  </a:cubicBezTo>
                  <a:cubicBezTo>
                    <a:pt x="283210" y="71120"/>
                    <a:pt x="373380" y="30480"/>
                    <a:pt x="457200" y="15240"/>
                  </a:cubicBezTo>
                  <a:cubicBezTo>
                    <a:pt x="541020" y="0"/>
                    <a:pt x="640080" y="6350"/>
                    <a:pt x="721360" y="31750"/>
                  </a:cubicBezTo>
                  <a:cubicBezTo>
                    <a:pt x="802640" y="57150"/>
                    <a:pt x="947420" y="167640"/>
                    <a:pt x="947420" y="167640"/>
                  </a:cubicBezTo>
                </a:path>
              </a:pathLst>
            </a:custGeom>
            <a:solidFill>
              <a:srgbClr val="FFFCF1"/>
            </a:solidFill>
            <a:ln cap="sq">
              <a:noFill/>
              <a:prstDash val="solid"/>
              <a:miter/>
            </a:ln>
          </p:spPr>
          <p:txBody>
            <a:bodyPr/>
            <a:lstStyle/>
            <a:p>
              <a:endParaRPr lang="en-GB"/>
            </a:p>
          </p:txBody>
        </p:sp>
      </p:grpSp>
      <p:grpSp>
        <p:nvGrpSpPr>
          <p:cNvPr id="20" name="Group 20"/>
          <p:cNvGrpSpPr/>
          <p:nvPr/>
        </p:nvGrpSpPr>
        <p:grpSpPr>
          <a:xfrm>
            <a:off x="9407843" y="3183255"/>
            <a:ext cx="1044893" cy="1966912"/>
            <a:chOff x="0" y="0"/>
            <a:chExt cx="1393190" cy="2622550"/>
          </a:xfrm>
        </p:grpSpPr>
        <p:sp>
          <p:nvSpPr>
            <p:cNvPr id="21" name="Freeform 21"/>
            <p:cNvSpPr/>
            <p:nvPr/>
          </p:nvSpPr>
          <p:spPr>
            <a:xfrm>
              <a:off x="27940" y="48260"/>
              <a:ext cx="1318260" cy="2538730"/>
            </a:xfrm>
            <a:custGeom>
              <a:avLst/>
              <a:gdLst/>
              <a:ahLst/>
              <a:cxnLst/>
              <a:rect l="l" t="t" r="r" b="b"/>
              <a:pathLst>
                <a:path w="1318260" h="2538730">
                  <a:moveTo>
                    <a:pt x="1156970" y="585470"/>
                  </a:moveTo>
                  <a:cubicBezTo>
                    <a:pt x="1156970" y="873760"/>
                    <a:pt x="1182370" y="1163320"/>
                    <a:pt x="1201420" y="1330960"/>
                  </a:cubicBezTo>
                  <a:cubicBezTo>
                    <a:pt x="1215390" y="1455420"/>
                    <a:pt x="1226820" y="1572260"/>
                    <a:pt x="1248410" y="1656080"/>
                  </a:cubicBezTo>
                  <a:cubicBezTo>
                    <a:pt x="1262380" y="1711960"/>
                    <a:pt x="1286510" y="1743710"/>
                    <a:pt x="1297940" y="1790700"/>
                  </a:cubicBezTo>
                  <a:cubicBezTo>
                    <a:pt x="1309370" y="1836420"/>
                    <a:pt x="1314450" y="1884680"/>
                    <a:pt x="1314450" y="1932940"/>
                  </a:cubicBezTo>
                  <a:cubicBezTo>
                    <a:pt x="1314450" y="1979930"/>
                    <a:pt x="1308100" y="2028190"/>
                    <a:pt x="1296670" y="2075180"/>
                  </a:cubicBezTo>
                  <a:cubicBezTo>
                    <a:pt x="1285240" y="2120900"/>
                    <a:pt x="1267460" y="2166620"/>
                    <a:pt x="1244600" y="2208530"/>
                  </a:cubicBezTo>
                  <a:cubicBezTo>
                    <a:pt x="1223010" y="2250440"/>
                    <a:pt x="1195070" y="2291080"/>
                    <a:pt x="1163320" y="2325370"/>
                  </a:cubicBezTo>
                  <a:cubicBezTo>
                    <a:pt x="1131570" y="2360930"/>
                    <a:pt x="1094740" y="2393950"/>
                    <a:pt x="1055370" y="2420620"/>
                  </a:cubicBezTo>
                  <a:cubicBezTo>
                    <a:pt x="1016000" y="2447290"/>
                    <a:pt x="972820" y="2470150"/>
                    <a:pt x="928370" y="2486660"/>
                  </a:cubicBezTo>
                  <a:cubicBezTo>
                    <a:pt x="883920" y="2503170"/>
                    <a:pt x="835660" y="2514600"/>
                    <a:pt x="788670" y="2519680"/>
                  </a:cubicBezTo>
                  <a:cubicBezTo>
                    <a:pt x="741680" y="2526030"/>
                    <a:pt x="693420" y="2524760"/>
                    <a:pt x="646430" y="2519680"/>
                  </a:cubicBezTo>
                  <a:cubicBezTo>
                    <a:pt x="599440" y="2513330"/>
                    <a:pt x="551180" y="2501900"/>
                    <a:pt x="506730" y="2484120"/>
                  </a:cubicBezTo>
                  <a:cubicBezTo>
                    <a:pt x="462280" y="2467610"/>
                    <a:pt x="419100" y="2444750"/>
                    <a:pt x="381000" y="2416810"/>
                  </a:cubicBezTo>
                  <a:cubicBezTo>
                    <a:pt x="341630" y="2390140"/>
                    <a:pt x="304800" y="2357120"/>
                    <a:pt x="274320" y="2321560"/>
                  </a:cubicBezTo>
                  <a:cubicBezTo>
                    <a:pt x="242570" y="2286000"/>
                    <a:pt x="182880" y="2213610"/>
                    <a:pt x="193040" y="2203450"/>
                  </a:cubicBezTo>
                  <a:cubicBezTo>
                    <a:pt x="213360" y="2180590"/>
                    <a:pt x="753110" y="2494280"/>
                    <a:pt x="744220" y="2523490"/>
                  </a:cubicBezTo>
                  <a:cubicBezTo>
                    <a:pt x="739140" y="2538730"/>
                    <a:pt x="613410" y="2517140"/>
                    <a:pt x="553720" y="2499360"/>
                  </a:cubicBezTo>
                  <a:cubicBezTo>
                    <a:pt x="492760" y="2481580"/>
                    <a:pt x="431800" y="2452370"/>
                    <a:pt x="379730" y="2416810"/>
                  </a:cubicBezTo>
                  <a:cubicBezTo>
                    <a:pt x="327660" y="2379980"/>
                    <a:pt x="279400" y="2332990"/>
                    <a:pt x="242570" y="2282190"/>
                  </a:cubicBezTo>
                  <a:cubicBezTo>
                    <a:pt x="204470" y="2231390"/>
                    <a:pt x="173990" y="2171700"/>
                    <a:pt x="154940" y="2110740"/>
                  </a:cubicBezTo>
                  <a:cubicBezTo>
                    <a:pt x="135890" y="2051050"/>
                    <a:pt x="125730" y="1985010"/>
                    <a:pt x="127000" y="1921510"/>
                  </a:cubicBezTo>
                  <a:cubicBezTo>
                    <a:pt x="127000" y="1858010"/>
                    <a:pt x="139700" y="1791970"/>
                    <a:pt x="160020" y="1732280"/>
                  </a:cubicBezTo>
                  <a:cubicBezTo>
                    <a:pt x="181610" y="1672590"/>
                    <a:pt x="213360" y="1612900"/>
                    <a:pt x="252730" y="1563370"/>
                  </a:cubicBezTo>
                  <a:cubicBezTo>
                    <a:pt x="292100" y="1513840"/>
                    <a:pt x="341630" y="1468120"/>
                    <a:pt x="393700" y="1432560"/>
                  </a:cubicBezTo>
                  <a:cubicBezTo>
                    <a:pt x="447040" y="1398270"/>
                    <a:pt x="509270" y="1371600"/>
                    <a:pt x="570230" y="1355090"/>
                  </a:cubicBezTo>
                  <a:cubicBezTo>
                    <a:pt x="631190" y="1338580"/>
                    <a:pt x="698500" y="1332230"/>
                    <a:pt x="760730" y="1337310"/>
                  </a:cubicBezTo>
                  <a:cubicBezTo>
                    <a:pt x="824230" y="1341120"/>
                    <a:pt x="890270" y="1356360"/>
                    <a:pt x="948690" y="1380490"/>
                  </a:cubicBezTo>
                  <a:cubicBezTo>
                    <a:pt x="1007110" y="1405890"/>
                    <a:pt x="1064260" y="1441450"/>
                    <a:pt x="1111250" y="1482090"/>
                  </a:cubicBezTo>
                  <a:cubicBezTo>
                    <a:pt x="1159510" y="1524000"/>
                    <a:pt x="1202690" y="1576070"/>
                    <a:pt x="1234440" y="1630680"/>
                  </a:cubicBezTo>
                  <a:cubicBezTo>
                    <a:pt x="1266190" y="1685290"/>
                    <a:pt x="1290320" y="1748790"/>
                    <a:pt x="1303020" y="1811020"/>
                  </a:cubicBezTo>
                  <a:cubicBezTo>
                    <a:pt x="1315720" y="1871980"/>
                    <a:pt x="1318260" y="1939290"/>
                    <a:pt x="1310640" y="2002790"/>
                  </a:cubicBezTo>
                  <a:cubicBezTo>
                    <a:pt x="1303020" y="2065020"/>
                    <a:pt x="1283970" y="2129790"/>
                    <a:pt x="1256030" y="2186940"/>
                  </a:cubicBezTo>
                  <a:cubicBezTo>
                    <a:pt x="1228090" y="2244090"/>
                    <a:pt x="1189990" y="2299970"/>
                    <a:pt x="1145540" y="2344420"/>
                  </a:cubicBezTo>
                  <a:cubicBezTo>
                    <a:pt x="1101090" y="2390140"/>
                    <a:pt x="1047750" y="2429510"/>
                    <a:pt x="990600" y="2458720"/>
                  </a:cubicBezTo>
                  <a:cubicBezTo>
                    <a:pt x="934720" y="2487930"/>
                    <a:pt x="869950" y="2508250"/>
                    <a:pt x="807720" y="2517140"/>
                  </a:cubicBezTo>
                  <a:cubicBezTo>
                    <a:pt x="745490" y="2527300"/>
                    <a:pt x="678180" y="2526030"/>
                    <a:pt x="615950" y="2514600"/>
                  </a:cubicBezTo>
                  <a:cubicBezTo>
                    <a:pt x="553720" y="2503170"/>
                    <a:pt x="490220" y="2481580"/>
                    <a:pt x="434340" y="2451100"/>
                  </a:cubicBezTo>
                  <a:cubicBezTo>
                    <a:pt x="378460" y="2420620"/>
                    <a:pt x="326390" y="2378710"/>
                    <a:pt x="283210" y="2331720"/>
                  </a:cubicBezTo>
                  <a:cubicBezTo>
                    <a:pt x="240030" y="2286000"/>
                    <a:pt x="203200" y="2228850"/>
                    <a:pt x="177800" y="2171700"/>
                  </a:cubicBezTo>
                  <a:cubicBezTo>
                    <a:pt x="152400" y="2113280"/>
                    <a:pt x="134620" y="2048510"/>
                    <a:pt x="129540" y="1985010"/>
                  </a:cubicBezTo>
                  <a:cubicBezTo>
                    <a:pt x="123190" y="1922780"/>
                    <a:pt x="128270" y="1855470"/>
                    <a:pt x="142240" y="1793240"/>
                  </a:cubicBezTo>
                  <a:cubicBezTo>
                    <a:pt x="156210" y="1732280"/>
                    <a:pt x="182880" y="1670050"/>
                    <a:pt x="215900" y="1615440"/>
                  </a:cubicBezTo>
                  <a:cubicBezTo>
                    <a:pt x="248920" y="1562100"/>
                    <a:pt x="293370" y="1511300"/>
                    <a:pt x="342900" y="1471930"/>
                  </a:cubicBezTo>
                  <a:cubicBezTo>
                    <a:pt x="391160" y="1431290"/>
                    <a:pt x="431800" y="1380490"/>
                    <a:pt x="509270" y="1374140"/>
                  </a:cubicBezTo>
                  <a:cubicBezTo>
                    <a:pt x="665480" y="1361440"/>
                    <a:pt x="1146810" y="1554480"/>
                    <a:pt x="1248410" y="1656080"/>
                  </a:cubicBezTo>
                  <a:cubicBezTo>
                    <a:pt x="1290320" y="1699260"/>
                    <a:pt x="1286510" y="1743710"/>
                    <a:pt x="1297940" y="1790700"/>
                  </a:cubicBezTo>
                  <a:cubicBezTo>
                    <a:pt x="1309370" y="1836420"/>
                    <a:pt x="1314450" y="1884680"/>
                    <a:pt x="1314450" y="1932940"/>
                  </a:cubicBezTo>
                  <a:cubicBezTo>
                    <a:pt x="1314450" y="1979930"/>
                    <a:pt x="1308100" y="2028190"/>
                    <a:pt x="1296670" y="2075180"/>
                  </a:cubicBezTo>
                  <a:cubicBezTo>
                    <a:pt x="1285240" y="2120900"/>
                    <a:pt x="1267460" y="2166620"/>
                    <a:pt x="1245870" y="2208530"/>
                  </a:cubicBezTo>
                  <a:cubicBezTo>
                    <a:pt x="1223010" y="2250440"/>
                    <a:pt x="1195070" y="2291080"/>
                    <a:pt x="1163320" y="2325370"/>
                  </a:cubicBezTo>
                  <a:cubicBezTo>
                    <a:pt x="1131570" y="2360930"/>
                    <a:pt x="1094740" y="2393950"/>
                    <a:pt x="1055370" y="2420620"/>
                  </a:cubicBezTo>
                  <a:cubicBezTo>
                    <a:pt x="1016000" y="2447290"/>
                    <a:pt x="972820" y="2470150"/>
                    <a:pt x="928370" y="2486660"/>
                  </a:cubicBezTo>
                  <a:cubicBezTo>
                    <a:pt x="883920" y="2503170"/>
                    <a:pt x="836930" y="2514600"/>
                    <a:pt x="788670" y="2519680"/>
                  </a:cubicBezTo>
                  <a:cubicBezTo>
                    <a:pt x="741680" y="2526030"/>
                    <a:pt x="693420" y="2524760"/>
                    <a:pt x="646430" y="2519680"/>
                  </a:cubicBezTo>
                  <a:cubicBezTo>
                    <a:pt x="599440" y="2513330"/>
                    <a:pt x="551180" y="2501900"/>
                    <a:pt x="506730" y="2484120"/>
                  </a:cubicBezTo>
                  <a:cubicBezTo>
                    <a:pt x="462280" y="2467610"/>
                    <a:pt x="419100" y="2444750"/>
                    <a:pt x="381000" y="2416810"/>
                  </a:cubicBezTo>
                  <a:cubicBezTo>
                    <a:pt x="341630" y="2390140"/>
                    <a:pt x="304800" y="2357120"/>
                    <a:pt x="274320" y="2321560"/>
                  </a:cubicBezTo>
                  <a:cubicBezTo>
                    <a:pt x="242570" y="2286000"/>
                    <a:pt x="209550" y="2251710"/>
                    <a:pt x="193040" y="2203450"/>
                  </a:cubicBezTo>
                  <a:cubicBezTo>
                    <a:pt x="172720" y="2143760"/>
                    <a:pt x="191770" y="2077720"/>
                    <a:pt x="177800" y="1986280"/>
                  </a:cubicBezTo>
                  <a:cubicBezTo>
                    <a:pt x="153670" y="1823720"/>
                    <a:pt x="46990" y="1536700"/>
                    <a:pt x="22860" y="1314450"/>
                  </a:cubicBezTo>
                  <a:cubicBezTo>
                    <a:pt x="0" y="1103630"/>
                    <a:pt x="19050" y="858520"/>
                    <a:pt x="29210" y="689610"/>
                  </a:cubicBezTo>
                  <a:cubicBezTo>
                    <a:pt x="35560" y="575310"/>
                    <a:pt x="41910" y="477520"/>
                    <a:pt x="62230" y="402590"/>
                  </a:cubicBezTo>
                  <a:cubicBezTo>
                    <a:pt x="74930" y="350520"/>
                    <a:pt x="92710" y="317500"/>
                    <a:pt x="115570" y="278130"/>
                  </a:cubicBezTo>
                  <a:cubicBezTo>
                    <a:pt x="137160" y="240030"/>
                    <a:pt x="166370" y="203200"/>
                    <a:pt x="196850" y="171450"/>
                  </a:cubicBezTo>
                  <a:cubicBezTo>
                    <a:pt x="227330" y="138430"/>
                    <a:pt x="264160" y="110490"/>
                    <a:pt x="302260" y="86360"/>
                  </a:cubicBezTo>
                  <a:cubicBezTo>
                    <a:pt x="339090" y="62230"/>
                    <a:pt x="381000" y="43180"/>
                    <a:pt x="424180" y="29210"/>
                  </a:cubicBezTo>
                  <a:cubicBezTo>
                    <a:pt x="466090" y="15240"/>
                    <a:pt x="511810" y="6350"/>
                    <a:pt x="556260" y="2540"/>
                  </a:cubicBezTo>
                  <a:cubicBezTo>
                    <a:pt x="600710" y="0"/>
                    <a:pt x="646430" y="1270"/>
                    <a:pt x="690880" y="8890"/>
                  </a:cubicBezTo>
                  <a:cubicBezTo>
                    <a:pt x="735330" y="16510"/>
                    <a:pt x="779780" y="29210"/>
                    <a:pt x="820420" y="46990"/>
                  </a:cubicBezTo>
                  <a:cubicBezTo>
                    <a:pt x="861060" y="64770"/>
                    <a:pt x="901700" y="87630"/>
                    <a:pt x="935990" y="115570"/>
                  </a:cubicBezTo>
                  <a:cubicBezTo>
                    <a:pt x="971550" y="142240"/>
                    <a:pt x="1005840" y="173990"/>
                    <a:pt x="1033780" y="209550"/>
                  </a:cubicBezTo>
                  <a:cubicBezTo>
                    <a:pt x="1061720" y="243840"/>
                    <a:pt x="1085850" y="283210"/>
                    <a:pt x="1104900" y="323850"/>
                  </a:cubicBezTo>
                  <a:cubicBezTo>
                    <a:pt x="1123950" y="364490"/>
                    <a:pt x="1137920" y="407670"/>
                    <a:pt x="1146810" y="452120"/>
                  </a:cubicBezTo>
                  <a:cubicBezTo>
                    <a:pt x="1155700" y="495300"/>
                    <a:pt x="1156970" y="585470"/>
                    <a:pt x="1156970" y="585470"/>
                  </a:cubicBezTo>
                </a:path>
              </a:pathLst>
            </a:custGeom>
            <a:solidFill>
              <a:srgbClr val="FFFCF1"/>
            </a:solidFill>
            <a:ln cap="sq">
              <a:noFill/>
              <a:prstDash val="solid"/>
              <a:miter/>
            </a:ln>
          </p:spPr>
          <p:txBody>
            <a:bodyPr/>
            <a:lstStyle/>
            <a:p>
              <a:endParaRPr lang="en-GB"/>
            </a:p>
          </p:txBody>
        </p:sp>
      </p:grpSp>
      <p:grpSp>
        <p:nvGrpSpPr>
          <p:cNvPr id="22" name="Group 22"/>
          <p:cNvGrpSpPr/>
          <p:nvPr/>
        </p:nvGrpSpPr>
        <p:grpSpPr>
          <a:xfrm>
            <a:off x="6986588" y="4890135"/>
            <a:ext cx="898207" cy="898207"/>
            <a:chOff x="0" y="0"/>
            <a:chExt cx="1197610" cy="1197610"/>
          </a:xfrm>
        </p:grpSpPr>
        <p:sp>
          <p:nvSpPr>
            <p:cNvPr id="23" name="Freeform 23"/>
            <p:cNvSpPr/>
            <p:nvPr/>
          </p:nvSpPr>
          <p:spPr>
            <a:xfrm>
              <a:off x="45720" y="35560"/>
              <a:ext cx="1084580" cy="1115060"/>
            </a:xfrm>
            <a:custGeom>
              <a:avLst/>
              <a:gdLst/>
              <a:ahLst/>
              <a:cxnLst/>
              <a:rect l="l" t="t" r="r" b="b"/>
              <a:pathLst>
                <a:path w="1084580" h="1115060">
                  <a:moveTo>
                    <a:pt x="1084580" y="394970"/>
                  </a:moveTo>
                  <a:cubicBezTo>
                    <a:pt x="1084580" y="742950"/>
                    <a:pt x="1045210" y="831850"/>
                    <a:pt x="991870" y="899160"/>
                  </a:cubicBezTo>
                  <a:cubicBezTo>
                    <a:pt x="938530" y="967740"/>
                    <a:pt x="862330" y="1027430"/>
                    <a:pt x="783590" y="1062990"/>
                  </a:cubicBezTo>
                  <a:cubicBezTo>
                    <a:pt x="706120" y="1098550"/>
                    <a:pt x="609600" y="1115060"/>
                    <a:pt x="523240" y="1109980"/>
                  </a:cubicBezTo>
                  <a:cubicBezTo>
                    <a:pt x="438150" y="1104900"/>
                    <a:pt x="344170" y="1075690"/>
                    <a:pt x="271780" y="1031240"/>
                  </a:cubicBezTo>
                  <a:cubicBezTo>
                    <a:pt x="198120" y="988060"/>
                    <a:pt x="128270" y="918210"/>
                    <a:pt x="83820" y="844550"/>
                  </a:cubicBezTo>
                  <a:cubicBezTo>
                    <a:pt x="39370" y="770890"/>
                    <a:pt x="10160" y="678180"/>
                    <a:pt x="5080" y="591820"/>
                  </a:cubicBezTo>
                  <a:cubicBezTo>
                    <a:pt x="0" y="506730"/>
                    <a:pt x="17780" y="410210"/>
                    <a:pt x="53340" y="332740"/>
                  </a:cubicBezTo>
                  <a:cubicBezTo>
                    <a:pt x="88900" y="254000"/>
                    <a:pt x="148590" y="176530"/>
                    <a:pt x="215900" y="124460"/>
                  </a:cubicBezTo>
                  <a:cubicBezTo>
                    <a:pt x="283210" y="71120"/>
                    <a:pt x="373380" y="30480"/>
                    <a:pt x="457200" y="15240"/>
                  </a:cubicBezTo>
                  <a:cubicBezTo>
                    <a:pt x="542290" y="0"/>
                    <a:pt x="640080" y="6350"/>
                    <a:pt x="721360" y="31750"/>
                  </a:cubicBezTo>
                  <a:cubicBezTo>
                    <a:pt x="802640" y="57150"/>
                    <a:pt x="947420" y="168910"/>
                    <a:pt x="947420" y="168910"/>
                  </a:cubicBezTo>
                </a:path>
              </a:pathLst>
            </a:custGeom>
            <a:solidFill>
              <a:srgbClr val="FFFCF1"/>
            </a:solidFill>
            <a:ln cap="sq">
              <a:noFill/>
              <a:prstDash val="solid"/>
              <a:miter/>
            </a:ln>
          </p:spPr>
          <p:txBody>
            <a:bodyPr/>
            <a:lstStyle/>
            <a:p>
              <a:endParaRPr lang="en-GB"/>
            </a:p>
          </p:txBody>
        </p:sp>
      </p:grpSp>
      <p:grpSp>
        <p:nvGrpSpPr>
          <p:cNvPr id="24" name="Group 24"/>
          <p:cNvGrpSpPr/>
          <p:nvPr/>
        </p:nvGrpSpPr>
        <p:grpSpPr>
          <a:xfrm>
            <a:off x="6959918" y="5046345"/>
            <a:ext cx="898207" cy="898207"/>
            <a:chOff x="0" y="0"/>
            <a:chExt cx="1197610" cy="1197610"/>
          </a:xfrm>
        </p:grpSpPr>
        <p:sp>
          <p:nvSpPr>
            <p:cNvPr id="25" name="Freeform 25"/>
            <p:cNvSpPr/>
            <p:nvPr/>
          </p:nvSpPr>
          <p:spPr>
            <a:xfrm>
              <a:off x="44450" y="35560"/>
              <a:ext cx="1084580" cy="1115060"/>
            </a:xfrm>
            <a:custGeom>
              <a:avLst/>
              <a:gdLst/>
              <a:ahLst/>
              <a:cxnLst/>
              <a:rect l="l" t="t" r="r" b="b"/>
              <a:pathLst>
                <a:path w="1084580" h="1115060">
                  <a:moveTo>
                    <a:pt x="1084580" y="393700"/>
                  </a:moveTo>
                  <a:cubicBezTo>
                    <a:pt x="1084580" y="742950"/>
                    <a:pt x="1045210" y="831850"/>
                    <a:pt x="991870" y="899160"/>
                  </a:cubicBezTo>
                  <a:cubicBezTo>
                    <a:pt x="939800" y="966470"/>
                    <a:pt x="862330" y="1027430"/>
                    <a:pt x="783590" y="1061720"/>
                  </a:cubicBezTo>
                  <a:cubicBezTo>
                    <a:pt x="706120" y="1097280"/>
                    <a:pt x="609600" y="1115060"/>
                    <a:pt x="523240" y="1109980"/>
                  </a:cubicBezTo>
                  <a:cubicBezTo>
                    <a:pt x="438150" y="1104900"/>
                    <a:pt x="344170" y="1075690"/>
                    <a:pt x="271780" y="1031240"/>
                  </a:cubicBezTo>
                  <a:cubicBezTo>
                    <a:pt x="198120" y="986790"/>
                    <a:pt x="128270" y="916940"/>
                    <a:pt x="83820" y="844550"/>
                  </a:cubicBezTo>
                  <a:cubicBezTo>
                    <a:pt x="40640" y="770890"/>
                    <a:pt x="11430" y="676910"/>
                    <a:pt x="6350" y="591820"/>
                  </a:cubicBezTo>
                  <a:cubicBezTo>
                    <a:pt x="0" y="506730"/>
                    <a:pt x="17780" y="410210"/>
                    <a:pt x="53340" y="331470"/>
                  </a:cubicBezTo>
                  <a:cubicBezTo>
                    <a:pt x="88900" y="254000"/>
                    <a:pt x="148590" y="176530"/>
                    <a:pt x="217170" y="123190"/>
                  </a:cubicBezTo>
                  <a:cubicBezTo>
                    <a:pt x="284480" y="71120"/>
                    <a:pt x="373380" y="30480"/>
                    <a:pt x="457200" y="15240"/>
                  </a:cubicBezTo>
                  <a:cubicBezTo>
                    <a:pt x="542290" y="0"/>
                    <a:pt x="640080" y="5080"/>
                    <a:pt x="721360" y="31750"/>
                  </a:cubicBezTo>
                  <a:cubicBezTo>
                    <a:pt x="803910" y="57150"/>
                    <a:pt x="947420" y="167640"/>
                    <a:pt x="947420" y="167640"/>
                  </a:cubicBezTo>
                </a:path>
              </a:pathLst>
            </a:custGeom>
            <a:solidFill>
              <a:srgbClr val="FFFCF1"/>
            </a:solidFill>
            <a:ln cap="sq">
              <a:noFill/>
              <a:prstDash val="solid"/>
              <a:miter/>
            </a:ln>
          </p:spPr>
          <p:txBody>
            <a:bodyPr/>
            <a:lstStyle/>
            <a:p>
              <a:endParaRPr lang="en-GB"/>
            </a:p>
          </p:txBody>
        </p:sp>
      </p:grpSp>
      <p:grpSp>
        <p:nvGrpSpPr>
          <p:cNvPr id="26" name="Group 26"/>
          <p:cNvGrpSpPr/>
          <p:nvPr/>
        </p:nvGrpSpPr>
        <p:grpSpPr>
          <a:xfrm>
            <a:off x="6813232" y="4881562"/>
            <a:ext cx="898207" cy="898207"/>
            <a:chOff x="0" y="0"/>
            <a:chExt cx="1197610" cy="1197610"/>
          </a:xfrm>
        </p:grpSpPr>
        <p:sp>
          <p:nvSpPr>
            <p:cNvPr id="27" name="Freeform 27"/>
            <p:cNvSpPr/>
            <p:nvPr/>
          </p:nvSpPr>
          <p:spPr>
            <a:xfrm>
              <a:off x="44450" y="35560"/>
              <a:ext cx="1084580" cy="1115060"/>
            </a:xfrm>
            <a:custGeom>
              <a:avLst/>
              <a:gdLst/>
              <a:ahLst/>
              <a:cxnLst/>
              <a:rect l="l" t="t" r="r" b="b"/>
              <a:pathLst>
                <a:path w="1084580" h="1115060">
                  <a:moveTo>
                    <a:pt x="1084580" y="393700"/>
                  </a:moveTo>
                  <a:cubicBezTo>
                    <a:pt x="1084580" y="741680"/>
                    <a:pt x="1045210" y="831850"/>
                    <a:pt x="991870" y="899160"/>
                  </a:cubicBezTo>
                  <a:cubicBezTo>
                    <a:pt x="939800" y="966470"/>
                    <a:pt x="862330" y="1027430"/>
                    <a:pt x="783590" y="1061720"/>
                  </a:cubicBezTo>
                  <a:cubicBezTo>
                    <a:pt x="706120" y="1097280"/>
                    <a:pt x="609600" y="1115060"/>
                    <a:pt x="523240" y="1109980"/>
                  </a:cubicBezTo>
                  <a:cubicBezTo>
                    <a:pt x="438150" y="1104900"/>
                    <a:pt x="344170" y="1075690"/>
                    <a:pt x="271780" y="1031240"/>
                  </a:cubicBezTo>
                  <a:cubicBezTo>
                    <a:pt x="198120" y="986790"/>
                    <a:pt x="128270" y="916940"/>
                    <a:pt x="83820" y="844550"/>
                  </a:cubicBezTo>
                  <a:cubicBezTo>
                    <a:pt x="40640" y="770890"/>
                    <a:pt x="11430" y="676910"/>
                    <a:pt x="6350" y="591820"/>
                  </a:cubicBezTo>
                  <a:cubicBezTo>
                    <a:pt x="0" y="505460"/>
                    <a:pt x="17780" y="408940"/>
                    <a:pt x="53340" y="331470"/>
                  </a:cubicBezTo>
                  <a:cubicBezTo>
                    <a:pt x="88900" y="254000"/>
                    <a:pt x="148590" y="176530"/>
                    <a:pt x="217170" y="123190"/>
                  </a:cubicBezTo>
                  <a:cubicBezTo>
                    <a:pt x="284480" y="71120"/>
                    <a:pt x="373380" y="30480"/>
                    <a:pt x="457200" y="15240"/>
                  </a:cubicBezTo>
                  <a:cubicBezTo>
                    <a:pt x="542290" y="0"/>
                    <a:pt x="640080" y="5080"/>
                    <a:pt x="721360" y="30480"/>
                  </a:cubicBezTo>
                  <a:cubicBezTo>
                    <a:pt x="803910" y="55880"/>
                    <a:pt x="947420" y="167640"/>
                    <a:pt x="947420" y="167640"/>
                  </a:cubicBezTo>
                </a:path>
              </a:pathLst>
            </a:custGeom>
            <a:solidFill>
              <a:srgbClr val="FFFCF1"/>
            </a:solidFill>
            <a:ln cap="sq">
              <a:noFill/>
              <a:prstDash val="solid"/>
              <a:miter/>
            </a:ln>
          </p:spPr>
          <p:txBody>
            <a:bodyPr/>
            <a:lstStyle/>
            <a:p>
              <a:endParaRPr lang="en-GB"/>
            </a:p>
          </p:txBody>
        </p:sp>
      </p:grpSp>
      <p:grpSp>
        <p:nvGrpSpPr>
          <p:cNvPr id="28" name="Group 28"/>
          <p:cNvGrpSpPr/>
          <p:nvPr/>
        </p:nvGrpSpPr>
        <p:grpSpPr>
          <a:xfrm>
            <a:off x="9559290" y="4613910"/>
            <a:ext cx="962977" cy="1806892"/>
            <a:chOff x="0" y="0"/>
            <a:chExt cx="1283970" cy="2409190"/>
          </a:xfrm>
        </p:grpSpPr>
        <p:sp>
          <p:nvSpPr>
            <p:cNvPr id="29" name="Freeform 29"/>
            <p:cNvSpPr/>
            <p:nvPr/>
          </p:nvSpPr>
          <p:spPr>
            <a:xfrm>
              <a:off x="49530" y="46990"/>
              <a:ext cx="1189990" cy="2313940"/>
            </a:xfrm>
            <a:custGeom>
              <a:avLst/>
              <a:gdLst/>
              <a:ahLst/>
              <a:cxnLst/>
              <a:rect l="l" t="t" r="r" b="b"/>
              <a:pathLst>
                <a:path w="1189990" h="2313940">
                  <a:moveTo>
                    <a:pt x="1129030" y="585470"/>
                  </a:moveTo>
                  <a:cubicBezTo>
                    <a:pt x="1130300" y="889000"/>
                    <a:pt x="1164590" y="1197610"/>
                    <a:pt x="1173480" y="1375410"/>
                  </a:cubicBezTo>
                  <a:cubicBezTo>
                    <a:pt x="1179830" y="1508760"/>
                    <a:pt x="1189990" y="1624330"/>
                    <a:pt x="1182370" y="1722120"/>
                  </a:cubicBezTo>
                  <a:cubicBezTo>
                    <a:pt x="1178560" y="1794510"/>
                    <a:pt x="1172210" y="1851660"/>
                    <a:pt x="1151890" y="1910080"/>
                  </a:cubicBezTo>
                  <a:cubicBezTo>
                    <a:pt x="1131570" y="1969770"/>
                    <a:pt x="1101090" y="2029460"/>
                    <a:pt x="1062990" y="2078990"/>
                  </a:cubicBezTo>
                  <a:cubicBezTo>
                    <a:pt x="1024890" y="2128520"/>
                    <a:pt x="976630" y="2174240"/>
                    <a:pt x="924560" y="2209800"/>
                  </a:cubicBezTo>
                  <a:cubicBezTo>
                    <a:pt x="872490" y="2244090"/>
                    <a:pt x="812800" y="2273300"/>
                    <a:pt x="751840" y="2289810"/>
                  </a:cubicBezTo>
                  <a:cubicBezTo>
                    <a:pt x="692150" y="2306320"/>
                    <a:pt x="624840" y="2313940"/>
                    <a:pt x="562610" y="2310130"/>
                  </a:cubicBezTo>
                  <a:cubicBezTo>
                    <a:pt x="500380" y="2306320"/>
                    <a:pt x="435610" y="2292350"/>
                    <a:pt x="377190" y="2269490"/>
                  </a:cubicBezTo>
                  <a:cubicBezTo>
                    <a:pt x="318770" y="2245360"/>
                    <a:pt x="261620" y="2211070"/>
                    <a:pt x="213360" y="2170430"/>
                  </a:cubicBezTo>
                  <a:cubicBezTo>
                    <a:pt x="166370" y="2131060"/>
                    <a:pt x="123190" y="2078990"/>
                    <a:pt x="90170" y="2025650"/>
                  </a:cubicBezTo>
                  <a:cubicBezTo>
                    <a:pt x="58420" y="1972310"/>
                    <a:pt x="34290" y="1910080"/>
                    <a:pt x="20320" y="1849120"/>
                  </a:cubicBezTo>
                  <a:cubicBezTo>
                    <a:pt x="6350" y="1788160"/>
                    <a:pt x="3810" y="1720850"/>
                    <a:pt x="10160" y="1658620"/>
                  </a:cubicBezTo>
                  <a:cubicBezTo>
                    <a:pt x="16510" y="1596390"/>
                    <a:pt x="34290" y="1532890"/>
                    <a:pt x="60960" y="1475740"/>
                  </a:cubicBezTo>
                  <a:cubicBezTo>
                    <a:pt x="87630" y="1418590"/>
                    <a:pt x="124460" y="1363980"/>
                    <a:pt x="167640" y="1318260"/>
                  </a:cubicBezTo>
                  <a:cubicBezTo>
                    <a:pt x="210820" y="1272540"/>
                    <a:pt x="264160" y="1231900"/>
                    <a:pt x="318770" y="1202690"/>
                  </a:cubicBezTo>
                  <a:cubicBezTo>
                    <a:pt x="374650" y="1173480"/>
                    <a:pt x="438150" y="1151890"/>
                    <a:pt x="499110" y="1141730"/>
                  </a:cubicBezTo>
                  <a:cubicBezTo>
                    <a:pt x="561340" y="1131570"/>
                    <a:pt x="628650" y="1131570"/>
                    <a:pt x="689610" y="1141730"/>
                  </a:cubicBezTo>
                  <a:cubicBezTo>
                    <a:pt x="751840" y="1151890"/>
                    <a:pt x="815340" y="1173480"/>
                    <a:pt x="869950" y="1202690"/>
                  </a:cubicBezTo>
                  <a:cubicBezTo>
                    <a:pt x="925830" y="1231900"/>
                    <a:pt x="979170" y="1272540"/>
                    <a:pt x="1022350" y="1318260"/>
                  </a:cubicBezTo>
                  <a:cubicBezTo>
                    <a:pt x="1064260" y="1363980"/>
                    <a:pt x="1102360" y="1418590"/>
                    <a:pt x="1129030" y="1475740"/>
                  </a:cubicBezTo>
                  <a:cubicBezTo>
                    <a:pt x="1154430" y="1532890"/>
                    <a:pt x="1172210" y="1596390"/>
                    <a:pt x="1179830" y="1658620"/>
                  </a:cubicBezTo>
                  <a:cubicBezTo>
                    <a:pt x="1186180" y="1720850"/>
                    <a:pt x="1182370" y="1788160"/>
                    <a:pt x="1169670" y="1849120"/>
                  </a:cubicBezTo>
                  <a:cubicBezTo>
                    <a:pt x="1155700" y="1910080"/>
                    <a:pt x="1131570" y="1972310"/>
                    <a:pt x="1098550" y="2025650"/>
                  </a:cubicBezTo>
                  <a:cubicBezTo>
                    <a:pt x="1066800" y="2080260"/>
                    <a:pt x="1023620" y="2131060"/>
                    <a:pt x="975360" y="2171700"/>
                  </a:cubicBezTo>
                  <a:cubicBezTo>
                    <a:pt x="927100" y="2211070"/>
                    <a:pt x="869950" y="2246630"/>
                    <a:pt x="812800" y="2269490"/>
                  </a:cubicBezTo>
                  <a:cubicBezTo>
                    <a:pt x="754380" y="2292350"/>
                    <a:pt x="689610" y="2306320"/>
                    <a:pt x="626110" y="2310130"/>
                  </a:cubicBezTo>
                  <a:cubicBezTo>
                    <a:pt x="563880" y="2313940"/>
                    <a:pt x="497840" y="2306320"/>
                    <a:pt x="436880" y="2289810"/>
                  </a:cubicBezTo>
                  <a:cubicBezTo>
                    <a:pt x="377190" y="2272030"/>
                    <a:pt x="316230" y="2244090"/>
                    <a:pt x="264160" y="2209800"/>
                  </a:cubicBezTo>
                  <a:cubicBezTo>
                    <a:pt x="213360" y="2174240"/>
                    <a:pt x="163830" y="2128520"/>
                    <a:pt x="127000" y="2078990"/>
                  </a:cubicBezTo>
                  <a:cubicBezTo>
                    <a:pt x="88900" y="2028190"/>
                    <a:pt x="57150" y="1969770"/>
                    <a:pt x="36830" y="1910080"/>
                  </a:cubicBezTo>
                  <a:cubicBezTo>
                    <a:pt x="17780" y="1850390"/>
                    <a:pt x="7620" y="1798320"/>
                    <a:pt x="6350" y="1722120"/>
                  </a:cubicBezTo>
                  <a:cubicBezTo>
                    <a:pt x="5080" y="1609090"/>
                    <a:pt x="64770" y="1451610"/>
                    <a:pt x="66040" y="1296670"/>
                  </a:cubicBezTo>
                  <a:cubicBezTo>
                    <a:pt x="69850" y="1115060"/>
                    <a:pt x="0" y="863600"/>
                    <a:pt x="1270" y="698500"/>
                  </a:cubicBezTo>
                  <a:cubicBezTo>
                    <a:pt x="1270" y="582930"/>
                    <a:pt x="12700" y="480060"/>
                    <a:pt x="33020" y="403860"/>
                  </a:cubicBezTo>
                  <a:cubicBezTo>
                    <a:pt x="46990" y="353060"/>
                    <a:pt x="64770" y="318770"/>
                    <a:pt x="86360" y="280670"/>
                  </a:cubicBezTo>
                  <a:cubicBezTo>
                    <a:pt x="109220" y="241300"/>
                    <a:pt x="137160" y="204470"/>
                    <a:pt x="167640" y="172720"/>
                  </a:cubicBezTo>
                  <a:cubicBezTo>
                    <a:pt x="199390" y="140970"/>
                    <a:pt x="234950" y="111760"/>
                    <a:pt x="273050" y="87630"/>
                  </a:cubicBezTo>
                  <a:cubicBezTo>
                    <a:pt x="311150" y="63500"/>
                    <a:pt x="353060" y="44450"/>
                    <a:pt x="394970" y="30480"/>
                  </a:cubicBezTo>
                  <a:cubicBezTo>
                    <a:pt x="436880" y="16510"/>
                    <a:pt x="482600" y="7620"/>
                    <a:pt x="527050" y="3810"/>
                  </a:cubicBezTo>
                  <a:cubicBezTo>
                    <a:pt x="571500" y="0"/>
                    <a:pt x="617220" y="2540"/>
                    <a:pt x="661670" y="8890"/>
                  </a:cubicBezTo>
                  <a:cubicBezTo>
                    <a:pt x="706120" y="16510"/>
                    <a:pt x="750570" y="29210"/>
                    <a:pt x="791210" y="46990"/>
                  </a:cubicBezTo>
                  <a:cubicBezTo>
                    <a:pt x="831850" y="64770"/>
                    <a:pt x="872490" y="87630"/>
                    <a:pt x="908050" y="115570"/>
                  </a:cubicBezTo>
                  <a:cubicBezTo>
                    <a:pt x="943610" y="142240"/>
                    <a:pt x="976630" y="173990"/>
                    <a:pt x="1004570" y="209550"/>
                  </a:cubicBezTo>
                  <a:cubicBezTo>
                    <a:pt x="1032510" y="243840"/>
                    <a:pt x="1057910" y="283210"/>
                    <a:pt x="1076960" y="322580"/>
                  </a:cubicBezTo>
                  <a:cubicBezTo>
                    <a:pt x="1096010" y="363220"/>
                    <a:pt x="1109980" y="407670"/>
                    <a:pt x="1118870" y="450850"/>
                  </a:cubicBezTo>
                  <a:cubicBezTo>
                    <a:pt x="1127760" y="495300"/>
                    <a:pt x="1129030" y="585470"/>
                    <a:pt x="1129030" y="585470"/>
                  </a:cubicBezTo>
                </a:path>
              </a:pathLst>
            </a:custGeom>
            <a:solidFill>
              <a:srgbClr val="FFFCF1"/>
            </a:solidFill>
            <a:ln cap="sq">
              <a:noFill/>
              <a:prstDash val="solid"/>
              <a:miter/>
            </a:ln>
          </p:spPr>
          <p:txBody>
            <a:bodyPr/>
            <a:lstStyle/>
            <a:p>
              <a:endParaRPr lang="en-GB"/>
            </a:p>
          </p:txBody>
        </p:sp>
      </p:grpSp>
      <p:grpSp>
        <p:nvGrpSpPr>
          <p:cNvPr id="30" name="Group 30"/>
          <p:cNvGrpSpPr/>
          <p:nvPr/>
        </p:nvGrpSpPr>
        <p:grpSpPr>
          <a:xfrm>
            <a:off x="9563100" y="3212783"/>
            <a:ext cx="898207" cy="898207"/>
            <a:chOff x="0" y="0"/>
            <a:chExt cx="1197610" cy="1197610"/>
          </a:xfrm>
        </p:grpSpPr>
        <p:sp>
          <p:nvSpPr>
            <p:cNvPr id="31" name="Freeform 31"/>
            <p:cNvSpPr/>
            <p:nvPr/>
          </p:nvSpPr>
          <p:spPr>
            <a:xfrm>
              <a:off x="45720" y="35560"/>
              <a:ext cx="1084580" cy="1115060"/>
            </a:xfrm>
            <a:custGeom>
              <a:avLst/>
              <a:gdLst/>
              <a:ahLst/>
              <a:cxnLst/>
              <a:rect l="l" t="t" r="r" b="b"/>
              <a:pathLst>
                <a:path w="1084580" h="1115060">
                  <a:moveTo>
                    <a:pt x="1084580" y="393700"/>
                  </a:moveTo>
                  <a:cubicBezTo>
                    <a:pt x="1084580" y="741680"/>
                    <a:pt x="1043940" y="831850"/>
                    <a:pt x="991870" y="899160"/>
                  </a:cubicBezTo>
                  <a:cubicBezTo>
                    <a:pt x="938530" y="966470"/>
                    <a:pt x="861060" y="1027430"/>
                    <a:pt x="783590" y="1061720"/>
                  </a:cubicBezTo>
                  <a:cubicBezTo>
                    <a:pt x="704850" y="1097280"/>
                    <a:pt x="608330" y="1115060"/>
                    <a:pt x="523240" y="1109980"/>
                  </a:cubicBezTo>
                  <a:cubicBezTo>
                    <a:pt x="438150" y="1104900"/>
                    <a:pt x="344170" y="1075690"/>
                    <a:pt x="270510" y="1031240"/>
                  </a:cubicBezTo>
                  <a:cubicBezTo>
                    <a:pt x="198120" y="986790"/>
                    <a:pt x="128270" y="916940"/>
                    <a:pt x="83820" y="844550"/>
                  </a:cubicBezTo>
                  <a:cubicBezTo>
                    <a:pt x="39370" y="770890"/>
                    <a:pt x="10160" y="676910"/>
                    <a:pt x="5080" y="591820"/>
                  </a:cubicBezTo>
                  <a:cubicBezTo>
                    <a:pt x="0" y="506730"/>
                    <a:pt x="17780" y="410210"/>
                    <a:pt x="53340" y="331470"/>
                  </a:cubicBezTo>
                  <a:cubicBezTo>
                    <a:pt x="87630" y="254000"/>
                    <a:pt x="148590" y="176530"/>
                    <a:pt x="215900" y="123190"/>
                  </a:cubicBezTo>
                  <a:cubicBezTo>
                    <a:pt x="283210" y="71120"/>
                    <a:pt x="373380" y="30480"/>
                    <a:pt x="457200" y="15240"/>
                  </a:cubicBezTo>
                  <a:cubicBezTo>
                    <a:pt x="541020" y="0"/>
                    <a:pt x="640080" y="5080"/>
                    <a:pt x="721360" y="30480"/>
                  </a:cubicBezTo>
                  <a:cubicBezTo>
                    <a:pt x="802640" y="55880"/>
                    <a:pt x="947420" y="167640"/>
                    <a:pt x="947420" y="167640"/>
                  </a:cubicBezTo>
                </a:path>
              </a:pathLst>
            </a:custGeom>
            <a:solidFill>
              <a:srgbClr val="FFFCF1"/>
            </a:solidFill>
            <a:ln cap="sq">
              <a:noFill/>
              <a:prstDash val="solid"/>
              <a:miter/>
            </a:ln>
          </p:spPr>
          <p:txBody>
            <a:bodyPr/>
            <a:lstStyle/>
            <a:p>
              <a:endParaRPr lang="en-GB"/>
            </a:p>
          </p:txBody>
        </p:sp>
      </p:grpSp>
      <p:grpSp>
        <p:nvGrpSpPr>
          <p:cNvPr id="32" name="Group 32"/>
          <p:cNvGrpSpPr/>
          <p:nvPr/>
        </p:nvGrpSpPr>
        <p:grpSpPr>
          <a:xfrm>
            <a:off x="6757988" y="2689860"/>
            <a:ext cx="898207" cy="898207"/>
            <a:chOff x="0" y="0"/>
            <a:chExt cx="1197610" cy="1197610"/>
          </a:xfrm>
        </p:grpSpPr>
        <p:sp>
          <p:nvSpPr>
            <p:cNvPr id="33" name="Freeform 33"/>
            <p:cNvSpPr/>
            <p:nvPr/>
          </p:nvSpPr>
          <p:spPr>
            <a:xfrm>
              <a:off x="45720" y="35560"/>
              <a:ext cx="1084580" cy="1115060"/>
            </a:xfrm>
            <a:custGeom>
              <a:avLst/>
              <a:gdLst/>
              <a:ahLst/>
              <a:cxnLst/>
              <a:rect l="l" t="t" r="r" b="b"/>
              <a:pathLst>
                <a:path w="1084580" h="1115060">
                  <a:moveTo>
                    <a:pt x="1083310" y="394970"/>
                  </a:moveTo>
                  <a:cubicBezTo>
                    <a:pt x="1084580" y="742950"/>
                    <a:pt x="1043940" y="831850"/>
                    <a:pt x="990600" y="899160"/>
                  </a:cubicBezTo>
                  <a:cubicBezTo>
                    <a:pt x="938530" y="966470"/>
                    <a:pt x="861060" y="1027430"/>
                    <a:pt x="782320" y="1062990"/>
                  </a:cubicBezTo>
                  <a:cubicBezTo>
                    <a:pt x="704850" y="1097280"/>
                    <a:pt x="608330" y="1115060"/>
                    <a:pt x="523240" y="1109980"/>
                  </a:cubicBezTo>
                  <a:cubicBezTo>
                    <a:pt x="436880" y="1104900"/>
                    <a:pt x="344170" y="1075690"/>
                    <a:pt x="270510" y="1031240"/>
                  </a:cubicBezTo>
                  <a:cubicBezTo>
                    <a:pt x="196850" y="986790"/>
                    <a:pt x="128270" y="918210"/>
                    <a:pt x="83820" y="844550"/>
                  </a:cubicBezTo>
                  <a:cubicBezTo>
                    <a:pt x="39370" y="770890"/>
                    <a:pt x="10160" y="676910"/>
                    <a:pt x="5080" y="591820"/>
                  </a:cubicBezTo>
                  <a:cubicBezTo>
                    <a:pt x="0" y="506730"/>
                    <a:pt x="17780" y="410210"/>
                    <a:pt x="52070" y="331470"/>
                  </a:cubicBezTo>
                  <a:cubicBezTo>
                    <a:pt x="87630" y="254000"/>
                    <a:pt x="148590" y="176530"/>
                    <a:pt x="215900" y="124460"/>
                  </a:cubicBezTo>
                  <a:cubicBezTo>
                    <a:pt x="283210" y="71120"/>
                    <a:pt x="372110" y="30480"/>
                    <a:pt x="457200" y="15240"/>
                  </a:cubicBezTo>
                  <a:cubicBezTo>
                    <a:pt x="541020" y="0"/>
                    <a:pt x="638810" y="6350"/>
                    <a:pt x="720090" y="31750"/>
                  </a:cubicBezTo>
                  <a:cubicBezTo>
                    <a:pt x="802640" y="57150"/>
                    <a:pt x="947420" y="167640"/>
                    <a:pt x="947420" y="167640"/>
                  </a:cubicBezTo>
                </a:path>
              </a:pathLst>
            </a:custGeom>
            <a:solidFill>
              <a:srgbClr val="FFFCF1"/>
            </a:solidFill>
            <a:ln cap="sq">
              <a:noFill/>
              <a:prstDash val="solid"/>
              <a:miter/>
            </a:ln>
          </p:spPr>
          <p:txBody>
            <a:bodyPr/>
            <a:lstStyle/>
            <a:p>
              <a:endParaRPr lang="en-GB"/>
            </a:p>
          </p:txBody>
        </p:sp>
      </p:grpSp>
      <p:grpSp>
        <p:nvGrpSpPr>
          <p:cNvPr id="34" name="Group 34"/>
          <p:cNvGrpSpPr/>
          <p:nvPr/>
        </p:nvGrpSpPr>
        <p:grpSpPr>
          <a:xfrm>
            <a:off x="9342120" y="5392103"/>
            <a:ext cx="1093470" cy="1684973"/>
            <a:chOff x="0" y="0"/>
            <a:chExt cx="1457960" cy="2246630"/>
          </a:xfrm>
        </p:grpSpPr>
        <p:sp>
          <p:nvSpPr>
            <p:cNvPr id="35" name="Freeform 35"/>
            <p:cNvSpPr/>
            <p:nvPr/>
          </p:nvSpPr>
          <p:spPr>
            <a:xfrm>
              <a:off x="39370" y="49530"/>
              <a:ext cx="1371600" cy="2148840"/>
            </a:xfrm>
            <a:custGeom>
              <a:avLst/>
              <a:gdLst/>
              <a:ahLst/>
              <a:cxnLst/>
              <a:rect l="l" t="t" r="r" b="b"/>
              <a:pathLst>
                <a:path w="1371600" h="2148840">
                  <a:moveTo>
                    <a:pt x="1121410" y="513080"/>
                  </a:moveTo>
                  <a:cubicBezTo>
                    <a:pt x="1181100" y="904240"/>
                    <a:pt x="1314450" y="1146810"/>
                    <a:pt x="1347470" y="1296670"/>
                  </a:cubicBezTo>
                  <a:cubicBezTo>
                    <a:pt x="1370330" y="1398270"/>
                    <a:pt x="1371600" y="1482090"/>
                    <a:pt x="1367790" y="1562100"/>
                  </a:cubicBezTo>
                  <a:cubicBezTo>
                    <a:pt x="1365250" y="1629410"/>
                    <a:pt x="1357630" y="1689100"/>
                    <a:pt x="1337310" y="1748790"/>
                  </a:cubicBezTo>
                  <a:cubicBezTo>
                    <a:pt x="1318260" y="1807210"/>
                    <a:pt x="1286510" y="1865630"/>
                    <a:pt x="1249680" y="1915160"/>
                  </a:cubicBezTo>
                  <a:cubicBezTo>
                    <a:pt x="1211580" y="1964690"/>
                    <a:pt x="1163320" y="2010410"/>
                    <a:pt x="1112520" y="2045970"/>
                  </a:cubicBezTo>
                  <a:cubicBezTo>
                    <a:pt x="1061720" y="2080260"/>
                    <a:pt x="1000760" y="2108200"/>
                    <a:pt x="941070" y="2124710"/>
                  </a:cubicBezTo>
                  <a:cubicBezTo>
                    <a:pt x="881380" y="2141220"/>
                    <a:pt x="815340" y="2148840"/>
                    <a:pt x="753110" y="2145030"/>
                  </a:cubicBezTo>
                  <a:cubicBezTo>
                    <a:pt x="690880" y="2142490"/>
                    <a:pt x="627380" y="2128520"/>
                    <a:pt x="568960" y="2105660"/>
                  </a:cubicBezTo>
                  <a:cubicBezTo>
                    <a:pt x="511810" y="2082800"/>
                    <a:pt x="454660" y="2048510"/>
                    <a:pt x="407670" y="2007870"/>
                  </a:cubicBezTo>
                  <a:cubicBezTo>
                    <a:pt x="359410" y="1968500"/>
                    <a:pt x="316230" y="1917700"/>
                    <a:pt x="284480" y="1864360"/>
                  </a:cubicBezTo>
                  <a:cubicBezTo>
                    <a:pt x="252730" y="1811020"/>
                    <a:pt x="228600" y="1750060"/>
                    <a:pt x="214630" y="1689100"/>
                  </a:cubicBezTo>
                  <a:cubicBezTo>
                    <a:pt x="200660" y="1628140"/>
                    <a:pt x="196850" y="1562100"/>
                    <a:pt x="204470" y="1499870"/>
                  </a:cubicBezTo>
                  <a:cubicBezTo>
                    <a:pt x="210820" y="1438910"/>
                    <a:pt x="228600" y="1374140"/>
                    <a:pt x="254000" y="1318260"/>
                  </a:cubicBezTo>
                  <a:cubicBezTo>
                    <a:pt x="280670" y="1262380"/>
                    <a:pt x="317500" y="1206500"/>
                    <a:pt x="360680" y="1162050"/>
                  </a:cubicBezTo>
                  <a:cubicBezTo>
                    <a:pt x="402590" y="1116330"/>
                    <a:pt x="455930" y="1076960"/>
                    <a:pt x="510540" y="1047750"/>
                  </a:cubicBezTo>
                  <a:cubicBezTo>
                    <a:pt x="565150" y="1018540"/>
                    <a:pt x="628650" y="996950"/>
                    <a:pt x="689610" y="986790"/>
                  </a:cubicBezTo>
                  <a:cubicBezTo>
                    <a:pt x="750570" y="976630"/>
                    <a:pt x="816610" y="976630"/>
                    <a:pt x="878840" y="986790"/>
                  </a:cubicBezTo>
                  <a:cubicBezTo>
                    <a:pt x="939800" y="996950"/>
                    <a:pt x="1002030" y="1017270"/>
                    <a:pt x="1057910" y="1046480"/>
                  </a:cubicBezTo>
                  <a:cubicBezTo>
                    <a:pt x="1112520" y="1075690"/>
                    <a:pt x="1164590" y="1116330"/>
                    <a:pt x="1207770" y="1160780"/>
                  </a:cubicBezTo>
                  <a:cubicBezTo>
                    <a:pt x="1250950" y="1206500"/>
                    <a:pt x="1287780" y="1261110"/>
                    <a:pt x="1314450" y="1316990"/>
                  </a:cubicBezTo>
                  <a:cubicBezTo>
                    <a:pt x="1339850" y="1374140"/>
                    <a:pt x="1357630" y="1437640"/>
                    <a:pt x="1365250" y="1498600"/>
                  </a:cubicBezTo>
                  <a:cubicBezTo>
                    <a:pt x="1371600" y="1560830"/>
                    <a:pt x="1367790" y="1626870"/>
                    <a:pt x="1355090" y="1687830"/>
                  </a:cubicBezTo>
                  <a:cubicBezTo>
                    <a:pt x="1341120" y="1748790"/>
                    <a:pt x="1316990" y="1809750"/>
                    <a:pt x="1285240" y="1863090"/>
                  </a:cubicBezTo>
                  <a:cubicBezTo>
                    <a:pt x="1253490" y="1916430"/>
                    <a:pt x="1210310" y="1967230"/>
                    <a:pt x="1163320" y="2007870"/>
                  </a:cubicBezTo>
                  <a:cubicBezTo>
                    <a:pt x="1115060" y="2047240"/>
                    <a:pt x="1059180" y="2081530"/>
                    <a:pt x="1000760" y="2104390"/>
                  </a:cubicBezTo>
                  <a:cubicBezTo>
                    <a:pt x="943610" y="2127250"/>
                    <a:pt x="878840" y="2142490"/>
                    <a:pt x="816610" y="2145030"/>
                  </a:cubicBezTo>
                  <a:cubicBezTo>
                    <a:pt x="754380" y="2148840"/>
                    <a:pt x="688340" y="2142490"/>
                    <a:pt x="628650" y="2124710"/>
                  </a:cubicBezTo>
                  <a:cubicBezTo>
                    <a:pt x="568960" y="2108200"/>
                    <a:pt x="509270" y="2081530"/>
                    <a:pt x="457200" y="2045970"/>
                  </a:cubicBezTo>
                  <a:cubicBezTo>
                    <a:pt x="406400" y="2011680"/>
                    <a:pt x="358140" y="1965960"/>
                    <a:pt x="320040" y="1916430"/>
                  </a:cubicBezTo>
                  <a:cubicBezTo>
                    <a:pt x="281940" y="1866900"/>
                    <a:pt x="251460" y="1808480"/>
                    <a:pt x="231140" y="1750060"/>
                  </a:cubicBezTo>
                  <a:cubicBezTo>
                    <a:pt x="212090" y="1690370"/>
                    <a:pt x="199390" y="1609090"/>
                    <a:pt x="200660" y="1563370"/>
                  </a:cubicBezTo>
                  <a:cubicBezTo>
                    <a:pt x="201930" y="1535430"/>
                    <a:pt x="218440" y="1530350"/>
                    <a:pt x="217170" y="1497330"/>
                  </a:cubicBezTo>
                  <a:cubicBezTo>
                    <a:pt x="214630" y="1393190"/>
                    <a:pt x="54610" y="1042670"/>
                    <a:pt x="24130" y="854710"/>
                  </a:cubicBezTo>
                  <a:cubicBezTo>
                    <a:pt x="1270" y="712470"/>
                    <a:pt x="0" y="566420"/>
                    <a:pt x="11430" y="473710"/>
                  </a:cubicBezTo>
                  <a:cubicBezTo>
                    <a:pt x="19050" y="417830"/>
                    <a:pt x="31750" y="384810"/>
                    <a:pt x="48260" y="344170"/>
                  </a:cubicBezTo>
                  <a:cubicBezTo>
                    <a:pt x="66040" y="302260"/>
                    <a:pt x="88900" y="262890"/>
                    <a:pt x="115570" y="226060"/>
                  </a:cubicBezTo>
                  <a:cubicBezTo>
                    <a:pt x="142240" y="190500"/>
                    <a:pt x="173990" y="157480"/>
                    <a:pt x="208280" y="128270"/>
                  </a:cubicBezTo>
                  <a:cubicBezTo>
                    <a:pt x="242570" y="100330"/>
                    <a:pt x="281940" y="74930"/>
                    <a:pt x="322580" y="55880"/>
                  </a:cubicBezTo>
                  <a:cubicBezTo>
                    <a:pt x="361950" y="36830"/>
                    <a:pt x="406400" y="21590"/>
                    <a:pt x="449580" y="12700"/>
                  </a:cubicBezTo>
                  <a:cubicBezTo>
                    <a:pt x="494030" y="3810"/>
                    <a:pt x="539750" y="0"/>
                    <a:pt x="584200" y="1270"/>
                  </a:cubicBezTo>
                  <a:cubicBezTo>
                    <a:pt x="628650" y="2540"/>
                    <a:pt x="674370" y="10160"/>
                    <a:pt x="717550" y="22860"/>
                  </a:cubicBezTo>
                  <a:cubicBezTo>
                    <a:pt x="760730" y="34290"/>
                    <a:pt x="802640" y="52070"/>
                    <a:pt x="842010" y="74930"/>
                  </a:cubicBezTo>
                  <a:cubicBezTo>
                    <a:pt x="880110" y="96520"/>
                    <a:pt x="916940" y="124460"/>
                    <a:pt x="949960" y="154940"/>
                  </a:cubicBezTo>
                  <a:cubicBezTo>
                    <a:pt x="981710" y="185420"/>
                    <a:pt x="1012190" y="220980"/>
                    <a:pt x="1036320" y="259080"/>
                  </a:cubicBezTo>
                  <a:cubicBezTo>
                    <a:pt x="1059180" y="297180"/>
                    <a:pt x="1079500" y="337820"/>
                    <a:pt x="1093470" y="381000"/>
                  </a:cubicBezTo>
                  <a:cubicBezTo>
                    <a:pt x="1108710" y="422910"/>
                    <a:pt x="1121410" y="513080"/>
                    <a:pt x="1121410" y="513080"/>
                  </a:cubicBezTo>
                </a:path>
              </a:pathLst>
            </a:custGeom>
            <a:solidFill>
              <a:srgbClr val="FFFCF1"/>
            </a:solidFill>
            <a:ln cap="sq">
              <a:noFill/>
              <a:prstDash val="solid"/>
              <a:miter/>
            </a:ln>
          </p:spPr>
          <p:txBody>
            <a:bodyPr/>
            <a:lstStyle/>
            <a:p>
              <a:endParaRPr lang="en-GB"/>
            </a:p>
          </p:txBody>
        </p:sp>
      </p:grpSp>
      <p:grpSp>
        <p:nvGrpSpPr>
          <p:cNvPr id="36" name="Group 36"/>
          <p:cNvGrpSpPr/>
          <p:nvPr/>
        </p:nvGrpSpPr>
        <p:grpSpPr>
          <a:xfrm>
            <a:off x="9445943" y="6097905"/>
            <a:ext cx="955357" cy="1424940"/>
            <a:chOff x="0" y="0"/>
            <a:chExt cx="1273810" cy="1899920"/>
          </a:xfrm>
        </p:grpSpPr>
        <p:sp>
          <p:nvSpPr>
            <p:cNvPr id="37" name="Freeform 37"/>
            <p:cNvSpPr/>
            <p:nvPr/>
          </p:nvSpPr>
          <p:spPr>
            <a:xfrm>
              <a:off x="25400" y="44450"/>
              <a:ext cx="1200150" cy="1809750"/>
            </a:xfrm>
            <a:custGeom>
              <a:avLst/>
              <a:gdLst/>
              <a:ahLst/>
              <a:cxnLst/>
              <a:rect l="l" t="t" r="r" b="b"/>
              <a:pathLst>
                <a:path w="1200150" h="1809750">
                  <a:moveTo>
                    <a:pt x="1156970" y="786130"/>
                  </a:moveTo>
                  <a:cubicBezTo>
                    <a:pt x="1192530" y="1296670"/>
                    <a:pt x="1187450" y="1329690"/>
                    <a:pt x="1177290" y="1374140"/>
                  </a:cubicBezTo>
                  <a:cubicBezTo>
                    <a:pt x="1165860" y="1418590"/>
                    <a:pt x="1149350" y="1463040"/>
                    <a:pt x="1129030" y="1503680"/>
                  </a:cubicBezTo>
                  <a:cubicBezTo>
                    <a:pt x="1107440" y="1543050"/>
                    <a:pt x="1080770" y="1582420"/>
                    <a:pt x="1050290" y="1616710"/>
                  </a:cubicBezTo>
                  <a:cubicBezTo>
                    <a:pt x="1019810" y="1649730"/>
                    <a:pt x="985520" y="1681480"/>
                    <a:pt x="947420" y="1706880"/>
                  </a:cubicBezTo>
                  <a:cubicBezTo>
                    <a:pt x="910590" y="1733550"/>
                    <a:pt x="868680" y="1755140"/>
                    <a:pt x="825500" y="1771650"/>
                  </a:cubicBezTo>
                  <a:cubicBezTo>
                    <a:pt x="783590" y="1788160"/>
                    <a:pt x="737870" y="1798320"/>
                    <a:pt x="692150" y="1804670"/>
                  </a:cubicBezTo>
                  <a:cubicBezTo>
                    <a:pt x="647700" y="1809750"/>
                    <a:pt x="599440" y="1809750"/>
                    <a:pt x="554990" y="1804670"/>
                  </a:cubicBezTo>
                  <a:cubicBezTo>
                    <a:pt x="509270" y="1799590"/>
                    <a:pt x="463550" y="1788160"/>
                    <a:pt x="421640" y="1771650"/>
                  </a:cubicBezTo>
                  <a:cubicBezTo>
                    <a:pt x="378460" y="1755140"/>
                    <a:pt x="336550" y="1733550"/>
                    <a:pt x="299720" y="1708150"/>
                  </a:cubicBezTo>
                  <a:cubicBezTo>
                    <a:pt x="261620" y="1681480"/>
                    <a:pt x="227330" y="1651000"/>
                    <a:pt x="196850" y="1616710"/>
                  </a:cubicBezTo>
                  <a:cubicBezTo>
                    <a:pt x="166370" y="1582420"/>
                    <a:pt x="139700" y="1544320"/>
                    <a:pt x="118110" y="1503680"/>
                  </a:cubicBezTo>
                  <a:cubicBezTo>
                    <a:pt x="97790" y="1463040"/>
                    <a:pt x="80010" y="1418590"/>
                    <a:pt x="69850" y="1375410"/>
                  </a:cubicBezTo>
                  <a:cubicBezTo>
                    <a:pt x="58420" y="1330960"/>
                    <a:pt x="46990" y="1297940"/>
                    <a:pt x="53340" y="1238250"/>
                  </a:cubicBezTo>
                  <a:cubicBezTo>
                    <a:pt x="64770" y="1116330"/>
                    <a:pt x="273050" y="764540"/>
                    <a:pt x="224790" y="693420"/>
                  </a:cubicBezTo>
                  <a:cubicBezTo>
                    <a:pt x="195580" y="652780"/>
                    <a:pt x="63500" y="716280"/>
                    <a:pt x="31750" y="681990"/>
                  </a:cubicBezTo>
                  <a:cubicBezTo>
                    <a:pt x="0" y="648970"/>
                    <a:pt x="21590" y="553720"/>
                    <a:pt x="33020" y="492760"/>
                  </a:cubicBezTo>
                  <a:cubicBezTo>
                    <a:pt x="43180" y="430530"/>
                    <a:pt x="64770" y="368300"/>
                    <a:pt x="93980" y="312420"/>
                  </a:cubicBezTo>
                  <a:cubicBezTo>
                    <a:pt x="123190" y="257810"/>
                    <a:pt x="163830" y="204470"/>
                    <a:pt x="209550" y="162560"/>
                  </a:cubicBezTo>
                  <a:cubicBezTo>
                    <a:pt x="255270" y="119380"/>
                    <a:pt x="309880" y="82550"/>
                    <a:pt x="367030" y="57150"/>
                  </a:cubicBezTo>
                  <a:cubicBezTo>
                    <a:pt x="424180" y="30480"/>
                    <a:pt x="487680" y="12700"/>
                    <a:pt x="549910" y="6350"/>
                  </a:cubicBezTo>
                  <a:cubicBezTo>
                    <a:pt x="612140" y="0"/>
                    <a:pt x="679450" y="3810"/>
                    <a:pt x="740410" y="17780"/>
                  </a:cubicBezTo>
                  <a:cubicBezTo>
                    <a:pt x="801370" y="31750"/>
                    <a:pt x="862330" y="55880"/>
                    <a:pt x="915670" y="88900"/>
                  </a:cubicBezTo>
                  <a:cubicBezTo>
                    <a:pt x="969010" y="120650"/>
                    <a:pt x="1019810" y="165100"/>
                    <a:pt x="1060450" y="212090"/>
                  </a:cubicBezTo>
                  <a:cubicBezTo>
                    <a:pt x="1099820" y="260350"/>
                    <a:pt x="1134110" y="317500"/>
                    <a:pt x="1156970" y="375920"/>
                  </a:cubicBezTo>
                  <a:cubicBezTo>
                    <a:pt x="1179830" y="433070"/>
                    <a:pt x="1193800" y="499110"/>
                    <a:pt x="1197610" y="561340"/>
                  </a:cubicBezTo>
                  <a:cubicBezTo>
                    <a:pt x="1200150" y="623570"/>
                    <a:pt x="1192530" y="689610"/>
                    <a:pt x="1176020" y="749300"/>
                  </a:cubicBezTo>
                  <a:cubicBezTo>
                    <a:pt x="1158240" y="810260"/>
                    <a:pt x="1130300" y="869950"/>
                    <a:pt x="1094740" y="922020"/>
                  </a:cubicBezTo>
                  <a:cubicBezTo>
                    <a:pt x="1060450" y="972820"/>
                    <a:pt x="1013460" y="1021080"/>
                    <a:pt x="963930" y="1059180"/>
                  </a:cubicBezTo>
                  <a:cubicBezTo>
                    <a:pt x="914400" y="1096010"/>
                    <a:pt x="854710" y="1127760"/>
                    <a:pt x="796290" y="1146810"/>
                  </a:cubicBezTo>
                  <a:cubicBezTo>
                    <a:pt x="736600" y="1167130"/>
                    <a:pt x="670560" y="1177290"/>
                    <a:pt x="608330" y="1177290"/>
                  </a:cubicBezTo>
                  <a:cubicBezTo>
                    <a:pt x="546100" y="1176020"/>
                    <a:pt x="480060" y="1165860"/>
                    <a:pt x="421640" y="1145540"/>
                  </a:cubicBezTo>
                  <a:cubicBezTo>
                    <a:pt x="361950" y="1125220"/>
                    <a:pt x="303530" y="1093470"/>
                    <a:pt x="254000" y="1055370"/>
                  </a:cubicBezTo>
                  <a:cubicBezTo>
                    <a:pt x="204470" y="1017270"/>
                    <a:pt x="158750" y="969010"/>
                    <a:pt x="124460" y="916940"/>
                  </a:cubicBezTo>
                  <a:cubicBezTo>
                    <a:pt x="88900" y="864870"/>
                    <a:pt x="60960" y="805180"/>
                    <a:pt x="44450" y="744220"/>
                  </a:cubicBezTo>
                  <a:cubicBezTo>
                    <a:pt x="29210" y="684530"/>
                    <a:pt x="21590" y="618490"/>
                    <a:pt x="25400" y="554990"/>
                  </a:cubicBezTo>
                  <a:cubicBezTo>
                    <a:pt x="29210" y="492760"/>
                    <a:pt x="43180" y="427990"/>
                    <a:pt x="67310" y="370840"/>
                  </a:cubicBezTo>
                  <a:cubicBezTo>
                    <a:pt x="90170" y="312420"/>
                    <a:pt x="124460" y="255270"/>
                    <a:pt x="166370" y="208280"/>
                  </a:cubicBezTo>
                  <a:cubicBezTo>
                    <a:pt x="207010" y="161290"/>
                    <a:pt x="257810" y="118110"/>
                    <a:pt x="311150" y="86360"/>
                  </a:cubicBezTo>
                  <a:cubicBezTo>
                    <a:pt x="364490" y="54610"/>
                    <a:pt x="426720" y="29210"/>
                    <a:pt x="487680" y="16510"/>
                  </a:cubicBezTo>
                  <a:cubicBezTo>
                    <a:pt x="548640" y="3810"/>
                    <a:pt x="614680" y="0"/>
                    <a:pt x="676910" y="7620"/>
                  </a:cubicBezTo>
                  <a:cubicBezTo>
                    <a:pt x="739140" y="13970"/>
                    <a:pt x="803910" y="31750"/>
                    <a:pt x="859790" y="58420"/>
                  </a:cubicBezTo>
                  <a:cubicBezTo>
                    <a:pt x="916940" y="85090"/>
                    <a:pt x="971550" y="123190"/>
                    <a:pt x="1016000" y="166370"/>
                  </a:cubicBezTo>
                  <a:cubicBezTo>
                    <a:pt x="1061720" y="209550"/>
                    <a:pt x="1102360" y="262890"/>
                    <a:pt x="1130300" y="317500"/>
                  </a:cubicBezTo>
                  <a:cubicBezTo>
                    <a:pt x="1159510" y="373380"/>
                    <a:pt x="1198880" y="474980"/>
                    <a:pt x="1189990" y="497840"/>
                  </a:cubicBezTo>
                  <a:cubicBezTo>
                    <a:pt x="1187450" y="505460"/>
                    <a:pt x="1177290" y="499110"/>
                    <a:pt x="1172210" y="508000"/>
                  </a:cubicBezTo>
                  <a:cubicBezTo>
                    <a:pt x="1143000" y="561340"/>
                    <a:pt x="1200150" y="1090930"/>
                    <a:pt x="1193800" y="1238250"/>
                  </a:cubicBezTo>
                  <a:cubicBezTo>
                    <a:pt x="1191260" y="1301750"/>
                    <a:pt x="1187450" y="1329690"/>
                    <a:pt x="1177290" y="1374140"/>
                  </a:cubicBezTo>
                  <a:cubicBezTo>
                    <a:pt x="1165860" y="1418590"/>
                    <a:pt x="1149350" y="1463040"/>
                    <a:pt x="1129030" y="1502410"/>
                  </a:cubicBezTo>
                  <a:cubicBezTo>
                    <a:pt x="1107440" y="1543050"/>
                    <a:pt x="1080770" y="1582420"/>
                    <a:pt x="1050290" y="1616710"/>
                  </a:cubicBezTo>
                  <a:cubicBezTo>
                    <a:pt x="1019810" y="1649730"/>
                    <a:pt x="985520" y="1681480"/>
                    <a:pt x="947420" y="1706880"/>
                  </a:cubicBezTo>
                  <a:cubicBezTo>
                    <a:pt x="910590" y="1733550"/>
                    <a:pt x="868680" y="1755140"/>
                    <a:pt x="825500" y="1771650"/>
                  </a:cubicBezTo>
                  <a:cubicBezTo>
                    <a:pt x="783590" y="1788160"/>
                    <a:pt x="737870" y="1798320"/>
                    <a:pt x="692150" y="1804670"/>
                  </a:cubicBezTo>
                  <a:cubicBezTo>
                    <a:pt x="647700" y="1809750"/>
                    <a:pt x="599440" y="1809750"/>
                    <a:pt x="554990" y="1804670"/>
                  </a:cubicBezTo>
                  <a:cubicBezTo>
                    <a:pt x="509270" y="1799590"/>
                    <a:pt x="463550" y="1788160"/>
                    <a:pt x="421640" y="1771650"/>
                  </a:cubicBezTo>
                  <a:cubicBezTo>
                    <a:pt x="378460" y="1755140"/>
                    <a:pt x="336550" y="1733550"/>
                    <a:pt x="299720" y="1708150"/>
                  </a:cubicBezTo>
                  <a:cubicBezTo>
                    <a:pt x="261620" y="1681480"/>
                    <a:pt x="227330" y="1651000"/>
                    <a:pt x="196850" y="1616710"/>
                  </a:cubicBezTo>
                  <a:cubicBezTo>
                    <a:pt x="166370" y="1582420"/>
                    <a:pt x="139700" y="1544320"/>
                    <a:pt x="118110" y="1503680"/>
                  </a:cubicBezTo>
                  <a:cubicBezTo>
                    <a:pt x="97790" y="1463040"/>
                    <a:pt x="82550" y="1431290"/>
                    <a:pt x="69850" y="1375410"/>
                  </a:cubicBezTo>
                  <a:cubicBezTo>
                    <a:pt x="46990" y="1272540"/>
                    <a:pt x="40640" y="1041400"/>
                    <a:pt x="38100" y="933450"/>
                  </a:cubicBezTo>
                  <a:cubicBezTo>
                    <a:pt x="35560" y="871220"/>
                    <a:pt x="38100" y="833120"/>
                    <a:pt x="40640" y="786130"/>
                  </a:cubicBezTo>
                  <a:cubicBezTo>
                    <a:pt x="44450" y="740410"/>
                    <a:pt x="46990" y="695960"/>
                    <a:pt x="57150" y="652780"/>
                  </a:cubicBezTo>
                  <a:cubicBezTo>
                    <a:pt x="67310" y="609600"/>
                    <a:pt x="83820" y="566420"/>
                    <a:pt x="105410" y="527050"/>
                  </a:cubicBezTo>
                  <a:cubicBezTo>
                    <a:pt x="125730" y="486410"/>
                    <a:pt x="152400" y="449580"/>
                    <a:pt x="181610" y="415290"/>
                  </a:cubicBezTo>
                  <a:cubicBezTo>
                    <a:pt x="210820" y="382270"/>
                    <a:pt x="245110" y="351790"/>
                    <a:pt x="281940" y="326390"/>
                  </a:cubicBezTo>
                  <a:cubicBezTo>
                    <a:pt x="318770" y="300990"/>
                    <a:pt x="359410" y="279400"/>
                    <a:pt x="401320" y="264160"/>
                  </a:cubicBezTo>
                  <a:cubicBezTo>
                    <a:pt x="443230" y="248920"/>
                    <a:pt x="487680" y="237490"/>
                    <a:pt x="532130" y="232410"/>
                  </a:cubicBezTo>
                  <a:cubicBezTo>
                    <a:pt x="575310" y="226060"/>
                    <a:pt x="622300" y="226060"/>
                    <a:pt x="666750" y="232410"/>
                  </a:cubicBezTo>
                  <a:cubicBezTo>
                    <a:pt x="709930" y="237490"/>
                    <a:pt x="755650" y="248920"/>
                    <a:pt x="796290" y="264160"/>
                  </a:cubicBezTo>
                  <a:cubicBezTo>
                    <a:pt x="838200" y="279400"/>
                    <a:pt x="878840" y="300990"/>
                    <a:pt x="915670" y="326390"/>
                  </a:cubicBezTo>
                  <a:cubicBezTo>
                    <a:pt x="952500" y="351790"/>
                    <a:pt x="986790" y="382270"/>
                    <a:pt x="1016000" y="415290"/>
                  </a:cubicBezTo>
                  <a:cubicBezTo>
                    <a:pt x="1046480" y="449580"/>
                    <a:pt x="1071880" y="487680"/>
                    <a:pt x="1093470" y="527050"/>
                  </a:cubicBezTo>
                  <a:cubicBezTo>
                    <a:pt x="1113790" y="566420"/>
                    <a:pt x="1130300" y="609600"/>
                    <a:pt x="1140460" y="652780"/>
                  </a:cubicBezTo>
                  <a:cubicBezTo>
                    <a:pt x="1150620" y="695960"/>
                    <a:pt x="1156970" y="786130"/>
                    <a:pt x="1156970" y="786130"/>
                  </a:cubicBezTo>
                </a:path>
              </a:pathLst>
            </a:custGeom>
            <a:solidFill>
              <a:srgbClr val="FFFCF1"/>
            </a:solidFill>
            <a:ln cap="sq">
              <a:noFill/>
              <a:prstDash val="solid"/>
              <a:miter/>
            </a:ln>
          </p:spPr>
          <p:txBody>
            <a:bodyPr/>
            <a:lstStyle/>
            <a:p>
              <a:endParaRPr lang="en-GB"/>
            </a:p>
          </p:txBody>
        </p:sp>
      </p:grpSp>
      <p:sp>
        <p:nvSpPr>
          <p:cNvPr id="38" name="Freeform 38"/>
          <p:cNvSpPr/>
          <p:nvPr/>
        </p:nvSpPr>
        <p:spPr>
          <a:xfrm>
            <a:off x="6913092" y="2744548"/>
            <a:ext cx="3539643" cy="4811240"/>
          </a:xfrm>
          <a:custGeom>
            <a:avLst/>
            <a:gdLst/>
            <a:ahLst/>
            <a:cxnLst/>
            <a:rect l="l" t="t" r="r" b="b"/>
            <a:pathLst>
              <a:path w="3539643" h="4811240">
                <a:moveTo>
                  <a:pt x="0" y="0"/>
                </a:moveTo>
                <a:lnTo>
                  <a:pt x="3539643" y="0"/>
                </a:lnTo>
                <a:lnTo>
                  <a:pt x="3539643" y="4811239"/>
                </a:lnTo>
                <a:lnTo>
                  <a:pt x="0" y="4811239"/>
                </a:lnTo>
                <a:lnTo>
                  <a:pt x="0" y="0"/>
                </a:lnTo>
                <a:close/>
              </a:path>
            </a:pathLst>
          </a:custGeom>
          <a:blipFill>
            <a:blip r:embed="rId5">
              <a:extLst>
                <a:ext uri="{96DAC541-7B7A-43D3-8B79-37D633B846F1}">
                  <asvg:svgBlip xmlns:asvg="http://schemas.microsoft.com/office/drawing/2016/SVG/main" r:embed="rId6"/>
                </a:ext>
              </a:extLst>
            </a:blip>
            <a:stretch>
              <a:fillRect r="-31336"/>
            </a:stretch>
          </a:blipFill>
        </p:spPr>
        <p:txBody>
          <a:bodyPr/>
          <a:lstStyle/>
          <a:p>
            <a:endParaRPr lang="en-GB"/>
          </a:p>
        </p:txBody>
      </p:sp>
      <p:sp>
        <p:nvSpPr>
          <p:cNvPr id="39" name="Freeform 39"/>
          <p:cNvSpPr/>
          <p:nvPr/>
        </p:nvSpPr>
        <p:spPr>
          <a:xfrm rot="-847473">
            <a:off x="9380403" y="6114269"/>
            <a:ext cx="9927288" cy="7183747"/>
          </a:xfrm>
          <a:custGeom>
            <a:avLst/>
            <a:gdLst/>
            <a:ahLst/>
            <a:cxnLst/>
            <a:rect l="l" t="t" r="r" b="b"/>
            <a:pathLst>
              <a:path w="9927288" h="7183747">
                <a:moveTo>
                  <a:pt x="0" y="0"/>
                </a:moveTo>
                <a:lnTo>
                  <a:pt x="9927288" y="0"/>
                </a:lnTo>
                <a:lnTo>
                  <a:pt x="9927288" y="7183747"/>
                </a:lnTo>
                <a:lnTo>
                  <a:pt x="0" y="71837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40" name="Freeform 40"/>
          <p:cNvSpPr/>
          <p:nvPr/>
        </p:nvSpPr>
        <p:spPr>
          <a:xfrm>
            <a:off x="-181662" y="-41910"/>
            <a:ext cx="6141493" cy="4114800"/>
          </a:xfrm>
          <a:custGeom>
            <a:avLst/>
            <a:gdLst/>
            <a:ahLst/>
            <a:cxnLst/>
            <a:rect l="l" t="t" r="r" b="b"/>
            <a:pathLst>
              <a:path w="6141493" h="4114800">
                <a:moveTo>
                  <a:pt x="0" y="0"/>
                </a:moveTo>
                <a:lnTo>
                  <a:pt x="6141493" y="0"/>
                </a:lnTo>
                <a:lnTo>
                  <a:pt x="6141493"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41" name="TextBox 41"/>
          <p:cNvSpPr txBox="1"/>
          <p:nvPr/>
        </p:nvSpPr>
        <p:spPr>
          <a:xfrm>
            <a:off x="6160847" y="339660"/>
            <a:ext cx="4729961" cy="1185293"/>
          </a:xfrm>
          <a:prstGeom prst="rect">
            <a:avLst/>
          </a:prstGeom>
        </p:spPr>
        <p:txBody>
          <a:bodyPr lIns="0" tIns="0" rIns="0" bIns="0" rtlCol="0" anchor="t">
            <a:spAutoFit/>
          </a:bodyPr>
          <a:lstStyle/>
          <a:p>
            <a:pPr algn="ctr">
              <a:lnSpc>
                <a:spcPts val="8568"/>
              </a:lnSpc>
              <a:spcBef>
                <a:spcPct val="0"/>
              </a:spcBef>
            </a:pPr>
            <a:r>
              <a:rPr lang="en-US" sz="6120" b="1" u="sng">
                <a:solidFill>
                  <a:srgbClr val="173869"/>
                </a:solidFill>
                <a:latin typeface="Recoleta Bold"/>
                <a:ea typeface="Recoleta Bold"/>
                <a:cs typeface="Recoleta Bold"/>
                <a:sym typeface="Recoleta Bold"/>
              </a:rPr>
              <a:t>Schema bloc</a:t>
            </a:r>
          </a:p>
        </p:txBody>
      </p:sp>
      <p:sp>
        <p:nvSpPr>
          <p:cNvPr id="42" name="TextBox 42"/>
          <p:cNvSpPr txBox="1"/>
          <p:nvPr/>
        </p:nvSpPr>
        <p:spPr>
          <a:xfrm>
            <a:off x="8021724" y="7451012"/>
            <a:ext cx="1482551" cy="896620"/>
          </a:xfrm>
          <a:prstGeom prst="rect">
            <a:avLst/>
          </a:prstGeom>
        </p:spPr>
        <p:txBody>
          <a:bodyPr lIns="0" tIns="0" rIns="0" bIns="0" rtlCol="0" anchor="t">
            <a:spAutoFit/>
          </a:bodyPr>
          <a:lstStyle/>
          <a:p>
            <a:pPr algn="ctr">
              <a:lnSpc>
                <a:spcPts val="7279"/>
              </a:lnSpc>
            </a:pPr>
            <a:r>
              <a:rPr lang="en-US" sz="5199" b="1">
                <a:solidFill>
                  <a:srgbClr val="173869"/>
                </a:solidFill>
                <a:latin typeface="Recoleta Bold"/>
                <a:ea typeface="Recoleta Bold"/>
                <a:cs typeface="Recoleta Bold"/>
                <a:sym typeface="Recoleta Bold"/>
              </a:rPr>
              <a:t>ASM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sp>
        <p:nvSpPr>
          <p:cNvPr id="2" name="Freeform 2"/>
          <p:cNvSpPr/>
          <p:nvPr/>
        </p:nvSpPr>
        <p:spPr>
          <a:xfrm>
            <a:off x="495816" y="0"/>
            <a:ext cx="7265194" cy="10287000"/>
          </a:xfrm>
          <a:custGeom>
            <a:avLst/>
            <a:gdLst/>
            <a:ahLst/>
            <a:cxnLst/>
            <a:rect l="l" t="t" r="r" b="b"/>
            <a:pathLst>
              <a:path w="7265194" h="10287000">
                <a:moveTo>
                  <a:pt x="0" y="0"/>
                </a:moveTo>
                <a:lnTo>
                  <a:pt x="7265194" y="0"/>
                </a:lnTo>
                <a:lnTo>
                  <a:pt x="7265194" y="10287000"/>
                </a:lnTo>
                <a:lnTo>
                  <a:pt x="0" y="10287000"/>
                </a:lnTo>
                <a:lnTo>
                  <a:pt x="0" y="0"/>
                </a:lnTo>
                <a:close/>
              </a:path>
            </a:pathLst>
          </a:custGeom>
          <a:blipFill>
            <a:blip r:embed="rId2"/>
            <a:stretch>
              <a:fillRect/>
            </a:stretch>
          </a:blipFill>
          <a:ln cap="sq">
            <a:noFill/>
            <a:prstDash val="solid"/>
            <a:miter/>
          </a:ln>
        </p:spPr>
        <p:txBody>
          <a:bodyPr/>
          <a:lstStyle/>
          <a:p>
            <a:endParaRPr lang="en-GB"/>
          </a:p>
        </p:txBody>
      </p:sp>
      <p:sp>
        <p:nvSpPr>
          <p:cNvPr id="3" name="Freeform 3"/>
          <p:cNvSpPr/>
          <p:nvPr/>
        </p:nvSpPr>
        <p:spPr>
          <a:xfrm rot="354951">
            <a:off x="9806934" y="3599121"/>
            <a:ext cx="8767290" cy="7763036"/>
          </a:xfrm>
          <a:custGeom>
            <a:avLst/>
            <a:gdLst/>
            <a:ahLst/>
            <a:cxnLst/>
            <a:rect l="l" t="t" r="r" b="b"/>
            <a:pathLst>
              <a:path w="8767290" h="7763036">
                <a:moveTo>
                  <a:pt x="0" y="0"/>
                </a:moveTo>
                <a:lnTo>
                  <a:pt x="8767290" y="0"/>
                </a:lnTo>
                <a:lnTo>
                  <a:pt x="8767290" y="7763036"/>
                </a:lnTo>
                <a:lnTo>
                  <a:pt x="0" y="77630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rot="-10573251">
            <a:off x="7230055" y="-1997871"/>
            <a:ext cx="10892990" cy="5364797"/>
          </a:xfrm>
          <a:custGeom>
            <a:avLst/>
            <a:gdLst/>
            <a:ahLst/>
            <a:cxnLst/>
            <a:rect l="l" t="t" r="r" b="b"/>
            <a:pathLst>
              <a:path w="10892990" h="5364797">
                <a:moveTo>
                  <a:pt x="0" y="0"/>
                </a:moveTo>
                <a:lnTo>
                  <a:pt x="10892989" y="0"/>
                </a:lnTo>
                <a:lnTo>
                  <a:pt x="10892989" y="5364797"/>
                </a:lnTo>
                <a:lnTo>
                  <a:pt x="0" y="53647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rot="-5400000">
            <a:off x="-232493" y="8006796"/>
            <a:ext cx="2967994" cy="2503008"/>
          </a:xfrm>
          <a:custGeom>
            <a:avLst/>
            <a:gdLst/>
            <a:ahLst/>
            <a:cxnLst/>
            <a:rect l="l" t="t" r="r" b="b"/>
            <a:pathLst>
              <a:path w="2967994" h="2503008">
                <a:moveTo>
                  <a:pt x="0" y="0"/>
                </a:moveTo>
                <a:lnTo>
                  <a:pt x="2967994" y="0"/>
                </a:lnTo>
                <a:lnTo>
                  <a:pt x="2967994" y="2503008"/>
                </a:lnTo>
                <a:lnTo>
                  <a:pt x="0" y="250300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TextBox 6"/>
          <p:cNvSpPr txBox="1"/>
          <p:nvPr/>
        </p:nvSpPr>
        <p:spPr>
          <a:xfrm>
            <a:off x="9144000" y="713241"/>
            <a:ext cx="8498290" cy="1474344"/>
          </a:xfrm>
          <a:prstGeom prst="rect">
            <a:avLst/>
          </a:prstGeom>
        </p:spPr>
        <p:txBody>
          <a:bodyPr lIns="0" tIns="0" rIns="0" bIns="0" rtlCol="0" anchor="t">
            <a:spAutoFit/>
          </a:bodyPr>
          <a:lstStyle/>
          <a:p>
            <a:pPr algn="ctr">
              <a:lnSpc>
                <a:spcPts val="7728"/>
              </a:lnSpc>
              <a:spcBef>
                <a:spcPct val="0"/>
              </a:spcBef>
            </a:pPr>
            <a:r>
              <a:rPr lang="en-US" sz="5520" b="1" u="sng">
                <a:solidFill>
                  <a:srgbClr val="FFF3DD"/>
                </a:solidFill>
                <a:latin typeface="Recoleta Bold"/>
                <a:ea typeface="Recoleta Bold"/>
                <a:cs typeface="Recoleta Bold"/>
                <a:sym typeface="Recoleta Bold"/>
              </a:rPr>
              <a:t>Organigrama aparatului </a:t>
            </a:r>
          </a:p>
        </p:txBody>
      </p:sp>
      <p:sp>
        <p:nvSpPr>
          <p:cNvPr id="7" name="Freeform 7"/>
          <p:cNvSpPr/>
          <p:nvPr/>
        </p:nvSpPr>
        <p:spPr>
          <a:xfrm rot="-358299">
            <a:off x="9384958" y="2964929"/>
            <a:ext cx="8763295" cy="8022066"/>
          </a:xfrm>
          <a:custGeom>
            <a:avLst/>
            <a:gdLst/>
            <a:ahLst/>
            <a:cxnLst/>
            <a:rect l="l" t="t" r="r" b="b"/>
            <a:pathLst>
              <a:path w="8763295" h="8022066">
                <a:moveTo>
                  <a:pt x="0" y="0"/>
                </a:moveTo>
                <a:lnTo>
                  <a:pt x="8763295" y="0"/>
                </a:lnTo>
                <a:lnTo>
                  <a:pt x="8763295" y="8022066"/>
                </a:lnTo>
                <a:lnTo>
                  <a:pt x="0" y="8022066"/>
                </a:lnTo>
                <a:lnTo>
                  <a:pt x="0" y="0"/>
                </a:lnTo>
                <a:close/>
              </a:path>
            </a:pathLst>
          </a:custGeom>
          <a:blipFill>
            <a:blip r:embed="rId9"/>
            <a:stretch>
              <a:fillRect/>
            </a:stretch>
          </a:blipFill>
        </p:spPr>
        <p:txBody>
          <a:bodyPr/>
          <a:lstStyle/>
          <a:p>
            <a:endParaRPr lang="en-GB"/>
          </a:p>
        </p:txBody>
      </p:sp>
      <p:sp>
        <p:nvSpPr>
          <p:cNvPr id="8" name="AutoShape 8"/>
          <p:cNvSpPr/>
          <p:nvPr/>
        </p:nvSpPr>
        <p:spPr>
          <a:xfrm>
            <a:off x="7465852" y="3167979"/>
            <a:ext cx="0" cy="6317729"/>
          </a:xfrm>
          <a:prstGeom prst="line">
            <a:avLst/>
          </a:prstGeom>
          <a:ln w="9525" cap="flat">
            <a:solidFill>
              <a:srgbClr val="000000">
                <a:alpha val="50980"/>
              </a:srgbClr>
            </a:solidFill>
            <a:prstDash val="solid"/>
            <a:headEnd type="none" w="sm" len="sm"/>
            <a:tailEnd type="none" w="sm" len="sm"/>
          </a:ln>
        </p:spPr>
        <p:txBody>
          <a:bodyP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sp>
        <p:nvSpPr>
          <p:cNvPr id="2" name="TextBox 2"/>
          <p:cNvSpPr txBox="1"/>
          <p:nvPr/>
        </p:nvSpPr>
        <p:spPr>
          <a:xfrm>
            <a:off x="1728227" y="2001390"/>
            <a:ext cx="14831545" cy="7527291"/>
          </a:xfrm>
          <a:prstGeom prst="rect">
            <a:avLst/>
          </a:prstGeom>
        </p:spPr>
        <p:txBody>
          <a:bodyPr lIns="0" tIns="0" rIns="0" bIns="0" rtlCol="0" anchor="t">
            <a:spAutoFit/>
          </a:bodyPr>
          <a:lstStyle/>
          <a:p>
            <a:pPr algn="l">
              <a:lnSpc>
                <a:spcPts val="4199"/>
              </a:lnSpc>
              <a:spcBef>
                <a:spcPct val="0"/>
              </a:spcBef>
            </a:pPr>
            <a:r>
              <a:rPr lang="en-US" sz="2999" b="1" u="sng">
                <a:solidFill>
                  <a:srgbClr val="173869"/>
                </a:solidFill>
                <a:latin typeface="Recoleta Bold"/>
                <a:ea typeface="Recoleta Bold"/>
                <a:cs typeface="Recoleta Bold"/>
                <a:sym typeface="Recoleta Bold"/>
              </a:rPr>
              <a:t>Automatul conține:  </a:t>
            </a:r>
          </a:p>
          <a:p>
            <a:pPr algn="l">
              <a:lnSpc>
                <a:spcPts val="3919"/>
              </a:lnSpc>
              <a:spcBef>
                <a:spcPct val="0"/>
              </a:spcBef>
            </a:pPr>
            <a:r>
              <a:rPr lang="en-US" sz="2799">
                <a:solidFill>
                  <a:srgbClr val="173869"/>
                </a:solidFill>
                <a:latin typeface="Recoleta"/>
                <a:ea typeface="Recoleta"/>
                <a:cs typeface="Recoleta"/>
                <a:sym typeface="Recoleta"/>
              </a:rPr>
              <a:t>6 ieșiri  </a:t>
            </a:r>
          </a:p>
          <a:p>
            <a:pPr algn="l">
              <a:lnSpc>
                <a:spcPts val="3919"/>
              </a:lnSpc>
              <a:spcBef>
                <a:spcPct val="0"/>
              </a:spcBef>
            </a:pPr>
            <a:r>
              <a:rPr lang="en-US" sz="2799">
                <a:solidFill>
                  <a:srgbClr val="173869"/>
                </a:solidFill>
                <a:latin typeface="Recoleta"/>
                <a:ea typeface="Recoleta"/>
                <a:cs typeface="Recoleta"/>
                <a:sym typeface="Recoleta"/>
              </a:rPr>
              <a:t>23 de stări - nadr=5</a:t>
            </a:r>
          </a:p>
          <a:p>
            <a:pPr algn="l">
              <a:lnSpc>
                <a:spcPts val="3919"/>
              </a:lnSpc>
              <a:spcBef>
                <a:spcPct val="0"/>
              </a:spcBef>
            </a:pPr>
            <a:r>
              <a:rPr lang="en-US" sz="2799">
                <a:solidFill>
                  <a:srgbClr val="173869"/>
                </a:solidFill>
                <a:latin typeface="Recoleta"/>
                <a:ea typeface="Recoleta"/>
                <a:cs typeface="Recoleta"/>
                <a:sym typeface="Recoleta"/>
              </a:rPr>
              <a:t>5 intrări  - nci=3</a:t>
            </a:r>
          </a:p>
          <a:p>
            <a:pPr algn="l">
              <a:lnSpc>
                <a:spcPts val="3919"/>
              </a:lnSpc>
              <a:spcBef>
                <a:spcPct val="0"/>
              </a:spcBef>
            </a:pPr>
            <a:r>
              <a:rPr lang="en-US" sz="2799">
                <a:solidFill>
                  <a:srgbClr val="173869"/>
                </a:solidFill>
                <a:latin typeface="Recoleta"/>
                <a:ea typeface="Recoleta"/>
                <a:cs typeface="Recoleta"/>
                <a:sym typeface="Recoleta"/>
              </a:rPr>
              <a:t> </a:t>
            </a:r>
          </a:p>
          <a:p>
            <a:pPr algn="l">
              <a:lnSpc>
                <a:spcPts val="4199"/>
              </a:lnSpc>
              <a:spcBef>
                <a:spcPct val="0"/>
              </a:spcBef>
            </a:pPr>
            <a:r>
              <a:rPr lang="en-US" sz="2999" b="1" u="sng">
                <a:solidFill>
                  <a:srgbClr val="173869"/>
                </a:solidFill>
                <a:latin typeface="Recoleta Bold"/>
                <a:ea typeface="Recoleta Bold"/>
                <a:cs typeface="Recoleta Bold"/>
                <a:sym typeface="Recoleta Bold"/>
              </a:rPr>
              <a:t>Dacă nu ținem cont de memoria aleasă : </a:t>
            </a:r>
          </a:p>
          <a:p>
            <a:pPr algn="l">
              <a:lnSpc>
                <a:spcPts val="3919"/>
              </a:lnSpc>
              <a:spcBef>
                <a:spcPct val="0"/>
              </a:spcBef>
            </a:pPr>
            <a:r>
              <a:rPr lang="en-US" sz="2799">
                <a:solidFill>
                  <a:srgbClr val="173869"/>
                </a:solidFill>
                <a:latin typeface="Recoleta"/>
                <a:ea typeface="Recoleta"/>
                <a:cs typeface="Recoleta"/>
                <a:sym typeface="Recoleta"/>
              </a:rPr>
              <a:t>• Lμi tip 1 = 1 + nout = 1 + 6 = 7 </a:t>
            </a:r>
          </a:p>
          <a:p>
            <a:pPr algn="l">
              <a:lnSpc>
                <a:spcPts val="3919"/>
              </a:lnSpc>
              <a:spcBef>
                <a:spcPct val="0"/>
              </a:spcBef>
            </a:pPr>
            <a:r>
              <a:rPr lang="en-US" sz="2799">
                <a:solidFill>
                  <a:srgbClr val="173869"/>
                </a:solidFill>
                <a:latin typeface="Recoleta"/>
                <a:ea typeface="Recoleta"/>
                <a:cs typeface="Recoleta"/>
                <a:sym typeface="Recoleta"/>
              </a:rPr>
              <a:t>• Lμi tip 0 = 1 + nci + nadr = 1 + 3 + 5 = 9 </a:t>
            </a:r>
          </a:p>
          <a:p>
            <a:pPr algn="l">
              <a:lnSpc>
                <a:spcPts val="3919"/>
              </a:lnSpc>
              <a:spcBef>
                <a:spcPct val="0"/>
              </a:spcBef>
            </a:pPr>
            <a:r>
              <a:rPr lang="en-US" sz="2799">
                <a:solidFill>
                  <a:srgbClr val="173869"/>
                </a:solidFill>
                <a:latin typeface="Recoleta"/>
                <a:ea typeface="Recoleta"/>
                <a:cs typeface="Recoleta"/>
                <a:sym typeface="Recoleta"/>
              </a:rPr>
              <a:t>• Lμi = max ( 7, 9 ) = 9 </a:t>
            </a:r>
          </a:p>
          <a:p>
            <a:pPr algn="l">
              <a:lnSpc>
                <a:spcPts val="3919"/>
              </a:lnSpc>
              <a:spcBef>
                <a:spcPct val="0"/>
              </a:spcBef>
            </a:pPr>
            <a:endParaRPr lang="en-US" sz="2799">
              <a:solidFill>
                <a:srgbClr val="173869"/>
              </a:solidFill>
              <a:latin typeface="Recoleta"/>
              <a:ea typeface="Recoleta"/>
              <a:cs typeface="Recoleta"/>
              <a:sym typeface="Recoleta"/>
            </a:endParaRPr>
          </a:p>
          <a:p>
            <a:pPr algn="l">
              <a:lnSpc>
                <a:spcPts val="4199"/>
              </a:lnSpc>
              <a:spcBef>
                <a:spcPct val="0"/>
              </a:spcBef>
            </a:pPr>
            <a:r>
              <a:rPr lang="en-US" sz="2999" b="1" u="sng">
                <a:solidFill>
                  <a:srgbClr val="173869"/>
                </a:solidFill>
                <a:latin typeface="Recoleta Bold"/>
                <a:ea typeface="Recoleta Bold"/>
                <a:cs typeface="Recoleta Bold"/>
                <a:sym typeface="Recoleta Bold"/>
              </a:rPr>
              <a:t>Dacă ținem cont de memoria aleasă 64 x 4 pot adresa maxim 64 de stări, cu un RA pe 6 biți deci 6 biți pentru stări: </a:t>
            </a:r>
          </a:p>
          <a:p>
            <a:pPr algn="l">
              <a:lnSpc>
                <a:spcPts val="3919"/>
              </a:lnSpc>
              <a:spcBef>
                <a:spcPct val="0"/>
              </a:spcBef>
            </a:pPr>
            <a:r>
              <a:rPr lang="en-US" sz="2799">
                <a:solidFill>
                  <a:srgbClr val="173869"/>
                </a:solidFill>
                <a:latin typeface="Recoleta"/>
                <a:ea typeface="Recoleta"/>
                <a:cs typeface="Recoleta"/>
                <a:sym typeface="Recoleta"/>
              </a:rPr>
              <a:t>• Lμi tip 1 = 1 + nout = 1 + 6 = 7 </a:t>
            </a:r>
          </a:p>
          <a:p>
            <a:pPr algn="l">
              <a:lnSpc>
                <a:spcPts val="3919"/>
              </a:lnSpc>
              <a:spcBef>
                <a:spcPct val="0"/>
              </a:spcBef>
            </a:pPr>
            <a:r>
              <a:rPr lang="en-US" sz="2799">
                <a:solidFill>
                  <a:srgbClr val="173869"/>
                </a:solidFill>
                <a:latin typeface="Recoleta"/>
                <a:ea typeface="Recoleta"/>
                <a:cs typeface="Recoleta"/>
                <a:sym typeface="Recoleta"/>
              </a:rPr>
              <a:t>• Lμi tip 0 = 1 + nci + nadr = 1 + 3 + 6 = 10 </a:t>
            </a:r>
          </a:p>
          <a:p>
            <a:pPr algn="l">
              <a:lnSpc>
                <a:spcPts val="3919"/>
              </a:lnSpc>
              <a:spcBef>
                <a:spcPct val="0"/>
              </a:spcBef>
            </a:pPr>
            <a:r>
              <a:rPr lang="en-US" sz="2799">
                <a:solidFill>
                  <a:srgbClr val="173869"/>
                </a:solidFill>
                <a:latin typeface="Recoleta"/>
                <a:ea typeface="Recoleta"/>
                <a:cs typeface="Recoleta"/>
                <a:sym typeface="Recoleta"/>
              </a:rPr>
              <a:t>• Lμi = max ( 7, 10) = 10=&gt; avem nevoie de 3 circuite de memorie </a:t>
            </a:r>
          </a:p>
        </p:txBody>
      </p:sp>
      <p:sp>
        <p:nvSpPr>
          <p:cNvPr id="3" name="Freeform 3"/>
          <p:cNvSpPr/>
          <p:nvPr/>
        </p:nvSpPr>
        <p:spPr>
          <a:xfrm rot="-1625483">
            <a:off x="11773661" y="5582144"/>
            <a:ext cx="9572224" cy="6926809"/>
          </a:xfrm>
          <a:custGeom>
            <a:avLst/>
            <a:gdLst/>
            <a:ahLst/>
            <a:cxnLst/>
            <a:rect l="l" t="t" r="r" b="b"/>
            <a:pathLst>
              <a:path w="9572224" h="6926809">
                <a:moveTo>
                  <a:pt x="0" y="0"/>
                </a:moveTo>
                <a:lnTo>
                  <a:pt x="9572223" y="0"/>
                </a:lnTo>
                <a:lnTo>
                  <a:pt x="9572223" y="6926809"/>
                </a:lnTo>
                <a:lnTo>
                  <a:pt x="0" y="6926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4" name="Freeform 4"/>
          <p:cNvSpPr/>
          <p:nvPr/>
        </p:nvSpPr>
        <p:spPr>
          <a:xfrm rot="-5177436">
            <a:off x="14121660" y="-1251086"/>
            <a:ext cx="4876224" cy="4885106"/>
          </a:xfrm>
          <a:custGeom>
            <a:avLst/>
            <a:gdLst/>
            <a:ahLst/>
            <a:cxnLst/>
            <a:rect l="l" t="t" r="r" b="b"/>
            <a:pathLst>
              <a:path w="4876224" h="4885106">
                <a:moveTo>
                  <a:pt x="0" y="0"/>
                </a:moveTo>
                <a:lnTo>
                  <a:pt x="4876225" y="0"/>
                </a:lnTo>
                <a:lnTo>
                  <a:pt x="4876225" y="4885107"/>
                </a:lnTo>
                <a:lnTo>
                  <a:pt x="0" y="48851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a:off x="-780444" y="6126194"/>
            <a:ext cx="3618288" cy="5155592"/>
          </a:xfrm>
          <a:custGeom>
            <a:avLst/>
            <a:gdLst/>
            <a:ahLst/>
            <a:cxnLst/>
            <a:rect l="l" t="t" r="r" b="b"/>
            <a:pathLst>
              <a:path w="3618288" h="5155592">
                <a:moveTo>
                  <a:pt x="0" y="0"/>
                </a:moveTo>
                <a:lnTo>
                  <a:pt x="3618288" y="0"/>
                </a:lnTo>
                <a:lnTo>
                  <a:pt x="3618288" y="5155592"/>
                </a:lnTo>
                <a:lnTo>
                  <a:pt x="0" y="51555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rot="-720446">
            <a:off x="12186166" y="4117504"/>
            <a:ext cx="3498089" cy="2638142"/>
          </a:xfrm>
          <a:custGeom>
            <a:avLst/>
            <a:gdLst/>
            <a:ahLst/>
            <a:cxnLst/>
            <a:rect l="l" t="t" r="r" b="b"/>
            <a:pathLst>
              <a:path w="3498089" h="2638142">
                <a:moveTo>
                  <a:pt x="0" y="0"/>
                </a:moveTo>
                <a:lnTo>
                  <a:pt x="3498089" y="0"/>
                </a:lnTo>
                <a:lnTo>
                  <a:pt x="3498089" y="2638142"/>
                </a:lnTo>
                <a:lnTo>
                  <a:pt x="0" y="263814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7" name="Freeform 7"/>
          <p:cNvSpPr/>
          <p:nvPr/>
        </p:nvSpPr>
        <p:spPr>
          <a:xfrm rot="-1258865">
            <a:off x="10638988" y="4871632"/>
            <a:ext cx="1629704" cy="1163201"/>
          </a:xfrm>
          <a:custGeom>
            <a:avLst/>
            <a:gdLst/>
            <a:ahLst/>
            <a:cxnLst/>
            <a:rect l="l" t="t" r="r" b="b"/>
            <a:pathLst>
              <a:path w="1629704" h="1163201">
                <a:moveTo>
                  <a:pt x="0" y="0"/>
                </a:moveTo>
                <a:lnTo>
                  <a:pt x="1629704" y="0"/>
                </a:lnTo>
                <a:lnTo>
                  <a:pt x="1629704" y="1163201"/>
                </a:lnTo>
                <a:lnTo>
                  <a:pt x="0" y="11632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8" name="TextBox 8"/>
          <p:cNvSpPr txBox="1"/>
          <p:nvPr/>
        </p:nvSpPr>
        <p:spPr>
          <a:xfrm>
            <a:off x="2367595" y="147875"/>
            <a:ext cx="13552810" cy="1656875"/>
          </a:xfrm>
          <a:prstGeom prst="rect">
            <a:avLst/>
          </a:prstGeom>
        </p:spPr>
        <p:txBody>
          <a:bodyPr lIns="0" tIns="0" rIns="0" bIns="0" rtlCol="0" anchor="t">
            <a:spAutoFit/>
          </a:bodyPr>
          <a:lstStyle/>
          <a:p>
            <a:pPr algn="ctr">
              <a:lnSpc>
                <a:spcPts val="8568"/>
              </a:lnSpc>
            </a:pPr>
            <a:r>
              <a:rPr lang="en-US" sz="6120" b="1" u="sng">
                <a:solidFill>
                  <a:srgbClr val="173869"/>
                </a:solidFill>
                <a:latin typeface="Recoleta Bold"/>
                <a:ea typeface="Recoleta Bold"/>
                <a:cs typeface="Recoleta Bold"/>
                <a:sym typeface="Recoleta Bold"/>
              </a:rPr>
              <a:t>Calculul lungimii </a:t>
            </a:r>
          </a:p>
          <a:p>
            <a:pPr algn="ctr">
              <a:lnSpc>
                <a:spcPts val="8568"/>
              </a:lnSpc>
              <a:spcBef>
                <a:spcPct val="0"/>
              </a:spcBef>
            </a:pPr>
            <a:r>
              <a:rPr lang="en-US" sz="6120" b="1" u="sng">
                <a:solidFill>
                  <a:srgbClr val="173869"/>
                </a:solidFill>
                <a:latin typeface="Recoleta Bold"/>
                <a:ea typeface="Recoleta Bold"/>
                <a:cs typeface="Recoleta Bold"/>
                <a:sym typeface="Recoleta Bold"/>
              </a:rPr>
              <a:t>microinstrucțiunii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3869"/>
        </a:solidFill>
        <a:effectLst/>
      </p:bgPr>
    </p:bg>
    <p:spTree>
      <p:nvGrpSpPr>
        <p:cNvPr id="1" name=""/>
        <p:cNvGrpSpPr/>
        <p:nvPr/>
      </p:nvGrpSpPr>
      <p:grpSpPr>
        <a:xfrm>
          <a:off x="0" y="0"/>
          <a:ext cx="0" cy="0"/>
          <a:chOff x="0" y="0"/>
          <a:chExt cx="0" cy="0"/>
        </a:xfrm>
      </p:grpSpPr>
      <p:sp>
        <p:nvSpPr>
          <p:cNvPr id="2" name="Freeform 2"/>
          <p:cNvSpPr/>
          <p:nvPr/>
        </p:nvSpPr>
        <p:spPr>
          <a:xfrm rot="-10590325">
            <a:off x="8754951" y="-1287009"/>
            <a:ext cx="4876224" cy="4885106"/>
          </a:xfrm>
          <a:custGeom>
            <a:avLst/>
            <a:gdLst/>
            <a:ahLst/>
            <a:cxnLst/>
            <a:rect l="l" t="t" r="r" b="b"/>
            <a:pathLst>
              <a:path w="4876224" h="4885106">
                <a:moveTo>
                  <a:pt x="0" y="0"/>
                </a:moveTo>
                <a:lnTo>
                  <a:pt x="4876225" y="0"/>
                </a:lnTo>
                <a:lnTo>
                  <a:pt x="4876225" y="4885106"/>
                </a:lnTo>
                <a:lnTo>
                  <a:pt x="0" y="48851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9050" y="0"/>
            <a:ext cx="9181147" cy="10287000"/>
          </a:xfrm>
          <a:custGeom>
            <a:avLst/>
            <a:gdLst/>
            <a:ahLst/>
            <a:cxnLst/>
            <a:rect l="l" t="t" r="r" b="b"/>
            <a:pathLst>
              <a:path w="9181147" h="10287000">
                <a:moveTo>
                  <a:pt x="0" y="0"/>
                </a:moveTo>
                <a:lnTo>
                  <a:pt x="9181147" y="0"/>
                </a:lnTo>
                <a:lnTo>
                  <a:pt x="9181147" y="10287000"/>
                </a:lnTo>
                <a:lnTo>
                  <a:pt x="0" y="10287000"/>
                </a:lnTo>
                <a:lnTo>
                  <a:pt x="0" y="0"/>
                </a:lnTo>
                <a:close/>
              </a:path>
            </a:pathLst>
          </a:custGeom>
          <a:blipFill>
            <a:blip r:embed="rId4"/>
            <a:stretch>
              <a:fillRect/>
            </a:stretch>
          </a:blipFill>
        </p:spPr>
        <p:txBody>
          <a:bodyPr/>
          <a:lstStyle/>
          <a:p>
            <a:endParaRPr lang="en-GB"/>
          </a:p>
        </p:txBody>
      </p:sp>
      <p:sp>
        <p:nvSpPr>
          <p:cNvPr id="4" name="TextBox 4"/>
          <p:cNvSpPr txBox="1"/>
          <p:nvPr/>
        </p:nvSpPr>
        <p:spPr>
          <a:xfrm>
            <a:off x="10210800" y="571500"/>
            <a:ext cx="8711468" cy="1471172"/>
          </a:xfrm>
          <a:prstGeom prst="rect">
            <a:avLst/>
          </a:prstGeom>
        </p:spPr>
        <p:txBody>
          <a:bodyPr lIns="0" tIns="0" rIns="0" bIns="0" rtlCol="0" anchor="t">
            <a:spAutoFit/>
          </a:bodyPr>
          <a:lstStyle/>
          <a:p>
            <a:pPr marL="0" lvl="0" indent="0" algn="ctr">
              <a:lnSpc>
                <a:spcPts val="5211"/>
              </a:lnSpc>
              <a:spcBef>
                <a:spcPct val="0"/>
              </a:spcBef>
            </a:pPr>
            <a:r>
              <a:rPr lang="en-US" sz="3722" b="1" u="sng" strike="noStrike" dirty="0" err="1">
                <a:solidFill>
                  <a:srgbClr val="FFF3DD"/>
                </a:solidFill>
                <a:latin typeface="Recoleta Bold"/>
                <a:ea typeface="Recoleta Bold"/>
                <a:cs typeface="Recoleta Bold"/>
                <a:sym typeface="Recoleta Bold"/>
              </a:rPr>
              <a:t>Conţinutul</a:t>
            </a:r>
            <a:r>
              <a:rPr lang="en-US" sz="3722" b="1" u="sng" strike="noStrike" dirty="0">
                <a:solidFill>
                  <a:srgbClr val="FFF3DD"/>
                </a:solidFill>
                <a:latin typeface="Recoleta Bold"/>
                <a:ea typeface="Recoleta Bold"/>
                <a:cs typeface="Recoleta Bold"/>
                <a:sym typeface="Recoleta Bold"/>
              </a:rPr>
              <a:t> </a:t>
            </a:r>
            <a:r>
              <a:rPr lang="en-US" sz="3722" b="1" u="sng" strike="noStrike" dirty="0" err="1">
                <a:solidFill>
                  <a:srgbClr val="FFF3DD"/>
                </a:solidFill>
                <a:latin typeface="Recoleta Bold"/>
                <a:ea typeface="Recoleta Bold"/>
                <a:cs typeface="Recoleta Bold"/>
                <a:sym typeface="Recoleta Bold"/>
              </a:rPr>
              <a:t>memoriei</a:t>
            </a:r>
            <a:r>
              <a:rPr lang="en-US" sz="3722" b="1" u="sng" strike="noStrike" dirty="0">
                <a:solidFill>
                  <a:srgbClr val="FFF3DD"/>
                </a:solidFill>
                <a:latin typeface="Recoleta Bold"/>
                <a:ea typeface="Recoleta Bold"/>
                <a:cs typeface="Recoleta Bold"/>
                <a:sym typeface="Recoleta Bold"/>
              </a:rPr>
              <a:t> de microprogram </a:t>
            </a:r>
          </a:p>
        </p:txBody>
      </p:sp>
      <p:sp>
        <p:nvSpPr>
          <p:cNvPr id="5" name="TextBox 5"/>
          <p:cNvSpPr txBox="1"/>
          <p:nvPr/>
        </p:nvSpPr>
        <p:spPr>
          <a:xfrm>
            <a:off x="10556982" y="2324100"/>
            <a:ext cx="2819400" cy="8131200"/>
          </a:xfrm>
          <a:prstGeom prst="rect">
            <a:avLst/>
          </a:prstGeom>
        </p:spPr>
        <p:txBody>
          <a:bodyPr wrap="square" lIns="0" tIns="0" rIns="0" bIns="0" rtlCol="0" anchor="t">
            <a:spAutoFit/>
          </a:bodyPr>
          <a:lstStyle/>
          <a:p>
            <a:pPr algn="ctr">
              <a:lnSpc>
                <a:spcPts val="5279"/>
              </a:lnSpc>
              <a:spcBef>
                <a:spcPct val="0"/>
              </a:spcBef>
            </a:pPr>
            <a:r>
              <a:rPr lang="en-US" sz="3770" b="1" dirty="0">
                <a:solidFill>
                  <a:srgbClr val="FFF3DD"/>
                </a:solidFill>
                <a:latin typeface="Recoleta Bold"/>
                <a:ea typeface="Recoleta Bold"/>
                <a:cs typeface="Recoleta Bold"/>
                <a:sym typeface="Recoleta Bold"/>
              </a:rPr>
              <a:t>X  – 000</a:t>
            </a:r>
          </a:p>
          <a:p>
            <a:pPr algn="ctr">
              <a:lnSpc>
                <a:spcPts val="5279"/>
              </a:lnSpc>
              <a:spcBef>
                <a:spcPct val="0"/>
              </a:spcBef>
            </a:pPr>
            <a:r>
              <a:rPr lang="en-US" sz="3770" b="1" dirty="0">
                <a:solidFill>
                  <a:srgbClr val="FFF3DD"/>
                </a:solidFill>
                <a:latin typeface="Recoleta Bold"/>
                <a:ea typeface="Recoleta Bold"/>
                <a:cs typeface="Recoleta Bold"/>
                <a:sym typeface="Recoleta Bold"/>
              </a:rPr>
              <a:t>  </a:t>
            </a:r>
          </a:p>
          <a:p>
            <a:pPr algn="ctr">
              <a:lnSpc>
                <a:spcPts val="5279"/>
              </a:lnSpc>
              <a:spcBef>
                <a:spcPct val="0"/>
              </a:spcBef>
            </a:pPr>
            <a:r>
              <a:rPr lang="en-US" sz="3770" b="1" dirty="0">
                <a:solidFill>
                  <a:srgbClr val="FFF3DD"/>
                </a:solidFill>
                <a:latin typeface="Recoleta Bold"/>
                <a:ea typeface="Recoleta Bold"/>
                <a:cs typeface="Recoleta Bold"/>
                <a:sym typeface="Recoleta Bold"/>
              </a:rPr>
              <a:t>D1 – 001</a:t>
            </a:r>
          </a:p>
          <a:p>
            <a:pPr algn="ctr">
              <a:lnSpc>
                <a:spcPts val="5279"/>
              </a:lnSpc>
              <a:spcBef>
                <a:spcPct val="0"/>
              </a:spcBef>
            </a:pPr>
            <a:r>
              <a:rPr lang="en-US" sz="3770" b="1" dirty="0">
                <a:solidFill>
                  <a:srgbClr val="FFF3DD"/>
                </a:solidFill>
                <a:latin typeface="Recoleta Bold"/>
                <a:ea typeface="Recoleta Bold"/>
                <a:cs typeface="Recoleta Bold"/>
                <a:sym typeface="Recoleta Bold"/>
              </a:rPr>
              <a:t> </a:t>
            </a:r>
          </a:p>
          <a:p>
            <a:pPr algn="ctr">
              <a:lnSpc>
                <a:spcPts val="5279"/>
              </a:lnSpc>
              <a:spcBef>
                <a:spcPct val="0"/>
              </a:spcBef>
            </a:pPr>
            <a:r>
              <a:rPr lang="en-US" sz="3770" b="1" dirty="0">
                <a:solidFill>
                  <a:srgbClr val="FFF3DD"/>
                </a:solidFill>
                <a:latin typeface="Recoleta Bold"/>
                <a:ea typeface="Recoleta Bold"/>
                <a:cs typeface="Recoleta Bold"/>
                <a:sym typeface="Recoleta Bold"/>
              </a:rPr>
              <a:t>D2– 010</a:t>
            </a:r>
          </a:p>
          <a:p>
            <a:pPr algn="ctr">
              <a:lnSpc>
                <a:spcPts val="5279"/>
              </a:lnSpc>
              <a:spcBef>
                <a:spcPct val="0"/>
              </a:spcBef>
            </a:pPr>
            <a:r>
              <a:rPr lang="en-US" sz="3770" b="1" dirty="0">
                <a:solidFill>
                  <a:srgbClr val="FFF3DD"/>
                </a:solidFill>
                <a:latin typeface="Recoleta Bold"/>
                <a:ea typeface="Recoleta Bold"/>
                <a:cs typeface="Recoleta Bold"/>
                <a:sym typeface="Recoleta Bold"/>
              </a:rPr>
              <a:t> </a:t>
            </a:r>
          </a:p>
          <a:p>
            <a:pPr algn="ctr">
              <a:lnSpc>
                <a:spcPts val="5279"/>
              </a:lnSpc>
              <a:spcBef>
                <a:spcPct val="0"/>
              </a:spcBef>
            </a:pPr>
            <a:r>
              <a:rPr lang="en-US" sz="3770" b="1" dirty="0">
                <a:solidFill>
                  <a:srgbClr val="FFF3DD"/>
                </a:solidFill>
                <a:latin typeface="Recoleta Bold"/>
                <a:ea typeface="Recoleta Bold"/>
                <a:cs typeface="Recoleta Bold"/>
                <a:sym typeface="Recoleta Bold"/>
              </a:rPr>
              <a:t>D3 – 011</a:t>
            </a:r>
          </a:p>
          <a:p>
            <a:pPr algn="ctr">
              <a:lnSpc>
                <a:spcPts val="5279"/>
              </a:lnSpc>
              <a:spcBef>
                <a:spcPct val="0"/>
              </a:spcBef>
            </a:pPr>
            <a:r>
              <a:rPr lang="en-US" sz="3770" b="1" dirty="0">
                <a:solidFill>
                  <a:srgbClr val="FFF3DD"/>
                </a:solidFill>
                <a:latin typeface="Recoleta Bold"/>
                <a:ea typeface="Recoleta Bold"/>
                <a:cs typeface="Recoleta Bold"/>
                <a:sym typeface="Recoleta Bold"/>
              </a:rPr>
              <a:t> </a:t>
            </a:r>
          </a:p>
          <a:p>
            <a:pPr algn="ctr">
              <a:lnSpc>
                <a:spcPts val="5279"/>
              </a:lnSpc>
              <a:spcBef>
                <a:spcPct val="0"/>
              </a:spcBef>
            </a:pPr>
            <a:r>
              <a:rPr lang="en-US" sz="3770" b="1" dirty="0">
                <a:solidFill>
                  <a:srgbClr val="FFF3DD"/>
                </a:solidFill>
                <a:latin typeface="Recoleta Bold"/>
                <a:ea typeface="Recoleta Bold"/>
                <a:cs typeface="Recoleta Bold"/>
                <a:sym typeface="Recoleta Bold"/>
              </a:rPr>
              <a:t>D4 – 100</a:t>
            </a:r>
          </a:p>
          <a:p>
            <a:pPr algn="ctr">
              <a:lnSpc>
                <a:spcPts val="5279"/>
              </a:lnSpc>
              <a:spcBef>
                <a:spcPct val="0"/>
              </a:spcBef>
            </a:pPr>
            <a:r>
              <a:rPr lang="en-US" sz="3770" b="1" dirty="0">
                <a:solidFill>
                  <a:srgbClr val="FFF3DD"/>
                </a:solidFill>
                <a:latin typeface="Recoleta Bold"/>
                <a:ea typeface="Recoleta Bold"/>
                <a:cs typeface="Recoleta Bold"/>
                <a:sym typeface="Recoleta Bold"/>
              </a:rPr>
              <a:t> </a:t>
            </a:r>
          </a:p>
          <a:p>
            <a:pPr algn="ctr">
              <a:lnSpc>
                <a:spcPts val="5279"/>
              </a:lnSpc>
              <a:spcBef>
                <a:spcPct val="0"/>
              </a:spcBef>
            </a:pPr>
            <a:r>
              <a:rPr lang="en-US" sz="3770" b="1" dirty="0">
                <a:solidFill>
                  <a:srgbClr val="FFF3DD"/>
                </a:solidFill>
                <a:latin typeface="Recoleta Bold"/>
                <a:ea typeface="Recoleta Bold"/>
                <a:cs typeface="Recoleta Bold"/>
                <a:sym typeface="Recoleta Bold"/>
              </a:rPr>
              <a:t>D5 – 101 </a:t>
            </a:r>
          </a:p>
          <a:p>
            <a:pPr algn="ctr">
              <a:lnSpc>
                <a:spcPts val="5279"/>
              </a:lnSpc>
              <a:spcBef>
                <a:spcPct val="0"/>
              </a:spcBef>
            </a:pPr>
            <a:r>
              <a:rPr lang="en-US" sz="3770" b="1" dirty="0">
                <a:solidFill>
                  <a:srgbClr val="FFF3DD"/>
                </a:solidFill>
                <a:latin typeface="Recoleta Bold"/>
                <a:ea typeface="Recoleta Bold"/>
                <a:cs typeface="Recoleta Bold"/>
                <a:sym typeface="Recoleta Bold"/>
              </a:rPr>
              <a:t> </a:t>
            </a:r>
          </a:p>
        </p:txBody>
      </p:sp>
      <p:sp>
        <p:nvSpPr>
          <p:cNvPr id="6" name="Freeform 6"/>
          <p:cNvSpPr/>
          <p:nvPr/>
        </p:nvSpPr>
        <p:spPr>
          <a:xfrm rot="-3917655" flipH="1">
            <a:off x="12195003" y="3882656"/>
            <a:ext cx="9572224" cy="6926809"/>
          </a:xfrm>
          <a:custGeom>
            <a:avLst/>
            <a:gdLst/>
            <a:ahLst/>
            <a:cxnLst/>
            <a:rect l="l" t="t" r="r" b="b"/>
            <a:pathLst>
              <a:path w="9572224" h="6926809">
                <a:moveTo>
                  <a:pt x="9572223" y="0"/>
                </a:moveTo>
                <a:lnTo>
                  <a:pt x="0" y="0"/>
                </a:lnTo>
                <a:lnTo>
                  <a:pt x="0" y="6926809"/>
                </a:lnTo>
                <a:lnTo>
                  <a:pt x="9572223" y="6926809"/>
                </a:lnTo>
                <a:lnTo>
                  <a:pt x="9572223"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grpSp>
        <p:nvGrpSpPr>
          <p:cNvPr id="2" name="Group 2"/>
          <p:cNvGrpSpPr/>
          <p:nvPr/>
        </p:nvGrpSpPr>
        <p:grpSpPr>
          <a:xfrm>
            <a:off x="3108060" y="1028700"/>
            <a:ext cx="12071880" cy="9582055"/>
            <a:chOff x="0" y="0"/>
            <a:chExt cx="16095841" cy="12776073"/>
          </a:xfrm>
        </p:grpSpPr>
        <p:sp>
          <p:nvSpPr>
            <p:cNvPr id="3" name="Freeform 3"/>
            <p:cNvSpPr/>
            <p:nvPr/>
          </p:nvSpPr>
          <p:spPr>
            <a:xfrm>
              <a:off x="0" y="0"/>
              <a:ext cx="16095841" cy="12776073"/>
            </a:xfrm>
            <a:custGeom>
              <a:avLst/>
              <a:gdLst/>
              <a:ahLst/>
              <a:cxnLst/>
              <a:rect l="l" t="t" r="r" b="b"/>
              <a:pathLst>
                <a:path w="16095841" h="12776073">
                  <a:moveTo>
                    <a:pt x="0" y="0"/>
                  </a:moveTo>
                  <a:lnTo>
                    <a:pt x="16095841" y="0"/>
                  </a:lnTo>
                  <a:lnTo>
                    <a:pt x="16095841" y="12776073"/>
                  </a:lnTo>
                  <a:lnTo>
                    <a:pt x="0" y="12776073"/>
                  </a:lnTo>
                  <a:lnTo>
                    <a:pt x="0" y="0"/>
                  </a:lnTo>
                  <a:close/>
                </a:path>
              </a:pathLst>
            </a:custGeom>
            <a:blipFill>
              <a:blip r:embed="rId2"/>
              <a:stretch>
                <a:fillRect/>
              </a:stretch>
            </a:blipFill>
          </p:spPr>
          <p:txBody>
            <a:bodyPr/>
            <a:lstStyle/>
            <a:p>
              <a:endParaRPr lang="en-GB"/>
            </a:p>
          </p:txBody>
        </p:sp>
        <p:sp>
          <p:nvSpPr>
            <p:cNvPr id="4" name="AutoShape 4"/>
            <p:cNvSpPr/>
            <p:nvPr/>
          </p:nvSpPr>
          <p:spPr>
            <a:xfrm>
              <a:off x="1086140" y="7677645"/>
              <a:ext cx="938235" cy="0"/>
            </a:xfrm>
            <a:prstGeom prst="line">
              <a:avLst/>
            </a:prstGeom>
            <a:ln w="25400" cap="flat">
              <a:solidFill>
                <a:srgbClr val="000000">
                  <a:alpha val="80000"/>
                </a:srgbClr>
              </a:solidFill>
              <a:prstDash val="solid"/>
              <a:headEnd type="none" w="sm" len="sm"/>
              <a:tailEnd type="none" w="sm" len="sm"/>
            </a:ln>
          </p:spPr>
          <p:txBody>
            <a:bodyPr/>
            <a:lstStyle/>
            <a:p>
              <a:endParaRPr lang="en-GB"/>
            </a:p>
          </p:txBody>
        </p:sp>
        <p:sp>
          <p:nvSpPr>
            <p:cNvPr id="5" name="AutoShape 5"/>
            <p:cNvSpPr/>
            <p:nvPr/>
          </p:nvSpPr>
          <p:spPr>
            <a:xfrm>
              <a:off x="1086140" y="9434247"/>
              <a:ext cx="938235" cy="0"/>
            </a:xfrm>
            <a:prstGeom prst="line">
              <a:avLst/>
            </a:prstGeom>
            <a:ln w="25400" cap="flat">
              <a:solidFill>
                <a:srgbClr val="000000">
                  <a:alpha val="80000"/>
                </a:srgbClr>
              </a:solidFill>
              <a:prstDash val="solid"/>
              <a:headEnd type="none" w="sm" len="sm"/>
              <a:tailEnd type="none" w="sm" len="sm"/>
            </a:ln>
          </p:spPr>
          <p:txBody>
            <a:bodyPr/>
            <a:lstStyle/>
            <a:p>
              <a:endParaRPr lang="en-GB"/>
            </a:p>
          </p:txBody>
        </p:sp>
        <p:sp>
          <p:nvSpPr>
            <p:cNvPr id="6" name="AutoShape 6"/>
            <p:cNvSpPr/>
            <p:nvPr/>
          </p:nvSpPr>
          <p:spPr>
            <a:xfrm flipH="1">
              <a:off x="1935475" y="4016623"/>
              <a:ext cx="0" cy="1225650"/>
            </a:xfrm>
            <a:prstGeom prst="line">
              <a:avLst/>
            </a:prstGeom>
            <a:ln w="38100" cap="flat">
              <a:solidFill>
                <a:srgbClr val="000000">
                  <a:alpha val="67843"/>
                </a:srgbClr>
              </a:solidFill>
              <a:prstDash val="solid"/>
              <a:headEnd type="none" w="sm" len="sm"/>
              <a:tailEnd type="none" w="sm" len="sm"/>
            </a:ln>
          </p:spPr>
          <p:txBody>
            <a:bodyPr/>
            <a:lstStyle/>
            <a:p>
              <a:endParaRPr lang="en-GB"/>
            </a:p>
          </p:txBody>
        </p:sp>
        <p:sp>
          <p:nvSpPr>
            <p:cNvPr id="7" name="AutoShape 7"/>
            <p:cNvSpPr/>
            <p:nvPr/>
          </p:nvSpPr>
          <p:spPr>
            <a:xfrm>
              <a:off x="10680119" y="3577843"/>
              <a:ext cx="938235" cy="0"/>
            </a:xfrm>
            <a:prstGeom prst="line">
              <a:avLst/>
            </a:prstGeom>
            <a:ln w="25400" cap="flat">
              <a:solidFill>
                <a:srgbClr val="000000">
                  <a:alpha val="33725"/>
                </a:srgbClr>
              </a:solidFill>
              <a:prstDash val="solid"/>
              <a:headEnd type="none" w="sm" len="sm"/>
              <a:tailEnd type="none" w="sm" len="sm"/>
            </a:ln>
          </p:spPr>
          <p:txBody>
            <a:bodyPr/>
            <a:lstStyle/>
            <a:p>
              <a:endParaRPr lang="en-GB"/>
            </a:p>
          </p:txBody>
        </p:sp>
      </p:grpSp>
      <p:sp>
        <p:nvSpPr>
          <p:cNvPr id="8" name="Freeform 8"/>
          <p:cNvSpPr/>
          <p:nvPr/>
        </p:nvSpPr>
        <p:spPr>
          <a:xfrm>
            <a:off x="14501576" y="-848046"/>
            <a:ext cx="4588901" cy="3062049"/>
          </a:xfrm>
          <a:custGeom>
            <a:avLst/>
            <a:gdLst/>
            <a:ahLst/>
            <a:cxnLst/>
            <a:rect l="l" t="t" r="r" b="b"/>
            <a:pathLst>
              <a:path w="4588901" h="3062049">
                <a:moveTo>
                  <a:pt x="0" y="0"/>
                </a:moveTo>
                <a:lnTo>
                  <a:pt x="4588902" y="0"/>
                </a:lnTo>
                <a:lnTo>
                  <a:pt x="4588902" y="3062049"/>
                </a:lnTo>
                <a:lnTo>
                  <a:pt x="0" y="30620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9" name="Freeform 9"/>
          <p:cNvSpPr/>
          <p:nvPr/>
        </p:nvSpPr>
        <p:spPr>
          <a:xfrm rot="-1493020">
            <a:off x="14566390" y="7814522"/>
            <a:ext cx="4668824" cy="3378531"/>
          </a:xfrm>
          <a:custGeom>
            <a:avLst/>
            <a:gdLst/>
            <a:ahLst/>
            <a:cxnLst/>
            <a:rect l="l" t="t" r="r" b="b"/>
            <a:pathLst>
              <a:path w="4668824" h="3378531">
                <a:moveTo>
                  <a:pt x="0" y="0"/>
                </a:moveTo>
                <a:lnTo>
                  <a:pt x="4668824" y="0"/>
                </a:lnTo>
                <a:lnTo>
                  <a:pt x="4668824" y="3378531"/>
                </a:lnTo>
                <a:lnTo>
                  <a:pt x="0" y="3378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0" y="5316705"/>
            <a:ext cx="3582625" cy="5812518"/>
          </a:xfrm>
          <a:custGeom>
            <a:avLst/>
            <a:gdLst/>
            <a:ahLst/>
            <a:cxnLst/>
            <a:rect l="l" t="t" r="r" b="b"/>
            <a:pathLst>
              <a:path w="3582625" h="5812518">
                <a:moveTo>
                  <a:pt x="0" y="0"/>
                </a:moveTo>
                <a:lnTo>
                  <a:pt x="3582625" y="0"/>
                </a:lnTo>
                <a:lnTo>
                  <a:pt x="3582625" y="5812518"/>
                </a:lnTo>
                <a:lnTo>
                  <a:pt x="0" y="58125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1" name="TextBox 11"/>
          <p:cNvSpPr txBox="1"/>
          <p:nvPr/>
        </p:nvSpPr>
        <p:spPr>
          <a:xfrm>
            <a:off x="411659" y="142913"/>
            <a:ext cx="17464681" cy="2071090"/>
          </a:xfrm>
          <a:prstGeom prst="rect">
            <a:avLst/>
          </a:prstGeom>
        </p:spPr>
        <p:txBody>
          <a:bodyPr lIns="0" tIns="0" rIns="0" bIns="0" rtlCol="0" anchor="t">
            <a:spAutoFit/>
          </a:bodyPr>
          <a:lstStyle/>
          <a:p>
            <a:pPr marL="0" lvl="0" indent="0" algn="ctr">
              <a:lnSpc>
                <a:spcPts val="8568"/>
              </a:lnSpc>
              <a:spcBef>
                <a:spcPct val="0"/>
              </a:spcBef>
            </a:pPr>
            <a:r>
              <a:rPr lang="en-US" sz="6120" b="1" u="sng" strike="noStrike">
                <a:solidFill>
                  <a:srgbClr val="173869"/>
                </a:solidFill>
                <a:latin typeface="Recoleta Bold"/>
                <a:ea typeface="Recoleta Bold"/>
                <a:cs typeface="Recoleta Bold"/>
                <a:sym typeface="Recoleta Bold"/>
              </a:rPr>
              <a:t>Schema unității de comandă microprogramată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sp>
        <p:nvSpPr>
          <p:cNvPr id="2" name="Freeform 2"/>
          <p:cNvSpPr/>
          <p:nvPr/>
        </p:nvSpPr>
        <p:spPr>
          <a:xfrm>
            <a:off x="-668782" y="1496137"/>
            <a:ext cx="5315666" cy="4308617"/>
          </a:xfrm>
          <a:custGeom>
            <a:avLst/>
            <a:gdLst/>
            <a:ahLst/>
            <a:cxnLst/>
            <a:rect l="l" t="t" r="r" b="b"/>
            <a:pathLst>
              <a:path w="5315666" h="4308617">
                <a:moveTo>
                  <a:pt x="0" y="0"/>
                </a:moveTo>
                <a:lnTo>
                  <a:pt x="5315666" y="0"/>
                </a:lnTo>
                <a:lnTo>
                  <a:pt x="5315666" y="4308617"/>
                </a:lnTo>
                <a:lnTo>
                  <a:pt x="0" y="4308617"/>
                </a:lnTo>
                <a:lnTo>
                  <a:pt x="0" y="0"/>
                </a:lnTo>
                <a:close/>
              </a:path>
            </a:pathLst>
          </a:custGeom>
          <a:blipFill>
            <a:blip r:embed="rId2"/>
            <a:stretch>
              <a:fillRect b="-11529"/>
            </a:stretch>
          </a:blipFill>
        </p:spPr>
        <p:txBody>
          <a:bodyPr/>
          <a:lstStyle/>
          <a:p>
            <a:endParaRPr lang="en-GB"/>
          </a:p>
        </p:txBody>
      </p:sp>
      <p:sp>
        <p:nvSpPr>
          <p:cNvPr id="3" name="Freeform 3"/>
          <p:cNvSpPr/>
          <p:nvPr/>
        </p:nvSpPr>
        <p:spPr>
          <a:xfrm>
            <a:off x="6815894" y="1172346"/>
            <a:ext cx="3776398" cy="4632408"/>
          </a:xfrm>
          <a:custGeom>
            <a:avLst/>
            <a:gdLst/>
            <a:ahLst/>
            <a:cxnLst/>
            <a:rect l="l" t="t" r="r" b="b"/>
            <a:pathLst>
              <a:path w="3776398" h="4632408">
                <a:moveTo>
                  <a:pt x="0" y="0"/>
                </a:moveTo>
                <a:lnTo>
                  <a:pt x="3776398" y="0"/>
                </a:lnTo>
                <a:lnTo>
                  <a:pt x="3776398" y="4632408"/>
                </a:lnTo>
                <a:lnTo>
                  <a:pt x="0" y="4632408"/>
                </a:lnTo>
                <a:lnTo>
                  <a:pt x="0" y="0"/>
                </a:lnTo>
                <a:close/>
              </a:path>
            </a:pathLst>
          </a:custGeom>
          <a:blipFill>
            <a:blip r:embed="rId3"/>
            <a:stretch>
              <a:fillRect l="-11104" r="-3331" b="-34926"/>
            </a:stretch>
          </a:blipFill>
          <a:ln cap="sq">
            <a:noFill/>
            <a:prstDash val="solid"/>
            <a:miter/>
          </a:ln>
        </p:spPr>
        <p:txBody>
          <a:bodyPr/>
          <a:lstStyle/>
          <a:p>
            <a:endParaRPr lang="en-GB"/>
          </a:p>
        </p:txBody>
      </p:sp>
      <p:sp>
        <p:nvSpPr>
          <p:cNvPr id="4" name="Freeform 4"/>
          <p:cNvSpPr/>
          <p:nvPr/>
        </p:nvSpPr>
        <p:spPr>
          <a:xfrm>
            <a:off x="13166877" y="1304456"/>
            <a:ext cx="4092423" cy="4312973"/>
          </a:xfrm>
          <a:custGeom>
            <a:avLst/>
            <a:gdLst/>
            <a:ahLst/>
            <a:cxnLst/>
            <a:rect l="l" t="t" r="r" b="b"/>
            <a:pathLst>
              <a:path w="4092423" h="4312973">
                <a:moveTo>
                  <a:pt x="0" y="0"/>
                </a:moveTo>
                <a:lnTo>
                  <a:pt x="4092423" y="0"/>
                </a:lnTo>
                <a:lnTo>
                  <a:pt x="4092423" y="4312973"/>
                </a:lnTo>
                <a:lnTo>
                  <a:pt x="0" y="4312973"/>
                </a:lnTo>
                <a:lnTo>
                  <a:pt x="0" y="0"/>
                </a:lnTo>
                <a:close/>
              </a:path>
            </a:pathLst>
          </a:custGeom>
          <a:blipFill>
            <a:blip r:embed="rId4"/>
            <a:stretch>
              <a:fillRect/>
            </a:stretch>
          </a:blipFill>
        </p:spPr>
        <p:txBody>
          <a:bodyPr/>
          <a:lstStyle/>
          <a:p>
            <a:endParaRPr lang="en-GB"/>
          </a:p>
        </p:txBody>
      </p:sp>
      <p:sp>
        <p:nvSpPr>
          <p:cNvPr id="5" name="Freeform 5"/>
          <p:cNvSpPr/>
          <p:nvPr/>
        </p:nvSpPr>
        <p:spPr>
          <a:xfrm>
            <a:off x="421864" y="6143024"/>
            <a:ext cx="3403650" cy="3447853"/>
          </a:xfrm>
          <a:custGeom>
            <a:avLst/>
            <a:gdLst/>
            <a:ahLst/>
            <a:cxnLst/>
            <a:rect l="l" t="t" r="r" b="b"/>
            <a:pathLst>
              <a:path w="3403650" h="3447853">
                <a:moveTo>
                  <a:pt x="0" y="0"/>
                </a:moveTo>
                <a:lnTo>
                  <a:pt x="3403649" y="0"/>
                </a:lnTo>
                <a:lnTo>
                  <a:pt x="3403649" y="3447853"/>
                </a:lnTo>
                <a:lnTo>
                  <a:pt x="0" y="3447853"/>
                </a:lnTo>
                <a:lnTo>
                  <a:pt x="0" y="0"/>
                </a:lnTo>
                <a:close/>
              </a:path>
            </a:pathLst>
          </a:custGeom>
          <a:blipFill>
            <a:blip r:embed="rId5"/>
            <a:stretch>
              <a:fillRect/>
            </a:stretch>
          </a:blipFill>
        </p:spPr>
        <p:txBody>
          <a:bodyPr/>
          <a:lstStyle/>
          <a:p>
            <a:endParaRPr lang="en-GB"/>
          </a:p>
        </p:txBody>
      </p:sp>
      <p:sp>
        <p:nvSpPr>
          <p:cNvPr id="6" name="Freeform 6"/>
          <p:cNvSpPr/>
          <p:nvPr/>
        </p:nvSpPr>
        <p:spPr>
          <a:xfrm>
            <a:off x="6816129" y="6122610"/>
            <a:ext cx="3979113" cy="3374092"/>
          </a:xfrm>
          <a:custGeom>
            <a:avLst/>
            <a:gdLst/>
            <a:ahLst/>
            <a:cxnLst/>
            <a:rect l="l" t="t" r="r" b="b"/>
            <a:pathLst>
              <a:path w="3979113" h="3374092">
                <a:moveTo>
                  <a:pt x="0" y="0"/>
                </a:moveTo>
                <a:lnTo>
                  <a:pt x="3979113" y="0"/>
                </a:lnTo>
                <a:lnTo>
                  <a:pt x="3979113" y="3374092"/>
                </a:lnTo>
                <a:lnTo>
                  <a:pt x="0" y="3374092"/>
                </a:lnTo>
                <a:lnTo>
                  <a:pt x="0" y="0"/>
                </a:lnTo>
                <a:close/>
              </a:path>
            </a:pathLst>
          </a:custGeom>
          <a:blipFill>
            <a:blip r:embed="rId6"/>
            <a:stretch>
              <a:fillRect l="-6878" t="-7136"/>
            </a:stretch>
          </a:blipFill>
          <a:ln cap="sq">
            <a:noFill/>
            <a:prstDash val="solid"/>
            <a:miter/>
          </a:ln>
        </p:spPr>
        <p:txBody>
          <a:bodyPr/>
          <a:lstStyle/>
          <a:p>
            <a:endParaRPr lang="en-GB"/>
          </a:p>
        </p:txBody>
      </p:sp>
      <p:sp>
        <p:nvSpPr>
          <p:cNvPr id="7" name="Freeform 7"/>
          <p:cNvSpPr/>
          <p:nvPr/>
        </p:nvSpPr>
        <p:spPr>
          <a:xfrm>
            <a:off x="13785857" y="6288435"/>
            <a:ext cx="2946143" cy="3338797"/>
          </a:xfrm>
          <a:custGeom>
            <a:avLst/>
            <a:gdLst/>
            <a:ahLst/>
            <a:cxnLst/>
            <a:rect l="l" t="t" r="r" b="b"/>
            <a:pathLst>
              <a:path w="2946143" h="3338797">
                <a:moveTo>
                  <a:pt x="0" y="0"/>
                </a:moveTo>
                <a:lnTo>
                  <a:pt x="2946143" y="0"/>
                </a:lnTo>
                <a:lnTo>
                  <a:pt x="2946143" y="3338797"/>
                </a:lnTo>
                <a:lnTo>
                  <a:pt x="0" y="3338797"/>
                </a:lnTo>
                <a:lnTo>
                  <a:pt x="0" y="0"/>
                </a:lnTo>
                <a:close/>
              </a:path>
            </a:pathLst>
          </a:custGeom>
          <a:blipFill>
            <a:blip r:embed="rId7"/>
            <a:stretch>
              <a:fillRect t="-6891"/>
            </a:stretch>
          </a:blipFill>
          <a:ln cap="sq">
            <a:noFill/>
            <a:prstDash val="solid"/>
            <a:miter/>
          </a:ln>
        </p:spPr>
        <p:txBody>
          <a:bodyPr/>
          <a:lstStyle/>
          <a:p>
            <a:endParaRPr lang="en-GB"/>
          </a:p>
        </p:txBody>
      </p:sp>
      <p:sp>
        <p:nvSpPr>
          <p:cNvPr id="8" name="Freeform 8"/>
          <p:cNvSpPr/>
          <p:nvPr/>
        </p:nvSpPr>
        <p:spPr>
          <a:xfrm rot="3626735">
            <a:off x="682967" y="-2218958"/>
            <a:ext cx="1492363" cy="6551839"/>
          </a:xfrm>
          <a:custGeom>
            <a:avLst/>
            <a:gdLst/>
            <a:ahLst/>
            <a:cxnLst/>
            <a:rect l="l" t="t" r="r" b="b"/>
            <a:pathLst>
              <a:path w="1492363" h="6551839">
                <a:moveTo>
                  <a:pt x="0" y="0"/>
                </a:moveTo>
                <a:lnTo>
                  <a:pt x="1492363" y="0"/>
                </a:lnTo>
                <a:lnTo>
                  <a:pt x="1492363" y="6551839"/>
                </a:lnTo>
                <a:lnTo>
                  <a:pt x="0" y="655183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9" name="Freeform 9"/>
          <p:cNvSpPr/>
          <p:nvPr/>
        </p:nvSpPr>
        <p:spPr>
          <a:xfrm rot="-2496019">
            <a:off x="16379066" y="-1607440"/>
            <a:ext cx="2950280" cy="4519927"/>
          </a:xfrm>
          <a:custGeom>
            <a:avLst/>
            <a:gdLst/>
            <a:ahLst/>
            <a:cxnLst/>
            <a:rect l="l" t="t" r="r" b="b"/>
            <a:pathLst>
              <a:path w="2950280" h="4519927">
                <a:moveTo>
                  <a:pt x="0" y="0"/>
                </a:moveTo>
                <a:lnTo>
                  <a:pt x="2950279" y="0"/>
                </a:lnTo>
                <a:lnTo>
                  <a:pt x="2950279" y="4519928"/>
                </a:lnTo>
                <a:lnTo>
                  <a:pt x="0" y="451992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10" name="Freeform 10"/>
          <p:cNvSpPr/>
          <p:nvPr/>
        </p:nvSpPr>
        <p:spPr>
          <a:xfrm>
            <a:off x="11740818" y="2475958"/>
            <a:ext cx="987427" cy="6420819"/>
          </a:xfrm>
          <a:custGeom>
            <a:avLst/>
            <a:gdLst/>
            <a:ahLst/>
            <a:cxnLst/>
            <a:rect l="l" t="t" r="r" b="b"/>
            <a:pathLst>
              <a:path w="987427" h="6420819">
                <a:moveTo>
                  <a:pt x="0" y="0"/>
                </a:moveTo>
                <a:lnTo>
                  <a:pt x="987427" y="0"/>
                </a:lnTo>
                <a:lnTo>
                  <a:pt x="987427" y="6420819"/>
                </a:lnTo>
                <a:lnTo>
                  <a:pt x="0" y="6420819"/>
                </a:lnTo>
                <a:lnTo>
                  <a:pt x="0" y="0"/>
                </a:lnTo>
                <a:close/>
              </a:path>
            </a:pathLst>
          </a:custGeom>
          <a:blipFill>
            <a:blip r:embed="rId12">
              <a:extLst>
                <a:ext uri="{96DAC541-7B7A-43D3-8B79-37D633B846F1}">
                  <asvg:svgBlip xmlns:asvg="http://schemas.microsoft.com/office/drawing/2016/SVG/main" r:embed="rId13"/>
                </a:ext>
              </a:extLst>
            </a:blip>
            <a:stretch>
              <a:fillRect l="-92696" r="-142186"/>
            </a:stretch>
          </a:blipFill>
        </p:spPr>
        <p:txBody>
          <a:bodyPr/>
          <a:lstStyle/>
          <a:p>
            <a:endParaRPr lang="en-GB"/>
          </a:p>
        </p:txBody>
      </p:sp>
      <p:sp>
        <p:nvSpPr>
          <p:cNvPr id="11" name="Freeform 11"/>
          <p:cNvSpPr/>
          <p:nvPr/>
        </p:nvSpPr>
        <p:spPr>
          <a:xfrm>
            <a:off x="5021650" y="2287222"/>
            <a:ext cx="927412" cy="6609555"/>
          </a:xfrm>
          <a:custGeom>
            <a:avLst/>
            <a:gdLst/>
            <a:ahLst/>
            <a:cxnLst/>
            <a:rect l="l" t="t" r="r" b="b"/>
            <a:pathLst>
              <a:path w="927412" h="6609555">
                <a:moveTo>
                  <a:pt x="0" y="0"/>
                </a:moveTo>
                <a:lnTo>
                  <a:pt x="927412" y="0"/>
                </a:lnTo>
                <a:lnTo>
                  <a:pt x="927412" y="6609555"/>
                </a:lnTo>
                <a:lnTo>
                  <a:pt x="0" y="6609555"/>
                </a:lnTo>
                <a:lnTo>
                  <a:pt x="0" y="0"/>
                </a:lnTo>
                <a:close/>
              </a:path>
            </a:pathLst>
          </a:custGeom>
          <a:blipFill>
            <a:blip r:embed="rId12">
              <a:extLst>
                <a:ext uri="{96DAC541-7B7A-43D3-8B79-37D633B846F1}">
                  <asvg:svgBlip xmlns:asvg="http://schemas.microsoft.com/office/drawing/2016/SVG/main" r:embed="rId13"/>
                </a:ext>
              </a:extLst>
            </a:blip>
            <a:stretch>
              <a:fillRect r="-267034"/>
            </a:stretch>
          </a:blipFill>
        </p:spPr>
        <p:txBody>
          <a:bodyPr/>
          <a:lstStyle/>
          <a:p>
            <a:endParaRPr lang="en-GB"/>
          </a:p>
        </p:txBody>
      </p:sp>
      <p:sp>
        <p:nvSpPr>
          <p:cNvPr id="12" name="Freeform 12"/>
          <p:cNvSpPr/>
          <p:nvPr/>
        </p:nvSpPr>
        <p:spPr>
          <a:xfrm>
            <a:off x="-668782" y="4965489"/>
            <a:ext cx="21138337" cy="6302356"/>
          </a:xfrm>
          <a:custGeom>
            <a:avLst/>
            <a:gdLst/>
            <a:ahLst/>
            <a:cxnLst/>
            <a:rect l="l" t="t" r="r" b="b"/>
            <a:pathLst>
              <a:path w="21138337" h="6302356">
                <a:moveTo>
                  <a:pt x="0" y="0"/>
                </a:moveTo>
                <a:lnTo>
                  <a:pt x="21138337" y="0"/>
                </a:lnTo>
                <a:lnTo>
                  <a:pt x="21138337" y="6302356"/>
                </a:lnTo>
                <a:lnTo>
                  <a:pt x="0" y="630235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sp>
        <p:nvSpPr>
          <p:cNvPr id="13" name="TextBox 13"/>
          <p:cNvSpPr txBox="1"/>
          <p:nvPr/>
        </p:nvSpPr>
        <p:spPr>
          <a:xfrm>
            <a:off x="421864" y="5544375"/>
            <a:ext cx="3986138" cy="422275"/>
          </a:xfrm>
          <a:prstGeom prst="rect">
            <a:avLst/>
          </a:prstGeom>
        </p:spPr>
        <p:txBody>
          <a:bodyPr lIns="0" tIns="0" rIns="0" bIns="0" rtlCol="0" anchor="t">
            <a:spAutoFit/>
          </a:bodyPr>
          <a:lstStyle/>
          <a:p>
            <a:pPr algn="ctr">
              <a:lnSpc>
                <a:spcPts val="3499"/>
              </a:lnSpc>
              <a:spcBef>
                <a:spcPct val="0"/>
              </a:spcBef>
            </a:pPr>
            <a:r>
              <a:rPr lang="en-US" sz="2499" b="1">
                <a:solidFill>
                  <a:srgbClr val="173869"/>
                </a:solidFill>
                <a:latin typeface="Recoleta Bold"/>
                <a:ea typeface="Recoleta Bold"/>
                <a:cs typeface="Recoleta Bold"/>
                <a:sym typeface="Recoleta Bold"/>
              </a:rPr>
              <a:t>3 memorii 64x4 CAT22C10</a:t>
            </a:r>
          </a:p>
        </p:txBody>
      </p:sp>
      <p:sp>
        <p:nvSpPr>
          <p:cNvPr id="14" name="TextBox 14"/>
          <p:cNvSpPr txBox="1"/>
          <p:nvPr/>
        </p:nvSpPr>
        <p:spPr>
          <a:xfrm>
            <a:off x="7145198" y="5569804"/>
            <a:ext cx="3320504" cy="422275"/>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73869"/>
                </a:solidFill>
                <a:latin typeface="Recoleta Bold"/>
                <a:ea typeface="Recoleta Bold"/>
                <a:cs typeface="Recoleta Bold"/>
                <a:sym typeface="Recoleta Bold"/>
              </a:rPr>
              <a:t>1 multiplexor 8:1 54151 </a:t>
            </a:r>
          </a:p>
        </p:txBody>
      </p:sp>
      <p:sp>
        <p:nvSpPr>
          <p:cNvPr id="15" name="TextBox 15"/>
          <p:cNvSpPr txBox="1"/>
          <p:nvPr/>
        </p:nvSpPr>
        <p:spPr>
          <a:xfrm>
            <a:off x="13673821" y="5569804"/>
            <a:ext cx="3321100" cy="422275"/>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73869"/>
                </a:solidFill>
                <a:latin typeface="Recoleta Bold"/>
                <a:ea typeface="Recoleta Bold"/>
                <a:cs typeface="Recoleta Bold"/>
                <a:sym typeface="Recoleta Bold"/>
              </a:rPr>
              <a:t>2 chipuri de porți AND</a:t>
            </a:r>
          </a:p>
        </p:txBody>
      </p:sp>
      <p:sp>
        <p:nvSpPr>
          <p:cNvPr id="16" name="TextBox 16"/>
          <p:cNvSpPr txBox="1"/>
          <p:nvPr/>
        </p:nvSpPr>
        <p:spPr>
          <a:xfrm>
            <a:off x="842985" y="9579607"/>
            <a:ext cx="2561406" cy="422275"/>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73869"/>
                </a:solidFill>
                <a:latin typeface="Recoleta Bold"/>
                <a:ea typeface="Recoleta Bold"/>
                <a:cs typeface="Recoleta Bold"/>
                <a:sym typeface="Recoleta Bold"/>
              </a:rPr>
              <a:t>1 chip de porți OR</a:t>
            </a:r>
          </a:p>
        </p:txBody>
      </p:sp>
      <p:sp>
        <p:nvSpPr>
          <p:cNvPr id="17" name="TextBox 17"/>
          <p:cNvSpPr txBox="1"/>
          <p:nvPr/>
        </p:nvSpPr>
        <p:spPr>
          <a:xfrm>
            <a:off x="6516856" y="9579607"/>
            <a:ext cx="4935438" cy="422275"/>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73869"/>
                </a:solidFill>
                <a:latin typeface="Recoleta Bold"/>
                <a:ea typeface="Recoleta Bold"/>
                <a:cs typeface="Recoleta Bold"/>
                <a:sym typeface="Recoleta Bold"/>
              </a:rPr>
              <a:t>2 numărătoare pe 4 biți SN74193 </a:t>
            </a:r>
          </a:p>
        </p:txBody>
      </p:sp>
      <p:sp>
        <p:nvSpPr>
          <p:cNvPr id="18" name="TextBox 18"/>
          <p:cNvSpPr txBox="1"/>
          <p:nvPr/>
        </p:nvSpPr>
        <p:spPr>
          <a:xfrm>
            <a:off x="13942716" y="9579607"/>
            <a:ext cx="2783309" cy="422275"/>
          </a:xfrm>
          <a:prstGeom prst="rect">
            <a:avLst/>
          </a:prstGeom>
        </p:spPr>
        <p:txBody>
          <a:bodyPr lIns="0" tIns="0" rIns="0" bIns="0" rtlCol="0" anchor="t">
            <a:spAutoFit/>
          </a:bodyPr>
          <a:lstStyle/>
          <a:p>
            <a:pPr marL="0" lvl="0" indent="0" algn="ctr">
              <a:lnSpc>
                <a:spcPts val="3499"/>
              </a:lnSpc>
              <a:spcBef>
                <a:spcPct val="0"/>
              </a:spcBef>
            </a:pPr>
            <a:r>
              <a:rPr lang="en-US" sz="2499" b="1" u="none" strike="noStrike">
                <a:solidFill>
                  <a:srgbClr val="173869"/>
                </a:solidFill>
                <a:latin typeface="Recoleta Bold"/>
                <a:ea typeface="Recoleta Bold"/>
                <a:cs typeface="Recoleta Bold"/>
                <a:sym typeface="Recoleta Bold"/>
              </a:rPr>
              <a:t>1 chip de porți NOT</a:t>
            </a:r>
          </a:p>
        </p:txBody>
      </p:sp>
      <p:sp>
        <p:nvSpPr>
          <p:cNvPr id="19" name="TextBox 19"/>
          <p:cNvSpPr txBox="1"/>
          <p:nvPr/>
        </p:nvSpPr>
        <p:spPr>
          <a:xfrm>
            <a:off x="4068612" y="182277"/>
            <a:ext cx="10150776" cy="1329765"/>
          </a:xfrm>
          <a:prstGeom prst="rect">
            <a:avLst/>
          </a:prstGeom>
        </p:spPr>
        <p:txBody>
          <a:bodyPr lIns="0" tIns="0" rIns="0" bIns="0" rtlCol="0" anchor="t">
            <a:spAutoFit/>
          </a:bodyPr>
          <a:lstStyle/>
          <a:p>
            <a:pPr marL="0" lvl="0" indent="0" algn="ctr">
              <a:lnSpc>
                <a:spcPts val="7728"/>
              </a:lnSpc>
              <a:spcBef>
                <a:spcPct val="0"/>
              </a:spcBef>
            </a:pPr>
            <a:r>
              <a:rPr lang="en-US" sz="5520" b="1" u="sng" strike="noStrike">
                <a:solidFill>
                  <a:srgbClr val="173869"/>
                </a:solidFill>
                <a:latin typeface="Recoleta Bold"/>
                <a:ea typeface="Recoleta Bold"/>
                <a:cs typeface="Recoleta Bold"/>
                <a:sym typeface="Recoleta Bold"/>
              </a:rPr>
              <a:t>Componentele digitale folosite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a:xfrm>
          <a:off x="0" y="0"/>
          <a:ext cx="0" cy="0"/>
          <a:chOff x="0" y="0"/>
          <a:chExt cx="0" cy="0"/>
        </a:xfrm>
      </p:grpSpPr>
      <p:sp>
        <p:nvSpPr>
          <p:cNvPr id="2" name="Freeform 2"/>
          <p:cNvSpPr/>
          <p:nvPr/>
        </p:nvSpPr>
        <p:spPr>
          <a:xfrm>
            <a:off x="3472760" y="1028700"/>
            <a:ext cx="11342481" cy="9258300"/>
          </a:xfrm>
          <a:custGeom>
            <a:avLst/>
            <a:gdLst/>
            <a:ahLst/>
            <a:cxnLst/>
            <a:rect l="l" t="t" r="r" b="b"/>
            <a:pathLst>
              <a:path w="11342481" h="9258300">
                <a:moveTo>
                  <a:pt x="0" y="0"/>
                </a:moveTo>
                <a:lnTo>
                  <a:pt x="11342480" y="0"/>
                </a:lnTo>
                <a:lnTo>
                  <a:pt x="11342480" y="9258300"/>
                </a:lnTo>
                <a:lnTo>
                  <a:pt x="0" y="9258300"/>
                </a:lnTo>
                <a:lnTo>
                  <a:pt x="0" y="0"/>
                </a:lnTo>
                <a:close/>
              </a:path>
            </a:pathLst>
          </a:custGeom>
          <a:blipFill>
            <a:blip r:embed="rId2"/>
            <a:stretch>
              <a:fillRect/>
            </a:stretch>
          </a:blipFill>
        </p:spPr>
        <p:txBody>
          <a:bodyPr/>
          <a:lstStyle/>
          <a:p>
            <a:endParaRPr lang="en-GB"/>
          </a:p>
        </p:txBody>
      </p:sp>
      <p:sp>
        <p:nvSpPr>
          <p:cNvPr id="3" name="Freeform 3"/>
          <p:cNvSpPr/>
          <p:nvPr/>
        </p:nvSpPr>
        <p:spPr>
          <a:xfrm rot="-9107646">
            <a:off x="-2139557" y="-1376370"/>
            <a:ext cx="4902202" cy="8296033"/>
          </a:xfrm>
          <a:custGeom>
            <a:avLst/>
            <a:gdLst/>
            <a:ahLst/>
            <a:cxnLst/>
            <a:rect l="l" t="t" r="r" b="b"/>
            <a:pathLst>
              <a:path w="4902202" h="8296033">
                <a:moveTo>
                  <a:pt x="0" y="0"/>
                </a:moveTo>
                <a:lnTo>
                  <a:pt x="4902201" y="0"/>
                </a:lnTo>
                <a:lnTo>
                  <a:pt x="4902201" y="8296033"/>
                </a:lnTo>
                <a:lnTo>
                  <a:pt x="0" y="8296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rot="991769">
            <a:off x="14689452" y="5843670"/>
            <a:ext cx="5873512" cy="6072240"/>
          </a:xfrm>
          <a:custGeom>
            <a:avLst/>
            <a:gdLst/>
            <a:ahLst/>
            <a:cxnLst/>
            <a:rect l="l" t="t" r="r" b="b"/>
            <a:pathLst>
              <a:path w="5873512" h="6072240">
                <a:moveTo>
                  <a:pt x="0" y="0"/>
                </a:moveTo>
                <a:lnTo>
                  <a:pt x="5873511" y="0"/>
                </a:lnTo>
                <a:lnTo>
                  <a:pt x="5873511" y="6072240"/>
                </a:lnTo>
                <a:lnTo>
                  <a:pt x="0" y="60722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TextBox 5"/>
          <p:cNvSpPr txBox="1"/>
          <p:nvPr/>
        </p:nvSpPr>
        <p:spPr>
          <a:xfrm>
            <a:off x="5765173" y="-104775"/>
            <a:ext cx="6437059" cy="1149468"/>
          </a:xfrm>
          <a:prstGeom prst="rect">
            <a:avLst/>
          </a:prstGeom>
        </p:spPr>
        <p:txBody>
          <a:bodyPr lIns="0" tIns="0" rIns="0" bIns="0" rtlCol="0" anchor="t">
            <a:spAutoFit/>
          </a:bodyPr>
          <a:lstStyle/>
          <a:p>
            <a:pPr marL="0" lvl="0" indent="0" algn="ctr">
              <a:lnSpc>
                <a:spcPts val="7728"/>
              </a:lnSpc>
              <a:spcBef>
                <a:spcPct val="0"/>
              </a:spcBef>
            </a:pPr>
            <a:r>
              <a:rPr lang="en-US" sz="5520" b="1" u="sng" strike="noStrike">
                <a:solidFill>
                  <a:srgbClr val="173869"/>
                </a:solidFill>
                <a:latin typeface="Recoleta Bold"/>
                <a:ea typeface="Recoleta Bold"/>
                <a:cs typeface="Recoleta Bold"/>
                <a:sym typeface="Recoleta Bold"/>
              </a:rPr>
              <a:t>Cablajul circuitului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3869"/>
        </a:solidFill>
        <a:effectLst/>
      </p:bgPr>
    </p:bg>
    <p:spTree>
      <p:nvGrpSpPr>
        <p:cNvPr id="1" name=""/>
        <p:cNvGrpSpPr/>
        <p:nvPr/>
      </p:nvGrpSpPr>
      <p:grpSpPr>
        <a:xfrm>
          <a:off x="0" y="0"/>
          <a:ext cx="0" cy="0"/>
          <a:chOff x="0" y="0"/>
          <a:chExt cx="0" cy="0"/>
        </a:xfrm>
      </p:grpSpPr>
      <p:sp>
        <p:nvSpPr>
          <p:cNvPr id="2" name="Freeform 2"/>
          <p:cNvSpPr/>
          <p:nvPr/>
        </p:nvSpPr>
        <p:spPr>
          <a:xfrm rot="-938065">
            <a:off x="-1975531" y="2659452"/>
            <a:ext cx="6288697" cy="9634493"/>
          </a:xfrm>
          <a:custGeom>
            <a:avLst/>
            <a:gdLst/>
            <a:ahLst/>
            <a:cxnLst/>
            <a:rect l="l" t="t" r="r" b="b"/>
            <a:pathLst>
              <a:path w="6288697" h="9634493">
                <a:moveTo>
                  <a:pt x="0" y="0"/>
                </a:moveTo>
                <a:lnTo>
                  <a:pt x="6288697" y="0"/>
                </a:lnTo>
                <a:lnTo>
                  <a:pt x="6288697" y="9634493"/>
                </a:lnTo>
                <a:lnTo>
                  <a:pt x="0" y="96344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rot="-10618535">
            <a:off x="13428238" y="-675518"/>
            <a:ext cx="7662123" cy="7662123"/>
          </a:xfrm>
          <a:custGeom>
            <a:avLst/>
            <a:gdLst/>
            <a:ahLst/>
            <a:cxnLst/>
            <a:rect l="l" t="t" r="r" b="b"/>
            <a:pathLst>
              <a:path w="7662123" h="7662123">
                <a:moveTo>
                  <a:pt x="0" y="0"/>
                </a:moveTo>
                <a:lnTo>
                  <a:pt x="7662124" y="0"/>
                </a:lnTo>
                <a:lnTo>
                  <a:pt x="7662124" y="7662123"/>
                </a:lnTo>
                <a:lnTo>
                  <a:pt x="0" y="76621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a:off x="3920989" y="2926550"/>
            <a:ext cx="10446022" cy="6331750"/>
          </a:xfrm>
          <a:custGeom>
            <a:avLst/>
            <a:gdLst/>
            <a:ahLst/>
            <a:cxnLst/>
            <a:rect l="l" t="t" r="r" b="b"/>
            <a:pathLst>
              <a:path w="10446022" h="6331750">
                <a:moveTo>
                  <a:pt x="0" y="0"/>
                </a:moveTo>
                <a:lnTo>
                  <a:pt x="10446022" y="0"/>
                </a:lnTo>
                <a:lnTo>
                  <a:pt x="10446022" y="6331750"/>
                </a:lnTo>
                <a:lnTo>
                  <a:pt x="0" y="6331750"/>
                </a:lnTo>
                <a:lnTo>
                  <a:pt x="0" y="0"/>
                </a:lnTo>
                <a:close/>
              </a:path>
            </a:pathLst>
          </a:custGeom>
          <a:blipFill>
            <a:blip r:embed="rId6"/>
            <a:stretch>
              <a:fillRect t="-598" b="-450"/>
            </a:stretch>
          </a:blipFill>
        </p:spPr>
        <p:txBody>
          <a:bodyPr/>
          <a:lstStyle/>
          <a:p>
            <a:endParaRPr lang="en-GB"/>
          </a:p>
        </p:txBody>
      </p:sp>
      <p:sp>
        <p:nvSpPr>
          <p:cNvPr id="5" name="TextBox 5"/>
          <p:cNvSpPr txBox="1"/>
          <p:nvPr/>
        </p:nvSpPr>
        <p:spPr>
          <a:xfrm>
            <a:off x="4673836" y="638440"/>
            <a:ext cx="8940329" cy="945628"/>
          </a:xfrm>
          <a:prstGeom prst="rect">
            <a:avLst/>
          </a:prstGeom>
        </p:spPr>
        <p:txBody>
          <a:bodyPr lIns="0" tIns="0" rIns="0" bIns="0" rtlCol="0" anchor="t">
            <a:spAutoFit/>
          </a:bodyPr>
          <a:lstStyle/>
          <a:p>
            <a:pPr marL="0" lvl="0" indent="0" algn="ctr">
              <a:lnSpc>
                <a:spcPts val="7728"/>
              </a:lnSpc>
              <a:spcBef>
                <a:spcPct val="0"/>
              </a:spcBef>
            </a:pPr>
            <a:r>
              <a:rPr lang="en-US" sz="5520" b="1" u="sng" strike="noStrike">
                <a:solidFill>
                  <a:srgbClr val="FFF3DD"/>
                </a:solidFill>
                <a:latin typeface="Recoleta Bold"/>
                <a:ea typeface="Recoleta Bold"/>
                <a:cs typeface="Recoleta Bold"/>
                <a:sym typeface="Recoleta Bold"/>
              </a:rPr>
              <a:t>Documentația activităților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3869"/>
        </a:solidFill>
        <a:effectLst/>
      </p:bgPr>
    </p:bg>
    <p:spTree>
      <p:nvGrpSpPr>
        <p:cNvPr id="1" name=""/>
        <p:cNvGrpSpPr/>
        <p:nvPr/>
      </p:nvGrpSpPr>
      <p:grpSpPr>
        <a:xfrm>
          <a:off x="0" y="0"/>
          <a:ext cx="0" cy="0"/>
          <a:chOff x="0" y="0"/>
          <a:chExt cx="0" cy="0"/>
        </a:xfrm>
      </p:grpSpPr>
      <p:grpSp>
        <p:nvGrpSpPr>
          <p:cNvPr id="2" name="Group 2"/>
          <p:cNvGrpSpPr/>
          <p:nvPr/>
        </p:nvGrpSpPr>
        <p:grpSpPr>
          <a:xfrm>
            <a:off x="1188951" y="2071373"/>
            <a:ext cx="15910099" cy="3843837"/>
            <a:chOff x="0" y="0"/>
            <a:chExt cx="21213465" cy="5125116"/>
          </a:xfrm>
        </p:grpSpPr>
        <p:sp>
          <p:nvSpPr>
            <p:cNvPr id="3" name="TextBox 3"/>
            <p:cNvSpPr txBox="1"/>
            <p:nvPr/>
          </p:nvSpPr>
          <p:spPr>
            <a:xfrm>
              <a:off x="0" y="-171450"/>
              <a:ext cx="21213465" cy="4497637"/>
            </a:xfrm>
            <a:prstGeom prst="rect">
              <a:avLst/>
            </a:prstGeom>
          </p:spPr>
          <p:txBody>
            <a:bodyPr lIns="0" tIns="0" rIns="0" bIns="0" rtlCol="0" anchor="t">
              <a:spAutoFit/>
            </a:bodyPr>
            <a:lstStyle/>
            <a:p>
              <a:pPr marL="0" lvl="0" indent="0" algn="ctr">
                <a:lnSpc>
                  <a:spcPts val="13094"/>
                </a:lnSpc>
                <a:spcBef>
                  <a:spcPct val="0"/>
                </a:spcBef>
              </a:pPr>
              <a:r>
                <a:rPr lang="en-US" sz="9353" b="1" u="sng" strike="noStrike">
                  <a:solidFill>
                    <a:srgbClr val="FFF3DD"/>
                  </a:solidFill>
                  <a:latin typeface="Recoleta Bold"/>
                  <a:ea typeface="Recoleta Bold"/>
                  <a:cs typeface="Recoleta Bold"/>
                  <a:sym typeface="Recoleta Bold"/>
                </a:rPr>
                <a:t>Vă mulțumim pentru timpul </a:t>
              </a:r>
            </a:p>
          </p:txBody>
        </p:sp>
        <p:sp>
          <p:nvSpPr>
            <p:cNvPr id="4" name="TextBox 4"/>
            <p:cNvSpPr txBox="1"/>
            <p:nvPr/>
          </p:nvSpPr>
          <p:spPr>
            <a:xfrm>
              <a:off x="3675040" y="2043873"/>
              <a:ext cx="14176821" cy="3081243"/>
            </a:xfrm>
            <a:prstGeom prst="rect">
              <a:avLst/>
            </a:prstGeom>
          </p:spPr>
          <p:txBody>
            <a:bodyPr lIns="0" tIns="0" rIns="0" bIns="0" rtlCol="0" anchor="t">
              <a:spAutoFit/>
            </a:bodyPr>
            <a:lstStyle/>
            <a:p>
              <a:pPr marL="0" lvl="0" indent="0" algn="ctr">
                <a:lnSpc>
                  <a:spcPts val="12394"/>
                </a:lnSpc>
                <a:spcBef>
                  <a:spcPct val="0"/>
                </a:spcBef>
              </a:pPr>
              <a:r>
                <a:rPr lang="en-US" sz="8853" b="1" u="sng" strike="noStrike">
                  <a:solidFill>
                    <a:srgbClr val="FFF3DD"/>
                  </a:solidFill>
                  <a:latin typeface="Recoleta Bold"/>
                  <a:ea typeface="Recoleta Bold"/>
                  <a:cs typeface="Recoleta Bold"/>
                  <a:sym typeface="Recoleta Bold"/>
                </a:rPr>
                <a:t>și atenția acordată!</a:t>
              </a:r>
            </a:p>
          </p:txBody>
        </p:sp>
      </p:grpSp>
      <p:grpSp>
        <p:nvGrpSpPr>
          <p:cNvPr id="5" name="Group 5"/>
          <p:cNvGrpSpPr/>
          <p:nvPr/>
        </p:nvGrpSpPr>
        <p:grpSpPr>
          <a:xfrm>
            <a:off x="-1239846" y="9356791"/>
            <a:ext cx="19740637" cy="123825"/>
            <a:chOff x="0" y="0"/>
            <a:chExt cx="26320849" cy="165100"/>
          </a:xfrm>
        </p:grpSpPr>
        <p:sp>
          <p:nvSpPr>
            <p:cNvPr id="6" name="AutoShape 6"/>
            <p:cNvSpPr/>
            <p:nvPr/>
          </p:nvSpPr>
          <p:spPr>
            <a:xfrm>
              <a:off x="16292864" y="114300"/>
              <a:ext cx="10027920" cy="25400"/>
            </a:xfrm>
            <a:prstGeom prst="line">
              <a:avLst/>
            </a:prstGeom>
            <a:ln w="50800" cap="flat">
              <a:solidFill>
                <a:srgbClr val="FFF3DD"/>
              </a:solidFill>
              <a:prstDash val="solid"/>
              <a:headEnd type="none" w="sm" len="sm"/>
              <a:tailEnd type="none" w="sm" len="sm"/>
            </a:ln>
          </p:spPr>
          <p:txBody>
            <a:bodyPr/>
            <a:lstStyle/>
            <a:p>
              <a:endParaRPr lang="en-GB"/>
            </a:p>
          </p:txBody>
        </p:sp>
        <p:sp>
          <p:nvSpPr>
            <p:cNvPr id="7" name="AutoShape 7"/>
            <p:cNvSpPr/>
            <p:nvPr/>
          </p:nvSpPr>
          <p:spPr>
            <a:xfrm>
              <a:off x="64" y="25400"/>
              <a:ext cx="10027920" cy="25400"/>
            </a:xfrm>
            <a:prstGeom prst="line">
              <a:avLst/>
            </a:prstGeom>
            <a:ln w="50800" cap="flat">
              <a:solidFill>
                <a:srgbClr val="FFF3DD"/>
              </a:solidFill>
              <a:prstDash val="solid"/>
              <a:headEnd type="none" w="sm" len="sm"/>
              <a:tailEnd type="none" w="sm" len="sm"/>
            </a:ln>
          </p:spPr>
          <p:txBody>
            <a:bodyPr/>
            <a:lstStyle/>
            <a:p>
              <a:endParaRPr lang="en-GB"/>
            </a:p>
          </p:txBody>
        </p:sp>
      </p:grpSp>
      <p:sp>
        <p:nvSpPr>
          <p:cNvPr id="8" name="Freeform 8"/>
          <p:cNvSpPr/>
          <p:nvPr/>
        </p:nvSpPr>
        <p:spPr>
          <a:xfrm flipV="1">
            <a:off x="-750428" y="0"/>
            <a:ext cx="21138337" cy="6302356"/>
          </a:xfrm>
          <a:custGeom>
            <a:avLst/>
            <a:gdLst/>
            <a:ahLst/>
            <a:cxnLst/>
            <a:rect l="l" t="t" r="r" b="b"/>
            <a:pathLst>
              <a:path w="21138337" h="6302356">
                <a:moveTo>
                  <a:pt x="0" y="6302356"/>
                </a:moveTo>
                <a:lnTo>
                  <a:pt x="21138337" y="6302356"/>
                </a:lnTo>
                <a:lnTo>
                  <a:pt x="21138337" y="0"/>
                </a:lnTo>
                <a:lnTo>
                  <a:pt x="0" y="0"/>
                </a:lnTo>
                <a:lnTo>
                  <a:pt x="0" y="6302356"/>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9" name="Freeform 9"/>
          <p:cNvSpPr/>
          <p:nvPr/>
        </p:nvSpPr>
        <p:spPr>
          <a:xfrm>
            <a:off x="5200503" y="5346765"/>
            <a:ext cx="6974237" cy="4114800"/>
          </a:xfrm>
          <a:custGeom>
            <a:avLst/>
            <a:gdLst/>
            <a:ahLst/>
            <a:cxnLst/>
            <a:rect l="l" t="t" r="r" b="b"/>
            <a:pathLst>
              <a:path w="6974237" h="4114800">
                <a:moveTo>
                  <a:pt x="0" y="0"/>
                </a:moveTo>
                <a:lnTo>
                  <a:pt x="6974238" y="0"/>
                </a:lnTo>
                <a:lnTo>
                  <a:pt x="697423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925</Words>
  <Application>Microsoft Office PowerPoint</Application>
  <PresentationFormat>Custom</PresentationFormat>
  <Paragraphs>91</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Calibri</vt:lpstr>
      <vt:lpstr>Recoleta Bold</vt:lpstr>
      <vt:lpstr>Arial</vt:lpstr>
      <vt:lpstr>Canva Sans Bold</vt:lpstr>
      <vt:lpstr>Recoleta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Food Journal</dc:title>
  <cp:lastModifiedBy>Emilia Mihut</cp:lastModifiedBy>
  <cp:revision>2</cp:revision>
  <dcterms:created xsi:type="dcterms:W3CDTF">2006-08-16T00:00:00Z</dcterms:created>
  <dcterms:modified xsi:type="dcterms:W3CDTF">2025-09-29T23:19:37Z</dcterms:modified>
  <dc:identifier>DAGb_5m5QTQ</dc:identifier>
</cp:coreProperties>
</file>