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Chelsea Market"/>
      <p:regular r:id="rId26"/>
    </p:embeddedFont>
    <p:embeddedFont>
      <p:font typeface="PT Sans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  <p:embeddedFont>
      <p:font typeface="Questrial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54674F-B9FA-4ED3-95C3-A11CC68EE1A3}">
  <a:tblStyle styleId="{7154674F-B9FA-4ED3-95C3-A11CC68EE1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helseaMarket-regular.fntdata"/><Relationship Id="rId25" Type="http://schemas.openxmlformats.org/officeDocument/2006/relationships/slide" Target="slides/slide19.xml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T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mfortaa-regular.fntdata"/><Relationship Id="rId30" Type="http://schemas.openxmlformats.org/officeDocument/2006/relationships/font" Target="fonts/PTSans-boldItalic.fntdata"/><Relationship Id="rId11" Type="http://schemas.openxmlformats.org/officeDocument/2006/relationships/slide" Target="slides/slide5.xml"/><Relationship Id="rId33" Type="http://schemas.openxmlformats.org/officeDocument/2006/relationships/font" Target="fonts/Questrial-regular.fntdata"/><Relationship Id="rId10" Type="http://schemas.openxmlformats.org/officeDocument/2006/relationships/slide" Target="slides/slide4.xml"/><Relationship Id="rId32" Type="http://schemas.openxmlformats.org/officeDocument/2006/relationships/font" Target="fonts/Comforta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04814dde1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04814dde1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04830f7685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04830f7685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99f2f57a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99f2f57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04add5dc08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104add5dc08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104add5dc0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104add5dc0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99f2f57a7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99f2f57a7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04add5dc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04add5dc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0c6f1b7fc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0c6f1b7fc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104830f7685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104830f7685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Automatul contine: 13 Iesiri(nout), 31 Stari(nadr)-5biti,12 intrari(nci)–4biti.</a:t>
            </a:r>
            <a:endParaRPr sz="15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0f1f1a1a2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0f1f1a1a2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1092a64d2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1092a64d2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104add5dc08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104add5dc08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10f4507b78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10f4507b78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0f1f1a1a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10f1f1a1a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10f1f1a1a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10f1f1a1a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10f1f1a1a2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10f1f1a1a2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1104aea37b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1104aea37b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104cf910c87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104cf910c87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elaborarea schemei bloc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elaborarea organigramei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alegerea componentelor digitale folosite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proiectarea cablajului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Proiectarea schemei unităţii de comandă microprogramate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descrierea funcționalității automatului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elaborarea prezentării .pptx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unităţii de comandă microprogramat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calculul lungimii microinstrucțiunii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completarea conținutului memoriei de microprogram</a:t>
            </a:r>
            <a:endParaRPr sz="9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omfortaa"/>
              <a:buChar char="●"/>
            </a:pPr>
            <a:r>
              <a:rPr lang="en" sz="9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scrierea documentației de proiect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104add5dc08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104add5dc08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" name="Google Shape;25;p2"/>
          <p:cNvGrpSpPr/>
          <p:nvPr/>
        </p:nvGrpSpPr>
        <p:grpSpPr>
          <a:xfrm rot="-9031910">
            <a:off x="4529869" y="4398559"/>
            <a:ext cx="711894" cy="1081165"/>
            <a:chOff x="-876762" y="1902065"/>
            <a:chExt cx="506742" cy="769597"/>
          </a:xfrm>
        </p:grpSpPr>
        <p:sp>
          <p:nvSpPr>
            <p:cNvPr id="26" name="Google Shape;26;p2"/>
            <p:cNvSpPr/>
            <p:nvPr/>
          </p:nvSpPr>
          <p:spPr>
            <a:xfrm>
              <a:off x="-876762" y="1902065"/>
              <a:ext cx="472466" cy="600240"/>
            </a:xfrm>
            <a:custGeom>
              <a:rect b="b" l="l" r="r" t="t"/>
              <a:pathLst>
                <a:path extrusionOk="0" h="8127" w="6397">
                  <a:moveTo>
                    <a:pt x="2247" y="1"/>
                  </a:moveTo>
                  <a:cubicBezTo>
                    <a:pt x="2090" y="1"/>
                    <a:pt x="1932" y="38"/>
                    <a:pt x="1785" y="116"/>
                  </a:cubicBezTo>
                  <a:lnTo>
                    <a:pt x="643" y="740"/>
                  </a:lnTo>
                  <a:cubicBezTo>
                    <a:pt x="179" y="990"/>
                    <a:pt x="1" y="1579"/>
                    <a:pt x="259" y="2052"/>
                  </a:cubicBezTo>
                  <a:lnTo>
                    <a:pt x="3551" y="8127"/>
                  </a:lnTo>
                  <a:lnTo>
                    <a:pt x="6397" y="6583"/>
                  </a:lnTo>
                  <a:lnTo>
                    <a:pt x="3105" y="508"/>
                  </a:lnTo>
                  <a:cubicBezTo>
                    <a:pt x="2927" y="183"/>
                    <a:pt x="2592" y="1"/>
                    <a:pt x="2247" y="1"/>
                  </a:cubicBez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623057" y="2373129"/>
              <a:ext cx="251706" cy="189814"/>
            </a:xfrm>
            <a:custGeom>
              <a:rect b="b" l="l" r="r" t="t"/>
              <a:pathLst>
                <a:path extrusionOk="0" h="2570" w="3408">
                  <a:moveTo>
                    <a:pt x="2846" y="0"/>
                  </a:moveTo>
                  <a:lnTo>
                    <a:pt x="0" y="1544"/>
                  </a:lnTo>
                  <a:lnTo>
                    <a:pt x="562" y="2570"/>
                  </a:lnTo>
                  <a:lnTo>
                    <a:pt x="3408" y="1026"/>
                  </a:lnTo>
                  <a:lnTo>
                    <a:pt x="2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802977" y="1974815"/>
              <a:ext cx="266921" cy="350380"/>
            </a:xfrm>
            <a:custGeom>
              <a:rect b="b" l="l" r="r" t="t"/>
              <a:pathLst>
                <a:path extrusionOk="0" h="4744" w="3614">
                  <a:moveTo>
                    <a:pt x="1066" y="0"/>
                  </a:moveTo>
                  <a:cubicBezTo>
                    <a:pt x="950" y="0"/>
                    <a:pt x="833" y="28"/>
                    <a:pt x="723" y="85"/>
                  </a:cubicBezTo>
                  <a:lnTo>
                    <a:pt x="482" y="219"/>
                  </a:lnTo>
                  <a:cubicBezTo>
                    <a:pt x="135" y="406"/>
                    <a:pt x="1" y="852"/>
                    <a:pt x="188" y="1209"/>
                  </a:cubicBezTo>
                  <a:lnTo>
                    <a:pt x="1901" y="4358"/>
                  </a:lnTo>
                  <a:cubicBezTo>
                    <a:pt x="2036" y="4603"/>
                    <a:pt x="2284" y="4743"/>
                    <a:pt x="2542" y="4743"/>
                  </a:cubicBezTo>
                  <a:cubicBezTo>
                    <a:pt x="2660" y="4743"/>
                    <a:pt x="2779" y="4714"/>
                    <a:pt x="2891" y="4653"/>
                  </a:cubicBezTo>
                  <a:lnTo>
                    <a:pt x="3123" y="4528"/>
                  </a:lnTo>
                  <a:cubicBezTo>
                    <a:pt x="3480" y="4332"/>
                    <a:pt x="3614" y="3886"/>
                    <a:pt x="3417" y="3538"/>
                  </a:cubicBezTo>
                  <a:lnTo>
                    <a:pt x="1714" y="380"/>
                  </a:lnTo>
                  <a:cubicBezTo>
                    <a:pt x="1578" y="139"/>
                    <a:pt x="1326" y="0"/>
                    <a:pt x="1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65230" y="2294692"/>
              <a:ext cx="240554" cy="169429"/>
            </a:xfrm>
            <a:custGeom>
              <a:rect b="b" l="l" r="r" t="t"/>
              <a:pathLst>
                <a:path extrusionOk="0" h="2294" w="3257">
                  <a:moveTo>
                    <a:pt x="2846" y="1"/>
                  </a:moveTo>
                  <a:lnTo>
                    <a:pt x="0" y="1544"/>
                  </a:lnTo>
                  <a:lnTo>
                    <a:pt x="402" y="2293"/>
                  </a:lnTo>
                  <a:lnTo>
                    <a:pt x="3256" y="750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559834" y="2460724"/>
              <a:ext cx="189814" cy="210937"/>
            </a:xfrm>
            <a:custGeom>
              <a:rect b="b" l="l" r="r" t="t"/>
              <a:pathLst>
                <a:path extrusionOk="0" h="2856" w="2570">
                  <a:moveTo>
                    <a:pt x="2258" y="1"/>
                  </a:moveTo>
                  <a:lnTo>
                    <a:pt x="1" y="1223"/>
                  </a:lnTo>
                  <a:lnTo>
                    <a:pt x="1919" y="2855"/>
                  </a:lnTo>
                  <a:lnTo>
                    <a:pt x="2570" y="2499"/>
                  </a:lnTo>
                  <a:lnTo>
                    <a:pt x="2258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 rot="-5176902">
            <a:off x="3268239" y="4641479"/>
            <a:ext cx="1166394" cy="500188"/>
            <a:chOff x="-1963948" y="2372267"/>
            <a:chExt cx="830317" cy="356067"/>
          </a:xfrm>
        </p:grpSpPr>
        <p:sp>
          <p:nvSpPr>
            <p:cNvPr id="32" name="Google Shape;32;p2"/>
            <p:cNvSpPr/>
            <p:nvPr/>
          </p:nvSpPr>
          <p:spPr>
            <a:xfrm>
              <a:off x="-1963948" y="2372267"/>
              <a:ext cx="612205" cy="341591"/>
            </a:xfrm>
            <a:custGeom>
              <a:rect b="b" l="l" r="r" t="t"/>
              <a:pathLst>
                <a:path extrusionOk="0" h="4625" w="8289">
                  <a:moveTo>
                    <a:pt x="1336" y="1"/>
                  </a:moveTo>
                  <a:cubicBezTo>
                    <a:pt x="884" y="1"/>
                    <a:pt x="478" y="311"/>
                    <a:pt x="385" y="770"/>
                  </a:cubicBezTo>
                  <a:lnTo>
                    <a:pt x="108" y="2037"/>
                  </a:lnTo>
                  <a:cubicBezTo>
                    <a:pt x="1" y="2563"/>
                    <a:pt x="331" y="3081"/>
                    <a:pt x="857" y="3188"/>
                  </a:cubicBezTo>
                  <a:lnTo>
                    <a:pt x="7620" y="4624"/>
                  </a:lnTo>
                  <a:lnTo>
                    <a:pt x="8289" y="1457"/>
                  </a:lnTo>
                  <a:lnTo>
                    <a:pt x="1535" y="21"/>
                  </a:lnTo>
                  <a:cubicBezTo>
                    <a:pt x="1469" y="7"/>
                    <a:pt x="1402" y="1"/>
                    <a:pt x="1336" y="1"/>
                  </a:cubicBez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18353" y="2476554"/>
              <a:ext cx="134495" cy="251780"/>
            </a:xfrm>
            <a:custGeom>
              <a:rect b="b" l="l" r="r" t="t"/>
              <a:pathLst>
                <a:path extrusionOk="0" h="3409" w="1821">
                  <a:moveTo>
                    <a:pt x="670" y="0"/>
                  </a:moveTo>
                  <a:lnTo>
                    <a:pt x="1" y="3167"/>
                  </a:lnTo>
                  <a:lnTo>
                    <a:pt x="1142" y="3408"/>
                  </a:lnTo>
                  <a:lnTo>
                    <a:pt x="1820" y="241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895407" y="2435933"/>
              <a:ext cx="380957" cy="182354"/>
            </a:xfrm>
            <a:custGeom>
              <a:rect b="b" l="l" r="r" t="t"/>
              <a:pathLst>
                <a:path extrusionOk="0" h="2469" w="5158">
                  <a:moveTo>
                    <a:pt x="852" y="0"/>
                  </a:moveTo>
                  <a:cubicBezTo>
                    <a:pt x="515" y="0"/>
                    <a:pt x="213" y="234"/>
                    <a:pt x="135" y="577"/>
                  </a:cubicBezTo>
                  <a:lnTo>
                    <a:pt x="81" y="845"/>
                  </a:lnTo>
                  <a:cubicBezTo>
                    <a:pt x="1" y="1237"/>
                    <a:pt x="251" y="1621"/>
                    <a:pt x="643" y="1710"/>
                  </a:cubicBezTo>
                  <a:lnTo>
                    <a:pt x="4149" y="2451"/>
                  </a:lnTo>
                  <a:cubicBezTo>
                    <a:pt x="4202" y="2463"/>
                    <a:pt x="4254" y="2468"/>
                    <a:pt x="4306" y="2468"/>
                  </a:cubicBezTo>
                  <a:cubicBezTo>
                    <a:pt x="4641" y="2468"/>
                    <a:pt x="4945" y="2229"/>
                    <a:pt x="5014" y="1889"/>
                  </a:cubicBezTo>
                  <a:lnTo>
                    <a:pt x="5077" y="1630"/>
                  </a:lnTo>
                  <a:cubicBezTo>
                    <a:pt x="5157" y="1237"/>
                    <a:pt x="4907" y="845"/>
                    <a:pt x="4515" y="765"/>
                  </a:cubicBezTo>
                  <a:lnTo>
                    <a:pt x="1000" y="15"/>
                  </a:lnTo>
                  <a:cubicBezTo>
                    <a:pt x="950" y="5"/>
                    <a:pt x="901" y="0"/>
                    <a:pt x="8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505284" y="2458090"/>
              <a:ext cx="111377" cy="247201"/>
            </a:xfrm>
            <a:custGeom>
              <a:rect b="b" l="l" r="r" t="t"/>
              <a:pathLst>
                <a:path extrusionOk="0" h="3347" w="1508">
                  <a:moveTo>
                    <a:pt x="669" y="1"/>
                  </a:moveTo>
                  <a:lnTo>
                    <a:pt x="0" y="3168"/>
                  </a:lnTo>
                  <a:lnTo>
                    <a:pt x="830" y="3346"/>
                  </a:lnTo>
                  <a:lnTo>
                    <a:pt x="1508" y="179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1328762" y="2518727"/>
              <a:ext cx="195132" cy="185235"/>
            </a:xfrm>
            <a:custGeom>
              <a:rect b="b" l="l" r="r" t="t"/>
              <a:pathLst>
                <a:path extrusionOk="0" h="2508" w="2642">
                  <a:moveTo>
                    <a:pt x="536" y="0"/>
                  </a:moveTo>
                  <a:lnTo>
                    <a:pt x="1" y="2507"/>
                  </a:lnTo>
                  <a:lnTo>
                    <a:pt x="2490" y="2106"/>
                  </a:lnTo>
                  <a:lnTo>
                    <a:pt x="2641" y="1383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 rot="5248713">
            <a:off x="1417753" y="4598435"/>
            <a:ext cx="1131110" cy="633200"/>
            <a:chOff x="-184278" y="2226764"/>
            <a:chExt cx="805198" cy="450753"/>
          </a:xfrm>
        </p:grpSpPr>
        <p:sp>
          <p:nvSpPr>
            <p:cNvPr id="38" name="Google Shape;38;p2"/>
            <p:cNvSpPr/>
            <p:nvPr/>
          </p:nvSpPr>
          <p:spPr>
            <a:xfrm>
              <a:off x="4136" y="2226764"/>
              <a:ext cx="616784" cy="423720"/>
            </a:xfrm>
            <a:custGeom>
              <a:rect b="b" l="l" r="r" t="t"/>
              <a:pathLst>
                <a:path extrusionOk="0" h="5737" w="8351">
                  <a:moveTo>
                    <a:pt x="6751" y="1"/>
                  </a:moveTo>
                  <a:cubicBezTo>
                    <a:pt x="6624" y="1"/>
                    <a:pt x="6495" y="27"/>
                    <a:pt x="6370" y="81"/>
                  </a:cubicBezTo>
                  <a:lnTo>
                    <a:pt x="1" y="2748"/>
                  </a:lnTo>
                  <a:lnTo>
                    <a:pt x="1250" y="5737"/>
                  </a:lnTo>
                  <a:lnTo>
                    <a:pt x="7619" y="3060"/>
                  </a:lnTo>
                  <a:cubicBezTo>
                    <a:pt x="8119" y="2855"/>
                    <a:pt x="8351" y="2284"/>
                    <a:pt x="8146" y="1794"/>
                  </a:cubicBezTo>
                  <a:lnTo>
                    <a:pt x="7637" y="598"/>
                  </a:lnTo>
                  <a:cubicBezTo>
                    <a:pt x="7484" y="225"/>
                    <a:pt x="7126" y="1"/>
                    <a:pt x="6751" y="1"/>
                  </a:cubicBez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59752" y="2423078"/>
              <a:ext cx="172679" cy="254439"/>
            </a:xfrm>
            <a:custGeom>
              <a:rect b="b" l="l" r="r" t="t"/>
              <a:pathLst>
                <a:path extrusionOk="0" h="3445" w="2338">
                  <a:moveTo>
                    <a:pt x="1080" y="1"/>
                  </a:moveTo>
                  <a:lnTo>
                    <a:pt x="1" y="456"/>
                  </a:lnTo>
                  <a:lnTo>
                    <a:pt x="1249" y="3444"/>
                  </a:lnTo>
                  <a:lnTo>
                    <a:pt x="2338" y="2989"/>
                  </a:lnTo>
                  <a:lnTo>
                    <a:pt x="10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72830" y="2295821"/>
              <a:ext cx="374310" cy="228589"/>
            </a:xfrm>
            <a:custGeom>
              <a:rect b="b" l="l" r="r" t="t"/>
              <a:pathLst>
                <a:path extrusionOk="0" h="3095" w="5068">
                  <a:moveTo>
                    <a:pt x="4137" y="0"/>
                  </a:moveTo>
                  <a:cubicBezTo>
                    <a:pt x="4043" y="0"/>
                    <a:pt x="3947" y="18"/>
                    <a:pt x="3855" y="56"/>
                  </a:cubicBezTo>
                  <a:lnTo>
                    <a:pt x="545" y="1447"/>
                  </a:lnTo>
                  <a:cubicBezTo>
                    <a:pt x="179" y="1599"/>
                    <a:pt x="1" y="2027"/>
                    <a:pt x="161" y="2402"/>
                  </a:cubicBezTo>
                  <a:lnTo>
                    <a:pt x="259" y="2652"/>
                  </a:lnTo>
                  <a:cubicBezTo>
                    <a:pt x="380" y="2926"/>
                    <a:pt x="650" y="3094"/>
                    <a:pt x="932" y="3094"/>
                  </a:cubicBezTo>
                  <a:cubicBezTo>
                    <a:pt x="1026" y="3094"/>
                    <a:pt x="1122" y="3076"/>
                    <a:pt x="1214" y="3035"/>
                  </a:cubicBezTo>
                  <a:lnTo>
                    <a:pt x="4524" y="1652"/>
                  </a:lnTo>
                  <a:cubicBezTo>
                    <a:pt x="4898" y="1492"/>
                    <a:pt x="5068" y="1064"/>
                    <a:pt x="4916" y="698"/>
                  </a:cubicBezTo>
                  <a:lnTo>
                    <a:pt x="4809" y="448"/>
                  </a:lnTo>
                  <a:cubicBezTo>
                    <a:pt x="4695" y="166"/>
                    <a:pt x="4424" y="0"/>
                    <a:pt x="4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3724" y="2388808"/>
              <a:ext cx="150965" cy="245207"/>
            </a:xfrm>
            <a:custGeom>
              <a:rect b="b" l="l" r="r" t="t"/>
              <a:pathLst>
                <a:path extrusionOk="0" h="3320" w="2044">
                  <a:moveTo>
                    <a:pt x="794" y="1"/>
                  </a:moveTo>
                  <a:lnTo>
                    <a:pt x="0" y="331"/>
                  </a:lnTo>
                  <a:lnTo>
                    <a:pt x="1258" y="3320"/>
                  </a:lnTo>
                  <a:lnTo>
                    <a:pt x="2043" y="2989"/>
                  </a:lnTo>
                  <a:lnTo>
                    <a:pt x="7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84278" y="2479801"/>
              <a:ext cx="207613" cy="179917"/>
            </a:xfrm>
            <a:custGeom>
              <a:rect b="b" l="l" r="r" t="t"/>
              <a:pathLst>
                <a:path extrusionOk="0" h="2436" w="2811">
                  <a:moveTo>
                    <a:pt x="1820" y="0"/>
                  </a:moveTo>
                  <a:lnTo>
                    <a:pt x="0" y="1749"/>
                  </a:lnTo>
                  <a:lnTo>
                    <a:pt x="295" y="2435"/>
                  </a:lnTo>
                  <a:lnTo>
                    <a:pt x="2811" y="2364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 rot="-4949399">
            <a:off x="2302924" y="4702641"/>
            <a:ext cx="1165455" cy="377862"/>
            <a:chOff x="-1760999" y="1531077"/>
            <a:chExt cx="829653" cy="268989"/>
          </a:xfrm>
        </p:grpSpPr>
        <p:sp>
          <p:nvSpPr>
            <p:cNvPr id="44" name="Google Shape;44;p2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 rot="2856303">
            <a:off x="6531850" y="4386534"/>
            <a:ext cx="671214" cy="1105236"/>
            <a:chOff x="-950547" y="820788"/>
            <a:chExt cx="477785" cy="786731"/>
          </a:xfrm>
        </p:grpSpPr>
        <p:sp>
          <p:nvSpPr>
            <p:cNvPr id="50" name="Google Shape;50;p2"/>
            <p:cNvSpPr/>
            <p:nvPr/>
          </p:nvSpPr>
          <p:spPr>
            <a:xfrm>
              <a:off x="-920929" y="1002625"/>
              <a:ext cx="448167" cy="604893"/>
            </a:xfrm>
            <a:custGeom>
              <a:rect b="b" l="l" r="r" t="t"/>
              <a:pathLst>
                <a:path extrusionOk="0" h="8190" w="6068">
                  <a:moveTo>
                    <a:pt x="2936" y="1"/>
                  </a:moveTo>
                  <a:lnTo>
                    <a:pt x="1" y="1357"/>
                  </a:lnTo>
                  <a:lnTo>
                    <a:pt x="2900" y="7628"/>
                  </a:lnTo>
                  <a:cubicBezTo>
                    <a:pt x="3063" y="7980"/>
                    <a:pt x="3417" y="8189"/>
                    <a:pt x="3787" y="8189"/>
                  </a:cubicBezTo>
                  <a:cubicBezTo>
                    <a:pt x="3923" y="8189"/>
                    <a:pt x="4062" y="8161"/>
                    <a:pt x="4194" y="8101"/>
                  </a:cubicBezTo>
                  <a:lnTo>
                    <a:pt x="5362" y="7557"/>
                  </a:lnTo>
                  <a:cubicBezTo>
                    <a:pt x="5853" y="7334"/>
                    <a:pt x="6067" y="6754"/>
                    <a:pt x="5835" y="6263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950547" y="939403"/>
              <a:ext cx="253701" cy="179252"/>
            </a:xfrm>
            <a:custGeom>
              <a:rect b="b" l="l" r="r" t="t"/>
              <a:pathLst>
                <a:path extrusionOk="0" h="2427" w="3435">
                  <a:moveTo>
                    <a:pt x="2944" y="0"/>
                  </a:moveTo>
                  <a:lnTo>
                    <a:pt x="0" y="1365"/>
                  </a:lnTo>
                  <a:lnTo>
                    <a:pt x="500" y="2427"/>
                  </a:lnTo>
                  <a:lnTo>
                    <a:pt x="3435" y="1071"/>
                  </a:lnTo>
                  <a:lnTo>
                    <a:pt x="29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797659" y="1179367"/>
              <a:ext cx="252371" cy="356732"/>
            </a:xfrm>
            <a:custGeom>
              <a:rect b="b" l="l" r="r" t="t"/>
              <a:pathLst>
                <a:path extrusionOk="0" h="4830" w="3417">
                  <a:moveTo>
                    <a:pt x="1080" y="1"/>
                  </a:moveTo>
                  <a:cubicBezTo>
                    <a:pt x="975" y="1"/>
                    <a:pt x="868" y="23"/>
                    <a:pt x="767" y="70"/>
                  </a:cubicBezTo>
                  <a:lnTo>
                    <a:pt x="526" y="177"/>
                  </a:lnTo>
                  <a:cubicBezTo>
                    <a:pt x="161" y="346"/>
                    <a:pt x="0" y="783"/>
                    <a:pt x="170" y="1149"/>
                  </a:cubicBezTo>
                  <a:lnTo>
                    <a:pt x="1677" y="4405"/>
                  </a:lnTo>
                  <a:cubicBezTo>
                    <a:pt x="1801" y="4672"/>
                    <a:pt x="2067" y="4830"/>
                    <a:pt x="2344" y="4830"/>
                  </a:cubicBezTo>
                  <a:cubicBezTo>
                    <a:pt x="2446" y="4830"/>
                    <a:pt x="2551" y="4808"/>
                    <a:pt x="2650" y="4762"/>
                  </a:cubicBezTo>
                  <a:lnTo>
                    <a:pt x="2891" y="4646"/>
                  </a:lnTo>
                  <a:cubicBezTo>
                    <a:pt x="3256" y="4477"/>
                    <a:pt x="3417" y="4040"/>
                    <a:pt x="3247" y="3674"/>
                  </a:cubicBezTo>
                  <a:lnTo>
                    <a:pt x="1740" y="418"/>
                  </a:lnTo>
                  <a:cubicBezTo>
                    <a:pt x="1617" y="153"/>
                    <a:pt x="1354" y="1"/>
                    <a:pt x="10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903129" y="1041475"/>
              <a:ext cx="243877" cy="158203"/>
            </a:xfrm>
            <a:custGeom>
              <a:rect b="b" l="l" r="r" t="t"/>
              <a:pathLst>
                <a:path extrusionOk="0" h="2142" w="3302">
                  <a:moveTo>
                    <a:pt x="2945" y="1"/>
                  </a:moveTo>
                  <a:lnTo>
                    <a:pt x="1" y="1366"/>
                  </a:lnTo>
                  <a:lnTo>
                    <a:pt x="358" y="2142"/>
                  </a:lnTo>
                  <a:lnTo>
                    <a:pt x="3302" y="777"/>
                  </a:lnTo>
                  <a:lnTo>
                    <a:pt x="2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939320" y="820788"/>
              <a:ext cx="183905" cy="208943"/>
            </a:xfrm>
            <a:custGeom>
              <a:rect b="b" l="l" r="r" t="t"/>
              <a:pathLst>
                <a:path extrusionOk="0" h="2829" w="2490">
                  <a:moveTo>
                    <a:pt x="678" y="0"/>
                  </a:moveTo>
                  <a:lnTo>
                    <a:pt x="0" y="313"/>
                  </a:lnTo>
                  <a:lnTo>
                    <a:pt x="161" y="2828"/>
                  </a:lnTo>
                  <a:lnTo>
                    <a:pt x="2489" y="174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 rot="3364818">
            <a:off x="5298458" y="4615295"/>
            <a:ext cx="1123745" cy="647725"/>
            <a:chOff x="-698171" y="351644"/>
            <a:chExt cx="799954" cy="461092"/>
          </a:xfrm>
        </p:grpSpPr>
        <p:sp>
          <p:nvSpPr>
            <p:cNvPr id="56" name="Google Shape;56;p2"/>
            <p:cNvSpPr/>
            <p:nvPr/>
          </p:nvSpPr>
          <p:spPr>
            <a:xfrm>
              <a:off x="-513672" y="380005"/>
              <a:ext cx="615455" cy="432731"/>
            </a:xfrm>
            <a:custGeom>
              <a:rect b="b" l="l" r="r" t="t"/>
              <a:pathLst>
                <a:path extrusionOk="0" h="5859" w="8333">
                  <a:moveTo>
                    <a:pt x="1320" y="0"/>
                  </a:moveTo>
                  <a:lnTo>
                    <a:pt x="0" y="2962"/>
                  </a:lnTo>
                  <a:lnTo>
                    <a:pt x="6307" y="5772"/>
                  </a:lnTo>
                  <a:cubicBezTo>
                    <a:pt x="6437" y="5831"/>
                    <a:pt x="6572" y="5859"/>
                    <a:pt x="6705" y="5859"/>
                  </a:cubicBezTo>
                  <a:cubicBezTo>
                    <a:pt x="7075" y="5859"/>
                    <a:pt x="7428" y="5643"/>
                    <a:pt x="7592" y="5281"/>
                  </a:cubicBezTo>
                  <a:lnTo>
                    <a:pt x="8118" y="4095"/>
                  </a:lnTo>
                  <a:cubicBezTo>
                    <a:pt x="8332" y="3604"/>
                    <a:pt x="8118" y="3033"/>
                    <a:pt x="7628" y="2819"/>
                  </a:cubicBezTo>
                  <a:lnTo>
                    <a:pt x="1320" y="0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576969" y="351644"/>
              <a:ext cx="176667" cy="253774"/>
            </a:xfrm>
            <a:custGeom>
              <a:rect b="b" l="l" r="r" t="t"/>
              <a:pathLst>
                <a:path extrusionOk="0" h="3436" w="2392">
                  <a:moveTo>
                    <a:pt x="1321" y="1"/>
                  </a:moveTo>
                  <a:lnTo>
                    <a:pt x="1" y="2962"/>
                  </a:lnTo>
                  <a:lnTo>
                    <a:pt x="1071" y="3435"/>
                  </a:lnTo>
                  <a:lnTo>
                    <a:pt x="2391" y="482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345052" y="509182"/>
              <a:ext cx="373054" cy="233907"/>
            </a:xfrm>
            <a:custGeom>
              <a:rect b="b" l="l" r="r" t="t"/>
              <a:pathLst>
                <a:path extrusionOk="0" h="3167" w="5051">
                  <a:moveTo>
                    <a:pt x="946" y="0"/>
                  </a:moveTo>
                  <a:cubicBezTo>
                    <a:pt x="665" y="0"/>
                    <a:pt x="396" y="160"/>
                    <a:pt x="277" y="437"/>
                  </a:cubicBezTo>
                  <a:lnTo>
                    <a:pt x="170" y="678"/>
                  </a:lnTo>
                  <a:cubicBezTo>
                    <a:pt x="1" y="1044"/>
                    <a:pt x="170" y="1481"/>
                    <a:pt x="536" y="1641"/>
                  </a:cubicBezTo>
                  <a:lnTo>
                    <a:pt x="3810" y="3104"/>
                  </a:lnTo>
                  <a:cubicBezTo>
                    <a:pt x="3908" y="3146"/>
                    <a:pt x="4010" y="3166"/>
                    <a:pt x="4109" y="3166"/>
                  </a:cubicBezTo>
                  <a:cubicBezTo>
                    <a:pt x="4390" y="3166"/>
                    <a:pt x="4655" y="3006"/>
                    <a:pt x="4774" y="2730"/>
                  </a:cubicBezTo>
                  <a:lnTo>
                    <a:pt x="4890" y="2489"/>
                  </a:lnTo>
                  <a:cubicBezTo>
                    <a:pt x="5050" y="2123"/>
                    <a:pt x="4890" y="1686"/>
                    <a:pt x="4515" y="1525"/>
                  </a:cubicBezTo>
                  <a:lnTo>
                    <a:pt x="1241" y="62"/>
                  </a:lnTo>
                  <a:cubicBezTo>
                    <a:pt x="1145" y="20"/>
                    <a:pt x="1045" y="0"/>
                    <a:pt x="94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-474157" y="397805"/>
              <a:ext cx="154879" cy="243804"/>
            </a:xfrm>
            <a:custGeom>
              <a:rect b="b" l="l" r="r" t="t"/>
              <a:pathLst>
                <a:path extrusionOk="0" h="3301" w="2097">
                  <a:moveTo>
                    <a:pt x="1321" y="0"/>
                  </a:moveTo>
                  <a:lnTo>
                    <a:pt x="0" y="2953"/>
                  </a:lnTo>
                  <a:lnTo>
                    <a:pt x="776" y="3301"/>
                  </a:lnTo>
                  <a:lnTo>
                    <a:pt x="2097" y="348"/>
                  </a:lnTo>
                  <a:lnTo>
                    <a:pt x="132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698171" y="365455"/>
              <a:ext cx="208278" cy="181985"/>
            </a:xfrm>
            <a:custGeom>
              <a:rect b="b" l="l" r="r" t="t"/>
              <a:pathLst>
                <a:path extrusionOk="0" h="2464" w="2820">
                  <a:moveTo>
                    <a:pt x="303" y="1"/>
                  </a:moveTo>
                  <a:lnTo>
                    <a:pt x="0" y="679"/>
                  </a:lnTo>
                  <a:lnTo>
                    <a:pt x="1775" y="2463"/>
                  </a:lnTo>
                  <a:lnTo>
                    <a:pt x="2819" y="126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2"/>
          <p:cNvSpPr/>
          <p:nvPr/>
        </p:nvSpPr>
        <p:spPr>
          <a:xfrm>
            <a:off x="-447231" y="166906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rgbClr val="F6A0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-447681" y="39993"/>
            <a:ext cx="1482424" cy="3251146"/>
          </a:xfrm>
          <a:custGeom>
            <a:rect b="b" l="l" r="r" t="t"/>
            <a:pathLst>
              <a:path extrusionOk="0" h="14284" w="6513">
                <a:moveTo>
                  <a:pt x="1" y="1"/>
                </a:moveTo>
                <a:lnTo>
                  <a:pt x="1" y="14283"/>
                </a:lnTo>
                <a:lnTo>
                  <a:pt x="6513" y="5166"/>
                </a:lnTo>
                <a:lnTo>
                  <a:pt x="1" y="1"/>
                </a:lnTo>
                <a:close/>
              </a:path>
            </a:pathLst>
          </a:custGeom>
          <a:solidFill>
            <a:srgbClr val="54CEE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910103" y="539289"/>
            <a:ext cx="1774903" cy="4664360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rgbClr val="26E28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8243101" y="228602"/>
            <a:ext cx="1441909" cy="4004526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>
            <p:ph type="ctrTitle"/>
          </p:nvPr>
        </p:nvSpPr>
        <p:spPr>
          <a:xfrm>
            <a:off x="1409775" y="797721"/>
            <a:ext cx="6272400" cy="246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6" name="Google Shape;66;p2"/>
          <p:cNvSpPr txBox="1"/>
          <p:nvPr>
            <p:ph idx="1" type="subTitle"/>
          </p:nvPr>
        </p:nvSpPr>
        <p:spPr>
          <a:xfrm>
            <a:off x="2307600" y="3260379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3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69" name="Google Shape;69;p3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3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3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3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3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3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3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3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3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3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3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3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3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3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3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4" name="Google Shape;84;p3"/>
          <p:cNvSpPr/>
          <p:nvPr/>
        </p:nvSpPr>
        <p:spPr>
          <a:xfrm rot="580744">
            <a:off x="-3489114" y="-2151084"/>
            <a:ext cx="11827740" cy="7819598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>
            <p:ph type="title"/>
          </p:nvPr>
        </p:nvSpPr>
        <p:spPr>
          <a:xfrm>
            <a:off x="720000" y="2245200"/>
            <a:ext cx="3935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" name="Google Shape;86;p3"/>
          <p:cNvSpPr txBox="1"/>
          <p:nvPr>
            <p:ph hasCustomPrompt="1" idx="2" type="title"/>
          </p:nvPr>
        </p:nvSpPr>
        <p:spPr>
          <a:xfrm>
            <a:off x="720000" y="1432175"/>
            <a:ext cx="111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7" name="Google Shape;87;p3"/>
          <p:cNvSpPr txBox="1"/>
          <p:nvPr>
            <p:ph idx="1" type="subTitle"/>
          </p:nvPr>
        </p:nvSpPr>
        <p:spPr>
          <a:xfrm>
            <a:off x="720000" y="2997925"/>
            <a:ext cx="39351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4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90" name="Google Shape;90;p4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4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4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4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4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4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4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4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4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4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4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4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4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7" name="Google Shape;107;p4"/>
          <p:cNvSpPr/>
          <p:nvPr/>
        </p:nvSpPr>
        <p:spPr>
          <a:xfrm rot="-5400000">
            <a:off x="7629825" y="2889375"/>
            <a:ext cx="1903998" cy="418142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7416895" y="-2789351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111" name="Google Shape;111;p5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5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5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" name="Google Shape;114;p5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5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5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" name="Google Shape;117;p5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5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5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5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5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6" name="Google Shape;126;p5"/>
          <p:cNvSpPr/>
          <p:nvPr/>
        </p:nvSpPr>
        <p:spPr>
          <a:xfrm>
            <a:off x="-447675" y="-510874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467320" y="-609913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 rot="-5400000">
            <a:off x="3543969" y="3414588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2" type="title"/>
          </p:nvPr>
        </p:nvSpPr>
        <p:spPr>
          <a:xfrm>
            <a:off x="1568000" y="262367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3" type="title"/>
          </p:nvPr>
        </p:nvSpPr>
        <p:spPr>
          <a:xfrm>
            <a:off x="4833397" y="262367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" type="subTitle"/>
          </p:nvPr>
        </p:nvSpPr>
        <p:spPr>
          <a:xfrm>
            <a:off x="4951897" y="3111297"/>
            <a:ext cx="2505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" name="Google Shape;133;p5"/>
          <p:cNvSpPr txBox="1"/>
          <p:nvPr>
            <p:ph idx="4" type="subTitle"/>
          </p:nvPr>
        </p:nvSpPr>
        <p:spPr>
          <a:xfrm>
            <a:off x="1686500" y="3111297"/>
            <a:ext cx="2505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6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136" name="Google Shape;136;p6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6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6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6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6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6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6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6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6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6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6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6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6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6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6"/>
          <p:cNvSpPr/>
          <p:nvPr/>
        </p:nvSpPr>
        <p:spPr>
          <a:xfrm>
            <a:off x="-1026100" y="-1020724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 rot="673035">
            <a:off x="7916207" y="-1024890"/>
            <a:ext cx="2165865" cy="6015190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 rot="-5400000">
            <a:off x="3758544" y="379341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7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157" name="Google Shape;157;p7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" name="Google Shape;158;p7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7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7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7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7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7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7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7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7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7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7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7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7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7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2" name="Google Shape;172;p7"/>
          <p:cNvSpPr/>
          <p:nvPr/>
        </p:nvSpPr>
        <p:spPr>
          <a:xfrm rot="-975252">
            <a:off x="7556497" y="-173052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 flipH="1" rot="5184066">
            <a:off x="3508533" y="-1638889"/>
            <a:ext cx="1441918" cy="3972995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 rot="6300000">
            <a:off x="3027419" y="2943990"/>
            <a:ext cx="1441913" cy="400453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720000" y="2051225"/>
            <a:ext cx="4334700" cy="26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6" name="Google Shape;176;p7"/>
          <p:cNvSpPr txBox="1"/>
          <p:nvPr>
            <p:ph type="title"/>
          </p:nvPr>
        </p:nvSpPr>
        <p:spPr>
          <a:xfrm>
            <a:off x="720000" y="1015750"/>
            <a:ext cx="4334700" cy="12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8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179" name="Google Shape;179;p8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8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8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8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8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8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8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8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8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8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8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8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8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" name="Google Shape;194;p8"/>
          <p:cNvSpPr/>
          <p:nvPr/>
        </p:nvSpPr>
        <p:spPr>
          <a:xfrm>
            <a:off x="-403275" y="1063250"/>
            <a:ext cx="1903998" cy="418142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7041845" y="-2021226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 rot="5">
            <a:off x="562661" y="-811874"/>
            <a:ext cx="3838499" cy="216099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 rot="1157739">
            <a:off x="3784358" y="3778799"/>
            <a:ext cx="6544489" cy="2561383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 txBox="1"/>
          <p:nvPr>
            <p:ph type="title"/>
          </p:nvPr>
        </p:nvSpPr>
        <p:spPr>
          <a:xfrm>
            <a:off x="1957900" y="1307100"/>
            <a:ext cx="522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9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201" name="Google Shape;201;p9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9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9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9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9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9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6" name="Google Shape;216;p9"/>
          <p:cNvGrpSpPr/>
          <p:nvPr/>
        </p:nvGrpSpPr>
        <p:grpSpPr>
          <a:xfrm rot="5009076">
            <a:off x="6053528" y="152248"/>
            <a:ext cx="1166407" cy="500194"/>
            <a:chOff x="-1963948" y="2372267"/>
            <a:chExt cx="830317" cy="356067"/>
          </a:xfrm>
        </p:grpSpPr>
        <p:sp>
          <p:nvSpPr>
            <p:cNvPr id="217" name="Google Shape;217;p9"/>
            <p:cNvSpPr/>
            <p:nvPr/>
          </p:nvSpPr>
          <p:spPr>
            <a:xfrm>
              <a:off x="-1963948" y="2372267"/>
              <a:ext cx="612205" cy="341591"/>
            </a:xfrm>
            <a:custGeom>
              <a:rect b="b" l="l" r="r" t="t"/>
              <a:pathLst>
                <a:path extrusionOk="0" h="4625" w="8289">
                  <a:moveTo>
                    <a:pt x="1336" y="1"/>
                  </a:moveTo>
                  <a:cubicBezTo>
                    <a:pt x="884" y="1"/>
                    <a:pt x="478" y="311"/>
                    <a:pt x="385" y="770"/>
                  </a:cubicBezTo>
                  <a:lnTo>
                    <a:pt x="108" y="2037"/>
                  </a:lnTo>
                  <a:cubicBezTo>
                    <a:pt x="1" y="2563"/>
                    <a:pt x="331" y="3081"/>
                    <a:pt x="857" y="3188"/>
                  </a:cubicBezTo>
                  <a:lnTo>
                    <a:pt x="7620" y="4624"/>
                  </a:lnTo>
                  <a:lnTo>
                    <a:pt x="8289" y="1457"/>
                  </a:lnTo>
                  <a:lnTo>
                    <a:pt x="1535" y="21"/>
                  </a:lnTo>
                  <a:cubicBezTo>
                    <a:pt x="1469" y="7"/>
                    <a:pt x="1402" y="1"/>
                    <a:pt x="1336" y="1"/>
                  </a:cubicBez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-1418353" y="2476554"/>
              <a:ext cx="134495" cy="251780"/>
            </a:xfrm>
            <a:custGeom>
              <a:rect b="b" l="l" r="r" t="t"/>
              <a:pathLst>
                <a:path extrusionOk="0" h="3409" w="1821">
                  <a:moveTo>
                    <a:pt x="670" y="0"/>
                  </a:moveTo>
                  <a:lnTo>
                    <a:pt x="1" y="3167"/>
                  </a:lnTo>
                  <a:lnTo>
                    <a:pt x="1142" y="3408"/>
                  </a:lnTo>
                  <a:lnTo>
                    <a:pt x="1820" y="241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-1895407" y="2435933"/>
              <a:ext cx="380957" cy="182354"/>
            </a:xfrm>
            <a:custGeom>
              <a:rect b="b" l="l" r="r" t="t"/>
              <a:pathLst>
                <a:path extrusionOk="0" h="2469" w="5158">
                  <a:moveTo>
                    <a:pt x="852" y="0"/>
                  </a:moveTo>
                  <a:cubicBezTo>
                    <a:pt x="515" y="0"/>
                    <a:pt x="213" y="234"/>
                    <a:pt x="135" y="577"/>
                  </a:cubicBezTo>
                  <a:lnTo>
                    <a:pt x="81" y="845"/>
                  </a:lnTo>
                  <a:cubicBezTo>
                    <a:pt x="1" y="1237"/>
                    <a:pt x="251" y="1621"/>
                    <a:pt x="643" y="1710"/>
                  </a:cubicBezTo>
                  <a:lnTo>
                    <a:pt x="4149" y="2451"/>
                  </a:lnTo>
                  <a:cubicBezTo>
                    <a:pt x="4202" y="2463"/>
                    <a:pt x="4254" y="2468"/>
                    <a:pt x="4306" y="2468"/>
                  </a:cubicBezTo>
                  <a:cubicBezTo>
                    <a:pt x="4641" y="2468"/>
                    <a:pt x="4945" y="2229"/>
                    <a:pt x="5014" y="1889"/>
                  </a:cubicBezTo>
                  <a:lnTo>
                    <a:pt x="5077" y="1630"/>
                  </a:lnTo>
                  <a:cubicBezTo>
                    <a:pt x="5157" y="1237"/>
                    <a:pt x="4907" y="845"/>
                    <a:pt x="4515" y="765"/>
                  </a:cubicBezTo>
                  <a:lnTo>
                    <a:pt x="1000" y="15"/>
                  </a:lnTo>
                  <a:cubicBezTo>
                    <a:pt x="950" y="5"/>
                    <a:pt x="901" y="0"/>
                    <a:pt x="8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-1505284" y="2458090"/>
              <a:ext cx="111377" cy="247201"/>
            </a:xfrm>
            <a:custGeom>
              <a:rect b="b" l="l" r="r" t="t"/>
              <a:pathLst>
                <a:path extrusionOk="0" h="3347" w="1508">
                  <a:moveTo>
                    <a:pt x="669" y="1"/>
                  </a:moveTo>
                  <a:lnTo>
                    <a:pt x="0" y="3168"/>
                  </a:lnTo>
                  <a:lnTo>
                    <a:pt x="830" y="3346"/>
                  </a:lnTo>
                  <a:lnTo>
                    <a:pt x="1508" y="179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-1328762" y="2518727"/>
              <a:ext cx="195132" cy="185235"/>
            </a:xfrm>
            <a:custGeom>
              <a:rect b="b" l="l" r="r" t="t"/>
              <a:pathLst>
                <a:path extrusionOk="0" h="2508" w="2642">
                  <a:moveTo>
                    <a:pt x="536" y="0"/>
                  </a:moveTo>
                  <a:lnTo>
                    <a:pt x="1" y="2507"/>
                  </a:lnTo>
                  <a:lnTo>
                    <a:pt x="2490" y="2106"/>
                  </a:lnTo>
                  <a:lnTo>
                    <a:pt x="2641" y="1383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9"/>
          <p:cNvGrpSpPr/>
          <p:nvPr/>
        </p:nvGrpSpPr>
        <p:grpSpPr>
          <a:xfrm rot="5236468">
            <a:off x="6670337" y="100420"/>
            <a:ext cx="1165487" cy="377873"/>
            <a:chOff x="-1760999" y="1531077"/>
            <a:chExt cx="829653" cy="268989"/>
          </a:xfrm>
        </p:grpSpPr>
        <p:sp>
          <p:nvSpPr>
            <p:cNvPr id="223" name="Google Shape;223;p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9"/>
          <p:cNvGrpSpPr/>
          <p:nvPr/>
        </p:nvGrpSpPr>
        <p:grpSpPr>
          <a:xfrm rot="-8557805">
            <a:off x="5515649" y="-396425"/>
            <a:ext cx="671227" cy="1105257"/>
            <a:chOff x="-950547" y="820788"/>
            <a:chExt cx="477785" cy="786731"/>
          </a:xfrm>
        </p:grpSpPr>
        <p:sp>
          <p:nvSpPr>
            <p:cNvPr id="229" name="Google Shape;229;p9"/>
            <p:cNvSpPr/>
            <p:nvPr/>
          </p:nvSpPr>
          <p:spPr>
            <a:xfrm>
              <a:off x="-920929" y="1002625"/>
              <a:ext cx="448167" cy="604893"/>
            </a:xfrm>
            <a:custGeom>
              <a:rect b="b" l="l" r="r" t="t"/>
              <a:pathLst>
                <a:path extrusionOk="0" h="8190" w="6068">
                  <a:moveTo>
                    <a:pt x="2936" y="1"/>
                  </a:moveTo>
                  <a:lnTo>
                    <a:pt x="1" y="1357"/>
                  </a:lnTo>
                  <a:lnTo>
                    <a:pt x="2900" y="7628"/>
                  </a:lnTo>
                  <a:cubicBezTo>
                    <a:pt x="3063" y="7980"/>
                    <a:pt x="3417" y="8189"/>
                    <a:pt x="3787" y="8189"/>
                  </a:cubicBezTo>
                  <a:cubicBezTo>
                    <a:pt x="3923" y="8189"/>
                    <a:pt x="4062" y="8161"/>
                    <a:pt x="4194" y="8101"/>
                  </a:cubicBezTo>
                  <a:lnTo>
                    <a:pt x="5362" y="7557"/>
                  </a:lnTo>
                  <a:cubicBezTo>
                    <a:pt x="5853" y="7334"/>
                    <a:pt x="6067" y="6754"/>
                    <a:pt x="5835" y="6263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-950547" y="939403"/>
              <a:ext cx="253701" cy="179252"/>
            </a:xfrm>
            <a:custGeom>
              <a:rect b="b" l="l" r="r" t="t"/>
              <a:pathLst>
                <a:path extrusionOk="0" h="2427" w="3435">
                  <a:moveTo>
                    <a:pt x="2944" y="0"/>
                  </a:moveTo>
                  <a:lnTo>
                    <a:pt x="0" y="1365"/>
                  </a:lnTo>
                  <a:lnTo>
                    <a:pt x="500" y="2427"/>
                  </a:lnTo>
                  <a:lnTo>
                    <a:pt x="3435" y="1071"/>
                  </a:lnTo>
                  <a:lnTo>
                    <a:pt x="29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-797659" y="1179367"/>
              <a:ext cx="252371" cy="356732"/>
            </a:xfrm>
            <a:custGeom>
              <a:rect b="b" l="l" r="r" t="t"/>
              <a:pathLst>
                <a:path extrusionOk="0" h="4830" w="3417">
                  <a:moveTo>
                    <a:pt x="1080" y="1"/>
                  </a:moveTo>
                  <a:cubicBezTo>
                    <a:pt x="975" y="1"/>
                    <a:pt x="868" y="23"/>
                    <a:pt x="767" y="70"/>
                  </a:cubicBezTo>
                  <a:lnTo>
                    <a:pt x="526" y="177"/>
                  </a:lnTo>
                  <a:cubicBezTo>
                    <a:pt x="161" y="346"/>
                    <a:pt x="0" y="783"/>
                    <a:pt x="170" y="1149"/>
                  </a:cubicBezTo>
                  <a:lnTo>
                    <a:pt x="1677" y="4405"/>
                  </a:lnTo>
                  <a:cubicBezTo>
                    <a:pt x="1801" y="4672"/>
                    <a:pt x="2067" y="4830"/>
                    <a:pt x="2344" y="4830"/>
                  </a:cubicBezTo>
                  <a:cubicBezTo>
                    <a:pt x="2446" y="4830"/>
                    <a:pt x="2551" y="4808"/>
                    <a:pt x="2650" y="4762"/>
                  </a:cubicBezTo>
                  <a:lnTo>
                    <a:pt x="2891" y="4646"/>
                  </a:lnTo>
                  <a:cubicBezTo>
                    <a:pt x="3256" y="4477"/>
                    <a:pt x="3417" y="4040"/>
                    <a:pt x="3247" y="3674"/>
                  </a:cubicBezTo>
                  <a:lnTo>
                    <a:pt x="1740" y="418"/>
                  </a:lnTo>
                  <a:cubicBezTo>
                    <a:pt x="1617" y="153"/>
                    <a:pt x="1354" y="1"/>
                    <a:pt x="10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9"/>
            <p:cNvSpPr/>
            <p:nvPr/>
          </p:nvSpPr>
          <p:spPr>
            <a:xfrm>
              <a:off x="-903129" y="1041475"/>
              <a:ext cx="243877" cy="158203"/>
            </a:xfrm>
            <a:custGeom>
              <a:rect b="b" l="l" r="r" t="t"/>
              <a:pathLst>
                <a:path extrusionOk="0" h="2142" w="3302">
                  <a:moveTo>
                    <a:pt x="2945" y="1"/>
                  </a:moveTo>
                  <a:lnTo>
                    <a:pt x="1" y="1366"/>
                  </a:lnTo>
                  <a:lnTo>
                    <a:pt x="358" y="2142"/>
                  </a:lnTo>
                  <a:lnTo>
                    <a:pt x="3302" y="777"/>
                  </a:lnTo>
                  <a:lnTo>
                    <a:pt x="2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-939320" y="820788"/>
              <a:ext cx="183905" cy="208943"/>
            </a:xfrm>
            <a:custGeom>
              <a:rect b="b" l="l" r="r" t="t"/>
              <a:pathLst>
                <a:path extrusionOk="0" h="2829" w="2490">
                  <a:moveTo>
                    <a:pt x="678" y="0"/>
                  </a:moveTo>
                  <a:lnTo>
                    <a:pt x="0" y="313"/>
                  </a:lnTo>
                  <a:lnTo>
                    <a:pt x="161" y="2828"/>
                  </a:lnTo>
                  <a:lnTo>
                    <a:pt x="2489" y="174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9"/>
          <p:cNvSpPr/>
          <p:nvPr/>
        </p:nvSpPr>
        <p:spPr>
          <a:xfrm rot="-5400000">
            <a:off x="366419" y="270516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 rot="-393327">
            <a:off x="6573694" y="546704"/>
            <a:ext cx="2978091" cy="4664374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 rot="-5400000">
            <a:off x="2144901" y="-1281298"/>
            <a:ext cx="1441909" cy="4004526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 txBox="1"/>
          <p:nvPr>
            <p:ph type="title"/>
          </p:nvPr>
        </p:nvSpPr>
        <p:spPr>
          <a:xfrm>
            <a:off x="2690900" y="1411288"/>
            <a:ext cx="3762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8" name="Google Shape;238;p9"/>
          <p:cNvSpPr txBox="1"/>
          <p:nvPr>
            <p:ph idx="1" type="subTitle"/>
          </p:nvPr>
        </p:nvSpPr>
        <p:spPr>
          <a:xfrm>
            <a:off x="2834938" y="2050413"/>
            <a:ext cx="34743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/>
          <p:nvPr>
            <p:ph type="title"/>
          </p:nvPr>
        </p:nvSpPr>
        <p:spPr>
          <a:xfrm>
            <a:off x="3182975" y="539400"/>
            <a:ext cx="5446500" cy="13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11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243" name="Google Shape;243;p11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11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11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7" name="Google Shape;257;p11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8" name="Google Shape;258;p11"/>
          <p:cNvSpPr/>
          <p:nvPr/>
        </p:nvSpPr>
        <p:spPr>
          <a:xfrm>
            <a:off x="-447675" y="-510874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 flipH="1" rot="5400000">
            <a:off x="4845911" y="-2193852"/>
            <a:ext cx="2165873" cy="6038481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 rot="-5400000">
            <a:off x="2312944" y="302456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 rot="-5400000">
            <a:off x="7218800" y="2964076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3" name="Google Shape;263;p11"/>
          <p:cNvSpPr txBox="1"/>
          <p:nvPr>
            <p:ph hasCustomPrompt="1" type="title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1000">
                <a:solidFill>
                  <a:srgbClr val="10112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3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267" name="Google Shape;267;p13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2" name="Google Shape;282;p13"/>
          <p:cNvGrpSpPr/>
          <p:nvPr/>
        </p:nvGrpSpPr>
        <p:grpSpPr>
          <a:xfrm rot="-9031910">
            <a:off x="4489969" y="4371034"/>
            <a:ext cx="711894" cy="1081165"/>
            <a:chOff x="-876762" y="1902065"/>
            <a:chExt cx="506742" cy="769597"/>
          </a:xfrm>
        </p:grpSpPr>
        <p:sp>
          <p:nvSpPr>
            <p:cNvPr id="283" name="Google Shape;283;p13"/>
            <p:cNvSpPr/>
            <p:nvPr/>
          </p:nvSpPr>
          <p:spPr>
            <a:xfrm>
              <a:off x="-876762" y="1902065"/>
              <a:ext cx="472466" cy="600240"/>
            </a:xfrm>
            <a:custGeom>
              <a:rect b="b" l="l" r="r" t="t"/>
              <a:pathLst>
                <a:path extrusionOk="0" h="8127" w="6397">
                  <a:moveTo>
                    <a:pt x="2247" y="1"/>
                  </a:moveTo>
                  <a:cubicBezTo>
                    <a:pt x="2090" y="1"/>
                    <a:pt x="1932" y="38"/>
                    <a:pt x="1785" y="116"/>
                  </a:cubicBezTo>
                  <a:lnTo>
                    <a:pt x="643" y="740"/>
                  </a:lnTo>
                  <a:cubicBezTo>
                    <a:pt x="179" y="990"/>
                    <a:pt x="1" y="1579"/>
                    <a:pt x="259" y="2052"/>
                  </a:cubicBezTo>
                  <a:lnTo>
                    <a:pt x="3551" y="8127"/>
                  </a:lnTo>
                  <a:lnTo>
                    <a:pt x="6397" y="6583"/>
                  </a:lnTo>
                  <a:lnTo>
                    <a:pt x="3105" y="508"/>
                  </a:lnTo>
                  <a:cubicBezTo>
                    <a:pt x="2927" y="183"/>
                    <a:pt x="2592" y="1"/>
                    <a:pt x="2247" y="1"/>
                  </a:cubicBez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-623057" y="2373129"/>
              <a:ext cx="251706" cy="189814"/>
            </a:xfrm>
            <a:custGeom>
              <a:rect b="b" l="l" r="r" t="t"/>
              <a:pathLst>
                <a:path extrusionOk="0" h="2570" w="3408">
                  <a:moveTo>
                    <a:pt x="2846" y="0"/>
                  </a:moveTo>
                  <a:lnTo>
                    <a:pt x="0" y="1544"/>
                  </a:lnTo>
                  <a:lnTo>
                    <a:pt x="562" y="2570"/>
                  </a:lnTo>
                  <a:lnTo>
                    <a:pt x="3408" y="1026"/>
                  </a:lnTo>
                  <a:lnTo>
                    <a:pt x="28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-802977" y="1974815"/>
              <a:ext cx="266921" cy="350380"/>
            </a:xfrm>
            <a:custGeom>
              <a:rect b="b" l="l" r="r" t="t"/>
              <a:pathLst>
                <a:path extrusionOk="0" h="4744" w="3614">
                  <a:moveTo>
                    <a:pt x="1066" y="0"/>
                  </a:moveTo>
                  <a:cubicBezTo>
                    <a:pt x="950" y="0"/>
                    <a:pt x="833" y="28"/>
                    <a:pt x="723" y="85"/>
                  </a:cubicBezTo>
                  <a:lnTo>
                    <a:pt x="482" y="219"/>
                  </a:lnTo>
                  <a:cubicBezTo>
                    <a:pt x="135" y="406"/>
                    <a:pt x="1" y="852"/>
                    <a:pt x="188" y="1209"/>
                  </a:cubicBezTo>
                  <a:lnTo>
                    <a:pt x="1901" y="4358"/>
                  </a:lnTo>
                  <a:cubicBezTo>
                    <a:pt x="2036" y="4603"/>
                    <a:pt x="2284" y="4743"/>
                    <a:pt x="2542" y="4743"/>
                  </a:cubicBezTo>
                  <a:cubicBezTo>
                    <a:pt x="2660" y="4743"/>
                    <a:pt x="2779" y="4714"/>
                    <a:pt x="2891" y="4653"/>
                  </a:cubicBezTo>
                  <a:lnTo>
                    <a:pt x="3123" y="4528"/>
                  </a:lnTo>
                  <a:cubicBezTo>
                    <a:pt x="3480" y="4332"/>
                    <a:pt x="3614" y="3886"/>
                    <a:pt x="3417" y="3538"/>
                  </a:cubicBezTo>
                  <a:lnTo>
                    <a:pt x="1714" y="380"/>
                  </a:lnTo>
                  <a:cubicBezTo>
                    <a:pt x="1578" y="139"/>
                    <a:pt x="1326" y="0"/>
                    <a:pt x="1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-665230" y="2294692"/>
              <a:ext cx="240554" cy="169429"/>
            </a:xfrm>
            <a:custGeom>
              <a:rect b="b" l="l" r="r" t="t"/>
              <a:pathLst>
                <a:path extrusionOk="0" h="2294" w="3257">
                  <a:moveTo>
                    <a:pt x="2846" y="1"/>
                  </a:moveTo>
                  <a:lnTo>
                    <a:pt x="0" y="1544"/>
                  </a:lnTo>
                  <a:lnTo>
                    <a:pt x="402" y="2293"/>
                  </a:lnTo>
                  <a:lnTo>
                    <a:pt x="3256" y="750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-559834" y="2460724"/>
              <a:ext cx="189814" cy="210937"/>
            </a:xfrm>
            <a:custGeom>
              <a:rect b="b" l="l" r="r" t="t"/>
              <a:pathLst>
                <a:path extrusionOk="0" h="2856" w="2570">
                  <a:moveTo>
                    <a:pt x="2258" y="1"/>
                  </a:moveTo>
                  <a:lnTo>
                    <a:pt x="1" y="1223"/>
                  </a:lnTo>
                  <a:lnTo>
                    <a:pt x="1919" y="2855"/>
                  </a:lnTo>
                  <a:lnTo>
                    <a:pt x="2570" y="2499"/>
                  </a:lnTo>
                  <a:lnTo>
                    <a:pt x="2258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8" name="Google Shape;288;p13"/>
          <p:cNvGrpSpPr/>
          <p:nvPr/>
        </p:nvGrpSpPr>
        <p:grpSpPr>
          <a:xfrm rot="5248713">
            <a:off x="3201740" y="4764910"/>
            <a:ext cx="1131110" cy="633200"/>
            <a:chOff x="-184278" y="2226764"/>
            <a:chExt cx="805198" cy="450753"/>
          </a:xfrm>
        </p:grpSpPr>
        <p:sp>
          <p:nvSpPr>
            <p:cNvPr id="289" name="Google Shape;289;p13"/>
            <p:cNvSpPr/>
            <p:nvPr/>
          </p:nvSpPr>
          <p:spPr>
            <a:xfrm>
              <a:off x="4136" y="2226764"/>
              <a:ext cx="616784" cy="423720"/>
            </a:xfrm>
            <a:custGeom>
              <a:rect b="b" l="l" r="r" t="t"/>
              <a:pathLst>
                <a:path extrusionOk="0" h="5737" w="8351">
                  <a:moveTo>
                    <a:pt x="6751" y="1"/>
                  </a:moveTo>
                  <a:cubicBezTo>
                    <a:pt x="6624" y="1"/>
                    <a:pt x="6495" y="27"/>
                    <a:pt x="6370" y="81"/>
                  </a:cubicBezTo>
                  <a:lnTo>
                    <a:pt x="1" y="2748"/>
                  </a:lnTo>
                  <a:lnTo>
                    <a:pt x="1250" y="5737"/>
                  </a:lnTo>
                  <a:lnTo>
                    <a:pt x="7619" y="3060"/>
                  </a:lnTo>
                  <a:cubicBezTo>
                    <a:pt x="8119" y="2855"/>
                    <a:pt x="8351" y="2284"/>
                    <a:pt x="8146" y="1794"/>
                  </a:cubicBezTo>
                  <a:lnTo>
                    <a:pt x="7637" y="598"/>
                  </a:lnTo>
                  <a:cubicBezTo>
                    <a:pt x="7484" y="225"/>
                    <a:pt x="7126" y="1"/>
                    <a:pt x="6751" y="1"/>
                  </a:cubicBez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-59752" y="2423078"/>
              <a:ext cx="172679" cy="254439"/>
            </a:xfrm>
            <a:custGeom>
              <a:rect b="b" l="l" r="r" t="t"/>
              <a:pathLst>
                <a:path extrusionOk="0" h="3445" w="2338">
                  <a:moveTo>
                    <a:pt x="1080" y="1"/>
                  </a:moveTo>
                  <a:lnTo>
                    <a:pt x="1" y="456"/>
                  </a:lnTo>
                  <a:lnTo>
                    <a:pt x="1249" y="3444"/>
                  </a:lnTo>
                  <a:lnTo>
                    <a:pt x="2338" y="2989"/>
                  </a:lnTo>
                  <a:lnTo>
                    <a:pt x="10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172830" y="2295821"/>
              <a:ext cx="374310" cy="228589"/>
            </a:xfrm>
            <a:custGeom>
              <a:rect b="b" l="l" r="r" t="t"/>
              <a:pathLst>
                <a:path extrusionOk="0" h="3095" w="5068">
                  <a:moveTo>
                    <a:pt x="4137" y="0"/>
                  </a:moveTo>
                  <a:cubicBezTo>
                    <a:pt x="4043" y="0"/>
                    <a:pt x="3947" y="18"/>
                    <a:pt x="3855" y="56"/>
                  </a:cubicBezTo>
                  <a:lnTo>
                    <a:pt x="545" y="1447"/>
                  </a:lnTo>
                  <a:cubicBezTo>
                    <a:pt x="179" y="1599"/>
                    <a:pt x="1" y="2027"/>
                    <a:pt x="161" y="2402"/>
                  </a:cubicBezTo>
                  <a:lnTo>
                    <a:pt x="259" y="2652"/>
                  </a:lnTo>
                  <a:cubicBezTo>
                    <a:pt x="380" y="2926"/>
                    <a:pt x="650" y="3094"/>
                    <a:pt x="932" y="3094"/>
                  </a:cubicBezTo>
                  <a:cubicBezTo>
                    <a:pt x="1026" y="3094"/>
                    <a:pt x="1122" y="3076"/>
                    <a:pt x="1214" y="3035"/>
                  </a:cubicBezTo>
                  <a:lnTo>
                    <a:pt x="4524" y="1652"/>
                  </a:lnTo>
                  <a:cubicBezTo>
                    <a:pt x="4898" y="1492"/>
                    <a:pt x="5068" y="1064"/>
                    <a:pt x="4916" y="698"/>
                  </a:cubicBezTo>
                  <a:lnTo>
                    <a:pt x="4809" y="448"/>
                  </a:lnTo>
                  <a:cubicBezTo>
                    <a:pt x="4695" y="166"/>
                    <a:pt x="4424" y="0"/>
                    <a:pt x="41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43724" y="2388808"/>
              <a:ext cx="150965" cy="245207"/>
            </a:xfrm>
            <a:custGeom>
              <a:rect b="b" l="l" r="r" t="t"/>
              <a:pathLst>
                <a:path extrusionOk="0" h="3320" w="2044">
                  <a:moveTo>
                    <a:pt x="794" y="1"/>
                  </a:moveTo>
                  <a:lnTo>
                    <a:pt x="0" y="331"/>
                  </a:lnTo>
                  <a:lnTo>
                    <a:pt x="1258" y="3320"/>
                  </a:lnTo>
                  <a:lnTo>
                    <a:pt x="2043" y="2989"/>
                  </a:lnTo>
                  <a:lnTo>
                    <a:pt x="7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-184278" y="2479801"/>
              <a:ext cx="207613" cy="179917"/>
            </a:xfrm>
            <a:custGeom>
              <a:rect b="b" l="l" r="r" t="t"/>
              <a:pathLst>
                <a:path extrusionOk="0" h="2436" w="2811">
                  <a:moveTo>
                    <a:pt x="1820" y="0"/>
                  </a:moveTo>
                  <a:lnTo>
                    <a:pt x="0" y="1749"/>
                  </a:lnTo>
                  <a:lnTo>
                    <a:pt x="295" y="2435"/>
                  </a:lnTo>
                  <a:lnTo>
                    <a:pt x="2811" y="2364"/>
                  </a:lnTo>
                  <a:lnTo>
                    <a:pt x="1820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" name="Google Shape;294;p13"/>
          <p:cNvGrpSpPr/>
          <p:nvPr/>
        </p:nvGrpSpPr>
        <p:grpSpPr>
          <a:xfrm rot="-4949399">
            <a:off x="3730837" y="4796666"/>
            <a:ext cx="1165455" cy="377862"/>
            <a:chOff x="-1760999" y="1531077"/>
            <a:chExt cx="829653" cy="268989"/>
          </a:xfrm>
        </p:grpSpPr>
        <p:sp>
          <p:nvSpPr>
            <p:cNvPr id="295" name="Google Shape;295;p13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13"/>
          <p:cNvGrpSpPr/>
          <p:nvPr/>
        </p:nvGrpSpPr>
        <p:grpSpPr>
          <a:xfrm rot="2856303">
            <a:off x="4942825" y="4570409"/>
            <a:ext cx="671214" cy="1105236"/>
            <a:chOff x="-950547" y="820788"/>
            <a:chExt cx="477785" cy="786731"/>
          </a:xfrm>
        </p:grpSpPr>
        <p:sp>
          <p:nvSpPr>
            <p:cNvPr id="301" name="Google Shape;301;p13"/>
            <p:cNvSpPr/>
            <p:nvPr/>
          </p:nvSpPr>
          <p:spPr>
            <a:xfrm>
              <a:off x="-920929" y="1002625"/>
              <a:ext cx="448167" cy="604893"/>
            </a:xfrm>
            <a:custGeom>
              <a:rect b="b" l="l" r="r" t="t"/>
              <a:pathLst>
                <a:path extrusionOk="0" h="8190" w="6068">
                  <a:moveTo>
                    <a:pt x="2936" y="1"/>
                  </a:moveTo>
                  <a:lnTo>
                    <a:pt x="1" y="1357"/>
                  </a:lnTo>
                  <a:lnTo>
                    <a:pt x="2900" y="7628"/>
                  </a:lnTo>
                  <a:cubicBezTo>
                    <a:pt x="3063" y="7980"/>
                    <a:pt x="3417" y="8189"/>
                    <a:pt x="3787" y="8189"/>
                  </a:cubicBezTo>
                  <a:cubicBezTo>
                    <a:pt x="3923" y="8189"/>
                    <a:pt x="4062" y="8161"/>
                    <a:pt x="4194" y="8101"/>
                  </a:cubicBezTo>
                  <a:lnTo>
                    <a:pt x="5362" y="7557"/>
                  </a:lnTo>
                  <a:cubicBezTo>
                    <a:pt x="5853" y="7334"/>
                    <a:pt x="6067" y="6754"/>
                    <a:pt x="5835" y="6263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-950547" y="939403"/>
              <a:ext cx="253701" cy="179252"/>
            </a:xfrm>
            <a:custGeom>
              <a:rect b="b" l="l" r="r" t="t"/>
              <a:pathLst>
                <a:path extrusionOk="0" h="2427" w="3435">
                  <a:moveTo>
                    <a:pt x="2944" y="0"/>
                  </a:moveTo>
                  <a:lnTo>
                    <a:pt x="0" y="1365"/>
                  </a:lnTo>
                  <a:lnTo>
                    <a:pt x="500" y="2427"/>
                  </a:lnTo>
                  <a:lnTo>
                    <a:pt x="3435" y="1071"/>
                  </a:lnTo>
                  <a:lnTo>
                    <a:pt x="29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-797659" y="1179367"/>
              <a:ext cx="252371" cy="356732"/>
            </a:xfrm>
            <a:custGeom>
              <a:rect b="b" l="l" r="r" t="t"/>
              <a:pathLst>
                <a:path extrusionOk="0" h="4830" w="3417">
                  <a:moveTo>
                    <a:pt x="1080" y="1"/>
                  </a:moveTo>
                  <a:cubicBezTo>
                    <a:pt x="975" y="1"/>
                    <a:pt x="868" y="23"/>
                    <a:pt x="767" y="70"/>
                  </a:cubicBezTo>
                  <a:lnTo>
                    <a:pt x="526" y="177"/>
                  </a:lnTo>
                  <a:cubicBezTo>
                    <a:pt x="161" y="346"/>
                    <a:pt x="0" y="783"/>
                    <a:pt x="170" y="1149"/>
                  </a:cubicBezTo>
                  <a:lnTo>
                    <a:pt x="1677" y="4405"/>
                  </a:lnTo>
                  <a:cubicBezTo>
                    <a:pt x="1801" y="4672"/>
                    <a:pt x="2067" y="4830"/>
                    <a:pt x="2344" y="4830"/>
                  </a:cubicBezTo>
                  <a:cubicBezTo>
                    <a:pt x="2446" y="4830"/>
                    <a:pt x="2551" y="4808"/>
                    <a:pt x="2650" y="4762"/>
                  </a:cubicBezTo>
                  <a:lnTo>
                    <a:pt x="2891" y="4646"/>
                  </a:lnTo>
                  <a:cubicBezTo>
                    <a:pt x="3256" y="4477"/>
                    <a:pt x="3417" y="4040"/>
                    <a:pt x="3247" y="3674"/>
                  </a:cubicBezTo>
                  <a:lnTo>
                    <a:pt x="1740" y="418"/>
                  </a:lnTo>
                  <a:cubicBezTo>
                    <a:pt x="1617" y="153"/>
                    <a:pt x="1354" y="1"/>
                    <a:pt x="10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-903129" y="1041475"/>
              <a:ext cx="243877" cy="158203"/>
            </a:xfrm>
            <a:custGeom>
              <a:rect b="b" l="l" r="r" t="t"/>
              <a:pathLst>
                <a:path extrusionOk="0" h="2142" w="3302">
                  <a:moveTo>
                    <a:pt x="2945" y="1"/>
                  </a:moveTo>
                  <a:lnTo>
                    <a:pt x="1" y="1366"/>
                  </a:lnTo>
                  <a:lnTo>
                    <a:pt x="358" y="2142"/>
                  </a:lnTo>
                  <a:lnTo>
                    <a:pt x="3302" y="777"/>
                  </a:lnTo>
                  <a:lnTo>
                    <a:pt x="2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-939320" y="820788"/>
              <a:ext cx="183905" cy="208943"/>
            </a:xfrm>
            <a:custGeom>
              <a:rect b="b" l="l" r="r" t="t"/>
              <a:pathLst>
                <a:path extrusionOk="0" h="2829" w="2490">
                  <a:moveTo>
                    <a:pt x="678" y="0"/>
                  </a:moveTo>
                  <a:lnTo>
                    <a:pt x="0" y="313"/>
                  </a:lnTo>
                  <a:lnTo>
                    <a:pt x="161" y="2828"/>
                  </a:lnTo>
                  <a:lnTo>
                    <a:pt x="2489" y="174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13"/>
          <p:cNvSpPr/>
          <p:nvPr/>
        </p:nvSpPr>
        <p:spPr>
          <a:xfrm rot="2392388">
            <a:off x="-222631" y="4240195"/>
            <a:ext cx="2460532" cy="226498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 rot="-3939852">
            <a:off x="-160289" y="-1890665"/>
            <a:ext cx="2786306" cy="3812829"/>
          </a:xfrm>
          <a:custGeom>
            <a:rect b="b" l="l" r="r" t="t"/>
            <a:pathLst>
              <a:path extrusionOk="0" h="2713" w="2088">
                <a:moveTo>
                  <a:pt x="420" y="0"/>
                </a:moveTo>
                <a:lnTo>
                  <a:pt x="0" y="1294"/>
                </a:lnTo>
                <a:lnTo>
                  <a:pt x="2088" y="2712"/>
                </a:lnTo>
                <a:lnTo>
                  <a:pt x="42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 rot="-1596594">
            <a:off x="7291658" y="-584222"/>
            <a:ext cx="2391760" cy="2151632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 rot="1650757">
            <a:off x="6948772" y="4090588"/>
            <a:ext cx="2840537" cy="1981831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3"/>
          <p:cNvSpPr txBox="1"/>
          <p:nvPr>
            <p:ph idx="2" type="title"/>
          </p:nvPr>
        </p:nvSpPr>
        <p:spPr>
          <a:xfrm>
            <a:off x="879125" y="165740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2" name="Google Shape;312;p13"/>
          <p:cNvSpPr txBox="1"/>
          <p:nvPr>
            <p:ph idx="1" type="subTitle"/>
          </p:nvPr>
        </p:nvSpPr>
        <p:spPr>
          <a:xfrm>
            <a:off x="879125" y="22439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3"/>
          <p:cNvSpPr txBox="1"/>
          <p:nvPr>
            <p:ph idx="3" type="title"/>
          </p:nvPr>
        </p:nvSpPr>
        <p:spPr>
          <a:xfrm>
            <a:off x="5959369" y="1657400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4" name="Google Shape;314;p13"/>
          <p:cNvSpPr txBox="1"/>
          <p:nvPr>
            <p:ph idx="4" type="subTitle"/>
          </p:nvPr>
        </p:nvSpPr>
        <p:spPr>
          <a:xfrm>
            <a:off x="5959369" y="22439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3"/>
          <p:cNvSpPr txBox="1"/>
          <p:nvPr>
            <p:ph idx="5" type="title"/>
          </p:nvPr>
        </p:nvSpPr>
        <p:spPr>
          <a:xfrm>
            <a:off x="879125" y="3118638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6" name="Google Shape;316;p13"/>
          <p:cNvSpPr txBox="1"/>
          <p:nvPr>
            <p:ph idx="6" type="subTitle"/>
          </p:nvPr>
        </p:nvSpPr>
        <p:spPr>
          <a:xfrm>
            <a:off x="879125" y="3705163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3"/>
          <p:cNvSpPr txBox="1"/>
          <p:nvPr>
            <p:ph idx="7" type="title"/>
          </p:nvPr>
        </p:nvSpPr>
        <p:spPr>
          <a:xfrm>
            <a:off x="5959369" y="3118638"/>
            <a:ext cx="2305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8" name="Google Shape;318;p13"/>
          <p:cNvSpPr txBox="1"/>
          <p:nvPr>
            <p:ph idx="8" type="subTitle"/>
          </p:nvPr>
        </p:nvSpPr>
        <p:spPr>
          <a:xfrm>
            <a:off x="5959369" y="3705163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13"/>
          <p:cNvSpPr txBox="1"/>
          <p:nvPr>
            <p:ph hasCustomPrompt="1" idx="9" type="title"/>
          </p:nvPr>
        </p:nvSpPr>
        <p:spPr>
          <a:xfrm>
            <a:off x="3204175" y="1772175"/>
            <a:ext cx="11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0" name="Google Shape;320;p13"/>
          <p:cNvSpPr txBox="1"/>
          <p:nvPr>
            <p:ph hasCustomPrompt="1" idx="13" type="title"/>
          </p:nvPr>
        </p:nvSpPr>
        <p:spPr>
          <a:xfrm>
            <a:off x="4790891" y="1772175"/>
            <a:ext cx="11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1" name="Google Shape;321;p13"/>
          <p:cNvSpPr txBox="1"/>
          <p:nvPr>
            <p:ph hasCustomPrompt="1" idx="14" type="title"/>
          </p:nvPr>
        </p:nvSpPr>
        <p:spPr>
          <a:xfrm>
            <a:off x="3204175" y="3233400"/>
            <a:ext cx="11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/>
          <p:nvPr>
            <p:ph hasCustomPrompt="1" idx="15" type="title"/>
          </p:nvPr>
        </p:nvSpPr>
        <p:spPr>
          <a:xfrm>
            <a:off x="4790891" y="3233400"/>
            <a:ext cx="11517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4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325" name="Google Shape;325;p14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4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4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4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4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4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4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14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" name="Google Shape;333;p14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14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5" name="Google Shape;335;p14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6" name="Google Shape;336;p14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14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8" name="Google Shape;338;p14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" name="Google Shape;339;p14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0" name="Google Shape;340;p14"/>
          <p:cNvSpPr/>
          <p:nvPr/>
        </p:nvSpPr>
        <p:spPr>
          <a:xfrm>
            <a:off x="-447675" y="1450551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7519120" y="-681701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/>
          <p:nvPr/>
        </p:nvSpPr>
        <p:spPr>
          <a:xfrm>
            <a:off x="-627991" y="-545258"/>
            <a:ext cx="1861881" cy="173435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 rot="-1612854">
            <a:off x="3465468" y="3860908"/>
            <a:ext cx="3026186" cy="1959315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 txBox="1"/>
          <p:nvPr>
            <p:ph type="title"/>
          </p:nvPr>
        </p:nvSpPr>
        <p:spPr>
          <a:xfrm>
            <a:off x="1832100" y="1189100"/>
            <a:ext cx="54798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11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5" name="Google Shape;345;p14"/>
          <p:cNvSpPr txBox="1"/>
          <p:nvPr>
            <p:ph idx="1" type="subTitle"/>
          </p:nvPr>
        </p:nvSpPr>
        <p:spPr>
          <a:xfrm>
            <a:off x="2158550" y="2696300"/>
            <a:ext cx="48729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15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348" name="Google Shape;348;p15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5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5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5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5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5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5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5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" name="Google Shape;357;p15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" name="Google Shape;358;p15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15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15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15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15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3" name="Google Shape;363;p15"/>
          <p:cNvGrpSpPr/>
          <p:nvPr/>
        </p:nvGrpSpPr>
        <p:grpSpPr>
          <a:xfrm rot="5009076">
            <a:off x="1747028" y="115473"/>
            <a:ext cx="1166407" cy="500194"/>
            <a:chOff x="-1963948" y="2372267"/>
            <a:chExt cx="830317" cy="356067"/>
          </a:xfrm>
        </p:grpSpPr>
        <p:sp>
          <p:nvSpPr>
            <p:cNvPr id="364" name="Google Shape;364;p15"/>
            <p:cNvSpPr/>
            <p:nvPr/>
          </p:nvSpPr>
          <p:spPr>
            <a:xfrm>
              <a:off x="-1963948" y="2372267"/>
              <a:ext cx="612205" cy="341591"/>
            </a:xfrm>
            <a:custGeom>
              <a:rect b="b" l="l" r="r" t="t"/>
              <a:pathLst>
                <a:path extrusionOk="0" h="4625" w="8289">
                  <a:moveTo>
                    <a:pt x="1336" y="1"/>
                  </a:moveTo>
                  <a:cubicBezTo>
                    <a:pt x="884" y="1"/>
                    <a:pt x="478" y="311"/>
                    <a:pt x="385" y="770"/>
                  </a:cubicBezTo>
                  <a:lnTo>
                    <a:pt x="108" y="2037"/>
                  </a:lnTo>
                  <a:cubicBezTo>
                    <a:pt x="1" y="2563"/>
                    <a:pt x="331" y="3081"/>
                    <a:pt x="857" y="3188"/>
                  </a:cubicBezTo>
                  <a:lnTo>
                    <a:pt x="7620" y="4624"/>
                  </a:lnTo>
                  <a:lnTo>
                    <a:pt x="8289" y="1457"/>
                  </a:lnTo>
                  <a:lnTo>
                    <a:pt x="1535" y="21"/>
                  </a:lnTo>
                  <a:cubicBezTo>
                    <a:pt x="1469" y="7"/>
                    <a:pt x="1402" y="1"/>
                    <a:pt x="1336" y="1"/>
                  </a:cubicBez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-1418353" y="2476554"/>
              <a:ext cx="134495" cy="251780"/>
            </a:xfrm>
            <a:custGeom>
              <a:rect b="b" l="l" r="r" t="t"/>
              <a:pathLst>
                <a:path extrusionOk="0" h="3409" w="1821">
                  <a:moveTo>
                    <a:pt x="670" y="0"/>
                  </a:moveTo>
                  <a:lnTo>
                    <a:pt x="1" y="3167"/>
                  </a:lnTo>
                  <a:lnTo>
                    <a:pt x="1142" y="3408"/>
                  </a:lnTo>
                  <a:lnTo>
                    <a:pt x="1820" y="241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-1895407" y="2435933"/>
              <a:ext cx="380957" cy="182354"/>
            </a:xfrm>
            <a:custGeom>
              <a:rect b="b" l="l" r="r" t="t"/>
              <a:pathLst>
                <a:path extrusionOk="0" h="2469" w="5158">
                  <a:moveTo>
                    <a:pt x="852" y="0"/>
                  </a:moveTo>
                  <a:cubicBezTo>
                    <a:pt x="515" y="0"/>
                    <a:pt x="213" y="234"/>
                    <a:pt x="135" y="577"/>
                  </a:cubicBezTo>
                  <a:lnTo>
                    <a:pt x="81" y="845"/>
                  </a:lnTo>
                  <a:cubicBezTo>
                    <a:pt x="1" y="1237"/>
                    <a:pt x="251" y="1621"/>
                    <a:pt x="643" y="1710"/>
                  </a:cubicBezTo>
                  <a:lnTo>
                    <a:pt x="4149" y="2451"/>
                  </a:lnTo>
                  <a:cubicBezTo>
                    <a:pt x="4202" y="2463"/>
                    <a:pt x="4254" y="2468"/>
                    <a:pt x="4306" y="2468"/>
                  </a:cubicBezTo>
                  <a:cubicBezTo>
                    <a:pt x="4641" y="2468"/>
                    <a:pt x="4945" y="2229"/>
                    <a:pt x="5014" y="1889"/>
                  </a:cubicBezTo>
                  <a:lnTo>
                    <a:pt x="5077" y="1630"/>
                  </a:lnTo>
                  <a:cubicBezTo>
                    <a:pt x="5157" y="1237"/>
                    <a:pt x="4907" y="845"/>
                    <a:pt x="4515" y="765"/>
                  </a:cubicBezTo>
                  <a:lnTo>
                    <a:pt x="1000" y="15"/>
                  </a:lnTo>
                  <a:cubicBezTo>
                    <a:pt x="950" y="5"/>
                    <a:pt x="901" y="0"/>
                    <a:pt x="8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-1505284" y="2458090"/>
              <a:ext cx="111377" cy="247201"/>
            </a:xfrm>
            <a:custGeom>
              <a:rect b="b" l="l" r="r" t="t"/>
              <a:pathLst>
                <a:path extrusionOk="0" h="3347" w="1508">
                  <a:moveTo>
                    <a:pt x="669" y="1"/>
                  </a:moveTo>
                  <a:lnTo>
                    <a:pt x="0" y="3168"/>
                  </a:lnTo>
                  <a:lnTo>
                    <a:pt x="830" y="3346"/>
                  </a:lnTo>
                  <a:lnTo>
                    <a:pt x="1508" y="179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-1328762" y="2518727"/>
              <a:ext cx="195132" cy="185235"/>
            </a:xfrm>
            <a:custGeom>
              <a:rect b="b" l="l" r="r" t="t"/>
              <a:pathLst>
                <a:path extrusionOk="0" h="2508" w="2642">
                  <a:moveTo>
                    <a:pt x="536" y="0"/>
                  </a:moveTo>
                  <a:lnTo>
                    <a:pt x="1" y="2507"/>
                  </a:lnTo>
                  <a:lnTo>
                    <a:pt x="2490" y="2106"/>
                  </a:lnTo>
                  <a:lnTo>
                    <a:pt x="2641" y="1383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15"/>
          <p:cNvGrpSpPr/>
          <p:nvPr/>
        </p:nvGrpSpPr>
        <p:grpSpPr>
          <a:xfrm rot="5236468">
            <a:off x="2450537" y="176620"/>
            <a:ext cx="1165487" cy="377873"/>
            <a:chOff x="-1760999" y="1531077"/>
            <a:chExt cx="829653" cy="268989"/>
          </a:xfrm>
        </p:grpSpPr>
        <p:sp>
          <p:nvSpPr>
            <p:cNvPr id="370" name="Google Shape;370;p15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15"/>
          <p:cNvGrpSpPr/>
          <p:nvPr/>
        </p:nvGrpSpPr>
        <p:grpSpPr>
          <a:xfrm rot="-8557805">
            <a:off x="1295849" y="-320225"/>
            <a:ext cx="671227" cy="1105257"/>
            <a:chOff x="-950547" y="820788"/>
            <a:chExt cx="477785" cy="786731"/>
          </a:xfrm>
        </p:grpSpPr>
        <p:sp>
          <p:nvSpPr>
            <p:cNvPr id="376" name="Google Shape;376;p15"/>
            <p:cNvSpPr/>
            <p:nvPr/>
          </p:nvSpPr>
          <p:spPr>
            <a:xfrm>
              <a:off x="-920929" y="1002625"/>
              <a:ext cx="448167" cy="604893"/>
            </a:xfrm>
            <a:custGeom>
              <a:rect b="b" l="l" r="r" t="t"/>
              <a:pathLst>
                <a:path extrusionOk="0" h="8190" w="6068">
                  <a:moveTo>
                    <a:pt x="2936" y="1"/>
                  </a:moveTo>
                  <a:lnTo>
                    <a:pt x="1" y="1357"/>
                  </a:lnTo>
                  <a:lnTo>
                    <a:pt x="2900" y="7628"/>
                  </a:lnTo>
                  <a:cubicBezTo>
                    <a:pt x="3063" y="7980"/>
                    <a:pt x="3417" y="8189"/>
                    <a:pt x="3787" y="8189"/>
                  </a:cubicBezTo>
                  <a:cubicBezTo>
                    <a:pt x="3923" y="8189"/>
                    <a:pt x="4062" y="8161"/>
                    <a:pt x="4194" y="8101"/>
                  </a:cubicBezTo>
                  <a:lnTo>
                    <a:pt x="5362" y="7557"/>
                  </a:lnTo>
                  <a:cubicBezTo>
                    <a:pt x="5853" y="7334"/>
                    <a:pt x="6067" y="6754"/>
                    <a:pt x="5835" y="6263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-950547" y="939403"/>
              <a:ext cx="253701" cy="179252"/>
            </a:xfrm>
            <a:custGeom>
              <a:rect b="b" l="l" r="r" t="t"/>
              <a:pathLst>
                <a:path extrusionOk="0" h="2427" w="3435">
                  <a:moveTo>
                    <a:pt x="2944" y="0"/>
                  </a:moveTo>
                  <a:lnTo>
                    <a:pt x="0" y="1365"/>
                  </a:lnTo>
                  <a:lnTo>
                    <a:pt x="500" y="2427"/>
                  </a:lnTo>
                  <a:lnTo>
                    <a:pt x="3435" y="1071"/>
                  </a:lnTo>
                  <a:lnTo>
                    <a:pt x="29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-797659" y="1179367"/>
              <a:ext cx="252371" cy="356732"/>
            </a:xfrm>
            <a:custGeom>
              <a:rect b="b" l="l" r="r" t="t"/>
              <a:pathLst>
                <a:path extrusionOk="0" h="4830" w="3417">
                  <a:moveTo>
                    <a:pt x="1080" y="1"/>
                  </a:moveTo>
                  <a:cubicBezTo>
                    <a:pt x="975" y="1"/>
                    <a:pt x="868" y="23"/>
                    <a:pt x="767" y="70"/>
                  </a:cubicBezTo>
                  <a:lnTo>
                    <a:pt x="526" y="177"/>
                  </a:lnTo>
                  <a:cubicBezTo>
                    <a:pt x="161" y="346"/>
                    <a:pt x="0" y="783"/>
                    <a:pt x="170" y="1149"/>
                  </a:cubicBezTo>
                  <a:lnTo>
                    <a:pt x="1677" y="4405"/>
                  </a:lnTo>
                  <a:cubicBezTo>
                    <a:pt x="1801" y="4672"/>
                    <a:pt x="2067" y="4830"/>
                    <a:pt x="2344" y="4830"/>
                  </a:cubicBezTo>
                  <a:cubicBezTo>
                    <a:pt x="2446" y="4830"/>
                    <a:pt x="2551" y="4808"/>
                    <a:pt x="2650" y="4762"/>
                  </a:cubicBezTo>
                  <a:lnTo>
                    <a:pt x="2891" y="4646"/>
                  </a:lnTo>
                  <a:cubicBezTo>
                    <a:pt x="3256" y="4477"/>
                    <a:pt x="3417" y="4040"/>
                    <a:pt x="3247" y="3674"/>
                  </a:cubicBezTo>
                  <a:lnTo>
                    <a:pt x="1740" y="418"/>
                  </a:lnTo>
                  <a:cubicBezTo>
                    <a:pt x="1617" y="153"/>
                    <a:pt x="1354" y="1"/>
                    <a:pt x="10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-903129" y="1041475"/>
              <a:ext cx="243877" cy="158203"/>
            </a:xfrm>
            <a:custGeom>
              <a:rect b="b" l="l" r="r" t="t"/>
              <a:pathLst>
                <a:path extrusionOk="0" h="2142" w="3302">
                  <a:moveTo>
                    <a:pt x="2945" y="1"/>
                  </a:moveTo>
                  <a:lnTo>
                    <a:pt x="1" y="1366"/>
                  </a:lnTo>
                  <a:lnTo>
                    <a:pt x="358" y="2142"/>
                  </a:lnTo>
                  <a:lnTo>
                    <a:pt x="3302" y="777"/>
                  </a:lnTo>
                  <a:lnTo>
                    <a:pt x="29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-939320" y="820788"/>
              <a:ext cx="183905" cy="208943"/>
            </a:xfrm>
            <a:custGeom>
              <a:rect b="b" l="l" r="r" t="t"/>
              <a:pathLst>
                <a:path extrusionOk="0" h="2829" w="2490">
                  <a:moveTo>
                    <a:pt x="678" y="0"/>
                  </a:moveTo>
                  <a:lnTo>
                    <a:pt x="0" y="313"/>
                  </a:lnTo>
                  <a:lnTo>
                    <a:pt x="161" y="2828"/>
                  </a:lnTo>
                  <a:lnTo>
                    <a:pt x="2489" y="1749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1" name="Google Shape;381;p15"/>
          <p:cNvSpPr/>
          <p:nvPr/>
        </p:nvSpPr>
        <p:spPr>
          <a:xfrm rot="6557739">
            <a:off x="-3010485" y="3038480"/>
            <a:ext cx="6544489" cy="2561383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 rot="-5400000">
            <a:off x="6006332" y="-2614914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 txBox="1"/>
          <p:nvPr>
            <p:ph type="title"/>
          </p:nvPr>
        </p:nvSpPr>
        <p:spPr>
          <a:xfrm>
            <a:off x="3789000" y="3647913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4" name="Google Shape;384;p15"/>
          <p:cNvSpPr txBox="1"/>
          <p:nvPr>
            <p:ph idx="1" type="subTitle"/>
          </p:nvPr>
        </p:nvSpPr>
        <p:spPr>
          <a:xfrm>
            <a:off x="2644900" y="2169525"/>
            <a:ext cx="55044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6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387" name="Google Shape;387;p16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6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6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16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16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" name="Google Shape;392;p16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16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16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16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16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16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16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16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16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16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16"/>
          <p:cNvSpPr/>
          <p:nvPr/>
        </p:nvSpPr>
        <p:spPr>
          <a:xfrm rot="580744">
            <a:off x="2606886" y="-2151084"/>
            <a:ext cx="11827740" cy="7819598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 txBox="1"/>
          <p:nvPr>
            <p:ph type="title"/>
          </p:nvPr>
        </p:nvSpPr>
        <p:spPr>
          <a:xfrm>
            <a:off x="4495800" y="2245200"/>
            <a:ext cx="3935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4" name="Google Shape;404;p16"/>
          <p:cNvSpPr txBox="1"/>
          <p:nvPr>
            <p:ph hasCustomPrompt="1" idx="2" type="title"/>
          </p:nvPr>
        </p:nvSpPr>
        <p:spPr>
          <a:xfrm>
            <a:off x="7315500" y="1432175"/>
            <a:ext cx="111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5" name="Google Shape;405;p16"/>
          <p:cNvSpPr txBox="1"/>
          <p:nvPr>
            <p:ph idx="1" type="subTitle"/>
          </p:nvPr>
        </p:nvSpPr>
        <p:spPr>
          <a:xfrm>
            <a:off x="4495800" y="2997925"/>
            <a:ext cx="39351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7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408" name="Google Shape;408;p17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7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7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7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7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7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7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7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7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7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7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7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7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7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17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3" name="Google Shape;423;p17"/>
          <p:cNvSpPr/>
          <p:nvPr/>
        </p:nvSpPr>
        <p:spPr>
          <a:xfrm rot="580744">
            <a:off x="-103189" y="-786509"/>
            <a:ext cx="11827740" cy="7819598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 txBox="1"/>
          <p:nvPr>
            <p:ph type="title"/>
          </p:nvPr>
        </p:nvSpPr>
        <p:spPr>
          <a:xfrm>
            <a:off x="2038200" y="224520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5" name="Google Shape;425;p17"/>
          <p:cNvSpPr txBox="1"/>
          <p:nvPr>
            <p:ph hasCustomPrompt="1" idx="2" type="title"/>
          </p:nvPr>
        </p:nvSpPr>
        <p:spPr>
          <a:xfrm>
            <a:off x="4014300" y="1432175"/>
            <a:ext cx="1115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7"/>
          <p:cNvSpPr txBox="1"/>
          <p:nvPr>
            <p:ph idx="1" type="subTitle"/>
          </p:nvPr>
        </p:nvSpPr>
        <p:spPr>
          <a:xfrm>
            <a:off x="2038200" y="2997925"/>
            <a:ext cx="50676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18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429" name="Google Shape;429;p18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18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18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18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18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4" name="Google Shape;434;p18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5" name="Google Shape;435;p18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6" name="Google Shape;436;p18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7" name="Google Shape;437;p18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18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18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18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18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18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3" name="Google Shape;443;p18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4" name="Google Shape;444;p18"/>
          <p:cNvSpPr/>
          <p:nvPr/>
        </p:nvSpPr>
        <p:spPr>
          <a:xfrm rot="2392383">
            <a:off x="2781068" y="4090746"/>
            <a:ext cx="3035689" cy="2794434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 rot="-3939852">
            <a:off x="1385236" y="-2105290"/>
            <a:ext cx="2786306" cy="3812829"/>
          </a:xfrm>
          <a:custGeom>
            <a:rect b="b" l="l" r="r" t="t"/>
            <a:pathLst>
              <a:path extrusionOk="0" h="2713" w="2088">
                <a:moveTo>
                  <a:pt x="420" y="0"/>
                </a:moveTo>
                <a:lnTo>
                  <a:pt x="0" y="1294"/>
                </a:lnTo>
                <a:lnTo>
                  <a:pt x="2088" y="2712"/>
                </a:lnTo>
                <a:lnTo>
                  <a:pt x="42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 txBox="1"/>
          <p:nvPr>
            <p:ph type="title"/>
          </p:nvPr>
        </p:nvSpPr>
        <p:spPr>
          <a:xfrm>
            <a:off x="720000" y="1279775"/>
            <a:ext cx="4294800" cy="17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7" name="Google Shape;447;p18"/>
          <p:cNvSpPr txBox="1"/>
          <p:nvPr>
            <p:ph idx="1" type="subTitle"/>
          </p:nvPr>
        </p:nvSpPr>
        <p:spPr>
          <a:xfrm>
            <a:off x="720000" y="3009075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18"/>
          <p:cNvSpPr/>
          <p:nvPr/>
        </p:nvSpPr>
        <p:spPr>
          <a:xfrm>
            <a:off x="7416895" y="-2789351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19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451" name="Google Shape;451;p19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19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19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19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19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19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6" name="Google Shape;466;p19"/>
          <p:cNvSpPr txBox="1"/>
          <p:nvPr>
            <p:ph type="title"/>
          </p:nvPr>
        </p:nvSpPr>
        <p:spPr>
          <a:xfrm>
            <a:off x="4978500" y="1745250"/>
            <a:ext cx="34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1" type="subTitle"/>
          </p:nvPr>
        </p:nvSpPr>
        <p:spPr>
          <a:xfrm>
            <a:off x="4978500" y="2317950"/>
            <a:ext cx="3452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/>
          <p:nvPr/>
        </p:nvSpPr>
        <p:spPr>
          <a:xfrm rot="-5400000">
            <a:off x="-1367556" y="313766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 rot="4681512">
            <a:off x="4929577" y="-1457103"/>
            <a:ext cx="1681587" cy="3692941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 rot="-5400000">
            <a:off x="5350419" y="2757631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20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473" name="Google Shape;473;p20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20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5" name="Google Shape;475;p20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20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" name="Google Shape;477;p20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" name="Google Shape;478;p20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9" name="Google Shape;479;p20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20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20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8" name="Google Shape;488;p20"/>
          <p:cNvSpPr/>
          <p:nvPr/>
        </p:nvSpPr>
        <p:spPr>
          <a:xfrm rot="-5400000">
            <a:off x="-419556" y="2681663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 rot="4681512">
            <a:off x="405577" y="-1457103"/>
            <a:ext cx="1681587" cy="3692941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0"/>
          <p:cNvSpPr/>
          <p:nvPr/>
        </p:nvSpPr>
        <p:spPr>
          <a:xfrm rot="10800000">
            <a:off x="7462419" y="3450618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 txBox="1"/>
          <p:nvPr>
            <p:ph type="title"/>
          </p:nvPr>
        </p:nvSpPr>
        <p:spPr>
          <a:xfrm>
            <a:off x="1119600" y="1745225"/>
            <a:ext cx="34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2" name="Google Shape;492;p20"/>
          <p:cNvSpPr txBox="1"/>
          <p:nvPr>
            <p:ph idx="1" type="subTitle"/>
          </p:nvPr>
        </p:nvSpPr>
        <p:spPr>
          <a:xfrm>
            <a:off x="1119600" y="2317925"/>
            <a:ext cx="3452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21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495" name="Google Shape;495;p21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1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7" name="Google Shape;497;p21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21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21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21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21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21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21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" name="Google Shape;504;p21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5" name="Google Shape;505;p21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21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0" name="Google Shape;510;p21"/>
          <p:cNvSpPr txBox="1"/>
          <p:nvPr>
            <p:ph type="title"/>
          </p:nvPr>
        </p:nvSpPr>
        <p:spPr>
          <a:xfrm>
            <a:off x="4187825" y="1707500"/>
            <a:ext cx="345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1" name="Google Shape;511;p21"/>
          <p:cNvSpPr txBox="1"/>
          <p:nvPr>
            <p:ph idx="1" type="subTitle"/>
          </p:nvPr>
        </p:nvSpPr>
        <p:spPr>
          <a:xfrm>
            <a:off x="4187825" y="2280200"/>
            <a:ext cx="3452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21"/>
          <p:cNvSpPr/>
          <p:nvPr/>
        </p:nvSpPr>
        <p:spPr>
          <a:xfrm>
            <a:off x="-147685" y="191954"/>
            <a:ext cx="1120206" cy="5568786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 rot="4681512">
            <a:off x="7209577" y="-1457103"/>
            <a:ext cx="1681587" cy="3692941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 rot="-5400000">
            <a:off x="4888981" y="2173882"/>
            <a:ext cx="1681583" cy="4860452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oogle Shape;516;p22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517" name="Google Shape;517;p22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2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2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2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2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22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" name="Google Shape;523;p22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4" name="Google Shape;524;p22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" name="Google Shape;525;p22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p22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" name="Google Shape;527;p22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" name="Google Shape;528;p22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" name="Google Shape;529;p22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" name="Google Shape;530;p22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2" name="Google Shape;532;p22"/>
          <p:cNvSpPr/>
          <p:nvPr/>
        </p:nvSpPr>
        <p:spPr>
          <a:xfrm rot="2392388">
            <a:off x="-222631" y="4240195"/>
            <a:ext cx="2460532" cy="226498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 rot="-3939852">
            <a:off x="7869486" y="-2105290"/>
            <a:ext cx="2786306" cy="3812829"/>
          </a:xfrm>
          <a:custGeom>
            <a:rect b="b" l="l" r="r" t="t"/>
            <a:pathLst>
              <a:path extrusionOk="0" h="2713" w="2088">
                <a:moveTo>
                  <a:pt x="420" y="0"/>
                </a:moveTo>
                <a:lnTo>
                  <a:pt x="0" y="1294"/>
                </a:lnTo>
                <a:lnTo>
                  <a:pt x="2088" y="2712"/>
                </a:lnTo>
                <a:lnTo>
                  <a:pt x="4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/>
          <p:nvPr/>
        </p:nvSpPr>
        <p:spPr>
          <a:xfrm rot="-3017968">
            <a:off x="7609882" y="4178276"/>
            <a:ext cx="2391762" cy="2151634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/>
          <p:nvPr/>
        </p:nvSpPr>
        <p:spPr>
          <a:xfrm rot="-5104754">
            <a:off x="-627991" y="-545258"/>
            <a:ext cx="1861881" cy="1734349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7" name="Google Shape;537;p22"/>
          <p:cNvSpPr txBox="1"/>
          <p:nvPr>
            <p:ph idx="2" type="title"/>
          </p:nvPr>
        </p:nvSpPr>
        <p:spPr>
          <a:xfrm>
            <a:off x="937700" y="29784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8" name="Google Shape;538;p22"/>
          <p:cNvSpPr txBox="1"/>
          <p:nvPr>
            <p:ph idx="1" type="subTitle"/>
          </p:nvPr>
        </p:nvSpPr>
        <p:spPr>
          <a:xfrm>
            <a:off x="937700" y="33726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22"/>
          <p:cNvSpPr txBox="1"/>
          <p:nvPr>
            <p:ph idx="3" type="title"/>
          </p:nvPr>
        </p:nvSpPr>
        <p:spPr>
          <a:xfrm>
            <a:off x="3484419" y="29784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0" name="Google Shape;540;p22"/>
          <p:cNvSpPr txBox="1"/>
          <p:nvPr>
            <p:ph idx="4" type="subTitle"/>
          </p:nvPr>
        </p:nvSpPr>
        <p:spPr>
          <a:xfrm>
            <a:off x="3484421" y="33726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22"/>
          <p:cNvSpPr txBox="1"/>
          <p:nvPr>
            <p:ph idx="5" type="title"/>
          </p:nvPr>
        </p:nvSpPr>
        <p:spPr>
          <a:xfrm>
            <a:off x="6031146" y="29784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2" name="Google Shape;542;p22"/>
          <p:cNvSpPr txBox="1"/>
          <p:nvPr>
            <p:ph idx="6" type="subTitle"/>
          </p:nvPr>
        </p:nvSpPr>
        <p:spPr>
          <a:xfrm>
            <a:off x="6031149" y="3372650"/>
            <a:ext cx="21753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23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545" name="Google Shape;545;p23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6" name="Google Shape;546;p23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7" name="Google Shape;547;p23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" name="Google Shape;548;p23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9" name="Google Shape;549;p23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0" name="Google Shape;550;p23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1" name="Google Shape;551;p23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2" name="Google Shape;552;p23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3" name="Google Shape;553;p23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4" name="Google Shape;554;p23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5" name="Google Shape;555;p23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" name="Google Shape;556;p23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0" name="Google Shape;560;p23"/>
          <p:cNvSpPr/>
          <p:nvPr/>
        </p:nvSpPr>
        <p:spPr>
          <a:xfrm>
            <a:off x="-403275" y="2889375"/>
            <a:ext cx="1903998" cy="418142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7416895" y="-2644851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 rot="5">
            <a:off x="-2191264" y="-1134624"/>
            <a:ext cx="3838499" cy="216099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 rot="1157739">
            <a:off x="2304333" y="4749049"/>
            <a:ext cx="6544489" cy="2561383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5" name="Google Shape;565;p23"/>
          <p:cNvSpPr txBox="1"/>
          <p:nvPr>
            <p:ph idx="2" type="title"/>
          </p:nvPr>
        </p:nvSpPr>
        <p:spPr>
          <a:xfrm>
            <a:off x="2272450" y="1708775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6" name="Google Shape;566;p23"/>
          <p:cNvSpPr txBox="1"/>
          <p:nvPr>
            <p:ph idx="1" type="subTitle"/>
          </p:nvPr>
        </p:nvSpPr>
        <p:spPr>
          <a:xfrm>
            <a:off x="2272450" y="2102950"/>
            <a:ext cx="1978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23"/>
          <p:cNvSpPr txBox="1"/>
          <p:nvPr>
            <p:ph idx="3" type="title"/>
          </p:nvPr>
        </p:nvSpPr>
        <p:spPr>
          <a:xfrm>
            <a:off x="4893358" y="1708775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8" name="Google Shape;568;p23"/>
          <p:cNvSpPr txBox="1"/>
          <p:nvPr>
            <p:ph idx="4" type="subTitle"/>
          </p:nvPr>
        </p:nvSpPr>
        <p:spPr>
          <a:xfrm>
            <a:off x="4893351" y="2102950"/>
            <a:ext cx="1978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23"/>
          <p:cNvSpPr txBox="1"/>
          <p:nvPr>
            <p:ph idx="5" type="title"/>
          </p:nvPr>
        </p:nvSpPr>
        <p:spPr>
          <a:xfrm>
            <a:off x="2272450" y="3235675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0" name="Google Shape;570;p23"/>
          <p:cNvSpPr txBox="1"/>
          <p:nvPr>
            <p:ph idx="6" type="subTitle"/>
          </p:nvPr>
        </p:nvSpPr>
        <p:spPr>
          <a:xfrm>
            <a:off x="2272450" y="3629850"/>
            <a:ext cx="1978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1" name="Google Shape;571;p23"/>
          <p:cNvSpPr txBox="1"/>
          <p:nvPr>
            <p:ph idx="7" type="title"/>
          </p:nvPr>
        </p:nvSpPr>
        <p:spPr>
          <a:xfrm>
            <a:off x="4893358" y="3235675"/>
            <a:ext cx="1978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2" name="Google Shape;572;p23"/>
          <p:cNvSpPr txBox="1"/>
          <p:nvPr>
            <p:ph idx="8" type="subTitle"/>
          </p:nvPr>
        </p:nvSpPr>
        <p:spPr>
          <a:xfrm>
            <a:off x="4893351" y="3629850"/>
            <a:ext cx="19782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24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575" name="Google Shape;575;p24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24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24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8" name="Google Shape;578;p24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9" name="Google Shape;579;p24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0" name="Google Shape;590;p24"/>
          <p:cNvSpPr/>
          <p:nvPr/>
        </p:nvSpPr>
        <p:spPr>
          <a:xfrm rot="-5400000">
            <a:off x="3543940" y="2379804"/>
            <a:ext cx="1120206" cy="5568786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 rot="4681512">
            <a:off x="7938227" y="-1693578"/>
            <a:ext cx="1681587" cy="3692941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 rot="4681512">
            <a:off x="-891448" y="-1412578"/>
            <a:ext cx="1681587" cy="3692941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4" name="Google Shape;594;p24"/>
          <p:cNvSpPr txBox="1"/>
          <p:nvPr>
            <p:ph idx="2" type="title"/>
          </p:nvPr>
        </p:nvSpPr>
        <p:spPr>
          <a:xfrm>
            <a:off x="713110" y="3345075"/>
            <a:ext cx="2097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5" name="Google Shape;595;p24"/>
          <p:cNvSpPr txBox="1"/>
          <p:nvPr>
            <p:ph idx="1" type="subTitle"/>
          </p:nvPr>
        </p:nvSpPr>
        <p:spPr>
          <a:xfrm>
            <a:off x="713110" y="3739250"/>
            <a:ext cx="20979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24"/>
          <p:cNvSpPr txBox="1"/>
          <p:nvPr>
            <p:ph idx="3" type="title"/>
          </p:nvPr>
        </p:nvSpPr>
        <p:spPr>
          <a:xfrm>
            <a:off x="6332932" y="3345075"/>
            <a:ext cx="2097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7" name="Google Shape;597;p24"/>
          <p:cNvSpPr txBox="1"/>
          <p:nvPr>
            <p:ph idx="4" type="subTitle"/>
          </p:nvPr>
        </p:nvSpPr>
        <p:spPr>
          <a:xfrm>
            <a:off x="6332925" y="3739250"/>
            <a:ext cx="20979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24"/>
          <p:cNvSpPr txBox="1"/>
          <p:nvPr>
            <p:ph idx="5" type="title"/>
          </p:nvPr>
        </p:nvSpPr>
        <p:spPr>
          <a:xfrm>
            <a:off x="713100" y="1831750"/>
            <a:ext cx="2097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9" name="Google Shape;599;p24"/>
          <p:cNvSpPr txBox="1"/>
          <p:nvPr>
            <p:ph idx="6" type="subTitle"/>
          </p:nvPr>
        </p:nvSpPr>
        <p:spPr>
          <a:xfrm>
            <a:off x="713100" y="2225925"/>
            <a:ext cx="20979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24"/>
          <p:cNvSpPr txBox="1"/>
          <p:nvPr>
            <p:ph idx="7" type="title"/>
          </p:nvPr>
        </p:nvSpPr>
        <p:spPr>
          <a:xfrm>
            <a:off x="6332943" y="1831750"/>
            <a:ext cx="20979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01" name="Google Shape;601;p24"/>
          <p:cNvSpPr txBox="1"/>
          <p:nvPr>
            <p:ph idx="8" type="subTitle"/>
          </p:nvPr>
        </p:nvSpPr>
        <p:spPr>
          <a:xfrm>
            <a:off x="6332935" y="2225925"/>
            <a:ext cx="2097900" cy="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25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604" name="Google Shape;604;p25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25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25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25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8" name="Google Shape;608;p25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25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25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1" name="Google Shape;611;p25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2" name="Google Shape;612;p25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p25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25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25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25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7" name="Google Shape;617;p25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25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9" name="Google Shape;619;p25"/>
          <p:cNvSpPr/>
          <p:nvPr/>
        </p:nvSpPr>
        <p:spPr>
          <a:xfrm rot="9162393">
            <a:off x="-1702782" y="902871"/>
            <a:ext cx="2460535" cy="2264988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 rot="2031667">
            <a:off x="7542333" y="-603022"/>
            <a:ext cx="2391761" cy="2151634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 rot="1650757">
            <a:off x="6948772" y="4166788"/>
            <a:ext cx="2840537" cy="1981831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3" name="Google Shape;623;p25"/>
          <p:cNvSpPr txBox="1"/>
          <p:nvPr>
            <p:ph idx="2" type="title"/>
          </p:nvPr>
        </p:nvSpPr>
        <p:spPr>
          <a:xfrm>
            <a:off x="1101175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24" name="Google Shape;624;p25"/>
          <p:cNvSpPr txBox="1"/>
          <p:nvPr>
            <p:ph idx="1" type="subTitle"/>
          </p:nvPr>
        </p:nvSpPr>
        <p:spPr>
          <a:xfrm>
            <a:off x="1101175" y="239375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25"/>
          <p:cNvSpPr txBox="1"/>
          <p:nvPr>
            <p:ph idx="3" type="title"/>
          </p:nvPr>
        </p:nvSpPr>
        <p:spPr>
          <a:xfrm>
            <a:off x="3578948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26" name="Google Shape;626;p25"/>
          <p:cNvSpPr txBox="1"/>
          <p:nvPr>
            <p:ph idx="4" type="subTitle"/>
          </p:nvPr>
        </p:nvSpPr>
        <p:spPr>
          <a:xfrm>
            <a:off x="3578948" y="239375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25"/>
          <p:cNvSpPr txBox="1"/>
          <p:nvPr>
            <p:ph idx="5" type="title"/>
          </p:nvPr>
        </p:nvSpPr>
        <p:spPr>
          <a:xfrm>
            <a:off x="1101175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28" name="Google Shape;628;p25"/>
          <p:cNvSpPr txBox="1"/>
          <p:nvPr>
            <p:ph idx="6" type="subTitle"/>
          </p:nvPr>
        </p:nvSpPr>
        <p:spPr>
          <a:xfrm>
            <a:off x="1101175" y="413193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25"/>
          <p:cNvSpPr txBox="1"/>
          <p:nvPr>
            <p:ph idx="7" type="title"/>
          </p:nvPr>
        </p:nvSpPr>
        <p:spPr>
          <a:xfrm>
            <a:off x="3578948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0" name="Google Shape;630;p25"/>
          <p:cNvSpPr txBox="1"/>
          <p:nvPr>
            <p:ph idx="8" type="subTitle"/>
          </p:nvPr>
        </p:nvSpPr>
        <p:spPr>
          <a:xfrm>
            <a:off x="3578948" y="413193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5"/>
          <p:cNvSpPr txBox="1"/>
          <p:nvPr>
            <p:ph idx="9" type="title"/>
          </p:nvPr>
        </p:nvSpPr>
        <p:spPr>
          <a:xfrm>
            <a:off x="6056727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2" name="Google Shape;632;p25"/>
          <p:cNvSpPr txBox="1"/>
          <p:nvPr>
            <p:ph idx="13" type="subTitle"/>
          </p:nvPr>
        </p:nvSpPr>
        <p:spPr>
          <a:xfrm>
            <a:off x="6056727" y="239375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25"/>
          <p:cNvSpPr txBox="1"/>
          <p:nvPr>
            <p:ph idx="14" type="title"/>
          </p:nvPr>
        </p:nvSpPr>
        <p:spPr>
          <a:xfrm>
            <a:off x="6056727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4" name="Google Shape;634;p25"/>
          <p:cNvSpPr txBox="1"/>
          <p:nvPr>
            <p:ph idx="15" type="subTitle"/>
          </p:nvPr>
        </p:nvSpPr>
        <p:spPr>
          <a:xfrm>
            <a:off x="6056727" y="413193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7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" name="Google Shape;636;p26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637" name="Google Shape;637;p26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8" name="Google Shape;638;p26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9" name="Google Shape;639;p26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26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26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6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3" name="Google Shape;643;p26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4" name="Google Shape;644;p26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5" name="Google Shape;645;p26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6" name="Google Shape;646;p26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26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26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26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26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26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2" name="Google Shape;652;p2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3" name="Google Shape;653;p26"/>
          <p:cNvSpPr txBox="1"/>
          <p:nvPr>
            <p:ph idx="2" type="title"/>
          </p:nvPr>
        </p:nvSpPr>
        <p:spPr>
          <a:xfrm>
            <a:off x="713100" y="18589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54" name="Google Shape;654;p26"/>
          <p:cNvSpPr txBox="1"/>
          <p:nvPr>
            <p:ph idx="1" type="subTitle"/>
          </p:nvPr>
        </p:nvSpPr>
        <p:spPr>
          <a:xfrm>
            <a:off x="713100" y="23412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26"/>
          <p:cNvSpPr txBox="1"/>
          <p:nvPr>
            <p:ph idx="3" type="title"/>
          </p:nvPr>
        </p:nvSpPr>
        <p:spPr>
          <a:xfrm>
            <a:off x="3578948" y="18589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56" name="Google Shape;656;p26"/>
          <p:cNvSpPr txBox="1"/>
          <p:nvPr>
            <p:ph idx="4" type="subTitle"/>
          </p:nvPr>
        </p:nvSpPr>
        <p:spPr>
          <a:xfrm>
            <a:off x="3578948" y="23412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26"/>
          <p:cNvSpPr txBox="1"/>
          <p:nvPr>
            <p:ph idx="5" type="title"/>
          </p:nvPr>
        </p:nvSpPr>
        <p:spPr>
          <a:xfrm>
            <a:off x="713100" y="36323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58" name="Google Shape;658;p26"/>
          <p:cNvSpPr txBox="1"/>
          <p:nvPr>
            <p:ph idx="6" type="subTitle"/>
          </p:nvPr>
        </p:nvSpPr>
        <p:spPr>
          <a:xfrm>
            <a:off x="713100" y="411458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6"/>
          <p:cNvSpPr txBox="1"/>
          <p:nvPr>
            <p:ph idx="7" type="title"/>
          </p:nvPr>
        </p:nvSpPr>
        <p:spPr>
          <a:xfrm>
            <a:off x="3578948" y="36323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0" name="Google Shape;660;p26"/>
          <p:cNvSpPr txBox="1"/>
          <p:nvPr>
            <p:ph idx="8" type="subTitle"/>
          </p:nvPr>
        </p:nvSpPr>
        <p:spPr>
          <a:xfrm>
            <a:off x="3578948" y="411458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26"/>
          <p:cNvSpPr txBox="1"/>
          <p:nvPr>
            <p:ph idx="9" type="title"/>
          </p:nvPr>
        </p:nvSpPr>
        <p:spPr>
          <a:xfrm>
            <a:off x="6444802" y="18589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2" name="Google Shape;662;p26"/>
          <p:cNvSpPr txBox="1"/>
          <p:nvPr>
            <p:ph idx="13" type="subTitle"/>
          </p:nvPr>
        </p:nvSpPr>
        <p:spPr>
          <a:xfrm>
            <a:off x="6444802" y="2341275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26"/>
          <p:cNvSpPr txBox="1"/>
          <p:nvPr>
            <p:ph idx="14" type="title"/>
          </p:nvPr>
        </p:nvSpPr>
        <p:spPr>
          <a:xfrm>
            <a:off x="6444802" y="36323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64" name="Google Shape;664;p26"/>
          <p:cNvSpPr txBox="1"/>
          <p:nvPr>
            <p:ph idx="15" type="subTitle"/>
          </p:nvPr>
        </p:nvSpPr>
        <p:spPr>
          <a:xfrm>
            <a:off x="6444802" y="411458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5" name="Google Shape;665;p26"/>
          <p:cNvSpPr/>
          <p:nvPr/>
        </p:nvSpPr>
        <p:spPr>
          <a:xfrm rot="7428166">
            <a:off x="-1760659" y="2601722"/>
            <a:ext cx="2460536" cy="226498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 rot="-2320035">
            <a:off x="7124694" y="-1020174"/>
            <a:ext cx="2391758" cy="2151634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 rot="-3494038">
            <a:off x="4937109" y="4793537"/>
            <a:ext cx="2840541" cy="1981832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7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27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670" name="Google Shape;670;p27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" name="Google Shape;671;p27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" name="Google Shape;672;p27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27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27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5" name="Google Shape;675;p27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6" name="Google Shape;676;p27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7" name="Google Shape;677;p27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8" name="Google Shape;678;p27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9" name="Google Shape;679;p27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0" name="Google Shape;680;p27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1" name="Google Shape;681;p27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2" name="Google Shape;682;p27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3" name="Google Shape;683;p27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4" name="Google Shape;684;p27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85" name="Google Shape;685;p27"/>
          <p:cNvSpPr/>
          <p:nvPr/>
        </p:nvSpPr>
        <p:spPr>
          <a:xfrm rot="7428166">
            <a:off x="-1532059" y="44922"/>
            <a:ext cx="2460536" cy="226498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 rot="-1139308">
            <a:off x="6853719" y="-656499"/>
            <a:ext cx="2391759" cy="2151633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 rot="793252">
            <a:off x="2519484" y="4583064"/>
            <a:ext cx="2840538" cy="1981831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89" name="Google Shape;689;p27"/>
          <p:cNvSpPr txBox="1"/>
          <p:nvPr>
            <p:ph idx="2" type="title"/>
          </p:nvPr>
        </p:nvSpPr>
        <p:spPr>
          <a:xfrm>
            <a:off x="1101175" y="25501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0" name="Google Shape;690;p27"/>
          <p:cNvSpPr txBox="1"/>
          <p:nvPr>
            <p:ph idx="1" type="subTitle"/>
          </p:nvPr>
        </p:nvSpPr>
        <p:spPr>
          <a:xfrm>
            <a:off x="1101175" y="303240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27"/>
          <p:cNvSpPr txBox="1"/>
          <p:nvPr>
            <p:ph idx="3" type="title"/>
          </p:nvPr>
        </p:nvSpPr>
        <p:spPr>
          <a:xfrm>
            <a:off x="1101173" y="14632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2" name="Google Shape;692;p27"/>
          <p:cNvSpPr txBox="1"/>
          <p:nvPr>
            <p:ph idx="4" type="subTitle"/>
          </p:nvPr>
        </p:nvSpPr>
        <p:spPr>
          <a:xfrm>
            <a:off x="1101173" y="194550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27"/>
          <p:cNvSpPr txBox="1"/>
          <p:nvPr>
            <p:ph idx="5" type="title"/>
          </p:nvPr>
        </p:nvSpPr>
        <p:spPr>
          <a:xfrm>
            <a:off x="1101175" y="36370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4" name="Google Shape;694;p27"/>
          <p:cNvSpPr txBox="1"/>
          <p:nvPr>
            <p:ph idx="6" type="subTitle"/>
          </p:nvPr>
        </p:nvSpPr>
        <p:spPr>
          <a:xfrm>
            <a:off x="1101175" y="411928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27"/>
          <p:cNvSpPr txBox="1"/>
          <p:nvPr>
            <p:ph idx="7" type="title"/>
          </p:nvPr>
        </p:nvSpPr>
        <p:spPr>
          <a:xfrm>
            <a:off x="6056727" y="25501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6" name="Google Shape;696;p27"/>
          <p:cNvSpPr txBox="1"/>
          <p:nvPr>
            <p:ph idx="8" type="subTitle"/>
          </p:nvPr>
        </p:nvSpPr>
        <p:spPr>
          <a:xfrm>
            <a:off x="6056727" y="303240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27"/>
          <p:cNvSpPr txBox="1"/>
          <p:nvPr>
            <p:ph idx="9" type="title"/>
          </p:nvPr>
        </p:nvSpPr>
        <p:spPr>
          <a:xfrm>
            <a:off x="6056727" y="36370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98" name="Google Shape;698;p27"/>
          <p:cNvSpPr txBox="1"/>
          <p:nvPr>
            <p:ph idx="13" type="subTitle"/>
          </p:nvPr>
        </p:nvSpPr>
        <p:spPr>
          <a:xfrm>
            <a:off x="6056727" y="4119288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27"/>
          <p:cNvSpPr txBox="1"/>
          <p:nvPr>
            <p:ph idx="14" type="title"/>
          </p:nvPr>
        </p:nvSpPr>
        <p:spPr>
          <a:xfrm>
            <a:off x="6056723" y="14632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00" name="Google Shape;700;p27"/>
          <p:cNvSpPr txBox="1"/>
          <p:nvPr>
            <p:ph idx="15" type="subTitle"/>
          </p:nvPr>
        </p:nvSpPr>
        <p:spPr>
          <a:xfrm>
            <a:off x="6056723" y="194550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28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703" name="Google Shape;703;p28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28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28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6" name="Google Shape;706;p28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7" name="Google Shape;707;p28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8" name="Google Shape;708;p28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9" name="Google Shape;709;p28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0" name="Google Shape;710;p28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1" name="Google Shape;711;p28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2" name="Google Shape;712;p28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3" name="Google Shape;713;p28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4" name="Google Shape;714;p28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5" name="Google Shape;715;p28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6" name="Google Shape;716;p28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7" name="Google Shape;717;p28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18" name="Google Shape;718;p28"/>
          <p:cNvSpPr/>
          <p:nvPr/>
        </p:nvSpPr>
        <p:spPr>
          <a:xfrm>
            <a:off x="-225250" y="1656776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-730477" y="-47909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8"/>
          <p:cNvSpPr/>
          <p:nvPr/>
        </p:nvSpPr>
        <p:spPr>
          <a:xfrm rot="-975252">
            <a:off x="6941860" y="776248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8"/>
          <p:cNvSpPr/>
          <p:nvPr/>
        </p:nvSpPr>
        <p:spPr>
          <a:xfrm>
            <a:off x="6192523" y="-88524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"/>
          <p:cNvSpPr txBox="1"/>
          <p:nvPr>
            <p:ph hasCustomPrompt="1"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3" name="Google Shape;723;p28"/>
          <p:cNvSpPr txBox="1"/>
          <p:nvPr>
            <p:ph idx="1" type="subTitle"/>
          </p:nvPr>
        </p:nvSpPr>
        <p:spPr>
          <a:xfrm>
            <a:off x="2223600" y="1253625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24" name="Google Shape;724;p28"/>
          <p:cNvSpPr txBox="1"/>
          <p:nvPr>
            <p:ph hasCustomPrompt="1" idx="2" type="title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5" name="Google Shape;725;p28"/>
          <p:cNvSpPr txBox="1"/>
          <p:nvPr>
            <p:ph idx="3" type="subTitle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26" name="Google Shape;726;p28"/>
          <p:cNvSpPr txBox="1"/>
          <p:nvPr>
            <p:ph hasCustomPrompt="1"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27" name="Google Shape;727;p28"/>
          <p:cNvSpPr txBox="1"/>
          <p:nvPr>
            <p:ph idx="5" type="subTitle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9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730" name="Google Shape;730;p29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29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29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29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29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5" name="Google Shape;735;p29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6" name="Google Shape;736;p29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29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29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29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29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29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29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5" name="Google Shape;745;p29"/>
          <p:cNvSpPr txBox="1"/>
          <p:nvPr>
            <p:ph type="title"/>
          </p:nvPr>
        </p:nvSpPr>
        <p:spPr>
          <a:xfrm>
            <a:off x="713100" y="1139475"/>
            <a:ext cx="34347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6" name="Google Shape;746;p29"/>
          <p:cNvSpPr txBox="1"/>
          <p:nvPr>
            <p:ph idx="1" type="subTitle"/>
          </p:nvPr>
        </p:nvSpPr>
        <p:spPr>
          <a:xfrm>
            <a:off x="720000" y="1965100"/>
            <a:ext cx="3434700" cy="142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29"/>
          <p:cNvSpPr/>
          <p:nvPr/>
        </p:nvSpPr>
        <p:spPr>
          <a:xfrm rot="-975252">
            <a:off x="7095960" y="1662398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2541998" y="-88524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29"/>
          <p:cNvSpPr/>
          <p:nvPr/>
        </p:nvSpPr>
        <p:spPr>
          <a:xfrm rot="6072174">
            <a:off x="5099804" y="2814325"/>
            <a:ext cx="1336466" cy="4664348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9"/>
          <p:cNvSpPr/>
          <p:nvPr/>
        </p:nvSpPr>
        <p:spPr>
          <a:xfrm>
            <a:off x="5852428" y="-929037"/>
            <a:ext cx="4009001" cy="212457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oogle Shape;752;p30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753" name="Google Shape;753;p30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4" name="Google Shape;754;p30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5" name="Google Shape;755;p30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30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" name="Google Shape;757;p30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30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30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30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30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30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30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30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5" name="Google Shape;765;p30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30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7" name="Google Shape;767;p30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68" name="Google Shape;768;p3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9" name="Google Shape;769;p30"/>
          <p:cNvSpPr/>
          <p:nvPr/>
        </p:nvSpPr>
        <p:spPr>
          <a:xfrm rot="-975252">
            <a:off x="7433085" y="2452223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0"/>
          <p:cNvSpPr/>
          <p:nvPr/>
        </p:nvSpPr>
        <p:spPr>
          <a:xfrm>
            <a:off x="7897373" y="-875624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-1473702" y="-41329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0"/>
          <p:cNvSpPr/>
          <p:nvPr/>
        </p:nvSpPr>
        <p:spPr>
          <a:xfrm rot="3746707">
            <a:off x="-645352" y="4735977"/>
            <a:ext cx="2186798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31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775" name="Google Shape;775;p31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31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7" name="Google Shape;777;p31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8" name="Google Shape;778;p31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9" name="Google Shape;779;p31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0" name="Google Shape;780;p31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31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31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31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31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31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31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31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31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31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0" name="Google Shape;790;p31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1" name="Google Shape;791;p31"/>
          <p:cNvSpPr/>
          <p:nvPr/>
        </p:nvSpPr>
        <p:spPr>
          <a:xfrm rot="-6699551">
            <a:off x="-643689" y="3799156"/>
            <a:ext cx="1681585" cy="3474435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 rot="-5400000">
            <a:off x="8454800" y="3036076"/>
            <a:ext cx="1681583" cy="369294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 rot="5400000">
            <a:off x="-79681" y="-1816842"/>
            <a:ext cx="1681583" cy="3474428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795;p32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796" name="Google Shape;796;p32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32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32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32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0" name="Google Shape;800;p32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32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32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32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32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32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32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32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32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1" name="Google Shape;811;p32"/>
          <p:cNvSpPr/>
          <p:nvPr/>
        </p:nvSpPr>
        <p:spPr>
          <a:xfrm rot="-975252">
            <a:off x="7095960" y="1662398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2"/>
          <p:cNvSpPr/>
          <p:nvPr/>
        </p:nvSpPr>
        <p:spPr>
          <a:xfrm>
            <a:off x="549998" y="-88524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2"/>
          <p:cNvSpPr/>
          <p:nvPr/>
        </p:nvSpPr>
        <p:spPr>
          <a:xfrm rot="6072174">
            <a:off x="1486204" y="2814325"/>
            <a:ext cx="1336466" cy="4664348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2"/>
          <p:cNvSpPr/>
          <p:nvPr/>
        </p:nvSpPr>
        <p:spPr>
          <a:xfrm>
            <a:off x="4364428" y="-929037"/>
            <a:ext cx="4009001" cy="212457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6" name="Google Shape;816;p33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817" name="Google Shape;817;p33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33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33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33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33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2" name="Google Shape;822;p33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3" name="Google Shape;823;p33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33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5" name="Google Shape;825;p33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6" name="Google Shape;826;p33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7" name="Google Shape;827;p33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8" name="Google Shape;828;p33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9" name="Google Shape;829;p33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0" name="Google Shape;830;p33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1" name="Google Shape;831;p33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2" name="Google Shape;832;p33"/>
          <p:cNvSpPr/>
          <p:nvPr/>
        </p:nvSpPr>
        <p:spPr>
          <a:xfrm>
            <a:off x="-403275" y="2889375"/>
            <a:ext cx="1903998" cy="4181427"/>
          </a:xfrm>
          <a:custGeom>
            <a:rect b="b" l="l" r="r" t="t"/>
            <a:pathLst>
              <a:path extrusionOk="0" h="15265" w="7388">
                <a:moveTo>
                  <a:pt x="1" y="1"/>
                </a:moveTo>
                <a:lnTo>
                  <a:pt x="1" y="15265"/>
                </a:lnTo>
                <a:lnTo>
                  <a:pt x="7387" y="9136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3"/>
          <p:cNvSpPr/>
          <p:nvPr/>
        </p:nvSpPr>
        <p:spPr>
          <a:xfrm>
            <a:off x="7347957" y="-2224851"/>
            <a:ext cx="2165873" cy="6015169"/>
          </a:xfrm>
          <a:custGeom>
            <a:rect b="b" l="l" r="r" t="t"/>
            <a:pathLst>
              <a:path extrusionOk="0" h="17594" w="6335">
                <a:moveTo>
                  <a:pt x="6290" y="1"/>
                </a:moveTo>
                <a:lnTo>
                  <a:pt x="1" y="2588"/>
                </a:lnTo>
                <a:lnTo>
                  <a:pt x="6335" y="17593"/>
                </a:lnTo>
                <a:lnTo>
                  <a:pt x="629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 rot="5">
            <a:off x="-1370514" y="-717762"/>
            <a:ext cx="3838499" cy="216099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33"/>
          <p:cNvSpPr/>
          <p:nvPr/>
        </p:nvSpPr>
        <p:spPr>
          <a:xfrm rot="1157739">
            <a:off x="2892333" y="4473049"/>
            <a:ext cx="6544489" cy="2561383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34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838" name="Google Shape;838;p34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34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34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34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34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34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34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34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34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34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34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34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34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34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34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3" name="Google Shape;853;p34"/>
          <p:cNvSpPr/>
          <p:nvPr/>
        </p:nvSpPr>
        <p:spPr>
          <a:xfrm rot="-975252">
            <a:off x="7433085" y="2452223"/>
            <a:ext cx="2978095" cy="4664365"/>
          </a:xfrm>
          <a:custGeom>
            <a:rect b="b" l="l" r="r" t="t"/>
            <a:pathLst>
              <a:path extrusionOk="0" h="20493" w="7798">
                <a:moveTo>
                  <a:pt x="7753" y="1"/>
                </a:moveTo>
                <a:lnTo>
                  <a:pt x="1" y="15934"/>
                </a:lnTo>
                <a:lnTo>
                  <a:pt x="7798" y="20492"/>
                </a:lnTo>
                <a:lnTo>
                  <a:pt x="7798" y="20492"/>
                </a:lnTo>
                <a:lnTo>
                  <a:pt x="775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4"/>
          <p:cNvSpPr/>
          <p:nvPr/>
        </p:nvSpPr>
        <p:spPr>
          <a:xfrm>
            <a:off x="7897373" y="-875624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4"/>
          <p:cNvSpPr/>
          <p:nvPr/>
        </p:nvSpPr>
        <p:spPr>
          <a:xfrm>
            <a:off x="-1473702" y="-413299"/>
            <a:ext cx="2186799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4"/>
          <p:cNvSpPr/>
          <p:nvPr/>
        </p:nvSpPr>
        <p:spPr>
          <a:xfrm rot="3746707">
            <a:off x="-849352" y="3979977"/>
            <a:ext cx="2186798" cy="203699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_3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8" name="Google Shape;858;p35"/>
          <p:cNvGrpSpPr/>
          <p:nvPr/>
        </p:nvGrpSpPr>
        <p:grpSpPr>
          <a:xfrm>
            <a:off x="-1" y="334150"/>
            <a:ext cx="9177679" cy="4483500"/>
            <a:chOff x="176375" y="334150"/>
            <a:chExt cx="8717400" cy="4483500"/>
          </a:xfrm>
        </p:grpSpPr>
        <p:cxnSp>
          <p:nvCxnSpPr>
            <p:cNvPr id="859" name="Google Shape;859;p35"/>
            <p:cNvCxnSpPr/>
            <p:nvPr/>
          </p:nvCxnSpPr>
          <p:spPr>
            <a:xfrm>
              <a:off x="176375" y="334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35"/>
            <p:cNvCxnSpPr/>
            <p:nvPr/>
          </p:nvCxnSpPr>
          <p:spPr>
            <a:xfrm>
              <a:off x="176375" y="654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35"/>
            <p:cNvCxnSpPr/>
            <p:nvPr/>
          </p:nvCxnSpPr>
          <p:spPr>
            <a:xfrm>
              <a:off x="176375" y="974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2" name="Google Shape;862;p35"/>
            <p:cNvCxnSpPr/>
            <p:nvPr/>
          </p:nvCxnSpPr>
          <p:spPr>
            <a:xfrm>
              <a:off x="176375" y="1294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3" name="Google Shape;863;p35"/>
            <p:cNvCxnSpPr/>
            <p:nvPr/>
          </p:nvCxnSpPr>
          <p:spPr>
            <a:xfrm>
              <a:off x="176375" y="1615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4" name="Google Shape;864;p35"/>
            <p:cNvCxnSpPr/>
            <p:nvPr/>
          </p:nvCxnSpPr>
          <p:spPr>
            <a:xfrm>
              <a:off x="176375" y="1935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5" name="Google Shape;865;p35"/>
            <p:cNvCxnSpPr/>
            <p:nvPr/>
          </p:nvCxnSpPr>
          <p:spPr>
            <a:xfrm>
              <a:off x="176375" y="2255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6" name="Google Shape;866;p35"/>
            <p:cNvCxnSpPr/>
            <p:nvPr/>
          </p:nvCxnSpPr>
          <p:spPr>
            <a:xfrm>
              <a:off x="176375" y="2575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7" name="Google Shape;867;p35"/>
            <p:cNvCxnSpPr/>
            <p:nvPr/>
          </p:nvCxnSpPr>
          <p:spPr>
            <a:xfrm>
              <a:off x="176375" y="2896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35"/>
            <p:cNvCxnSpPr/>
            <p:nvPr/>
          </p:nvCxnSpPr>
          <p:spPr>
            <a:xfrm>
              <a:off x="176375" y="3216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35"/>
            <p:cNvCxnSpPr/>
            <p:nvPr/>
          </p:nvCxnSpPr>
          <p:spPr>
            <a:xfrm>
              <a:off x="176375" y="3536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0" name="Google Shape;870;p35"/>
            <p:cNvCxnSpPr/>
            <p:nvPr/>
          </p:nvCxnSpPr>
          <p:spPr>
            <a:xfrm>
              <a:off x="176375" y="38569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1" name="Google Shape;871;p35"/>
            <p:cNvCxnSpPr/>
            <p:nvPr/>
          </p:nvCxnSpPr>
          <p:spPr>
            <a:xfrm>
              <a:off x="176375" y="41771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2" name="Google Shape;872;p35"/>
            <p:cNvCxnSpPr/>
            <p:nvPr/>
          </p:nvCxnSpPr>
          <p:spPr>
            <a:xfrm>
              <a:off x="176375" y="449740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35"/>
            <p:cNvCxnSpPr/>
            <p:nvPr/>
          </p:nvCxnSpPr>
          <p:spPr>
            <a:xfrm>
              <a:off x="176375" y="4817650"/>
              <a:ext cx="8717400" cy="0"/>
            </a:xfrm>
            <a:prstGeom prst="straightConnector1">
              <a:avLst/>
            </a:prstGeom>
            <a:noFill/>
            <a:ln cap="flat" cmpd="sng" w="9525">
              <a:solidFill>
                <a:srgbClr val="E8E8E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4" name="Google Shape;874;p35"/>
          <p:cNvSpPr/>
          <p:nvPr/>
        </p:nvSpPr>
        <p:spPr>
          <a:xfrm rot="7428166">
            <a:off x="-1472659" y="2649722"/>
            <a:ext cx="2460536" cy="226498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5"/>
          <p:cNvSpPr/>
          <p:nvPr/>
        </p:nvSpPr>
        <p:spPr>
          <a:xfrm rot="-2320035">
            <a:off x="7052694" y="-792174"/>
            <a:ext cx="2391758" cy="2151634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5"/>
          <p:cNvSpPr/>
          <p:nvPr/>
        </p:nvSpPr>
        <p:spPr>
          <a:xfrm rot="-3494038">
            <a:off x="4589109" y="4613537"/>
            <a:ext cx="2840541" cy="1981832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helsea Market"/>
              <a:buNone/>
              <a:defRPr sz="3500">
                <a:solidFill>
                  <a:schemeClr val="dk1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6"/>
          <p:cNvSpPr txBox="1"/>
          <p:nvPr>
            <p:ph type="ctrTitle"/>
          </p:nvPr>
        </p:nvSpPr>
        <p:spPr>
          <a:xfrm>
            <a:off x="1392225" y="1533423"/>
            <a:ext cx="6194400" cy="22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Automat cu plusuri</a:t>
            </a:r>
            <a:endParaRPr sz="4800">
              <a:solidFill>
                <a:schemeClr val="accent4"/>
              </a:solidFill>
            </a:endParaRPr>
          </a:p>
        </p:txBody>
      </p:sp>
      <p:sp>
        <p:nvSpPr>
          <p:cNvPr id="882" name="Google Shape;882;p36"/>
          <p:cNvSpPr/>
          <p:nvPr/>
        </p:nvSpPr>
        <p:spPr>
          <a:xfrm>
            <a:off x="714269" y="2385492"/>
            <a:ext cx="320930" cy="286558"/>
          </a:xfrm>
          <a:custGeom>
            <a:rect b="b" l="l" r="r" t="t"/>
            <a:pathLst>
              <a:path extrusionOk="0" h="1259" w="1410">
                <a:moveTo>
                  <a:pt x="0" y="1"/>
                </a:moveTo>
                <a:lnTo>
                  <a:pt x="0" y="1259"/>
                </a:lnTo>
                <a:lnTo>
                  <a:pt x="1410" y="402"/>
                </a:lnTo>
                <a:lnTo>
                  <a:pt x="0" y="1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6"/>
          <p:cNvSpPr/>
          <p:nvPr/>
        </p:nvSpPr>
        <p:spPr>
          <a:xfrm>
            <a:off x="1282504" y="3744179"/>
            <a:ext cx="359624" cy="298621"/>
          </a:xfrm>
          <a:custGeom>
            <a:rect b="b" l="l" r="r" t="t"/>
            <a:pathLst>
              <a:path extrusionOk="0" h="1312" w="1580">
                <a:moveTo>
                  <a:pt x="1580" y="0"/>
                </a:moveTo>
                <a:lnTo>
                  <a:pt x="1" y="571"/>
                </a:lnTo>
                <a:lnTo>
                  <a:pt x="598" y="1312"/>
                </a:lnTo>
                <a:lnTo>
                  <a:pt x="1580" y="0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6"/>
          <p:cNvSpPr/>
          <p:nvPr/>
        </p:nvSpPr>
        <p:spPr>
          <a:xfrm>
            <a:off x="1035208" y="1318547"/>
            <a:ext cx="386027" cy="329348"/>
          </a:xfrm>
          <a:custGeom>
            <a:rect b="b" l="l" r="r" t="t"/>
            <a:pathLst>
              <a:path extrusionOk="0" h="1447" w="1696">
                <a:moveTo>
                  <a:pt x="1045" y="1"/>
                </a:moveTo>
                <a:lnTo>
                  <a:pt x="1" y="724"/>
                </a:lnTo>
                <a:lnTo>
                  <a:pt x="1696" y="1446"/>
                </a:lnTo>
                <a:lnTo>
                  <a:pt x="1045" y="1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6"/>
          <p:cNvSpPr/>
          <p:nvPr/>
        </p:nvSpPr>
        <p:spPr>
          <a:xfrm>
            <a:off x="7526498" y="1708438"/>
            <a:ext cx="459089" cy="383974"/>
          </a:xfrm>
          <a:custGeom>
            <a:rect b="b" l="l" r="r" t="t"/>
            <a:pathLst>
              <a:path extrusionOk="0" h="1687" w="2017">
                <a:moveTo>
                  <a:pt x="1660" y="1"/>
                </a:moveTo>
                <a:lnTo>
                  <a:pt x="1" y="1687"/>
                </a:lnTo>
                <a:lnTo>
                  <a:pt x="2017" y="1259"/>
                </a:lnTo>
                <a:lnTo>
                  <a:pt x="1660" y="1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36"/>
          <p:cNvSpPr/>
          <p:nvPr/>
        </p:nvSpPr>
        <p:spPr>
          <a:xfrm rot="870134">
            <a:off x="7549281" y="3049437"/>
            <a:ext cx="469331" cy="241719"/>
          </a:xfrm>
          <a:custGeom>
            <a:rect b="b" l="l" r="r" t="t"/>
            <a:pathLst>
              <a:path extrusionOk="0" h="1062" w="2062">
                <a:moveTo>
                  <a:pt x="2061" y="0"/>
                </a:moveTo>
                <a:lnTo>
                  <a:pt x="0" y="624"/>
                </a:lnTo>
                <a:lnTo>
                  <a:pt x="2061" y="1062"/>
                </a:lnTo>
                <a:lnTo>
                  <a:pt x="2061" y="0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6"/>
          <p:cNvSpPr/>
          <p:nvPr/>
        </p:nvSpPr>
        <p:spPr>
          <a:xfrm>
            <a:off x="7456476" y="3736916"/>
            <a:ext cx="320930" cy="221462"/>
          </a:xfrm>
          <a:custGeom>
            <a:rect b="b" l="l" r="r" t="t"/>
            <a:pathLst>
              <a:path extrusionOk="0" h="973" w="1410">
                <a:moveTo>
                  <a:pt x="0" y="0"/>
                </a:moveTo>
                <a:lnTo>
                  <a:pt x="1106" y="972"/>
                </a:lnTo>
                <a:lnTo>
                  <a:pt x="1410" y="0"/>
                </a:lnTo>
                <a:close/>
              </a:path>
            </a:pathLst>
          </a:custGeom>
          <a:solidFill>
            <a:srgbClr val="F3DF4E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6"/>
          <p:cNvSpPr/>
          <p:nvPr/>
        </p:nvSpPr>
        <p:spPr>
          <a:xfrm>
            <a:off x="405409" y="4604104"/>
            <a:ext cx="540346" cy="40218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rgbClr val="F6A049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6"/>
          <p:cNvSpPr/>
          <p:nvPr/>
        </p:nvSpPr>
        <p:spPr>
          <a:xfrm>
            <a:off x="475478" y="52284"/>
            <a:ext cx="475250" cy="617499"/>
          </a:xfrm>
          <a:custGeom>
            <a:rect b="b" l="l" r="r" t="t"/>
            <a:pathLst>
              <a:path extrusionOk="0" h="2713" w="2088">
                <a:moveTo>
                  <a:pt x="420" y="0"/>
                </a:moveTo>
                <a:lnTo>
                  <a:pt x="0" y="1294"/>
                </a:lnTo>
                <a:lnTo>
                  <a:pt x="2088" y="2712"/>
                </a:lnTo>
                <a:lnTo>
                  <a:pt x="420" y="0"/>
                </a:lnTo>
                <a:close/>
              </a:path>
            </a:pathLst>
          </a:custGeom>
          <a:solidFill>
            <a:srgbClr val="54CEEA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6"/>
          <p:cNvSpPr/>
          <p:nvPr/>
        </p:nvSpPr>
        <p:spPr>
          <a:xfrm>
            <a:off x="576910" y="1796145"/>
            <a:ext cx="574943" cy="380105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rgbClr val="54CEEA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6"/>
          <p:cNvSpPr/>
          <p:nvPr/>
        </p:nvSpPr>
        <p:spPr>
          <a:xfrm>
            <a:off x="945297" y="2881306"/>
            <a:ext cx="288609" cy="333445"/>
          </a:xfrm>
          <a:custGeom>
            <a:rect b="b" l="l" r="r" t="t"/>
            <a:pathLst>
              <a:path extrusionOk="0" h="1465" w="1268">
                <a:moveTo>
                  <a:pt x="0" y="1"/>
                </a:moveTo>
                <a:lnTo>
                  <a:pt x="0" y="1009"/>
                </a:lnTo>
                <a:lnTo>
                  <a:pt x="1267" y="1464"/>
                </a:lnTo>
                <a:lnTo>
                  <a:pt x="0" y="1"/>
                </a:lnTo>
                <a:close/>
              </a:path>
            </a:pathLst>
          </a:custGeom>
          <a:solidFill>
            <a:srgbClr val="F6A049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6"/>
          <p:cNvSpPr/>
          <p:nvPr/>
        </p:nvSpPr>
        <p:spPr>
          <a:xfrm>
            <a:off x="7249379" y="4440892"/>
            <a:ext cx="603166" cy="361668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rgbClr val="26E288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6"/>
          <p:cNvSpPr/>
          <p:nvPr/>
        </p:nvSpPr>
        <p:spPr>
          <a:xfrm>
            <a:off x="7852544" y="1149099"/>
            <a:ext cx="396041" cy="27631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8109257" y="257173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rgbClr val="26E288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6"/>
          <p:cNvSpPr/>
          <p:nvPr/>
        </p:nvSpPr>
        <p:spPr>
          <a:xfrm>
            <a:off x="8075841" y="4871301"/>
            <a:ext cx="481395" cy="239898"/>
          </a:xfrm>
          <a:custGeom>
            <a:rect b="b" l="l" r="r" t="t"/>
            <a:pathLst>
              <a:path extrusionOk="0" h="1054" w="2115">
                <a:moveTo>
                  <a:pt x="0" y="0"/>
                </a:moveTo>
                <a:lnTo>
                  <a:pt x="1526" y="1053"/>
                </a:lnTo>
                <a:lnTo>
                  <a:pt x="2114" y="455"/>
                </a:lnTo>
                <a:lnTo>
                  <a:pt x="0" y="0"/>
                </a:lnTo>
                <a:close/>
              </a:path>
            </a:pathLst>
          </a:custGeom>
          <a:solidFill>
            <a:srgbClr val="26E288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6"/>
          <p:cNvSpPr/>
          <p:nvPr/>
        </p:nvSpPr>
        <p:spPr>
          <a:xfrm rot="-1269456">
            <a:off x="8232868" y="222862"/>
            <a:ext cx="396042" cy="276315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369826">
            <a:off x="1452662" y="1581263"/>
            <a:ext cx="1290051" cy="118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46532">
            <a:off x="4659964" y="1369798"/>
            <a:ext cx="1092872" cy="1427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3750" y="1596722"/>
            <a:ext cx="2156926" cy="1222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2825" y="1418038"/>
            <a:ext cx="1346539" cy="1580274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36"/>
          <p:cNvSpPr txBox="1"/>
          <p:nvPr>
            <p:ph idx="1" type="subTitle"/>
          </p:nvPr>
        </p:nvSpPr>
        <p:spPr>
          <a:xfrm>
            <a:off x="2309138" y="160704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Universitatea Politehnica Bucuresti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Facultatea de Automatica si Calculatoare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7"/>
          <p:cNvSpPr txBox="1"/>
          <p:nvPr>
            <p:ph idx="9" type="title"/>
          </p:nvPr>
        </p:nvSpPr>
        <p:spPr>
          <a:xfrm>
            <a:off x="6056727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Organigrama</a:t>
            </a:r>
            <a:endParaRPr sz="2000"/>
          </a:p>
        </p:txBody>
      </p:sp>
      <p:sp>
        <p:nvSpPr>
          <p:cNvPr id="907" name="Google Shape;907;p37"/>
          <p:cNvSpPr txBox="1"/>
          <p:nvPr>
            <p:ph idx="14" type="title"/>
          </p:nvPr>
        </p:nvSpPr>
        <p:spPr>
          <a:xfrm>
            <a:off x="6056727" y="36496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Cablajul circuitului</a:t>
            </a:r>
            <a:endParaRPr sz="2000"/>
          </a:p>
        </p:txBody>
      </p:sp>
      <p:sp>
        <p:nvSpPr>
          <p:cNvPr id="908" name="Google Shape;908;p3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Cuprins</a:t>
            </a:r>
            <a:endParaRPr/>
          </a:p>
        </p:txBody>
      </p:sp>
      <p:sp>
        <p:nvSpPr>
          <p:cNvPr id="909" name="Google Shape;909;p37"/>
          <p:cNvSpPr txBox="1"/>
          <p:nvPr>
            <p:ph idx="2" type="title"/>
          </p:nvPr>
        </p:nvSpPr>
        <p:spPr>
          <a:xfrm>
            <a:off x="1101175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Tema proiectului</a:t>
            </a:r>
            <a:endParaRPr sz="1300"/>
          </a:p>
        </p:txBody>
      </p:sp>
      <p:sp>
        <p:nvSpPr>
          <p:cNvPr id="910" name="Google Shape;910;p37"/>
          <p:cNvSpPr txBox="1"/>
          <p:nvPr>
            <p:ph idx="3" type="title"/>
          </p:nvPr>
        </p:nvSpPr>
        <p:spPr>
          <a:xfrm>
            <a:off x="3578948" y="19114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Descrierea functionarii</a:t>
            </a:r>
            <a:endParaRPr sz="2000"/>
          </a:p>
        </p:txBody>
      </p:sp>
      <p:sp>
        <p:nvSpPr>
          <p:cNvPr id="911" name="Google Shape;911;p37"/>
          <p:cNvSpPr txBox="1"/>
          <p:nvPr>
            <p:ph idx="4" type="subTitle"/>
          </p:nvPr>
        </p:nvSpPr>
        <p:spPr>
          <a:xfrm>
            <a:off x="3578948" y="2393750"/>
            <a:ext cx="19860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-schema bloc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-implementare</a:t>
            </a:r>
            <a:endParaRPr/>
          </a:p>
        </p:txBody>
      </p:sp>
      <p:sp>
        <p:nvSpPr>
          <p:cNvPr id="912" name="Google Shape;912;p37"/>
          <p:cNvSpPr txBox="1"/>
          <p:nvPr>
            <p:ph idx="5" type="title"/>
          </p:nvPr>
        </p:nvSpPr>
        <p:spPr>
          <a:xfrm>
            <a:off x="609475" y="3627150"/>
            <a:ext cx="2477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Calculul lungimii microinstructiunii</a:t>
            </a:r>
            <a:endParaRPr sz="2000"/>
          </a:p>
        </p:txBody>
      </p:sp>
      <p:sp>
        <p:nvSpPr>
          <p:cNvPr id="913" name="Google Shape;913;p37"/>
          <p:cNvSpPr txBox="1"/>
          <p:nvPr>
            <p:ph idx="7" type="title"/>
          </p:nvPr>
        </p:nvSpPr>
        <p:spPr>
          <a:xfrm>
            <a:off x="3578950" y="3649650"/>
            <a:ext cx="2131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</a:t>
            </a:r>
            <a:r>
              <a:rPr lang="en" sz="2000"/>
              <a:t>icroprogram</a:t>
            </a:r>
            <a:endParaRPr sz="2000"/>
          </a:p>
        </p:txBody>
      </p:sp>
      <p:sp>
        <p:nvSpPr>
          <p:cNvPr id="914" name="Google Shape;914;p37"/>
          <p:cNvSpPr txBox="1"/>
          <p:nvPr>
            <p:ph idx="8" type="subTitle"/>
          </p:nvPr>
        </p:nvSpPr>
        <p:spPr>
          <a:xfrm>
            <a:off x="3405700" y="4160200"/>
            <a:ext cx="24777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-Continutul memoriei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-Schema unitatii de comanda</a:t>
            </a:r>
            <a:endParaRPr/>
          </a:p>
        </p:txBody>
      </p:sp>
      <p:sp>
        <p:nvSpPr>
          <p:cNvPr id="915" name="Google Shape;915;p37"/>
          <p:cNvSpPr/>
          <p:nvPr/>
        </p:nvSpPr>
        <p:spPr>
          <a:xfrm>
            <a:off x="139097" y="2921831"/>
            <a:ext cx="288609" cy="333445"/>
          </a:xfrm>
          <a:custGeom>
            <a:rect b="b" l="l" r="r" t="t"/>
            <a:pathLst>
              <a:path extrusionOk="0" h="1465" w="1268">
                <a:moveTo>
                  <a:pt x="0" y="1"/>
                </a:moveTo>
                <a:lnTo>
                  <a:pt x="0" y="1009"/>
                </a:lnTo>
                <a:lnTo>
                  <a:pt x="1267" y="1464"/>
                </a:lnTo>
                <a:lnTo>
                  <a:pt x="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7"/>
          <p:cNvSpPr/>
          <p:nvPr/>
        </p:nvSpPr>
        <p:spPr>
          <a:xfrm rot="4048019">
            <a:off x="212949" y="817171"/>
            <a:ext cx="396024" cy="16197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37"/>
          <p:cNvSpPr/>
          <p:nvPr/>
        </p:nvSpPr>
        <p:spPr>
          <a:xfrm>
            <a:off x="8759957" y="191143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7"/>
          <p:cNvSpPr/>
          <p:nvPr/>
        </p:nvSpPr>
        <p:spPr>
          <a:xfrm>
            <a:off x="7698500" y="104846"/>
            <a:ext cx="396024" cy="161975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37"/>
          <p:cNvSpPr/>
          <p:nvPr/>
        </p:nvSpPr>
        <p:spPr>
          <a:xfrm>
            <a:off x="8629994" y="4083774"/>
            <a:ext cx="396041" cy="27631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7"/>
          <p:cNvSpPr/>
          <p:nvPr/>
        </p:nvSpPr>
        <p:spPr>
          <a:xfrm rot="7445837">
            <a:off x="6131374" y="4848305"/>
            <a:ext cx="288608" cy="333444"/>
          </a:xfrm>
          <a:custGeom>
            <a:rect b="b" l="l" r="r" t="t"/>
            <a:pathLst>
              <a:path extrusionOk="0" h="1465" w="1268">
                <a:moveTo>
                  <a:pt x="0" y="1"/>
                </a:moveTo>
                <a:lnTo>
                  <a:pt x="0" y="1009"/>
                </a:lnTo>
                <a:lnTo>
                  <a:pt x="1267" y="1464"/>
                </a:lnTo>
                <a:lnTo>
                  <a:pt x="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1" name="Google Shape;921;p37"/>
          <p:cNvGrpSpPr/>
          <p:nvPr/>
        </p:nvGrpSpPr>
        <p:grpSpPr>
          <a:xfrm rot="-4949164">
            <a:off x="1850452" y="1478046"/>
            <a:ext cx="638257" cy="206962"/>
            <a:chOff x="-1760999" y="1531077"/>
            <a:chExt cx="829653" cy="268989"/>
          </a:xfrm>
        </p:grpSpPr>
        <p:sp>
          <p:nvSpPr>
            <p:cNvPr id="922" name="Google Shape;922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7" name="Google Shape;927;p37"/>
          <p:cNvGrpSpPr/>
          <p:nvPr/>
        </p:nvGrpSpPr>
        <p:grpSpPr>
          <a:xfrm rot="-5248472">
            <a:off x="4283890" y="1554355"/>
            <a:ext cx="638291" cy="206973"/>
            <a:chOff x="-1760999" y="1531077"/>
            <a:chExt cx="829653" cy="268989"/>
          </a:xfrm>
        </p:grpSpPr>
        <p:sp>
          <p:nvSpPr>
            <p:cNvPr id="928" name="Google Shape;928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37"/>
          <p:cNvGrpSpPr/>
          <p:nvPr/>
        </p:nvGrpSpPr>
        <p:grpSpPr>
          <a:xfrm rot="-5699288">
            <a:off x="6703833" y="1554402"/>
            <a:ext cx="638346" cy="206991"/>
            <a:chOff x="-1760999" y="1531077"/>
            <a:chExt cx="829653" cy="268989"/>
          </a:xfrm>
        </p:grpSpPr>
        <p:sp>
          <p:nvSpPr>
            <p:cNvPr id="934" name="Google Shape;934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37"/>
          <p:cNvGrpSpPr/>
          <p:nvPr/>
        </p:nvGrpSpPr>
        <p:grpSpPr>
          <a:xfrm rot="-4949164">
            <a:off x="1673997" y="3148270"/>
            <a:ext cx="638257" cy="206962"/>
            <a:chOff x="-1760999" y="1531077"/>
            <a:chExt cx="829653" cy="268989"/>
          </a:xfrm>
        </p:grpSpPr>
        <p:sp>
          <p:nvSpPr>
            <p:cNvPr id="940" name="Google Shape;940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37"/>
          <p:cNvGrpSpPr/>
          <p:nvPr/>
        </p:nvGrpSpPr>
        <p:grpSpPr>
          <a:xfrm rot="-5248472">
            <a:off x="4283882" y="3292556"/>
            <a:ext cx="638291" cy="206973"/>
            <a:chOff x="-1760999" y="1531077"/>
            <a:chExt cx="829653" cy="268989"/>
          </a:xfrm>
        </p:grpSpPr>
        <p:sp>
          <p:nvSpPr>
            <p:cNvPr id="946" name="Google Shape;946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37"/>
          <p:cNvGrpSpPr/>
          <p:nvPr/>
        </p:nvGrpSpPr>
        <p:grpSpPr>
          <a:xfrm rot="-5699288">
            <a:off x="6703823" y="3292607"/>
            <a:ext cx="638346" cy="206991"/>
            <a:chOff x="-1760999" y="1531077"/>
            <a:chExt cx="829653" cy="268989"/>
          </a:xfrm>
        </p:grpSpPr>
        <p:sp>
          <p:nvSpPr>
            <p:cNvPr id="952" name="Google Shape;952;p37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8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 PROIECTULUI</a:t>
            </a:r>
            <a:endParaRPr/>
          </a:p>
        </p:txBody>
      </p:sp>
      <p:sp>
        <p:nvSpPr>
          <p:cNvPr id="962" name="Google Shape;962;p38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Tema proiectului constă în realizarea unui autonomat ce generează diverse jucării de pluș, ce se pot personaliza prin: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★"/>
            </a:pPr>
            <a:r>
              <a:rPr lang="en" sz="1900">
                <a:solidFill>
                  <a:schemeClr val="dk1"/>
                </a:solidFill>
              </a:rPr>
              <a:t>Tipul de jucărie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★"/>
            </a:pPr>
            <a:r>
              <a:rPr lang="en" sz="1900">
                <a:solidFill>
                  <a:schemeClr val="dk1"/>
                </a:solidFill>
              </a:rPr>
              <a:t>Hăinuțe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★"/>
            </a:pPr>
            <a:r>
              <a:rPr lang="en" sz="1900">
                <a:solidFill>
                  <a:schemeClr val="dk1"/>
                </a:solidFill>
              </a:rPr>
              <a:t>Accesorii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★"/>
            </a:pPr>
            <a:r>
              <a:rPr lang="en" sz="1900">
                <a:solidFill>
                  <a:schemeClr val="dk1"/>
                </a:solidFill>
              </a:rPr>
              <a:t>Dimensiuni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963" name="Google Shape;963;p38"/>
          <p:cNvSpPr/>
          <p:nvPr/>
        </p:nvSpPr>
        <p:spPr>
          <a:xfrm>
            <a:off x="8628651" y="3753991"/>
            <a:ext cx="320930" cy="221462"/>
          </a:xfrm>
          <a:custGeom>
            <a:rect b="b" l="l" r="r" t="t"/>
            <a:pathLst>
              <a:path extrusionOk="0" h="973" w="1410">
                <a:moveTo>
                  <a:pt x="0" y="0"/>
                </a:moveTo>
                <a:lnTo>
                  <a:pt x="1106" y="972"/>
                </a:lnTo>
                <a:lnTo>
                  <a:pt x="141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8"/>
          <p:cNvSpPr/>
          <p:nvPr/>
        </p:nvSpPr>
        <p:spPr>
          <a:xfrm>
            <a:off x="6836879" y="4714817"/>
            <a:ext cx="603166" cy="361668"/>
          </a:xfrm>
          <a:custGeom>
            <a:rect b="b" l="l" r="r" t="t"/>
            <a:pathLst>
              <a:path extrusionOk="0" h="1589" w="2650">
                <a:moveTo>
                  <a:pt x="0" y="0"/>
                </a:moveTo>
                <a:lnTo>
                  <a:pt x="1990" y="1588"/>
                </a:lnTo>
                <a:lnTo>
                  <a:pt x="2650" y="4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8"/>
          <p:cNvSpPr/>
          <p:nvPr/>
        </p:nvSpPr>
        <p:spPr>
          <a:xfrm>
            <a:off x="7804369" y="200924"/>
            <a:ext cx="396041" cy="27631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29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8"/>
          <p:cNvSpPr/>
          <p:nvPr/>
        </p:nvSpPr>
        <p:spPr>
          <a:xfrm rot="-1269456">
            <a:off x="8591081" y="1990449"/>
            <a:ext cx="396042" cy="276315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7" name="Google Shape;96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350" y="1928300"/>
            <a:ext cx="2836575" cy="28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Descrierea functionalitatii</a:t>
            </a:r>
            <a:endParaRPr/>
          </a:p>
        </p:txBody>
      </p:sp>
      <p:sp>
        <p:nvSpPr>
          <p:cNvPr id="973" name="Google Shape;973;p39"/>
          <p:cNvSpPr/>
          <p:nvPr/>
        </p:nvSpPr>
        <p:spPr>
          <a:xfrm>
            <a:off x="1597863" y="159662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9"/>
          <p:cNvSpPr/>
          <p:nvPr/>
        </p:nvSpPr>
        <p:spPr>
          <a:xfrm>
            <a:off x="1597863" y="2250300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39"/>
          <p:cNvSpPr/>
          <p:nvPr/>
        </p:nvSpPr>
        <p:spPr>
          <a:xfrm>
            <a:off x="1597863" y="290397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9"/>
          <p:cNvSpPr/>
          <p:nvPr/>
        </p:nvSpPr>
        <p:spPr>
          <a:xfrm>
            <a:off x="1597863" y="3557650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9"/>
          <p:cNvSpPr/>
          <p:nvPr/>
        </p:nvSpPr>
        <p:spPr>
          <a:xfrm>
            <a:off x="1597863" y="421132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9"/>
          <p:cNvSpPr txBox="1"/>
          <p:nvPr/>
        </p:nvSpPr>
        <p:spPr>
          <a:xfrm>
            <a:off x="2226025" y="1498538"/>
            <a:ext cx="17325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produs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979" name="Google Shape;979;p39"/>
          <p:cNvSpPr txBox="1"/>
          <p:nvPr/>
        </p:nvSpPr>
        <p:spPr>
          <a:xfrm>
            <a:off x="4116225" y="1602625"/>
            <a:ext cx="4430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estrial"/>
                <a:ea typeface="Questrial"/>
                <a:cs typeface="Questrial"/>
                <a:sym typeface="Questrial"/>
              </a:rPr>
              <a:t>Alegerea tipului de plus dorit (Animal/Fruct)</a:t>
            </a:r>
            <a:endParaRPr sz="12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0" name="Google Shape;980;p39"/>
          <p:cNvSpPr txBox="1"/>
          <p:nvPr/>
        </p:nvSpPr>
        <p:spPr>
          <a:xfrm>
            <a:off x="2226026" y="1936663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animal 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981" name="Google Shape;981;p39"/>
          <p:cNvSpPr txBox="1"/>
          <p:nvPr/>
        </p:nvSpPr>
        <p:spPr>
          <a:xfrm>
            <a:off x="4116225" y="1997413"/>
            <a:ext cx="4737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estrial"/>
                <a:ea typeface="Questrial"/>
                <a:cs typeface="Questrial"/>
                <a:sym typeface="Questrial"/>
              </a:rPr>
              <a:t>Alegerea dintre doua tipuri de animal prestabilite (Ursulet /Zebra)</a:t>
            </a:r>
            <a:endParaRPr sz="12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2" name="Google Shape;982;p39"/>
          <p:cNvSpPr txBox="1"/>
          <p:nvPr/>
        </p:nvSpPr>
        <p:spPr>
          <a:xfrm>
            <a:off x="2275376" y="2430375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fruct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983" name="Google Shape;983;p39"/>
          <p:cNvSpPr txBox="1"/>
          <p:nvPr/>
        </p:nvSpPr>
        <p:spPr>
          <a:xfrm>
            <a:off x="4120600" y="2497050"/>
            <a:ext cx="46182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Alegerea dintre doua tipuri de fructe prestabilite (Capsuna /Banana)</a:t>
            </a:r>
            <a:endParaRPr sz="1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984" name="Google Shape;984;p39"/>
          <p:cNvSpPr txBox="1"/>
          <p:nvPr/>
        </p:nvSpPr>
        <p:spPr>
          <a:xfrm>
            <a:off x="2226026" y="2862563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Hainute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985" name="Google Shape;985;p39"/>
          <p:cNvSpPr txBox="1"/>
          <p:nvPr/>
        </p:nvSpPr>
        <p:spPr>
          <a:xfrm>
            <a:off x="4116225" y="2904275"/>
            <a:ext cx="4655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Hainutele </a:t>
            </a:r>
            <a:r>
              <a:rPr lang="en" sz="1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sunt personificate  in functie de alegerea anterioara a tipului produs</a:t>
            </a:r>
            <a:endParaRPr sz="1200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86" name="Google Shape;986;p39"/>
          <p:cNvSpPr txBox="1"/>
          <p:nvPr/>
        </p:nvSpPr>
        <p:spPr>
          <a:xfrm>
            <a:off x="2284214" y="3788475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Marime 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grpSp>
        <p:nvGrpSpPr>
          <p:cNvPr id="987" name="Google Shape;987;p39"/>
          <p:cNvGrpSpPr/>
          <p:nvPr/>
        </p:nvGrpSpPr>
        <p:grpSpPr>
          <a:xfrm rot="143080">
            <a:off x="1279638" y="3481939"/>
            <a:ext cx="779636" cy="267260"/>
            <a:chOff x="-1760999" y="1531077"/>
            <a:chExt cx="829653" cy="268989"/>
          </a:xfrm>
        </p:grpSpPr>
        <p:sp>
          <p:nvSpPr>
            <p:cNvPr id="988" name="Google Shape;988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39"/>
          <p:cNvGrpSpPr/>
          <p:nvPr/>
        </p:nvGrpSpPr>
        <p:grpSpPr>
          <a:xfrm rot="151279">
            <a:off x="1276070" y="1599487"/>
            <a:ext cx="786443" cy="265935"/>
            <a:chOff x="-1760999" y="1531077"/>
            <a:chExt cx="829653" cy="268989"/>
          </a:xfrm>
        </p:grpSpPr>
        <p:sp>
          <p:nvSpPr>
            <p:cNvPr id="994" name="Google Shape;994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9" name="Google Shape;999;p39"/>
          <p:cNvGrpSpPr/>
          <p:nvPr/>
        </p:nvGrpSpPr>
        <p:grpSpPr>
          <a:xfrm rot="143985">
            <a:off x="1275034" y="2118273"/>
            <a:ext cx="788613" cy="266677"/>
            <a:chOff x="-1760999" y="1531077"/>
            <a:chExt cx="829653" cy="268989"/>
          </a:xfrm>
        </p:grpSpPr>
        <p:sp>
          <p:nvSpPr>
            <p:cNvPr id="1000" name="Google Shape;1000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5" name="Google Shape;1005;p39"/>
          <p:cNvGrpSpPr/>
          <p:nvPr/>
        </p:nvGrpSpPr>
        <p:grpSpPr>
          <a:xfrm rot="24250">
            <a:off x="1277881" y="3020074"/>
            <a:ext cx="788024" cy="266837"/>
            <a:chOff x="-1760999" y="1531077"/>
            <a:chExt cx="829653" cy="268989"/>
          </a:xfrm>
        </p:grpSpPr>
        <p:sp>
          <p:nvSpPr>
            <p:cNvPr id="1006" name="Google Shape;1006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1" name="Google Shape;1011;p39"/>
          <p:cNvGrpSpPr/>
          <p:nvPr/>
        </p:nvGrpSpPr>
        <p:grpSpPr>
          <a:xfrm rot="33298">
            <a:off x="1275923" y="2610422"/>
            <a:ext cx="788041" cy="264820"/>
            <a:chOff x="-1760999" y="1531077"/>
            <a:chExt cx="829653" cy="268989"/>
          </a:xfrm>
        </p:grpSpPr>
        <p:sp>
          <p:nvSpPr>
            <p:cNvPr id="1012" name="Google Shape;1012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7" name="Google Shape;1017;p39"/>
          <p:cNvSpPr/>
          <p:nvPr/>
        </p:nvSpPr>
        <p:spPr>
          <a:xfrm rot="6586312">
            <a:off x="1004427" y="4604846"/>
            <a:ext cx="298999" cy="486691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9"/>
          <p:cNvSpPr/>
          <p:nvPr/>
        </p:nvSpPr>
        <p:spPr>
          <a:xfrm>
            <a:off x="189200" y="4095812"/>
            <a:ext cx="309259" cy="288079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9"/>
          <p:cNvSpPr/>
          <p:nvPr/>
        </p:nvSpPr>
        <p:spPr>
          <a:xfrm rot="1230424">
            <a:off x="114573" y="917545"/>
            <a:ext cx="244863" cy="22810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9"/>
          <p:cNvSpPr/>
          <p:nvPr/>
        </p:nvSpPr>
        <p:spPr>
          <a:xfrm rot="10005364">
            <a:off x="1119921" y="117249"/>
            <a:ext cx="497266" cy="37012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9"/>
          <p:cNvSpPr/>
          <p:nvPr/>
        </p:nvSpPr>
        <p:spPr>
          <a:xfrm>
            <a:off x="8734384" y="3971500"/>
            <a:ext cx="298998" cy="27852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39"/>
          <p:cNvSpPr/>
          <p:nvPr/>
        </p:nvSpPr>
        <p:spPr>
          <a:xfrm rot="1103711">
            <a:off x="8125467" y="4493516"/>
            <a:ext cx="367720" cy="39507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3" name="Google Shape;1023;p39"/>
          <p:cNvGrpSpPr/>
          <p:nvPr/>
        </p:nvGrpSpPr>
        <p:grpSpPr>
          <a:xfrm rot="80540">
            <a:off x="1299783" y="3907188"/>
            <a:ext cx="775606" cy="254615"/>
            <a:chOff x="-1760999" y="1531077"/>
            <a:chExt cx="829653" cy="268989"/>
          </a:xfrm>
        </p:grpSpPr>
        <p:sp>
          <p:nvSpPr>
            <p:cNvPr id="1024" name="Google Shape;1024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9" name="Google Shape;1029;p39"/>
          <p:cNvSpPr txBox="1"/>
          <p:nvPr/>
        </p:nvSpPr>
        <p:spPr>
          <a:xfrm>
            <a:off x="2324726" y="3320850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Accesorii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030" name="Google Shape;1030;p39"/>
          <p:cNvSpPr txBox="1"/>
          <p:nvPr/>
        </p:nvSpPr>
        <p:spPr>
          <a:xfrm>
            <a:off x="2226026" y="4211325"/>
            <a:ext cx="1633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plata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grpSp>
        <p:nvGrpSpPr>
          <p:cNvPr id="1031" name="Google Shape;1031;p39"/>
          <p:cNvGrpSpPr/>
          <p:nvPr/>
        </p:nvGrpSpPr>
        <p:grpSpPr>
          <a:xfrm rot="83026">
            <a:off x="1293404" y="4401232"/>
            <a:ext cx="786740" cy="253738"/>
            <a:chOff x="-1760999" y="1531077"/>
            <a:chExt cx="829653" cy="268989"/>
          </a:xfrm>
        </p:grpSpPr>
        <p:sp>
          <p:nvSpPr>
            <p:cNvPr id="1032" name="Google Shape;1032;p39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DD7E6B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033" name="Google Shape;1033;p39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rgbClr val="CC4125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034" name="Google Shape;1034;p39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rgbClr val="CC4125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035" name="Google Shape;1035;p39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036" name="Google Shape;1036;p39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7E6B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sp>
        <p:nvSpPr>
          <p:cNvPr id="1037" name="Google Shape;1037;p39"/>
          <p:cNvSpPr txBox="1"/>
          <p:nvPr/>
        </p:nvSpPr>
        <p:spPr>
          <a:xfrm>
            <a:off x="4120625" y="42521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estrial"/>
                <a:ea typeface="Questrial"/>
                <a:cs typeface="Questrial"/>
                <a:sym typeface="Questrial"/>
              </a:rPr>
              <a:t>Plata se face prin intermediul cardului sau direct cash</a:t>
            </a:r>
            <a:endParaRPr sz="120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38" name="Google Shape;1038;p39"/>
          <p:cNvSpPr txBox="1"/>
          <p:nvPr/>
        </p:nvSpPr>
        <p:spPr>
          <a:xfrm>
            <a:off x="4134825" y="3811125"/>
            <a:ext cx="4618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Questrial"/>
                <a:ea typeface="Questrial"/>
                <a:cs typeface="Questrial"/>
                <a:sym typeface="Questrial"/>
              </a:rPr>
              <a:t>Dimensiunea e disponibila in 2 optiuni ( mare / mic )</a:t>
            </a:r>
            <a:endParaRPr sz="120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39" name="Google Shape;1039;p39"/>
          <p:cNvSpPr txBox="1"/>
          <p:nvPr/>
        </p:nvSpPr>
        <p:spPr>
          <a:xfrm>
            <a:off x="4120625" y="3355013"/>
            <a:ext cx="4655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Accesoriile sunt personificate  in functie de alegerea anterioara a tipului produs</a:t>
            </a:r>
            <a:endParaRPr sz="1200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0"/>
          <p:cNvSpPr txBox="1"/>
          <p:nvPr>
            <p:ph idx="5" type="subTitle"/>
          </p:nvPr>
        </p:nvSpPr>
        <p:spPr>
          <a:xfrm>
            <a:off x="1081350" y="1084950"/>
            <a:ext cx="6970200" cy="384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Robotul pornește din starea inițială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 Utilizatorul va avea de ales între cele două plusuri (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ANIMAL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–1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FRUCT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–0). După alegerea programului pe ecranul automatului va apărea decizia de alegere “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Tip animal”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respectiv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“Tip fruct”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în funcție de jucaria aleasa. 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Prima decizie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are două animale,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ursulet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zebra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(0).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Starea ursulet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ii permite clientului sa hotarasca culoarea acestuia.(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negru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-1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alb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–0). După alegerea animalului, se poate decide imbracamintea,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rochita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costum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(0), precum si prezenta accesoriilor,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(0). Starea cu accesorii dispune de selectarea dintre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bijuterie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papion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(0). Fie cu accesorii, fie fara, automatul ajunge in starea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Dimensiune.</a:t>
            </a:r>
            <a:endParaRPr/>
          </a:p>
        </p:txBody>
      </p:sp>
      <p:sp>
        <p:nvSpPr>
          <p:cNvPr id="1045" name="Google Shape;1045;p40"/>
          <p:cNvSpPr/>
          <p:nvPr/>
        </p:nvSpPr>
        <p:spPr>
          <a:xfrm>
            <a:off x="839254" y="4606771"/>
            <a:ext cx="324900" cy="52885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0"/>
          <p:cNvSpPr/>
          <p:nvPr/>
        </p:nvSpPr>
        <p:spPr>
          <a:xfrm rot="10405265">
            <a:off x="715348" y="1595029"/>
            <a:ext cx="288608" cy="333447"/>
          </a:xfrm>
          <a:custGeom>
            <a:rect b="b" l="l" r="r" t="t"/>
            <a:pathLst>
              <a:path extrusionOk="0" h="1465" w="1268">
                <a:moveTo>
                  <a:pt x="0" y="1"/>
                </a:moveTo>
                <a:lnTo>
                  <a:pt x="0" y="1009"/>
                </a:lnTo>
                <a:lnTo>
                  <a:pt x="1267" y="1464"/>
                </a:lnTo>
                <a:lnTo>
                  <a:pt x="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40"/>
          <p:cNvSpPr/>
          <p:nvPr/>
        </p:nvSpPr>
        <p:spPr>
          <a:xfrm>
            <a:off x="839244" y="260853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0"/>
          <p:cNvSpPr/>
          <p:nvPr/>
        </p:nvSpPr>
        <p:spPr>
          <a:xfrm>
            <a:off x="1558809" y="268054"/>
            <a:ext cx="540346" cy="40218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40"/>
          <p:cNvSpPr/>
          <p:nvPr/>
        </p:nvSpPr>
        <p:spPr>
          <a:xfrm rot="1230437">
            <a:off x="7003782" y="4645538"/>
            <a:ext cx="266075" cy="24786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0"/>
          <p:cNvSpPr/>
          <p:nvPr/>
        </p:nvSpPr>
        <p:spPr>
          <a:xfrm rot="-1726479">
            <a:off x="7716084" y="2370658"/>
            <a:ext cx="540340" cy="402183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40"/>
          <p:cNvSpPr/>
          <p:nvPr/>
        </p:nvSpPr>
        <p:spPr>
          <a:xfrm>
            <a:off x="6136494" y="20481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40"/>
          <p:cNvSpPr/>
          <p:nvPr/>
        </p:nvSpPr>
        <p:spPr>
          <a:xfrm rot="10107697">
            <a:off x="8101115" y="379545"/>
            <a:ext cx="324902" cy="528851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0"/>
          <p:cNvSpPr txBox="1"/>
          <p:nvPr>
            <p:ph type="title"/>
          </p:nvPr>
        </p:nvSpPr>
        <p:spPr>
          <a:xfrm>
            <a:off x="839250" y="352400"/>
            <a:ext cx="7315800" cy="89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Descrierea functionalitatii I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41"/>
          <p:cNvSpPr/>
          <p:nvPr/>
        </p:nvSpPr>
        <p:spPr>
          <a:xfrm>
            <a:off x="405404" y="4477421"/>
            <a:ext cx="324900" cy="52885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1"/>
          <p:cNvSpPr/>
          <p:nvPr/>
        </p:nvSpPr>
        <p:spPr>
          <a:xfrm rot="580744">
            <a:off x="7276936" y="4551805"/>
            <a:ext cx="574937" cy="380105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41"/>
          <p:cNvSpPr/>
          <p:nvPr/>
        </p:nvSpPr>
        <p:spPr>
          <a:xfrm rot="10405265">
            <a:off x="748448" y="1531554"/>
            <a:ext cx="288608" cy="333447"/>
          </a:xfrm>
          <a:custGeom>
            <a:rect b="b" l="l" r="r" t="t"/>
            <a:pathLst>
              <a:path extrusionOk="0" h="1465" w="1268">
                <a:moveTo>
                  <a:pt x="0" y="1"/>
                </a:moveTo>
                <a:lnTo>
                  <a:pt x="0" y="1009"/>
                </a:lnTo>
                <a:lnTo>
                  <a:pt x="1267" y="1464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1"/>
          <p:cNvSpPr/>
          <p:nvPr/>
        </p:nvSpPr>
        <p:spPr>
          <a:xfrm>
            <a:off x="7805832" y="227373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41"/>
          <p:cNvSpPr/>
          <p:nvPr/>
        </p:nvSpPr>
        <p:spPr>
          <a:xfrm>
            <a:off x="883494" y="252158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41"/>
          <p:cNvSpPr/>
          <p:nvPr/>
        </p:nvSpPr>
        <p:spPr>
          <a:xfrm>
            <a:off x="1348609" y="92154"/>
            <a:ext cx="540346" cy="40218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41"/>
          <p:cNvSpPr/>
          <p:nvPr/>
        </p:nvSpPr>
        <p:spPr>
          <a:xfrm rot="-9365925">
            <a:off x="1456621" y="4637436"/>
            <a:ext cx="874925" cy="402174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1"/>
          <p:cNvSpPr/>
          <p:nvPr/>
        </p:nvSpPr>
        <p:spPr>
          <a:xfrm rot="-5670485">
            <a:off x="8603659" y="4291556"/>
            <a:ext cx="540344" cy="402181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1"/>
          <p:cNvSpPr txBox="1"/>
          <p:nvPr>
            <p:ph idx="4294967295" type="subTitle"/>
          </p:nvPr>
        </p:nvSpPr>
        <p:spPr>
          <a:xfrm>
            <a:off x="1086888" y="757500"/>
            <a:ext cx="6970200" cy="43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360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În ceea ce privește jucaria de tip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fruct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utilizatorul poate decide dintre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capsuna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banana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(0). In urma alegerii bananei, clientul poate alege intre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accesorii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pijamale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(0), in timp ce capsuna are acces doar la starea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accesorii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 Astfel, se hotaraste prezenta accesoriilor,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cu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(0). In urma unui mesaj pozitiv, clientul va avea de ales dintre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masca de somn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fundita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(0).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După alegere, se va afișa pe ecranul aparatului mesajul “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Tip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dimensiune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” (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C8,C9,C10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), iar utilizator va alege marimea dorită (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mic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- 1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mare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– 0). După alegerea acesteia, va aparea mesajul “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Tip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plata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” (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C11)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iar utilizatorul trebuie sa aleaga intre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cash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(1) și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(0).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600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La finalul execuției, aparatul scoate un sunet lung și trece din nou în starea </a:t>
            </a:r>
            <a:r>
              <a:rPr b="1"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START </a:t>
            </a:r>
            <a:r>
              <a:rPr lang="en" sz="17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în care așteaptă input de la utilizator.</a:t>
            </a:r>
            <a:endParaRPr sz="17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41"/>
          <p:cNvSpPr txBox="1"/>
          <p:nvPr>
            <p:ph type="title"/>
          </p:nvPr>
        </p:nvSpPr>
        <p:spPr>
          <a:xfrm>
            <a:off x="753738" y="87175"/>
            <a:ext cx="7636500" cy="89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Descrierea functionalitatii II</a:t>
            </a:r>
            <a:endParaRPr sz="4000"/>
          </a:p>
        </p:txBody>
      </p:sp>
      <p:sp>
        <p:nvSpPr>
          <p:cNvPr id="1068" name="Google Shape;1068;p41"/>
          <p:cNvSpPr/>
          <p:nvPr/>
        </p:nvSpPr>
        <p:spPr>
          <a:xfrm>
            <a:off x="7483694" y="894599"/>
            <a:ext cx="396041" cy="27631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42"/>
          <p:cNvSpPr txBox="1"/>
          <p:nvPr>
            <p:ph type="title"/>
          </p:nvPr>
        </p:nvSpPr>
        <p:spPr>
          <a:xfrm>
            <a:off x="531475" y="-197650"/>
            <a:ext cx="6519000" cy="13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SCHEMA BLOC</a:t>
            </a:r>
            <a:endParaRPr sz="4500"/>
          </a:p>
        </p:txBody>
      </p:sp>
      <p:sp>
        <p:nvSpPr>
          <p:cNvPr id="1074" name="Google Shape;1074;p42"/>
          <p:cNvSpPr/>
          <p:nvPr/>
        </p:nvSpPr>
        <p:spPr>
          <a:xfrm>
            <a:off x="343441" y="2653221"/>
            <a:ext cx="324900" cy="52885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rgbClr val="FC595D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2"/>
          <p:cNvSpPr/>
          <p:nvPr/>
        </p:nvSpPr>
        <p:spPr>
          <a:xfrm flipH="1" rot="5400000">
            <a:off x="4727680" y="806048"/>
            <a:ext cx="396041" cy="277387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2"/>
          <p:cNvSpPr/>
          <p:nvPr/>
        </p:nvSpPr>
        <p:spPr>
          <a:xfrm flipH="1" rot="5400000">
            <a:off x="5795800" y="1312362"/>
            <a:ext cx="266076" cy="248826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rgbClr val="54CEEA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42"/>
          <p:cNvSpPr/>
          <p:nvPr/>
        </p:nvSpPr>
        <p:spPr>
          <a:xfrm>
            <a:off x="719994" y="14596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2"/>
          <p:cNvSpPr/>
          <p:nvPr/>
        </p:nvSpPr>
        <p:spPr>
          <a:xfrm rot="-3478012">
            <a:off x="1590808" y="4321025"/>
            <a:ext cx="452055" cy="298854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rgbClr val="F6A049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42"/>
          <p:cNvSpPr/>
          <p:nvPr/>
        </p:nvSpPr>
        <p:spPr>
          <a:xfrm>
            <a:off x="4376807" y="440788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2"/>
          <p:cNvSpPr/>
          <p:nvPr/>
        </p:nvSpPr>
        <p:spPr>
          <a:xfrm>
            <a:off x="7607741" y="3670721"/>
            <a:ext cx="324900" cy="52885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rgbClr val="26E288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42"/>
          <p:cNvSpPr/>
          <p:nvPr/>
        </p:nvSpPr>
        <p:spPr>
          <a:xfrm flipH="1" rot="5400000">
            <a:off x="8823300" y="3360412"/>
            <a:ext cx="266076" cy="248826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2" name="Google Shape;10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450" y="858950"/>
            <a:ext cx="2849200" cy="379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3" name="Google Shape;1083;p42"/>
          <p:cNvGrpSpPr/>
          <p:nvPr/>
        </p:nvGrpSpPr>
        <p:grpSpPr>
          <a:xfrm>
            <a:off x="1054503" y="1028924"/>
            <a:ext cx="410762" cy="412615"/>
            <a:chOff x="2002853" y="2956299"/>
            <a:chExt cx="410762" cy="412615"/>
          </a:xfrm>
        </p:grpSpPr>
        <p:sp>
          <p:nvSpPr>
            <p:cNvPr id="1084" name="Google Shape;1084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8" name="Google Shape;1108;p42"/>
          <p:cNvGrpSpPr/>
          <p:nvPr/>
        </p:nvGrpSpPr>
        <p:grpSpPr>
          <a:xfrm>
            <a:off x="3797703" y="1028924"/>
            <a:ext cx="410762" cy="412615"/>
            <a:chOff x="2002853" y="2956299"/>
            <a:chExt cx="410762" cy="412615"/>
          </a:xfrm>
        </p:grpSpPr>
        <p:sp>
          <p:nvSpPr>
            <p:cNvPr id="1109" name="Google Shape;1109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42"/>
          <p:cNvGrpSpPr/>
          <p:nvPr/>
        </p:nvGrpSpPr>
        <p:grpSpPr>
          <a:xfrm>
            <a:off x="3340503" y="1028924"/>
            <a:ext cx="410762" cy="412615"/>
            <a:chOff x="2002853" y="2956299"/>
            <a:chExt cx="410762" cy="412615"/>
          </a:xfrm>
        </p:grpSpPr>
        <p:sp>
          <p:nvSpPr>
            <p:cNvPr id="1134" name="Google Shape;1134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8" name="Google Shape;1158;p42"/>
          <p:cNvGrpSpPr/>
          <p:nvPr/>
        </p:nvGrpSpPr>
        <p:grpSpPr>
          <a:xfrm>
            <a:off x="2883303" y="1028924"/>
            <a:ext cx="410762" cy="412615"/>
            <a:chOff x="2002853" y="2956299"/>
            <a:chExt cx="410762" cy="412615"/>
          </a:xfrm>
        </p:grpSpPr>
        <p:sp>
          <p:nvSpPr>
            <p:cNvPr id="1159" name="Google Shape;1159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3" name="Google Shape;1183;p42"/>
          <p:cNvGrpSpPr/>
          <p:nvPr/>
        </p:nvGrpSpPr>
        <p:grpSpPr>
          <a:xfrm>
            <a:off x="2426103" y="1028924"/>
            <a:ext cx="410762" cy="412615"/>
            <a:chOff x="2002853" y="2956299"/>
            <a:chExt cx="410762" cy="412615"/>
          </a:xfrm>
        </p:grpSpPr>
        <p:sp>
          <p:nvSpPr>
            <p:cNvPr id="1184" name="Google Shape;1184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42"/>
          <p:cNvGrpSpPr/>
          <p:nvPr/>
        </p:nvGrpSpPr>
        <p:grpSpPr>
          <a:xfrm>
            <a:off x="1968903" y="1028924"/>
            <a:ext cx="410762" cy="412615"/>
            <a:chOff x="2002853" y="2956299"/>
            <a:chExt cx="410762" cy="412615"/>
          </a:xfrm>
        </p:grpSpPr>
        <p:sp>
          <p:nvSpPr>
            <p:cNvPr id="1209" name="Google Shape;1209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3" name="Google Shape;1233;p42"/>
          <p:cNvGrpSpPr/>
          <p:nvPr/>
        </p:nvGrpSpPr>
        <p:grpSpPr>
          <a:xfrm>
            <a:off x="1511703" y="1028924"/>
            <a:ext cx="410762" cy="412615"/>
            <a:chOff x="2002853" y="2956299"/>
            <a:chExt cx="410762" cy="412615"/>
          </a:xfrm>
        </p:grpSpPr>
        <p:sp>
          <p:nvSpPr>
            <p:cNvPr id="1234" name="Google Shape;1234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8" name="Google Shape;1258;p42"/>
          <p:cNvGrpSpPr/>
          <p:nvPr/>
        </p:nvGrpSpPr>
        <p:grpSpPr>
          <a:xfrm>
            <a:off x="4208478" y="1028924"/>
            <a:ext cx="410762" cy="412615"/>
            <a:chOff x="2002853" y="2956299"/>
            <a:chExt cx="410762" cy="412615"/>
          </a:xfrm>
        </p:grpSpPr>
        <p:sp>
          <p:nvSpPr>
            <p:cNvPr id="1259" name="Google Shape;1259;p42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2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42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2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42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42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42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42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42"/>
          <p:cNvGrpSpPr/>
          <p:nvPr/>
        </p:nvGrpSpPr>
        <p:grpSpPr>
          <a:xfrm rot="-1199933">
            <a:off x="86494" y="4423673"/>
            <a:ext cx="1390025" cy="450757"/>
            <a:chOff x="-1760999" y="1531077"/>
            <a:chExt cx="829653" cy="268989"/>
          </a:xfrm>
        </p:grpSpPr>
        <p:sp>
          <p:nvSpPr>
            <p:cNvPr id="1284" name="Google Shape;1284;p42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89" name="Google Shape;12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1700" y="1544525"/>
            <a:ext cx="1871250" cy="27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3"/>
          <p:cNvSpPr txBox="1"/>
          <p:nvPr>
            <p:ph type="title"/>
          </p:nvPr>
        </p:nvSpPr>
        <p:spPr>
          <a:xfrm>
            <a:off x="1062925" y="269700"/>
            <a:ext cx="1158600" cy="46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N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1295" name="Google Shape;12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300" y="27550"/>
            <a:ext cx="5207601" cy="5088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44"/>
          <p:cNvSpPr txBox="1"/>
          <p:nvPr>
            <p:ph type="title"/>
          </p:nvPr>
        </p:nvSpPr>
        <p:spPr>
          <a:xfrm>
            <a:off x="720000" y="553200"/>
            <a:ext cx="77325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/>
              <a:t>Calculul lungimii microinstructiunii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4"/>
          <p:cNvSpPr txBox="1"/>
          <p:nvPr>
            <p:ph idx="2" type="title"/>
          </p:nvPr>
        </p:nvSpPr>
        <p:spPr>
          <a:xfrm>
            <a:off x="1568000" y="230342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 baza algoritmului</a:t>
            </a:r>
            <a:endParaRPr/>
          </a:p>
        </p:txBody>
      </p:sp>
      <p:sp>
        <p:nvSpPr>
          <p:cNvPr id="1302" name="Google Shape;1302;p44"/>
          <p:cNvSpPr txBox="1"/>
          <p:nvPr>
            <p:ph idx="3" type="title"/>
          </p:nvPr>
        </p:nvSpPr>
        <p:spPr>
          <a:xfrm>
            <a:off x="4833397" y="2303422"/>
            <a:ext cx="2742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 baza tipului de memorie</a:t>
            </a:r>
            <a:endParaRPr/>
          </a:p>
        </p:txBody>
      </p:sp>
      <p:sp>
        <p:nvSpPr>
          <p:cNvPr id="1303" name="Google Shape;1303;p44"/>
          <p:cNvSpPr txBox="1"/>
          <p:nvPr>
            <p:ph idx="1" type="subTitle"/>
          </p:nvPr>
        </p:nvSpPr>
        <p:spPr>
          <a:xfrm>
            <a:off x="4757825" y="3258775"/>
            <a:ext cx="31455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Tipul de memorie ales este 256X4, pot adresa maxim 256 de stari, cu un RA pe 8 biti =&gt; 8 biti pentru stari.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μi  de tip 1 =&gt; 1+nout=14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μi  de tip 0 =&gt; 1+nci+nadr=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                        1+4+8=13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Lμi=max(14,13)=14 =&gt; 4 circuite de memorie</a:t>
            </a:r>
            <a:endParaRPr sz="1200"/>
          </a:p>
        </p:txBody>
      </p:sp>
      <p:sp>
        <p:nvSpPr>
          <p:cNvPr id="1304" name="Google Shape;1304;p44"/>
          <p:cNvSpPr txBox="1"/>
          <p:nvPr>
            <p:ph idx="4" type="subTitle"/>
          </p:nvPr>
        </p:nvSpPr>
        <p:spPr>
          <a:xfrm>
            <a:off x="1670925" y="3182076"/>
            <a:ext cx="2505600" cy="1493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L</a:t>
            </a:r>
            <a:r>
              <a:rPr lang="en" sz="1300"/>
              <a:t>μi=nci+2*nadr+nout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μi  de tip 1 =&gt; 1+nout=14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μi  de tip 0 =&gt; 1+nci+nadr=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                            1+4+5=10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Lμi=max(14,10)=14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1305" name="Google Shape;1305;p44"/>
          <p:cNvSpPr/>
          <p:nvPr/>
        </p:nvSpPr>
        <p:spPr>
          <a:xfrm>
            <a:off x="343441" y="2653221"/>
            <a:ext cx="324900" cy="52885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4"/>
          <p:cNvSpPr/>
          <p:nvPr/>
        </p:nvSpPr>
        <p:spPr>
          <a:xfrm>
            <a:off x="8232882" y="3258774"/>
            <a:ext cx="396041" cy="276316"/>
          </a:xfrm>
          <a:custGeom>
            <a:rect b="b" l="l" r="r" t="t"/>
            <a:pathLst>
              <a:path extrusionOk="0" h="1214" w="1740">
                <a:moveTo>
                  <a:pt x="1169" y="0"/>
                </a:moveTo>
                <a:lnTo>
                  <a:pt x="0" y="1214"/>
                </a:lnTo>
                <a:lnTo>
                  <a:pt x="1740" y="1214"/>
                </a:lnTo>
                <a:lnTo>
                  <a:pt x="11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4"/>
          <p:cNvSpPr/>
          <p:nvPr/>
        </p:nvSpPr>
        <p:spPr>
          <a:xfrm>
            <a:off x="7805832" y="2273739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44"/>
          <p:cNvSpPr/>
          <p:nvPr/>
        </p:nvSpPr>
        <p:spPr>
          <a:xfrm>
            <a:off x="719994" y="14596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9" name="Google Shape;1309;p44"/>
          <p:cNvGrpSpPr/>
          <p:nvPr/>
        </p:nvGrpSpPr>
        <p:grpSpPr>
          <a:xfrm>
            <a:off x="2676203" y="1684617"/>
            <a:ext cx="526186" cy="528560"/>
            <a:chOff x="2002853" y="2956299"/>
            <a:chExt cx="410762" cy="412615"/>
          </a:xfrm>
        </p:grpSpPr>
        <p:sp>
          <p:nvSpPr>
            <p:cNvPr id="1310" name="Google Shape;1310;p44"/>
            <p:cNvSpPr/>
            <p:nvPr/>
          </p:nvSpPr>
          <p:spPr>
            <a:xfrm>
              <a:off x="2031015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32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44"/>
            <p:cNvSpPr/>
            <p:nvPr/>
          </p:nvSpPr>
          <p:spPr>
            <a:xfrm>
              <a:off x="2031015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32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4"/>
            <p:cNvSpPr/>
            <p:nvPr/>
          </p:nvSpPr>
          <p:spPr>
            <a:xfrm>
              <a:off x="2031015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4"/>
            <p:cNvSpPr/>
            <p:nvPr/>
          </p:nvSpPr>
          <p:spPr>
            <a:xfrm>
              <a:off x="2031015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4"/>
            <p:cNvSpPr/>
            <p:nvPr/>
          </p:nvSpPr>
          <p:spPr>
            <a:xfrm>
              <a:off x="2002853" y="3259920"/>
              <a:ext cx="60343" cy="108994"/>
            </a:xfrm>
            <a:custGeom>
              <a:rect b="b" l="l" r="r" t="t"/>
              <a:pathLst>
                <a:path extrusionOk="0" h="4176" w="2312">
                  <a:moveTo>
                    <a:pt x="1151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11" y="4175"/>
                  </a:lnTo>
                  <a:lnTo>
                    <a:pt x="2311" y="1856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4"/>
            <p:cNvSpPr/>
            <p:nvPr/>
          </p:nvSpPr>
          <p:spPr>
            <a:xfrm>
              <a:off x="2002853" y="2956299"/>
              <a:ext cx="60343" cy="140888"/>
            </a:xfrm>
            <a:custGeom>
              <a:rect b="b" l="l" r="r" t="t"/>
              <a:pathLst>
                <a:path extrusionOk="0" h="5398" w="2312">
                  <a:moveTo>
                    <a:pt x="1276" y="0"/>
                  </a:moveTo>
                  <a:lnTo>
                    <a:pt x="0" y="4166"/>
                  </a:lnTo>
                  <a:lnTo>
                    <a:pt x="1151" y="5398"/>
                  </a:lnTo>
                  <a:lnTo>
                    <a:pt x="2311" y="416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44"/>
            <p:cNvSpPr/>
            <p:nvPr/>
          </p:nvSpPr>
          <p:spPr>
            <a:xfrm>
              <a:off x="2002853" y="3065032"/>
              <a:ext cx="60343" cy="104792"/>
            </a:xfrm>
            <a:custGeom>
              <a:rect b="b" l="l" r="r" t="t"/>
              <a:pathLst>
                <a:path extrusionOk="0" h="4015" w="2312">
                  <a:moveTo>
                    <a:pt x="0" y="0"/>
                  </a:moveTo>
                  <a:lnTo>
                    <a:pt x="0" y="1856"/>
                  </a:lnTo>
                  <a:lnTo>
                    <a:pt x="1151" y="4015"/>
                  </a:lnTo>
                  <a:lnTo>
                    <a:pt x="2311" y="1856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44"/>
            <p:cNvSpPr/>
            <p:nvPr/>
          </p:nvSpPr>
          <p:spPr>
            <a:xfrm>
              <a:off x="2002853" y="3113473"/>
              <a:ext cx="60343" cy="194889"/>
            </a:xfrm>
            <a:custGeom>
              <a:rect b="b" l="l" r="r" t="t"/>
              <a:pathLst>
                <a:path extrusionOk="0" h="7467" w="2312">
                  <a:moveTo>
                    <a:pt x="0" y="0"/>
                  </a:moveTo>
                  <a:lnTo>
                    <a:pt x="0" y="7467"/>
                  </a:lnTo>
                  <a:lnTo>
                    <a:pt x="2311" y="7467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4"/>
            <p:cNvSpPr/>
            <p:nvPr/>
          </p:nvSpPr>
          <p:spPr>
            <a:xfrm>
              <a:off x="2320908" y="3276207"/>
              <a:ext cx="92707" cy="92707"/>
            </a:xfrm>
            <a:custGeom>
              <a:rect b="b" l="l" r="r" t="t"/>
              <a:pathLst>
                <a:path extrusionOk="0" h="3552" w="3552">
                  <a:moveTo>
                    <a:pt x="1" y="1"/>
                  </a:moveTo>
                  <a:lnTo>
                    <a:pt x="1241" y="3551"/>
                  </a:lnTo>
                  <a:lnTo>
                    <a:pt x="3551" y="3551"/>
                  </a:lnTo>
                  <a:lnTo>
                    <a:pt x="3551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44"/>
            <p:cNvSpPr/>
            <p:nvPr/>
          </p:nvSpPr>
          <p:spPr>
            <a:xfrm>
              <a:off x="2320908" y="2956299"/>
              <a:ext cx="92707" cy="140888"/>
            </a:xfrm>
            <a:custGeom>
              <a:rect b="b" l="l" r="r" t="t"/>
              <a:pathLst>
                <a:path extrusionOk="0" h="5398" w="3552">
                  <a:moveTo>
                    <a:pt x="1241" y="0"/>
                  </a:moveTo>
                  <a:lnTo>
                    <a:pt x="1" y="4166"/>
                  </a:lnTo>
                  <a:lnTo>
                    <a:pt x="1776" y="5398"/>
                  </a:lnTo>
                  <a:lnTo>
                    <a:pt x="3551" y="4166"/>
                  </a:lnTo>
                  <a:lnTo>
                    <a:pt x="22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44"/>
            <p:cNvSpPr/>
            <p:nvPr/>
          </p:nvSpPr>
          <p:spPr>
            <a:xfrm>
              <a:off x="2320908" y="3065032"/>
              <a:ext cx="92707" cy="88740"/>
            </a:xfrm>
            <a:custGeom>
              <a:rect b="b" l="l" r="r" t="t"/>
              <a:pathLst>
                <a:path extrusionOk="0" h="3400" w="3552">
                  <a:moveTo>
                    <a:pt x="1" y="0"/>
                  </a:moveTo>
                  <a:lnTo>
                    <a:pt x="1" y="3399"/>
                  </a:lnTo>
                  <a:lnTo>
                    <a:pt x="3551" y="1856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44"/>
            <p:cNvSpPr/>
            <p:nvPr/>
          </p:nvSpPr>
          <p:spPr>
            <a:xfrm>
              <a:off x="2320908" y="3113473"/>
              <a:ext cx="92707" cy="194889"/>
            </a:xfrm>
            <a:custGeom>
              <a:rect b="b" l="l" r="r" t="t"/>
              <a:pathLst>
                <a:path extrusionOk="0" h="7467" w="3552">
                  <a:moveTo>
                    <a:pt x="1" y="0"/>
                  </a:moveTo>
                  <a:lnTo>
                    <a:pt x="1" y="7467"/>
                  </a:lnTo>
                  <a:lnTo>
                    <a:pt x="3551" y="7467"/>
                  </a:lnTo>
                  <a:lnTo>
                    <a:pt x="3551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4"/>
            <p:cNvSpPr/>
            <p:nvPr/>
          </p:nvSpPr>
          <p:spPr>
            <a:xfrm>
              <a:off x="2292746" y="3259920"/>
              <a:ext cx="60552" cy="108994"/>
            </a:xfrm>
            <a:custGeom>
              <a:rect b="b" l="l" r="r" t="t"/>
              <a:pathLst>
                <a:path extrusionOk="0" h="4176" w="2320">
                  <a:moveTo>
                    <a:pt x="1160" y="0"/>
                  </a:moveTo>
                  <a:lnTo>
                    <a:pt x="0" y="1856"/>
                  </a:lnTo>
                  <a:lnTo>
                    <a:pt x="0" y="4175"/>
                  </a:lnTo>
                  <a:lnTo>
                    <a:pt x="2320" y="4175"/>
                  </a:lnTo>
                  <a:lnTo>
                    <a:pt x="2320" y="1856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44"/>
            <p:cNvSpPr/>
            <p:nvPr/>
          </p:nvSpPr>
          <p:spPr>
            <a:xfrm>
              <a:off x="2292746" y="2956299"/>
              <a:ext cx="60552" cy="140888"/>
            </a:xfrm>
            <a:custGeom>
              <a:rect b="b" l="l" r="r" t="t"/>
              <a:pathLst>
                <a:path extrusionOk="0" h="5398" w="2320">
                  <a:moveTo>
                    <a:pt x="1285" y="0"/>
                  </a:moveTo>
                  <a:lnTo>
                    <a:pt x="0" y="4166"/>
                  </a:lnTo>
                  <a:lnTo>
                    <a:pt x="1160" y="5398"/>
                  </a:lnTo>
                  <a:lnTo>
                    <a:pt x="2320" y="416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44"/>
            <p:cNvSpPr/>
            <p:nvPr/>
          </p:nvSpPr>
          <p:spPr>
            <a:xfrm>
              <a:off x="2292746" y="3065032"/>
              <a:ext cx="60552" cy="104792"/>
            </a:xfrm>
            <a:custGeom>
              <a:rect b="b" l="l" r="r" t="t"/>
              <a:pathLst>
                <a:path extrusionOk="0" h="4015" w="2320">
                  <a:moveTo>
                    <a:pt x="0" y="0"/>
                  </a:moveTo>
                  <a:lnTo>
                    <a:pt x="0" y="1856"/>
                  </a:lnTo>
                  <a:lnTo>
                    <a:pt x="1160" y="4015"/>
                  </a:lnTo>
                  <a:lnTo>
                    <a:pt x="2320" y="1856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44"/>
            <p:cNvSpPr/>
            <p:nvPr/>
          </p:nvSpPr>
          <p:spPr>
            <a:xfrm>
              <a:off x="2292746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4"/>
            <p:cNvSpPr/>
            <p:nvPr/>
          </p:nvSpPr>
          <p:spPr>
            <a:xfrm>
              <a:off x="2176079" y="2956299"/>
              <a:ext cx="92472" cy="92681"/>
            </a:xfrm>
            <a:custGeom>
              <a:rect b="b" l="l" r="r" t="t"/>
              <a:pathLst>
                <a:path extrusionOk="0" h="3551" w="3543">
                  <a:moveTo>
                    <a:pt x="1232" y="0"/>
                  </a:moveTo>
                  <a:lnTo>
                    <a:pt x="1" y="3551"/>
                  </a:lnTo>
                  <a:lnTo>
                    <a:pt x="3542" y="2311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44"/>
            <p:cNvSpPr/>
            <p:nvPr/>
          </p:nvSpPr>
          <p:spPr>
            <a:xfrm>
              <a:off x="2176079" y="3227791"/>
              <a:ext cx="92472" cy="141123"/>
            </a:xfrm>
            <a:custGeom>
              <a:rect b="b" l="l" r="r" t="t"/>
              <a:pathLst>
                <a:path extrusionOk="0" h="5407" w="3543">
                  <a:moveTo>
                    <a:pt x="1767" y="0"/>
                  </a:moveTo>
                  <a:lnTo>
                    <a:pt x="1" y="1231"/>
                  </a:lnTo>
                  <a:lnTo>
                    <a:pt x="1232" y="5406"/>
                  </a:lnTo>
                  <a:lnTo>
                    <a:pt x="2267" y="5406"/>
                  </a:lnTo>
                  <a:lnTo>
                    <a:pt x="3542" y="1231"/>
                  </a:lnTo>
                  <a:lnTo>
                    <a:pt x="17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44"/>
            <p:cNvSpPr/>
            <p:nvPr/>
          </p:nvSpPr>
          <p:spPr>
            <a:xfrm>
              <a:off x="2175844" y="3171441"/>
              <a:ext cx="92707" cy="88505"/>
            </a:xfrm>
            <a:custGeom>
              <a:rect b="b" l="l" r="r" t="t"/>
              <a:pathLst>
                <a:path extrusionOk="0" h="3391" w="3552">
                  <a:moveTo>
                    <a:pt x="1" y="0"/>
                  </a:moveTo>
                  <a:lnTo>
                    <a:pt x="1" y="3390"/>
                  </a:lnTo>
                  <a:lnTo>
                    <a:pt x="3551" y="3390"/>
                  </a:lnTo>
                  <a:lnTo>
                    <a:pt x="3551" y="15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44"/>
            <p:cNvSpPr/>
            <p:nvPr/>
          </p:nvSpPr>
          <p:spPr>
            <a:xfrm>
              <a:off x="2175844" y="3016590"/>
              <a:ext cx="92707" cy="195150"/>
            </a:xfrm>
            <a:custGeom>
              <a:rect b="b" l="l" r="r" t="t"/>
              <a:pathLst>
                <a:path extrusionOk="0" h="7477" w="3552">
                  <a:moveTo>
                    <a:pt x="1" y="1"/>
                  </a:moveTo>
                  <a:lnTo>
                    <a:pt x="1" y="7477"/>
                  </a:lnTo>
                  <a:lnTo>
                    <a:pt x="3551" y="7477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4"/>
            <p:cNvSpPr/>
            <p:nvPr/>
          </p:nvSpPr>
          <p:spPr>
            <a:xfrm>
              <a:off x="2147682" y="2956299"/>
              <a:ext cx="60552" cy="108759"/>
            </a:xfrm>
            <a:custGeom>
              <a:rect b="b" l="l" r="r" t="t"/>
              <a:pathLst>
                <a:path extrusionOk="0" h="4167" w="2320">
                  <a:moveTo>
                    <a:pt x="0" y="0"/>
                  </a:moveTo>
                  <a:lnTo>
                    <a:pt x="0" y="2311"/>
                  </a:lnTo>
                  <a:lnTo>
                    <a:pt x="1160" y="4166"/>
                  </a:lnTo>
                  <a:lnTo>
                    <a:pt x="2320" y="2311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44"/>
            <p:cNvSpPr/>
            <p:nvPr/>
          </p:nvSpPr>
          <p:spPr>
            <a:xfrm>
              <a:off x="2147682" y="3227791"/>
              <a:ext cx="60552" cy="141123"/>
            </a:xfrm>
            <a:custGeom>
              <a:rect b="b" l="l" r="r" t="t"/>
              <a:pathLst>
                <a:path extrusionOk="0" h="5407" w="2320">
                  <a:moveTo>
                    <a:pt x="1160" y="0"/>
                  </a:moveTo>
                  <a:lnTo>
                    <a:pt x="0" y="1231"/>
                  </a:lnTo>
                  <a:lnTo>
                    <a:pt x="1285" y="5406"/>
                  </a:lnTo>
                  <a:lnTo>
                    <a:pt x="2320" y="5406"/>
                  </a:lnTo>
                  <a:lnTo>
                    <a:pt x="2320" y="123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44"/>
            <p:cNvSpPr/>
            <p:nvPr/>
          </p:nvSpPr>
          <p:spPr>
            <a:xfrm>
              <a:off x="2147682" y="3155364"/>
              <a:ext cx="60552" cy="104583"/>
            </a:xfrm>
            <a:custGeom>
              <a:rect b="b" l="l" r="r" t="t"/>
              <a:pathLst>
                <a:path extrusionOk="0" h="4007" w="2320">
                  <a:moveTo>
                    <a:pt x="1160" y="1"/>
                  </a:moveTo>
                  <a:lnTo>
                    <a:pt x="0" y="2160"/>
                  </a:lnTo>
                  <a:lnTo>
                    <a:pt x="0" y="4006"/>
                  </a:lnTo>
                  <a:lnTo>
                    <a:pt x="2320" y="4006"/>
                  </a:lnTo>
                  <a:lnTo>
                    <a:pt x="2320" y="2160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44"/>
            <p:cNvSpPr/>
            <p:nvPr/>
          </p:nvSpPr>
          <p:spPr>
            <a:xfrm>
              <a:off x="2147682" y="3016590"/>
              <a:ext cx="60552" cy="195150"/>
            </a:xfrm>
            <a:custGeom>
              <a:rect b="b" l="l" r="r" t="t"/>
              <a:pathLst>
                <a:path extrusionOk="0" h="7477" w="2320">
                  <a:moveTo>
                    <a:pt x="0" y="1"/>
                  </a:moveTo>
                  <a:lnTo>
                    <a:pt x="0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4" name="Google Shape;1334;p44"/>
          <p:cNvGrpSpPr/>
          <p:nvPr/>
        </p:nvGrpSpPr>
        <p:grpSpPr>
          <a:xfrm>
            <a:off x="5941478" y="1684466"/>
            <a:ext cx="526453" cy="528861"/>
            <a:chOff x="2676233" y="2956064"/>
            <a:chExt cx="410971" cy="412850"/>
          </a:xfrm>
        </p:grpSpPr>
        <p:sp>
          <p:nvSpPr>
            <p:cNvPr id="1335" name="Google Shape;1335;p44"/>
            <p:cNvSpPr/>
            <p:nvPr/>
          </p:nvSpPr>
          <p:spPr>
            <a:xfrm>
              <a:off x="2986353" y="2956064"/>
              <a:ext cx="82006" cy="96648"/>
            </a:xfrm>
            <a:custGeom>
              <a:rect b="b" l="l" r="r" t="t"/>
              <a:pathLst>
                <a:path extrusionOk="0" h="3703" w="3142">
                  <a:moveTo>
                    <a:pt x="1544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3141" y="1856"/>
                  </a:lnTo>
                  <a:lnTo>
                    <a:pt x="2874" y="973"/>
                  </a:lnTo>
                  <a:cubicBezTo>
                    <a:pt x="2686" y="384"/>
                    <a:pt x="2169" y="0"/>
                    <a:pt x="15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44"/>
            <p:cNvSpPr/>
            <p:nvPr/>
          </p:nvSpPr>
          <p:spPr>
            <a:xfrm>
              <a:off x="2984970" y="2956064"/>
              <a:ext cx="41708" cy="96648"/>
            </a:xfrm>
            <a:custGeom>
              <a:rect b="b" l="l" r="r" t="t"/>
              <a:pathLst>
                <a:path extrusionOk="0" h="3703" w="1598">
                  <a:moveTo>
                    <a:pt x="1597" y="0"/>
                  </a:moveTo>
                  <a:cubicBezTo>
                    <a:pt x="982" y="0"/>
                    <a:pt x="464" y="384"/>
                    <a:pt x="277" y="973"/>
                  </a:cubicBezTo>
                  <a:lnTo>
                    <a:pt x="0" y="1856"/>
                  </a:lnTo>
                  <a:lnTo>
                    <a:pt x="1597" y="3703"/>
                  </a:lnTo>
                  <a:lnTo>
                    <a:pt x="15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44"/>
            <p:cNvSpPr/>
            <p:nvPr/>
          </p:nvSpPr>
          <p:spPr>
            <a:xfrm>
              <a:off x="2978445" y="3004715"/>
              <a:ext cx="108759" cy="108759"/>
            </a:xfrm>
            <a:custGeom>
              <a:rect b="b" l="l" r="r" t="t"/>
              <a:pathLst>
                <a:path extrusionOk="0" h="4167" w="4167">
                  <a:moveTo>
                    <a:pt x="1847" y="1"/>
                  </a:moveTo>
                  <a:lnTo>
                    <a:pt x="1" y="4167"/>
                  </a:lnTo>
                  <a:lnTo>
                    <a:pt x="4167" y="2320"/>
                  </a:lnTo>
                  <a:lnTo>
                    <a:pt x="3444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44"/>
            <p:cNvSpPr/>
            <p:nvPr/>
          </p:nvSpPr>
          <p:spPr>
            <a:xfrm>
              <a:off x="2966335" y="3004715"/>
              <a:ext cx="60343" cy="108759"/>
            </a:xfrm>
            <a:custGeom>
              <a:rect b="b" l="l" r="r" t="t"/>
              <a:pathLst>
                <a:path extrusionOk="0" h="4167" w="2312">
                  <a:moveTo>
                    <a:pt x="714" y="1"/>
                  </a:moveTo>
                  <a:lnTo>
                    <a:pt x="1" y="2320"/>
                  </a:lnTo>
                  <a:lnTo>
                    <a:pt x="2311" y="4167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4"/>
            <p:cNvSpPr/>
            <p:nvPr/>
          </p:nvSpPr>
          <p:spPr>
            <a:xfrm>
              <a:off x="2978445" y="3065267"/>
              <a:ext cx="108759" cy="303647"/>
            </a:xfrm>
            <a:custGeom>
              <a:rect b="b" l="l" r="r" t="t"/>
              <a:pathLst>
                <a:path extrusionOk="0" h="11634" w="4167">
                  <a:moveTo>
                    <a:pt x="1847" y="0"/>
                  </a:moveTo>
                  <a:lnTo>
                    <a:pt x="1" y="5817"/>
                  </a:lnTo>
                  <a:lnTo>
                    <a:pt x="1847" y="11633"/>
                  </a:lnTo>
                  <a:lnTo>
                    <a:pt x="4167" y="11633"/>
                  </a:lnTo>
                  <a:lnTo>
                    <a:pt x="41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44"/>
            <p:cNvSpPr/>
            <p:nvPr/>
          </p:nvSpPr>
          <p:spPr>
            <a:xfrm>
              <a:off x="2966335" y="3065267"/>
              <a:ext cx="60343" cy="303647"/>
            </a:xfrm>
            <a:custGeom>
              <a:rect b="b" l="l" r="r" t="t"/>
              <a:pathLst>
                <a:path extrusionOk="0" h="11634" w="2312">
                  <a:moveTo>
                    <a:pt x="1" y="0"/>
                  </a:moveTo>
                  <a:lnTo>
                    <a:pt x="1" y="11633"/>
                  </a:lnTo>
                  <a:lnTo>
                    <a:pt x="2311" y="1163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44"/>
            <p:cNvSpPr/>
            <p:nvPr/>
          </p:nvSpPr>
          <p:spPr>
            <a:xfrm>
              <a:off x="2696252" y="2956064"/>
              <a:ext cx="82215" cy="96648"/>
            </a:xfrm>
            <a:custGeom>
              <a:rect b="b" l="l" r="r" t="t"/>
              <a:pathLst>
                <a:path extrusionOk="0" h="3703" w="3150">
                  <a:moveTo>
                    <a:pt x="1544" y="0"/>
                  </a:moveTo>
                  <a:lnTo>
                    <a:pt x="0" y="3703"/>
                  </a:lnTo>
                  <a:lnTo>
                    <a:pt x="3149" y="1856"/>
                  </a:lnTo>
                  <a:lnTo>
                    <a:pt x="2873" y="973"/>
                  </a:lnTo>
                  <a:cubicBezTo>
                    <a:pt x="2686" y="384"/>
                    <a:pt x="2168" y="0"/>
                    <a:pt x="1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44"/>
            <p:cNvSpPr/>
            <p:nvPr/>
          </p:nvSpPr>
          <p:spPr>
            <a:xfrm>
              <a:off x="2694842" y="2956064"/>
              <a:ext cx="41708" cy="96648"/>
            </a:xfrm>
            <a:custGeom>
              <a:rect b="b" l="l" r="r" t="t"/>
              <a:pathLst>
                <a:path extrusionOk="0" h="3703" w="1598">
                  <a:moveTo>
                    <a:pt x="1598" y="0"/>
                  </a:moveTo>
                  <a:cubicBezTo>
                    <a:pt x="982" y="0"/>
                    <a:pt x="465" y="384"/>
                    <a:pt x="277" y="973"/>
                  </a:cubicBezTo>
                  <a:lnTo>
                    <a:pt x="1" y="1856"/>
                  </a:lnTo>
                  <a:lnTo>
                    <a:pt x="1598" y="3703"/>
                  </a:lnTo>
                  <a:cubicBezTo>
                    <a:pt x="1598" y="3703"/>
                    <a:pt x="1598" y="0"/>
                    <a:pt x="1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44"/>
            <p:cNvSpPr/>
            <p:nvPr/>
          </p:nvSpPr>
          <p:spPr>
            <a:xfrm>
              <a:off x="2688343" y="3004715"/>
              <a:ext cx="108759" cy="108759"/>
            </a:xfrm>
            <a:custGeom>
              <a:rect b="b" l="l" r="r" t="t"/>
              <a:pathLst>
                <a:path extrusionOk="0" h="4167" w="4167">
                  <a:moveTo>
                    <a:pt x="1847" y="1"/>
                  </a:moveTo>
                  <a:lnTo>
                    <a:pt x="0" y="4167"/>
                  </a:lnTo>
                  <a:lnTo>
                    <a:pt x="4166" y="2320"/>
                  </a:lnTo>
                  <a:lnTo>
                    <a:pt x="3452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44"/>
            <p:cNvSpPr/>
            <p:nvPr/>
          </p:nvSpPr>
          <p:spPr>
            <a:xfrm>
              <a:off x="2676233" y="3004715"/>
              <a:ext cx="60317" cy="108759"/>
            </a:xfrm>
            <a:custGeom>
              <a:rect b="b" l="l" r="r" t="t"/>
              <a:pathLst>
                <a:path extrusionOk="0" h="4167" w="2311">
                  <a:moveTo>
                    <a:pt x="714" y="1"/>
                  </a:moveTo>
                  <a:lnTo>
                    <a:pt x="0" y="2320"/>
                  </a:lnTo>
                  <a:lnTo>
                    <a:pt x="2311" y="4167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44"/>
            <p:cNvSpPr/>
            <p:nvPr/>
          </p:nvSpPr>
          <p:spPr>
            <a:xfrm>
              <a:off x="2688343" y="3065267"/>
              <a:ext cx="108759" cy="303647"/>
            </a:xfrm>
            <a:custGeom>
              <a:rect b="b" l="l" r="r" t="t"/>
              <a:pathLst>
                <a:path extrusionOk="0" h="11634" w="4167">
                  <a:moveTo>
                    <a:pt x="1847" y="0"/>
                  </a:moveTo>
                  <a:lnTo>
                    <a:pt x="0" y="5817"/>
                  </a:lnTo>
                  <a:lnTo>
                    <a:pt x="1847" y="11633"/>
                  </a:lnTo>
                  <a:lnTo>
                    <a:pt x="4166" y="11633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44"/>
            <p:cNvSpPr/>
            <p:nvPr/>
          </p:nvSpPr>
          <p:spPr>
            <a:xfrm>
              <a:off x="2676233" y="3065267"/>
              <a:ext cx="60317" cy="303647"/>
            </a:xfrm>
            <a:custGeom>
              <a:rect b="b" l="l" r="r" t="t"/>
              <a:pathLst>
                <a:path extrusionOk="0" h="11634" w="2311">
                  <a:moveTo>
                    <a:pt x="0" y="0"/>
                  </a:moveTo>
                  <a:lnTo>
                    <a:pt x="0" y="11633"/>
                  </a:lnTo>
                  <a:lnTo>
                    <a:pt x="2311" y="1163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44"/>
            <p:cNvSpPr/>
            <p:nvPr/>
          </p:nvSpPr>
          <p:spPr>
            <a:xfrm>
              <a:off x="2841316" y="3271796"/>
              <a:ext cx="81980" cy="96883"/>
            </a:xfrm>
            <a:custGeom>
              <a:rect b="b" l="l" r="r" t="t"/>
              <a:pathLst>
                <a:path extrusionOk="0" h="3712" w="3141">
                  <a:moveTo>
                    <a:pt x="0" y="0"/>
                  </a:moveTo>
                  <a:lnTo>
                    <a:pt x="1543" y="3711"/>
                  </a:lnTo>
                  <a:cubicBezTo>
                    <a:pt x="2168" y="3711"/>
                    <a:pt x="2685" y="3328"/>
                    <a:pt x="2873" y="2739"/>
                  </a:cubicBezTo>
                  <a:lnTo>
                    <a:pt x="3140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44"/>
            <p:cNvSpPr/>
            <p:nvPr/>
          </p:nvSpPr>
          <p:spPr>
            <a:xfrm>
              <a:off x="2839906" y="3271796"/>
              <a:ext cx="41708" cy="96883"/>
            </a:xfrm>
            <a:custGeom>
              <a:rect b="b" l="l" r="r" t="t"/>
              <a:pathLst>
                <a:path extrusionOk="0" h="3712" w="1598">
                  <a:moveTo>
                    <a:pt x="1597" y="0"/>
                  </a:moveTo>
                  <a:lnTo>
                    <a:pt x="1" y="1856"/>
                  </a:lnTo>
                  <a:lnTo>
                    <a:pt x="277" y="2739"/>
                  </a:lnTo>
                  <a:cubicBezTo>
                    <a:pt x="465" y="3328"/>
                    <a:pt x="982" y="3711"/>
                    <a:pt x="1597" y="3711"/>
                  </a:cubicBezTo>
                  <a:lnTo>
                    <a:pt x="15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44"/>
            <p:cNvSpPr/>
            <p:nvPr/>
          </p:nvSpPr>
          <p:spPr>
            <a:xfrm>
              <a:off x="2833381" y="3211949"/>
              <a:ext cx="108759" cy="108759"/>
            </a:xfrm>
            <a:custGeom>
              <a:rect b="b" l="l" r="r" t="t"/>
              <a:pathLst>
                <a:path extrusionOk="0" h="4167" w="4167">
                  <a:moveTo>
                    <a:pt x="1" y="1"/>
                  </a:moveTo>
                  <a:lnTo>
                    <a:pt x="1847" y="4167"/>
                  </a:lnTo>
                  <a:lnTo>
                    <a:pt x="3444" y="4167"/>
                  </a:lnTo>
                  <a:lnTo>
                    <a:pt x="4167" y="18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44"/>
            <p:cNvSpPr/>
            <p:nvPr/>
          </p:nvSpPr>
          <p:spPr>
            <a:xfrm>
              <a:off x="2821271" y="3211949"/>
              <a:ext cx="60343" cy="108759"/>
            </a:xfrm>
            <a:custGeom>
              <a:rect b="b" l="l" r="r" t="t"/>
              <a:pathLst>
                <a:path extrusionOk="0" h="4167" w="2312">
                  <a:moveTo>
                    <a:pt x="2311" y="1"/>
                  </a:moveTo>
                  <a:lnTo>
                    <a:pt x="1" y="1847"/>
                  </a:lnTo>
                  <a:lnTo>
                    <a:pt x="715" y="4167"/>
                  </a:lnTo>
                  <a:lnTo>
                    <a:pt x="2311" y="4167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rgbClr val="FBD2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44"/>
            <p:cNvSpPr/>
            <p:nvPr/>
          </p:nvSpPr>
          <p:spPr>
            <a:xfrm>
              <a:off x="2833381" y="2956534"/>
              <a:ext cx="108759" cy="303647"/>
            </a:xfrm>
            <a:custGeom>
              <a:rect b="b" l="l" r="r" t="t"/>
              <a:pathLst>
                <a:path extrusionOk="0" h="11634" w="4167">
                  <a:moveTo>
                    <a:pt x="1847" y="0"/>
                  </a:moveTo>
                  <a:lnTo>
                    <a:pt x="1" y="5817"/>
                  </a:lnTo>
                  <a:lnTo>
                    <a:pt x="1847" y="11633"/>
                  </a:lnTo>
                  <a:lnTo>
                    <a:pt x="4167" y="11633"/>
                  </a:lnTo>
                  <a:lnTo>
                    <a:pt x="41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44"/>
            <p:cNvSpPr/>
            <p:nvPr/>
          </p:nvSpPr>
          <p:spPr>
            <a:xfrm>
              <a:off x="2821271" y="2956534"/>
              <a:ext cx="60343" cy="303647"/>
            </a:xfrm>
            <a:custGeom>
              <a:rect b="b" l="l" r="r" t="t"/>
              <a:pathLst>
                <a:path extrusionOk="0" h="11634" w="2312">
                  <a:moveTo>
                    <a:pt x="1" y="0"/>
                  </a:moveTo>
                  <a:lnTo>
                    <a:pt x="1" y="11633"/>
                  </a:lnTo>
                  <a:lnTo>
                    <a:pt x="2311" y="1163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3" name="Google Shape;1353;p44"/>
          <p:cNvSpPr/>
          <p:nvPr/>
        </p:nvSpPr>
        <p:spPr>
          <a:xfrm rot="580719">
            <a:off x="2821833" y="4711049"/>
            <a:ext cx="452059" cy="298855"/>
          </a:xfrm>
          <a:custGeom>
            <a:rect b="b" l="l" r="r" t="t"/>
            <a:pathLst>
              <a:path extrusionOk="0" h="1670" w="2526">
                <a:moveTo>
                  <a:pt x="848" y="1"/>
                </a:moveTo>
                <a:lnTo>
                  <a:pt x="0" y="1669"/>
                </a:lnTo>
                <a:lnTo>
                  <a:pt x="2525" y="1669"/>
                </a:lnTo>
                <a:lnTo>
                  <a:pt x="8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44"/>
          <p:cNvSpPr/>
          <p:nvPr/>
        </p:nvSpPr>
        <p:spPr>
          <a:xfrm>
            <a:off x="5607832" y="479791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45"/>
          <p:cNvSpPr txBox="1"/>
          <p:nvPr>
            <p:ph type="title"/>
          </p:nvPr>
        </p:nvSpPr>
        <p:spPr>
          <a:xfrm>
            <a:off x="89450" y="0"/>
            <a:ext cx="9144000" cy="5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unitatii de comanda microprogramate</a:t>
            </a:r>
            <a:endParaRPr sz="2700"/>
          </a:p>
        </p:txBody>
      </p:sp>
      <p:pic>
        <p:nvPicPr>
          <p:cNvPr id="1360" name="Google Shape;13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550" y="644650"/>
            <a:ext cx="5691827" cy="4331701"/>
          </a:xfrm>
          <a:prstGeom prst="rect">
            <a:avLst/>
          </a:prstGeom>
          <a:noFill/>
          <a:ln cap="flat" cmpd="sng" w="9525">
            <a:solidFill>
              <a:srgbClr val="B68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46"/>
          <p:cNvSpPr/>
          <p:nvPr/>
        </p:nvSpPr>
        <p:spPr>
          <a:xfrm>
            <a:off x="1597863" y="159662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46"/>
          <p:cNvSpPr/>
          <p:nvPr/>
        </p:nvSpPr>
        <p:spPr>
          <a:xfrm>
            <a:off x="1597863" y="2250300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46"/>
          <p:cNvSpPr/>
          <p:nvPr/>
        </p:nvSpPr>
        <p:spPr>
          <a:xfrm>
            <a:off x="1597863" y="290397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46"/>
          <p:cNvSpPr/>
          <p:nvPr/>
        </p:nvSpPr>
        <p:spPr>
          <a:xfrm>
            <a:off x="1597863" y="3557650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46"/>
          <p:cNvSpPr/>
          <p:nvPr/>
        </p:nvSpPr>
        <p:spPr>
          <a:xfrm>
            <a:off x="1597863" y="4211325"/>
            <a:ext cx="300000" cy="3000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46"/>
          <p:cNvSpPr txBox="1"/>
          <p:nvPr/>
        </p:nvSpPr>
        <p:spPr>
          <a:xfrm>
            <a:off x="1433500" y="1426213"/>
            <a:ext cx="2862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0000 - Tip produs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371" name="Google Shape;1371;p46"/>
          <p:cNvSpPr txBox="1"/>
          <p:nvPr/>
        </p:nvSpPr>
        <p:spPr>
          <a:xfrm>
            <a:off x="1488975" y="2226563"/>
            <a:ext cx="265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0010 - 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animal 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372" name="Google Shape;1372;p46"/>
          <p:cNvSpPr txBox="1"/>
          <p:nvPr/>
        </p:nvSpPr>
        <p:spPr>
          <a:xfrm>
            <a:off x="1488975" y="1803125"/>
            <a:ext cx="2365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0001 - 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Tip fruct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373" name="Google Shape;1373;p46"/>
          <p:cNvSpPr txBox="1"/>
          <p:nvPr/>
        </p:nvSpPr>
        <p:spPr>
          <a:xfrm>
            <a:off x="6250425" y="1322725"/>
            <a:ext cx="2862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0110 - Tip h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ainute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374" name="Google Shape;1374;p46"/>
          <p:cNvSpPr txBox="1"/>
          <p:nvPr/>
        </p:nvSpPr>
        <p:spPr>
          <a:xfrm>
            <a:off x="6275131" y="3496775"/>
            <a:ext cx="2558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1011 - Tip plata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 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grpSp>
        <p:nvGrpSpPr>
          <p:cNvPr id="1375" name="Google Shape;1375;p46"/>
          <p:cNvGrpSpPr/>
          <p:nvPr/>
        </p:nvGrpSpPr>
        <p:grpSpPr>
          <a:xfrm rot="143080">
            <a:off x="577888" y="3238939"/>
            <a:ext cx="779636" cy="267260"/>
            <a:chOff x="-1760999" y="1531077"/>
            <a:chExt cx="829653" cy="268989"/>
          </a:xfrm>
        </p:grpSpPr>
        <p:sp>
          <p:nvSpPr>
            <p:cNvPr id="1376" name="Google Shape;1376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1" name="Google Shape;1381;p46"/>
          <p:cNvGrpSpPr/>
          <p:nvPr/>
        </p:nvGrpSpPr>
        <p:grpSpPr>
          <a:xfrm rot="151279">
            <a:off x="562070" y="1515712"/>
            <a:ext cx="786443" cy="265935"/>
            <a:chOff x="-1760999" y="1531077"/>
            <a:chExt cx="829653" cy="268989"/>
          </a:xfrm>
        </p:grpSpPr>
        <p:sp>
          <p:nvSpPr>
            <p:cNvPr id="1382" name="Google Shape;1382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7" name="Google Shape;1387;p46"/>
          <p:cNvGrpSpPr/>
          <p:nvPr/>
        </p:nvGrpSpPr>
        <p:grpSpPr>
          <a:xfrm rot="143985">
            <a:off x="560984" y="1931360"/>
            <a:ext cx="788613" cy="266677"/>
            <a:chOff x="-1760999" y="1531077"/>
            <a:chExt cx="829653" cy="268989"/>
          </a:xfrm>
        </p:grpSpPr>
        <p:sp>
          <p:nvSpPr>
            <p:cNvPr id="1388" name="Google Shape;1388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46"/>
          <p:cNvGrpSpPr/>
          <p:nvPr/>
        </p:nvGrpSpPr>
        <p:grpSpPr>
          <a:xfrm rot="24250">
            <a:off x="561256" y="2798674"/>
            <a:ext cx="788024" cy="266837"/>
            <a:chOff x="-1760999" y="1531077"/>
            <a:chExt cx="829653" cy="268989"/>
          </a:xfrm>
        </p:grpSpPr>
        <p:sp>
          <p:nvSpPr>
            <p:cNvPr id="1394" name="Google Shape;1394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9" name="Google Shape;1399;p46"/>
          <p:cNvGrpSpPr/>
          <p:nvPr/>
        </p:nvGrpSpPr>
        <p:grpSpPr>
          <a:xfrm rot="33298">
            <a:off x="561260" y="2372772"/>
            <a:ext cx="788041" cy="264820"/>
            <a:chOff x="-1760999" y="1531077"/>
            <a:chExt cx="829653" cy="268989"/>
          </a:xfrm>
        </p:grpSpPr>
        <p:sp>
          <p:nvSpPr>
            <p:cNvPr id="1400" name="Google Shape;1400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5" name="Google Shape;1405;p46"/>
          <p:cNvSpPr/>
          <p:nvPr/>
        </p:nvSpPr>
        <p:spPr>
          <a:xfrm rot="6586312">
            <a:off x="1004427" y="4604846"/>
            <a:ext cx="298999" cy="486691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46"/>
          <p:cNvSpPr/>
          <p:nvPr/>
        </p:nvSpPr>
        <p:spPr>
          <a:xfrm>
            <a:off x="189200" y="4095812"/>
            <a:ext cx="309259" cy="288079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46"/>
          <p:cNvSpPr/>
          <p:nvPr/>
        </p:nvSpPr>
        <p:spPr>
          <a:xfrm rot="1230424">
            <a:off x="114573" y="917545"/>
            <a:ext cx="244863" cy="22810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46"/>
          <p:cNvSpPr/>
          <p:nvPr/>
        </p:nvSpPr>
        <p:spPr>
          <a:xfrm rot="10005364">
            <a:off x="1119921" y="117249"/>
            <a:ext cx="497266" cy="37012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46"/>
          <p:cNvSpPr/>
          <p:nvPr/>
        </p:nvSpPr>
        <p:spPr>
          <a:xfrm>
            <a:off x="8734384" y="3971500"/>
            <a:ext cx="298998" cy="278520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46"/>
          <p:cNvSpPr/>
          <p:nvPr/>
        </p:nvSpPr>
        <p:spPr>
          <a:xfrm rot="1103711">
            <a:off x="8125467" y="4493516"/>
            <a:ext cx="367720" cy="395070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1" name="Google Shape;1411;p46"/>
          <p:cNvGrpSpPr/>
          <p:nvPr/>
        </p:nvGrpSpPr>
        <p:grpSpPr>
          <a:xfrm rot="80540">
            <a:off x="575333" y="3719438"/>
            <a:ext cx="775606" cy="254615"/>
            <a:chOff x="-1760999" y="1531077"/>
            <a:chExt cx="829653" cy="268989"/>
          </a:xfrm>
        </p:grpSpPr>
        <p:sp>
          <p:nvSpPr>
            <p:cNvPr id="1412" name="Google Shape;1412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7" name="Google Shape;1417;p46"/>
          <p:cNvSpPr txBox="1"/>
          <p:nvPr/>
        </p:nvSpPr>
        <p:spPr>
          <a:xfrm>
            <a:off x="6475275" y="3060075"/>
            <a:ext cx="2558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1010 - Tip marime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418" name="Google Shape;1418;p46"/>
          <p:cNvSpPr txBox="1"/>
          <p:nvPr/>
        </p:nvSpPr>
        <p:spPr>
          <a:xfrm>
            <a:off x="6275125" y="2148650"/>
            <a:ext cx="1797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1000 - D1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grpSp>
        <p:nvGrpSpPr>
          <p:cNvPr id="1419" name="Google Shape;1419;p46"/>
          <p:cNvGrpSpPr/>
          <p:nvPr/>
        </p:nvGrpSpPr>
        <p:grpSpPr>
          <a:xfrm rot="83026">
            <a:off x="5457679" y="1459707"/>
            <a:ext cx="786740" cy="253738"/>
            <a:chOff x="-1760999" y="1531077"/>
            <a:chExt cx="829653" cy="268989"/>
          </a:xfrm>
        </p:grpSpPr>
        <p:sp>
          <p:nvSpPr>
            <p:cNvPr id="1420" name="Google Shape;1420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DD7E6B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21" name="Google Shape;1421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rgbClr val="CC4125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22" name="Google Shape;1422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rgbClr val="CC4125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23" name="Google Shape;1423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  <p:sp>
          <p:nvSpPr>
            <p:cNvPr id="1424" name="Google Shape;1424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7E6B"/>
            </a:solidFill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5"/>
                </a:solidFill>
              </a:endParaRPr>
            </a:p>
          </p:txBody>
        </p:sp>
      </p:grpSp>
      <p:grpSp>
        <p:nvGrpSpPr>
          <p:cNvPr id="1425" name="Google Shape;1425;p46"/>
          <p:cNvGrpSpPr/>
          <p:nvPr/>
        </p:nvGrpSpPr>
        <p:grpSpPr>
          <a:xfrm rot="143985">
            <a:off x="5456759" y="2719260"/>
            <a:ext cx="788613" cy="266677"/>
            <a:chOff x="-1760999" y="1531077"/>
            <a:chExt cx="829653" cy="268989"/>
          </a:xfrm>
        </p:grpSpPr>
        <p:sp>
          <p:nvSpPr>
            <p:cNvPr id="1426" name="Google Shape;1426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1" name="Google Shape;1431;p46"/>
          <p:cNvSpPr txBox="1"/>
          <p:nvPr/>
        </p:nvSpPr>
        <p:spPr>
          <a:xfrm>
            <a:off x="5805025" y="2629550"/>
            <a:ext cx="27375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1001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 - D2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grpSp>
        <p:nvGrpSpPr>
          <p:cNvPr id="1432" name="Google Shape;1432;p46"/>
          <p:cNvGrpSpPr/>
          <p:nvPr/>
        </p:nvGrpSpPr>
        <p:grpSpPr>
          <a:xfrm rot="80540">
            <a:off x="5463233" y="2285175"/>
            <a:ext cx="775606" cy="254615"/>
            <a:chOff x="-1760999" y="1531077"/>
            <a:chExt cx="829653" cy="268989"/>
          </a:xfrm>
        </p:grpSpPr>
        <p:sp>
          <p:nvSpPr>
            <p:cNvPr id="1433" name="Google Shape;1433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68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8" name="Google Shape;1438;p46"/>
          <p:cNvGrpSpPr/>
          <p:nvPr/>
        </p:nvGrpSpPr>
        <p:grpSpPr>
          <a:xfrm rot="143080">
            <a:off x="5461213" y="1833201"/>
            <a:ext cx="779636" cy="267260"/>
            <a:chOff x="-1760999" y="1531077"/>
            <a:chExt cx="829653" cy="268989"/>
          </a:xfrm>
        </p:grpSpPr>
        <p:sp>
          <p:nvSpPr>
            <p:cNvPr id="1439" name="Google Shape;1439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4" name="Google Shape;1444;p46"/>
          <p:cNvGrpSpPr/>
          <p:nvPr/>
        </p:nvGrpSpPr>
        <p:grpSpPr>
          <a:xfrm rot="151279">
            <a:off x="5457845" y="3173637"/>
            <a:ext cx="786443" cy="265935"/>
            <a:chOff x="-1760999" y="1531077"/>
            <a:chExt cx="829653" cy="268989"/>
          </a:xfrm>
        </p:grpSpPr>
        <p:sp>
          <p:nvSpPr>
            <p:cNvPr id="1445" name="Google Shape;1445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0" name="Google Shape;1450;p46"/>
          <p:cNvGrpSpPr/>
          <p:nvPr/>
        </p:nvGrpSpPr>
        <p:grpSpPr>
          <a:xfrm rot="33298">
            <a:off x="5457048" y="3614659"/>
            <a:ext cx="788041" cy="264820"/>
            <a:chOff x="-1760999" y="1531077"/>
            <a:chExt cx="829653" cy="268989"/>
          </a:xfrm>
        </p:grpSpPr>
        <p:sp>
          <p:nvSpPr>
            <p:cNvPr id="1451" name="Google Shape;1451;p46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6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6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6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6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BEC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6" name="Google Shape;1456;p46"/>
          <p:cNvSpPr txBox="1"/>
          <p:nvPr/>
        </p:nvSpPr>
        <p:spPr>
          <a:xfrm>
            <a:off x="874350" y="2709038"/>
            <a:ext cx="27375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0011</a:t>
            </a: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 - D3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457" name="Google Shape;1457;p46"/>
          <p:cNvSpPr txBox="1"/>
          <p:nvPr/>
        </p:nvSpPr>
        <p:spPr>
          <a:xfrm>
            <a:off x="1267350" y="3176400"/>
            <a:ext cx="27375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0100 - Culoare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458" name="Google Shape;1458;p46"/>
          <p:cNvSpPr txBox="1"/>
          <p:nvPr/>
        </p:nvSpPr>
        <p:spPr>
          <a:xfrm>
            <a:off x="811800" y="3643775"/>
            <a:ext cx="2862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0101 - D4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459" name="Google Shape;1459;p46"/>
          <p:cNvSpPr txBox="1"/>
          <p:nvPr/>
        </p:nvSpPr>
        <p:spPr>
          <a:xfrm>
            <a:off x="5539375" y="1680488"/>
            <a:ext cx="3105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helsea Market"/>
                <a:ea typeface="Chelsea Market"/>
                <a:cs typeface="Chelsea Market"/>
                <a:sym typeface="Chelsea Market"/>
              </a:rPr>
              <a:t>0111 - D5 </a:t>
            </a:r>
            <a:endParaRPr sz="2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1460" name="Google Shape;1460;p46"/>
          <p:cNvSpPr txBox="1"/>
          <p:nvPr>
            <p:ph type="title"/>
          </p:nvPr>
        </p:nvSpPr>
        <p:spPr>
          <a:xfrm>
            <a:off x="720000" y="45178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Memoria de microprogram (I)</a:t>
            </a:r>
            <a:endParaRPr/>
          </a:p>
        </p:txBody>
      </p:sp>
      <p:sp>
        <p:nvSpPr>
          <p:cNvPr id="1461" name="Google Shape;1461;p46"/>
          <p:cNvSpPr txBox="1"/>
          <p:nvPr>
            <p:ph type="title"/>
          </p:nvPr>
        </p:nvSpPr>
        <p:spPr>
          <a:xfrm>
            <a:off x="573325" y="4260150"/>
            <a:ext cx="813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Ordinea iesirilor este: C1, C2, C3, C4, C5, C6, C7, C8, C9, C10, C11, C12, C13.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47"/>
          <p:cNvSpPr/>
          <p:nvPr/>
        </p:nvSpPr>
        <p:spPr>
          <a:xfrm rot="1230437">
            <a:off x="7961807" y="210601"/>
            <a:ext cx="266075" cy="24786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47"/>
          <p:cNvSpPr/>
          <p:nvPr/>
        </p:nvSpPr>
        <p:spPr>
          <a:xfrm rot="6609065">
            <a:off x="8372785" y="1703112"/>
            <a:ext cx="540150" cy="253328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47"/>
          <p:cNvSpPr txBox="1"/>
          <p:nvPr>
            <p:ph type="title"/>
          </p:nvPr>
        </p:nvSpPr>
        <p:spPr>
          <a:xfrm rot="-5400000">
            <a:off x="-2386975" y="2277450"/>
            <a:ext cx="5269200" cy="5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Memoria de microprogram (II)</a:t>
            </a:r>
            <a:endParaRPr sz="2500"/>
          </a:p>
        </p:txBody>
      </p:sp>
      <p:sp>
        <p:nvSpPr>
          <p:cNvPr id="1469" name="Google Shape;1469;p47"/>
          <p:cNvSpPr/>
          <p:nvPr/>
        </p:nvSpPr>
        <p:spPr>
          <a:xfrm rot="-3325322">
            <a:off x="8616371" y="3137400"/>
            <a:ext cx="540148" cy="253327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47"/>
          <p:cNvSpPr/>
          <p:nvPr/>
        </p:nvSpPr>
        <p:spPr>
          <a:xfrm rot="1230437">
            <a:off x="7205007" y="4856876"/>
            <a:ext cx="266075" cy="24786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71" name="Google Shape;1471;p47"/>
          <p:cNvGraphicFramePr/>
          <p:nvPr/>
        </p:nvGraphicFramePr>
        <p:xfrm>
          <a:off x="730213" y="24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{7154674F-B9FA-4ED3-95C3-A11CC68EE1A3}</a:tableStyleId>
              </a:tblPr>
              <a:tblGrid>
                <a:gridCol w="1261250"/>
                <a:gridCol w="542975"/>
                <a:gridCol w="1010025"/>
                <a:gridCol w="1230275"/>
                <a:gridCol w="484325"/>
                <a:gridCol w="1005825"/>
                <a:gridCol w="1157050"/>
                <a:gridCol w="470475"/>
                <a:gridCol w="1045175"/>
              </a:tblGrid>
              <a:tr h="39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COD STARE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F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TIP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FDEE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INPCOD+ADR0 /OUT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7BE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COD STARE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TIP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FDEE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INPCOD+ADR0 /OUT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7BE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COD STARE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FF6B6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TIP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FDEE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INPCOD+ADR0 /OUT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rgbClr val="7BE1FD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 (Start)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0000 00110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01011 (Rochita)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0010000000000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10101 (Hainute)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0011 11101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00001 (Animal)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0010 01001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01100 (Accesorii)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1000 00101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10110 (Tip accesorii)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0111 11000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00010 (Ursulet)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0100 10010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01101 (Tip accesoriu)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1001 00111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10111 (Masca somn)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0000000010000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00011 (Negru)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0100000000000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01110 (Bijuterie)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0001000000000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11000 (Fundita)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0000000010000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00100 (Costum)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0010000000000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01111 (Capsuna)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0000010000000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11001 (Dimensiune)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1010 10011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9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00101  (Fara accesorii)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0000100000000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10000 (Accesorii)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0101 10110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11010 (Mic)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0000000000100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9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00110 (Fruct)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0001 10100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10001 (Fara accesorii)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0000000001000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11011 (Plata)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1011 11110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00111 (Papion)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0001000000000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10010 (Alb)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0100000000000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11100 (Cash)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0000000000010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01001 (Zebra)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10011 (Mare)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0000000000100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11101 (Pijamale)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0000000100000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5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01010 (Hainute)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0110 00100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10100 (Banana)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0000001000000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11110 (Card)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0000000000010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72" name="Google Shape;1472;p47"/>
          <p:cNvGraphicFramePr/>
          <p:nvPr/>
        </p:nvGraphicFramePr>
        <p:xfrm>
          <a:off x="6264900" y="444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{7154674F-B9FA-4ED3-95C3-A11CC68EE1A3}</a:tableStyleId>
              </a:tblPr>
              <a:tblGrid>
                <a:gridCol w="1157050"/>
                <a:gridCol w="470475"/>
                <a:gridCol w="1045175"/>
              </a:tblGrid>
              <a:tr h="32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11111 (Stop)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helsea Market"/>
                          <a:ea typeface="Chelsea Market"/>
                          <a:cs typeface="Chelsea Market"/>
                          <a:sym typeface="Chelsea Market"/>
                        </a:rPr>
                        <a:t>0000000000001</a:t>
                      </a:r>
                      <a:endParaRPr sz="800">
                        <a:latin typeface="Chelsea Market"/>
                        <a:ea typeface="Chelsea Market"/>
                        <a:cs typeface="Chelsea Market"/>
                        <a:sym typeface="Chelsea Marke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8"/>
          <p:cNvSpPr txBox="1"/>
          <p:nvPr/>
        </p:nvSpPr>
        <p:spPr>
          <a:xfrm>
            <a:off x="2564063" y="204600"/>
            <a:ext cx="3773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COMPONENTELE DIGITALE FOLOSITE</a:t>
            </a:r>
            <a:endParaRPr b="1" sz="400">
              <a:solidFill>
                <a:srgbClr val="01939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478" name="Google Shape;14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73" y="635698"/>
            <a:ext cx="915250" cy="11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463" y="1866888"/>
            <a:ext cx="915250" cy="1191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5" y="1866900"/>
            <a:ext cx="915250" cy="1191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48"/>
          <p:cNvSpPr txBox="1"/>
          <p:nvPr/>
        </p:nvSpPr>
        <p:spPr>
          <a:xfrm>
            <a:off x="-179412" y="243575"/>
            <a:ext cx="248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MEMORIA</a:t>
            </a:r>
            <a:endParaRPr sz="100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482" name="Google Shape;148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3558" y="2955625"/>
            <a:ext cx="1126675" cy="17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48"/>
          <p:cNvSpPr txBox="1"/>
          <p:nvPr/>
        </p:nvSpPr>
        <p:spPr>
          <a:xfrm>
            <a:off x="8012550" y="2564950"/>
            <a:ext cx="8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SAU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484" name="Google Shape;148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4368" y="2955625"/>
            <a:ext cx="1322419" cy="17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48"/>
          <p:cNvSpPr txBox="1"/>
          <p:nvPr/>
        </p:nvSpPr>
        <p:spPr>
          <a:xfrm>
            <a:off x="6543838" y="2564950"/>
            <a:ext cx="8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NOT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486" name="Google Shape;148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073" y="3602120"/>
            <a:ext cx="1322400" cy="1425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7" name="Google Shape;1487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1474" y="3602135"/>
            <a:ext cx="1322400" cy="14254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48"/>
          <p:cNvSpPr txBox="1"/>
          <p:nvPr/>
        </p:nvSpPr>
        <p:spPr>
          <a:xfrm>
            <a:off x="97063" y="3171025"/>
            <a:ext cx="248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NUMARATOARE</a:t>
            </a:r>
            <a:endParaRPr sz="100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1489" name="Google Shape;148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2926296" y="3014141"/>
            <a:ext cx="1766432" cy="13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4345149" y="2928788"/>
            <a:ext cx="1766450" cy="13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48"/>
          <p:cNvSpPr txBox="1"/>
          <p:nvPr/>
        </p:nvSpPr>
        <p:spPr>
          <a:xfrm>
            <a:off x="3207575" y="2356200"/>
            <a:ext cx="248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MASCA</a:t>
            </a:r>
            <a:endParaRPr sz="1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92" name="Google Shape;1492;p48"/>
          <p:cNvSpPr txBox="1"/>
          <p:nvPr/>
        </p:nvSpPr>
        <p:spPr>
          <a:xfrm>
            <a:off x="7120588" y="204600"/>
            <a:ext cx="8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1939D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MUX</a:t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1493" name="Google Shape;1493;p48"/>
          <p:cNvGrpSpPr/>
          <p:nvPr/>
        </p:nvGrpSpPr>
        <p:grpSpPr>
          <a:xfrm>
            <a:off x="2927612" y="1940887"/>
            <a:ext cx="410997" cy="412615"/>
            <a:chOff x="3349587" y="2956299"/>
            <a:chExt cx="410997" cy="412615"/>
          </a:xfrm>
        </p:grpSpPr>
        <p:sp>
          <p:nvSpPr>
            <p:cNvPr id="1494" name="Google Shape;1494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0" name="Google Shape;1530;p48"/>
          <p:cNvGrpSpPr/>
          <p:nvPr/>
        </p:nvGrpSpPr>
        <p:grpSpPr>
          <a:xfrm>
            <a:off x="4340987" y="1940887"/>
            <a:ext cx="410997" cy="412615"/>
            <a:chOff x="3349587" y="2956299"/>
            <a:chExt cx="410997" cy="412615"/>
          </a:xfrm>
        </p:grpSpPr>
        <p:sp>
          <p:nvSpPr>
            <p:cNvPr id="1531" name="Google Shape;1531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7" name="Google Shape;1567;p48"/>
          <p:cNvGrpSpPr/>
          <p:nvPr/>
        </p:nvGrpSpPr>
        <p:grpSpPr>
          <a:xfrm>
            <a:off x="3869862" y="1940887"/>
            <a:ext cx="410997" cy="412615"/>
            <a:chOff x="3349587" y="2956299"/>
            <a:chExt cx="410997" cy="412615"/>
          </a:xfrm>
        </p:grpSpPr>
        <p:sp>
          <p:nvSpPr>
            <p:cNvPr id="1568" name="Google Shape;1568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4" name="Google Shape;1604;p48"/>
          <p:cNvGrpSpPr/>
          <p:nvPr/>
        </p:nvGrpSpPr>
        <p:grpSpPr>
          <a:xfrm>
            <a:off x="3398724" y="1940887"/>
            <a:ext cx="410997" cy="412615"/>
            <a:chOff x="3349587" y="2956299"/>
            <a:chExt cx="410997" cy="412615"/>
          </a:xfrm>
        </p:grpSpPr>
        <p:sp>
          <p:nvSpPr>
            <p:cNvPr id="1605" name="Google Shape;1605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48"/>
          <p:cNvGrpSpPr/>
          <p:nvPr/>
        </p:nvGrpSpPr>
        <p:grpSpPr>
          <a:xfrm>
            <a:off x="5237124" y="1940887"/>
            <a:ext cx="410997" cy="412615"/>
            <a:chOff x="3349587" y="2956299"/>
            <a:chExt cx="410997" cy="412615"/>
          </a:xfrm>
        </p:grpSpPr>
        <p:sp>
          <p:nvSpPr>
            <p:cNvPr id="1642" name="Google Shape;1642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8" name="Google Shape;1678;p48"/>
          <p:cNvGrpSpPr/>
          <p:nvPr/>
        </p:nvGrpSpPr>
        <p:grpSpPr>
          <a:xfrm>
            <a:off x="4812112" y="1940887"/>
            <a:ext cx="410997" cy="412615"/>
            <a:chOff x="3349587" y="2956299"/>
            <a:chExt cx="410997" cy="412615"/>
          </a:xfrm>
        </p:grpSpPr>
        <p:sp>
          <p:nvSpPr>
            <p:cNvPr id="1679" name="Google Shape;1679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5" name="Google Shape;1715;p48"/>
          <p:cNvGrpSpPr/>
          <p:nvPr/>
        </p:nvGrpSpPr>
        <p:grpSpPr>
          <a:xfrm>
            <a:off x="5685187" y="1940887"/>
            <a:ext cx="410997" cy="412615"/>
            <a:chOff x="3349587" y="2956299"/>
            <a:chExt cx="410997" cy="412615"/>
          </a:xfrm>
        </p:grpSpPr>
        <p:sp>
          <p:nvSpPr>
            <p:cNvPr id="1716" name="Google Shape;1716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52" name="Google Shape;175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463" y="610775"/>
            <a:ext cx="915250" cy="11913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3" name="Google Shape;1753;p48"/>
          <p:cNvGrpSpPr/>
          <p:nvPr/>
        </p:nvGrpSpPr>
        <p:grpSpPr>
          <a:xfrm>
            <a:off x="2502574" y="1940887"/>
            <a:ext cx="410997" cy="412615"/>
            <a:chOff x="3349587" y="2956299"/>
            <a:chExt cx="410997" cy="412615"/>
          </a:xfrm>
        </p:grpSpPr>
        <p:sp>
          <p:nvSpPr>
            <p:cNvPr id="1754" name="Google Shape;1754;p48"/>
            <p:cNvSpPr/>
            <p:nvPr/>
          </p:nvSpPr>
          <p:spPr>
            <a:xfrm>
              <a:off x="3692097" y="3276207"/>
              <a:ext cx="68486" cy="92707"/>
            </a:xfrm>
            <a:custGeom>
              <a:rect b="b" l="l" r="r" t="t"/>
              <a:pathLst>
                <a:path extrusionOk="0" h="3552" w="2624">
                  <a:moveTo>
                    <a:pt x="1" y="1"/>
                  </a:moveTo>
                  <a:lnTo>
                    <a:pt x="1473" y="3551"/>
                  </a:lnTo>
                  <a:lnTo>
                    <a:pt x="2623" y="3551"/>
                  </a:lnTo>
                  <a:lnTo>
                    <a:pt x="2623" y="12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48"/>
            <p:cNvSpPr/>
            <p:nvPr/>
          </p:nvSpPr>
          <p:spPr>
            <a:xfrm>
              <a:off x="3668346" y="3276207"/>
              <a:ext cx="62431" cy="92707"/>
            </a:xfrm>
            <a:custGeom>
              <a:rect b="b" l="l" r="r" t="t"/>
              <a:pathLst>
                <a:path extrusionOk="0" h="3552" w="2392">
                  <a:moveTo>
                    <a:pt x="1" y="1"/>
                  </a:moveTo>
                  <a:lnTo>
                    <a:pt x="1232" y="3551"/>
                  </a:lnTo>
                  <a:lnTo>
                    <a:pt x="2392" y="3551"/>
                  </a:lnTo>
                  <a:lnTo>
                    <a:pt x="2392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48"/>
            <p:cNvSpPr/>
            <p:nvPr/>
          </p:nvSpPr>
          <p:spPr>
            <a:xfrm>
              <a:off x="3667876" y="2956299"/>
              <a:ext cx="69896" cy="92681"/>
            </a:xfrm>
            <a:custGeom>
              <a:rect b="b" l="l" r="r" t="t"/>
              <a:pathLst>
                <a:path extrusionOk="0" h="3551" w="2678">
                  <a:moveTo>
                    <a:pt x="1241" y="0"/>
                  </a:moveTo>
                  <a:lnTo>
                    <a:pt x="1" y="3551"/>
                  </a:lnTo>
                  <a:lnTo>
                    <a:pt x="2677" y="2311"/>
                  </a:lnTo>
                  <a:lnTo>
                    <a:pt x="2624" y="2311"/>
                  </a:lnTo>
                  <a:lnTo>
                    <a:pt x="2624" y="1392"/>
                  </a:lnTo>
                  <a:cubicBezTo>
                    <a:pt x="2624" y="625"/>
                    <a:pt x="2008" y="0"/>
                    <a:pt x="1241" y="0"/>
                  </a:cubicBez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48"/>
            <p:cNvSpPr/>
            <p:nvPr/>
          </p:nvSpPr>
          <p:spPr>
            <a:xfrm>
              <a:off x="3663935" y="2956299"/>
              <a:ext cx="36331" cy="92681"/>
            </a:xfrm>
            <a:custGeom>
              <a:rect b="b" l="l" r="r" t="t"/>
              <a:pathLst>
                <a:path extrusionOk="0" h="3551" w="1392">
                  <a:moveTo>
                    <a:pt x="1392" y="0"/>
                  </a:moveTo>
                  <a:cubicBezTo>
                    <a:pt x="625" y="0"/>
                    <a:pt x="0" y="625"/>
                    <a:pt x="0" y="1392"/>
                  </a:cubicBezTo>
                  <a:lnTo>
                    <a:pt x="0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48"/>
            <p:cNvSpPr/>
            <p:nvPr/>
          </p:nvSpPr>
          <p:spPr>
            <a:xfrm>
              <a:off x="3639715" y="3276207"/>
              <a:ext cx="60552" cy="92707"/>
            </a:xfrm>
            <a:custGeom>
              <a:rect b="b" l="l" r="r" t="t"/>
              <a:pathLst>
                <a:path extrusionOk="0" h="3552" w="2320">
                  <a:moveTo>
                    <a:pt x="2320" y="1"/>
                  </a:moveTo>
                  <a:lnTo>
                    <a:pt x="0" y="1232"/>
                  </a:lnTo>
                  <a:lnTo>
                    <a:pt x="0" y="3551"/>
                  </a:lnTo>
                  <a:lnTo>
                    <a:pt x="1160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48"/>
            <p:cNvSpPr/>
            <p:nvPr/>
          </p:nvSpPr>
          <p:spPr>
            <a:xfrm>
              <a:off x="3669521" y="3276207"/>
              <a:ext cx="30746" cy="92707"/>
            </a:xfrm>
            <a:custGeom>
              <a:rect b="b" l="l" r="r" t="t"/>
              <a:pathLst>
                <a:path extrusionOk="0" h="3552" w="1178">
                  <a:moveTo>
                    <a:pt x="0" y="1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0193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48"/>
            <p:cNvSpPr/>
            <p:nvPr/>
          </p:nvSpPr>
          <p:spPr>
            <a:xfrm>
              <a:off x="3651825" y="3016590"/>
              <a:ext cx="108759" cy="96883"/>
            </a:xfrm>
            <a:custGeom>
              <a:rect b="b" l="l" r="r" t="t"/>
              <a:pathLst>
                <a:path extrusionOk="0" h="3712" w="4167">
                  <a:moveTo>
                    <a:pt x="1856" y="1"/>
                  </a:moveTo>
                  <a:lnTo>
                    <a:pt x="0" y="3712"/>
                  </a:lnTo>
                  <a:lnTo>
                    <a:pt x="4166" y="1856"/>
                  </a:lnTo>
                  <a:lnTo>
                    <a:pt x="3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48"/>
            <p:cNvSpPr/>
            <p:nvPr/>
          </p:nvSpPr>
          <p:spPr>
            <a:xfrm>
              <a:off x="3639715" y="3016590"/>
              <a:ext cx="60552" cy="96883"/>
            </a:xfrm>
            <a:custGeom>
              <a:rect b="b" l="l" r="r" t="t"/>
              <a:pathLst>
                <a:path extrusionOk="0" h="3712" w="2320">
                  <a:moveTo>
                    <a:pt x="928" y="1"/>
                  </a:moveTo>
                  <a:lnTo>
                    <a:pt x="0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3651825" y="3065032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1856" y="0"/>
                  </a:moveTo>
                  <a:lnTo>
                    <a:pt x="0" y="3703"/>
                  </a:lnTo>
                  <a:lnTo>
                    <a:pt x="4166" y="1856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48"/>
            <p:cNvSpPr/>
            <p:nvPr/>
          </p:nvSpPr>
          <p:spPr>
            <a:xfrm>
              <a:off x="3639715" y="3065032"/>
              <a:ext cx="60552" cy="96648"/>
            </a:xfrm>
            <a:custGeom>
              <a:rect b="b" l="l" r="r" t="t"/>
              <a:pathLst>
                <a:path extrusionOk="0" h="3703" w="2320">
                  <a:moveTo>
                    <a:pt x="0" y="0"/>
                  </a:moveTo>
                  <a:lnTo>
                    <a:pt x="0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54CE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48"/>
            <p:cNvSpPr/>
            <p:nvPr/>
          </p:nvSpPr>
          <p:spPr>
            <a:xfrm>
              <a:off x="3651825" y="3113473"/>
              <a:ext cx="108759" cy="194889"/>
            </a:xfrm>
            <a:custGeom>
              <a:rect b="b" l="l" r="r" t="t"/>
              <a:pathLst>
                <a:path extrusionOk="0" h="7467" w="4167">
                  <a:moveTo>
                    <a:pt x="1856" y="0"/>
                  </a:moveTo>
                  <a:lnTo>
                    <a:pt x="0" y="3729"/>
                  </a:lnTo>
                  <a:lnTo>
                    <a:pt x="1856" y="7467"/>
                  </a:lnTo>
                  <a:lnTo>
                    <a:pt x="4166" y="7467"/>
                  </a:lnTo>
                  <a:lnTo>
                    <a:pt x="41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48"/>
            <p:cNvSpPr/>
            <p:nvPr/>
          </p:nvSpPr>
          <p:spPr>
            <a:xfrm>
              <a:off x="3639715" y="3113473"/>
              <a:ext cx="60552" cy="194889"/>
            </a:xfrm>
            <a:custGeom>
              <a:rect b="b" l="l" r="r" t="t"/>
              <a:pathLst>
                <a:path extrusionOk="0" h="7467" w="2320">
                  <a:moveTo>
                    <a:pt x="0" y="0"/>
                  </a:moveTo>
                  <a:lnTo>
                    <a:pt x="0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48"/>
            <p:cNvSpPr/>
            <p:nvPr/>
          </p:nvSpPr>
          <p:spPr>
            <a:xfrm>
              <a:off x="3401996" y="3276207"/>
              <a:ext cx="68695" cy="92707"/>
            </a:xfrm>
            <a:custGeom>
              <a:rect b="b" l="l" r="r" t="t"/>
              <a:pathLst>
                <a:path extrusionOk="0" h="3552" w="2632">
                  <a:moveTo>
                    <a:pt x="0" y="1"/>
                  </a:moveTo>
                  <a:lnTo>
                    <a:pt x="1472" y="3551"/>
                  </a:lnTo>
                  <a:lnTo>
                    <a:pt x="2632" y="3551"/>
                  </a:lnTo>
                  <a:lnTo>
                    <a:pt x="2632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48"/>
            <p:cNvSpPr/>
            <p:nvPr/>
          </p:nvSpPr>
          <p:spPr>
            <a:xfrm>
              <a:off x="3378245" y="3276207"/>
              <a:ext cx="62640" cy="92707"/>
            </a:xfrm>
            <a:custGeom>
              <a:rect b="b" l="l" r="r" t="t"/>
              <a:pathLst>
                <a:path extrusionOk="0" h="3552" w="2400">
                  <a:moveTo>
                    <a:pt x="0" y="1"/>
                  </a:moveTo>
                  <a:lnTo>
                    <a:pt x="1240" y="3551"/>
                  </a:lnTo>
                  <a:lnTo>
                    <a:pt x="2400" y="3551"/>
                  </a:lnTo>
                  <a:lnTo>
                    <a:pt x="24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48"/>
            <p:cNvSpPr/>
            <p:nvPr/>
          </p:nvSpPr>
          <p:spPr>
            <a:xfrm>
              <a:off x="3378010" y="2956299"/>
              <a:ext cx="69870" cy="92681"/>
            </a:xfrm>
            <a:custGeom>
              <a:rect b="b" l="l" r="r" t="t"/>
              <a:pathLst>
                <a:path extrusionOk="0" h="3551" w="2677">
                  <a:moveTo>
                    <a:pt x="1231" y="0"/>
                  </a:moveTo>
                  <a:lnTo>
                    <a:pt x="0" y="3551"/>
                  </a:lnTo>
                  <a:lnTo>
                    <a:pt x="2676" y="2311"/>
                  </a:lnTo>
                  <a:lnTo>
                    <a:pt x="2623" y="2311"/>
                  </a:lnTo>
                  <a:lnTo>
                    <a:pt x="2623" y="1392"/>
                  </a:lnTo>
                  <a:cubicBezTo>
                    <a:pt x="2623" y="625"/>
                    <a:pt x="1998" y="0"/>
                    <a:pt x="1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48"/>
            <p:cNvSpPr/>
            <p:nvPr/>
          </p:nvSpPr>
          <p:spPr>
            <a:xfrm>
              <a:off x="3373808" y="2956299"/>
              <a:ext cx="36357" cy="92681"/>
            </a:xfrm>
            <a:custGeom>
              <a:rect b="b" l="l" r="r" t="t"/>
              <a:pathLst>
                <a:path extrusionOk="0" h="3551" w="1393">
                  <a:moveTo>
                    <a:pt x="1392" y="0"/>
                  </a:moveTo>
                  <a:cubicBezTo>
                    <a:pt x="625" y="0"/>
                    <a:pt x="1" y="625"/>
                    <a:pt x="1" y="1392"/>
                  </a:cubicBezTo>
                  <a:lnTo>
                    <a:pt x="1" y="2311"/>
                  </a:lnTo>
                  <a:lnTo>
                    <a:pt x="1392" y="3551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48"/>
            <p:cNvSpPr/>
            <p:nvPr/>
          </p:nvSpPr>
          <p:spPr>
            <a:xfrm>
              <a:off x="3349587" y="3276207"/>
              <a:ext cx="60578" cy="92707"/>
            </a:xfrm>
            <a:custGeom>
              <a:rect b="b" l="l" r="r" t="t"/>
              <a:pathLst>
                <a:path extrusionOk="0" h="3552" w="2321">
                  <a:moveTo>
                    <a:pt x="2320" y="1"/>
                  </a:moveTo>
                  <a:lnTo>
                    <a:pt x="1" y="1232"/>
                  </a:lnTo>
                  <a:lnTo>
                    <a:pt x="1" y="3551"/>
                  </a:lnTo>
                  <a:lnTo>
                    <a:pt x="1161" y="3551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48"/>
            <p:cNvSpPr/>
            <p:nvPr/>
          </p:nvSpPr>
          <p:spPr>
            <a:xfrm>
              <a:off x="3379628" y="3276207"/>
              <a:ext cx="30537" cy="92707"/>
            </a:xfrm>
            <a:custGeom>
              <a:rect b="b" l="l" r="r" t="t"/>
              <a:pathLst>
                <a:path extrusionOk="0" h="3552" w="1170">
                  <a:moveTo>
                    <a:pt x="1" y="1"/>
                  </a:moveTo>
                  <a:lnTo>
                    <a:pt x="1" y="3551"/>
                  </a:lnTo>
                  <a:lnTo>
                    <a:pt x="1169" y="3551"/>
                  </a:lnTo>
                  <a:lnTo>
                    <a:pt x="1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48"/>
            <p:cNvSpPr/>
            <p:nvPr/>
          </p:nvSpPr>
          <p:spPr>
            <a:xfrm>
              <a:off x="3361697" y="3016590"/>
              <a:ext cx="108994" cy="96883"/>
            </a:xfrm>
            <a:custGeom>
              <a:rect b="b" l="l" r="r" t="t"/>
              <a:pathLst>
                <a:path extrusionOk="0" h="3712" w="4176">
                  <a:moveTo>
                    <a:pt x="1856" y="1"/>
                  </a:moveTo>
                  <a:lnTo>
                    <a:pt x="1" y="3712"/>
                  </a:lnTo>
                  <a:lnTo>
                    <a:pt x="4176" y="1856"/>
                  </a:lnTo>
                  <a:lnTo>
                    <a:pt x="3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3349587" y="3016590"/>
              <a:ext cx="60578" cy="96883"/>
            </a:xfrm>
            <a:custGeom>
              <a:rect b="b" l="l" r="r" t="t"/>
              <a:pathLst>
                <a:path extrusionOk="0" h="3712" w="2321">
                  <a:moveTo>
                    <a:pt x="929" y="1"/>
                  </a:moveTo>
                  <a:lnTo>
                    <a:pt x="1" y="1856"/>
                  </a:lnTo>
                  <a:lnTo>
                    <a:pt x="2320" y="3712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3361697" y="3065032"/>
              <a:ext cx="108994" cy="96648"/>
            </a:xfrm>
            <a:custGeom>
              <a:rect b="b" l="l" r="r" t="t"/>
              <a:pathLst>
                <a:path extrusionOk="0" h="3703" w="4176">
                  <a:moveTo>
                    <a:pt x="1856" y="0"/>
                  </a:moveTo>
                  <a:lnTo>
                    <a:pt x="1" y="3703"/>
                  </a:lnTo>
                  <a:lnTo>
                    <a:pt x="1" y="3703"/>
                  </a:lnTo>
                  <a:lnTo>
                    <a:pt x="4176" y="1856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48"/>
            <p:cNvSpPr/>
            <p:nvPr/>
          </p:nvSpPr>
          <p:spPr>
            <a:xfrm>
              <a:off x="3349587" y="3065032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1" y="0"/>
                  </a:moveTo>
                  <a:lnTo>
                    <a:pt x="1" y="1856"/>
                  </a:lnTo>
                  <a:lnTo>
                    <a:pt x="2320" y="3703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3361697" y="3113473"/>
              <a:ext cx="108994" cy="194889"/>
            </a:xfrm>
            <a:custGeom>
              <a:rect b="b" l="l" r="r" t="t"/>
              <a:pathLst>
                <a:path extrusionOk="0" h="7467" w="4176">
                  <a:moveTo>
                    <a:pt x="1856" y="0"/>
                  </a:moveTo>
                  <a:lnTo>
                    <a:pt x="1" y="3729"/>
                  </a:lnTo>
                  <a:lnTo>
                    <a:pt x="1856" y="7467"/>
                  </a:lnTo>
                  <a:lnTo>
                    <a:pt x="4176" y="7467"/>
                  </a:lnTo>
                  <a:lnTo>
                    <a:pt x="41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3349587" y="3113473"/>
              <a:ext cx="60578" cy="194889"/>
            </a:xfrm>
            <a:custGeom>
              <a:rect b="b" l="l" r="r" t="t"/>
              <a:pathLst>
                <a:path extrusionOk="0" h="7467" w="2321">
                  <a:moveTo>
                    <a:pt x="1" y="0"/>
                  </a:moveTo>
                  <a:lnTo>
                    <a:pt x="1" y="7467"/>
                  </a:lnTo>
                  <a:lnTo>
                    <a:pt x="2320" y="7467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48"/>
            <p:cNvSpPr/>
            <p:nvPr/>
          </p:nvSpPr>
          <p:spPr>
            <a:xfrm>
              <a:off x="3547033" y="2956299"/>
              <a:ext cx="68486" cy="92681"/>
            </a:xfrm>
            <a:custGeom>
              <a:rect b="b" l="l" r="r" t="t"/>
              <a:pathLst>
                <a:path extrusionOk="0" h="3551" w="2624">
                  <a:moveTo>
                    <a:pt x="1473" y="0"/>
                  </a:moveTo>
                  <a:lnTo>
                    <a:pt x="1" y="3551"/>
                  </a:lnTo>
                  <a:lnTo>
                    <a:pt x="2624" y="2311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48"/>
            <p:cNvSpPr/>
            <p:nvPr/>
          </p:nvSpPr>
          <p:spPr>
            <a:xfrm>
              <a:off x="3523282" y="2956299"/>
              <a:ext cx="62431" cy="92681"/>
            </a:xfrm>
            <a:custGeom>
              <a:rect b="b" l="l" r="r" t="t"/>
              <a:pathLst>
                <a:path extrusionOk="0" h="3551" w="2392">
                  <a:moveTo>
                    <a:pt x="1241" y="0"/>
                  </a:moveTo>
                  <a:lnTo>
                    <a:pt x="1" y="3551"/>
                  </a:lnTo>
                  <a:lnTo>
                    <a:pt x="2392" y="3551"/>
                  </a:lnTo>
                  <a:lnTo>
                    <a:pt x="2392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3522839" y="3276207"/>
              <a:ext cx="69870" cy="92707"/>
            </a:xfrm>
            <a:custGeom>
              <a:rect b="b" l="l" r="r" t="t"/>
              <a:pathLst>
                <a:path extrusionOk="0" h="3552" w="2677">
                  <a:moveTo>
                    <a:pt x="0" y="1"/>
                  </a:moveTo>
                  <a:lnTo>
                    <a:pt x="1240" y="3551"/>
                  </a:lnTo>
                  <a:cubicBezTo>
                    <a:pt x="2007" y="3551"/>
                    <a:pt x="2632" y="2927"/>
                    <a:pt x="2632" y="2160"/>
                  </a:cubicBezTo>
                  <a:lnTo>
                    <a:pt x="2632" y="1232"/>
                  </a:lnTo>
                  <a:lnTo>
                    <a:pt x="2676" y="12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48"/>
            <p:cNvSpPr/>
            <p:nvPr/>
          </p:nvSpPr>
          <p:spPr>
            <a:xfrm>
              <a:off x="3518872" y="3276207"/>
              <a:ext cx="36357" cy="92707"/>
            </a:xfrm>
            <a:custGeom>
              <a:rect b="b" l="l" r="r" t="t"/>
              <a:pathLst>
                <a:path extrusionOk="0" h="3552" w="1393">
                  <a:moveTo>
                    <a:pt x="1392" y="1"/>
                  </a:moveTo>
                  <a:lnTo>
                    <a:pt x="0" y="1232"/>
                  </a:lnTo>
                  <a:lnTo>
                    <a:pt x="0" y="2160"/>
                  </a:lnTo>
                  <a:cubicBezTo>
                    <a:pt x="0" y="2927"/>
                    <a:pt x="625" y="3551"/>
                    <a:pt x="1392" y="3551"/>
                  </a:cubicBezTo>
                  <a:lnTo>
                    <a:pt x="1392" y="1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48"/>
            <p:cNvSpPr/>
            <p:nvPr/>
          </p:nvSpPr>
          <p:spPr>
            <a:xfrm>
              <a:off x="3494651" y="2956299"/>
              <a:ext cx="60578" cy="92681"/>
            </a:xfrm>
            <a:custGeom>
              <a:rect b="b" l="l" r="r" t="t"/>
              <a:pathLst>
                <a:path extrusionOk="0" h="3551" w="2321">
                  <a:moveTo>
                    <a:pt x="1" y="0"/>
                  </a:moveTo>
                  <a:lnTo>
                    <a:pt x="1" y="2311"/>
                  </a:lnTo>
                  <a:lnTo>
                    <a:pt x="2320" y="3551"/>
                  </a:lnTo>
                  <a:lnTo>
                    <a:pt x="2320" y="3551"/>
                  </a:lnTo>
                  <a:lnTo>
                    <a:pt x="1160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3524457" y="2956299"/>
              <a:ext cx="30772" cy="92681"/>
            </a:xfrm>
            <a:custGeom>
              <a:rect b="b" l="l" r="r" t="t"/>
              <a:pathLst>
                <a:path extrusionOk="0" h="3551" w="1179">
                  <a:moveTo>
                    <a:pt x="0" y="0"/>
                  </a:moveTo>
                  <a:lnTo>
                    <a:pt x="0" y="3551"/>
                  </a:lnTo>
                  <a:lnTo>
                    <a:pt x="1178" y="3551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rgbClr val="C641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48"/>
            <p:cNvSpPr/>
            <p:nvPr/>
          </p:nvSpPr>
          <p:spPr>
            <a:xfrm>
              <a:off x="3506761" y="3211714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1"/>
                  </a:moveTo>
                  <a:lnTo>
                    <a:pt x="1856" y="3703"/>
                  </a:lnTo>
                  <a:lnTo>
                    <a:pt x="3248" y="3703"/>
                  </a:lnTo>
                  <a:lnTo>
                    <a:pt x="4167" y="1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48"/>
            <p:cNvSpPr/>
            <p:nvPr/>
          </p:nvSpPr>
          <p:spPr>
            <a:xfrm>
              <a:off x="3494651" y="3211714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1"/>
                  </a:moveTo>
                  <a:lnTo>
                    <a:pt x="1" y="1847"/>
                  </a:lnTo>
                  <a:lnTo>
                    <a:pt x="928" y="3703"/>
                  </a:lnTo>
                  <a:lnTo>
                    <a:pt x="2320" y="3703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48"/>
            <p:cNvSpPr/>
            <p:nvPr/>
          </p:nvSpPr>
          <p:spPr>
            <a:xfrm>
              <a:off x="3506761" y="3163298"/>
              <a:ext cx="108759" cy="96648"/>
            </a:xfrm>
            <a:custGeom>
              <a:rect b="b" l="l" r="r" t="t"/>
              <a:pathLst>
                <a:path extrusionOk="0" h="3703" w="4167">
                  <a:moveTo>
                    <a:pt x="0" y="0"/>
                  </a:moveTo>
                  <a:lnTo>
                    <a:pt x="1856" y="3702"/>
                  </a:lnTo>
                  <a:lnTo>
                    <a:pt x="4167" y="3702"/>
                  </a:lnTo>
                  <a:lnTo>
                    <a:pt x="4167" y="1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48"/>
            <p:cNvSpPr/>
            <p:nvPr/>
          </p:nvSpPr>
          <p:spPr>
            <a:xfrm>
              <a:off x="3494651" y="3163298"/>
              <a:ext cx="60578" cy="96648"/>
            </a:xfrm>
            <a:custGeom>
              <a:rect b="b" l="l" r="r" t="t"/>
              <a:pathLst>
                <a:path extrusionOk="0" h="3703" w="2321">
                  <a:moveTo>
                    <a:pt x="2320" y="0"/>
                  </a:moveTo>
                  <a:lnTo>
                    <a:pt x="1" y="1856"/>
                  </a:lnTo>
                  <a:lnTo>
                    <a:pt x="1" y="3702"/>
                  </a:lnTo>
                  <a:lnTo>
                    <a:pt x="2320" y="3702"/>
                  </a:lnTo>
                  <a:lnTo>
                    <a:pt x="2320" y="0"/>
                  </a:lnTo>
                  <a:close/>
                </a:path>
              </a:pathLst>
            </a:custGeom>
            <a:solidFill>
              <a:srgbClr val="FF5D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48"/>
            <p:cNvSpPr/>
            <p:nvPr/>
          </p:nvSpPr>
          <p:spPr>
            <a:xfrm>
              <a:off x="3506761" y="3016590"/>
              <a:ext cx="108759" cy="195150"/>
            </a:xfrm>
            <a:custGeom>
              <a:rect b="b" l="l" r="r" t="t"/>
              <a:pathLst>
                <a:path extrusionOk="0" h="7477" w="4167">
                  <a:moveTo>
                    <a:pt x="1856" y="1"/>
                  </a:moveTo>
                  <a:lnTo>
                    <a:pt x="0" y="3739"/>
                  </a:lnTo>
                  <a:lnTo>
                    <a:pt x="1856" y="7477"/>
                  </a:lnTo>
                  <a:lnTo>
                    <a:pt x="4167" y="7477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48"/>
            <p:cNvSpPr/>
            <p:nvPr/>
          </p:nvSpPr>
          <p:spPr>
            <a:xfrm>
              <a:off x="3494651" y="3016590"/>
              <a:ext cx="60578" cy="195150"/>
            </a:xfrm>
            <a:custGeom>
              <a:rect b="b" l="l" r="r" t="t"/>
              <a:pathLst>
                <a:path extrusionOk="0" h="7477" w="2321">
                  <a:moveTo>
                    <a:pt x="1" y="1"/>
                  </a:moveTo>
                  <a:lnTo>
                    <a:pt x="1" y="7477"/>
                  </a:lnTo>
                  <a:lnTo>
                    <a:pt x="2320" y="7477"/>
                  </a:lnTo>
                  <a:lnTo>
                    <a:pt x="23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90" name="Google Shape;1790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25475" y="610775"/>
            <a:ext cx="2408250" cy="18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49"/>
          <p:cNvSpPr txBox="1"/>
          <p:nvPr>
            <p:ph type="title"/>
          </p:nvPr>
        </p:nvSpPr>
        <p:spPr>
          <a:xfrm>
            <a:off x="363675" y="330650"/>
            <a:ext cx="8070300" cy="46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Conexiuni dintre pini: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</a:rPr>
              <a:t>Memoria si multiplexorul</a:t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DO3 (M1) - C (MUX)           DO1 (M1) - A (MUX)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DO2 (M1) - B (MUX)           D, E0, E13, E14, E15, STROBE, GND(MUX) se conecteaza la masa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E1 (MUX) - TIP PRODUS       E2 (MUX) - TIP ANIMAL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E3 (MUX) - TIP FRUCT        E4 (MUX) - TIP CULOARE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E5 (MUX) - TIP HAINUTE     E6 (MUX) - D1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E7 (MUX) - D2                 E8 (MUX) - D3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E9 (MUX) - D4                E10 (MUX) - D5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E11 (MUX) - TIP MARIME     E12 (MUX) - TIP PLATA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</a:rPr>
              <a:t>Memoria, MUX, poarta SAU, poarta NOT</a:t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DO4 (M1) este conectat la pinul 1 din chip-ul SAU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 (MUX) este conectat la pinul 1 din chip-ul NOT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Pinul 2 din chip-ul NOT conectat cu pinul 2 din chip-ul SAU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0"/>
          <p:cNvSpPr txBox="1"/>
          <p:nvPr>
            <p:ph type="title"/>
          </p:nvPr>
        </p:nvSpPr>
        <p:spPr>
          <a:xfrm>
            <a:off x="2184300" y="558200"/>
            <a:ext cx="6755100" cy="4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</a:rPr>
              <a:t>Memoria, numaratorul, poarta SAU</a:t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Intrari in numarator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Pinul 3 din chip-ul SAU conectat cu pinul LOAD(N1) si pinul UP(N2)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CO(N1) -UP(N2)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DO4(M2)-D(N1)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DO3(M2)-C(N1)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DO2(M2)-B(N1)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DO1(M2)-A(N1)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DO4(M3)-D(N2)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DO3(M3)-C(N2)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DO2(M3)-B(N2)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DO1(M3)-A(N2)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801" name="Google Shape;1801;p50"/>
          <p:cNvSpPr txBox="1"/>
          <p:nvPr/>
        </p:nvSpPr>
        <p:spPr>
          <a:xfrm>
            <a:off x="684375" y="1814475"/>
            <a:ext cx="1788600" cy="2185800"/>
          </a:xfrm>
          <a:prstGeom prst="rect">
            <a:avLst/>
          </a:prstGeom>
          <a:noFill/>
          <a:ln cap="flat" cmpd="sng" w="9525">
            <a:solidFill>
              <a:srgbClr val="26E2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</a:t>
            </a: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ntrari in M1-M4: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Qd(N1)-A7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Qc(N1)-A6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Qb(N1)-A5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Qa(N1)-A4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Qd(N2)-A3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Qc(N2)-A2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Qb(N2)-A1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6E288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Qa(N2)-A0</a:t>
            </a:r>
            <a:endParaRPr sz="1300">
              <a:solidFill>
                <a:srgbClr val="26E288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51"/>
          <p:cNvSpPr txBox="1"/>
          <p:nvPr>
            <p:ph type="title"/>
          </p:nvPr>
        </p:nvSpPr>
        <p:spPr>
          <a:xfrm>
            <a:off x="0" y="814125"/>
            <a:ext cx="7632600" cy="390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dk1"/>
                </a:solidFill>
              </a:rPr>
              <a:t>Memoria si masca</a:t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DO4 (M1) se duce in toate portile AND ( pinii 1, 4, 10, 13 de pe fiecare chip)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DO3 (M1) - pinul 2 (AND1)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DO2 (M1) - pinul 5 (AND1)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DO1 (M1) - pinul 12 (AND1)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3 (AND1) reprezintă ieșirea C1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6 (AND1) reprezintă ieșirea C2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11 (AND1) reprezintă ieșirea C3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8 (AND1) reprezintă ieșirea C4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3 (AND2) reprezintă ieșirea C5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6 (AND2) reprezintă ieșirea C6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11 (AND2) reprezintă ieșirea C7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Pinul 8 (AND2) reprezintă ieșirea C8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1" name="Google Shape;18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6279999" cy="45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52"/>
          <p:cNvSpPr txBox="1"/>
          <p:nvPr>
            <p:ph idx="4294967295" type="title"/>
          </p:nvPr>
        </p:nvSpPr>
        <p:spPr>
          <a:xfrm>
            <a:off x="2532775" y="4562900"/>
            <a:ext cx="7004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PROIECTAREA CABLAJULUI</a:t>
            </a:r>
            <a:endParaRPr/>
          </a:p>
        </p:txBody>
      </p:sp>
      <p:grpSp>
        <p:nvGrpSpPr>
          <p:cNvPr id="1813" name="Google Shape;1813;p52"/>
          <p:cNvGrpSpPr/>
          <p:nvPr/>
        </p:nvGrpSpPr>
        <p:grpSpPr>
          <a:xfrm rot="8979016">
            <a:off x="7578100" y="2868815"/>
            <a:ext cx="1390098" cy="450756"/>
            <a:chOff x="-1760999" y="1531077"/>
            <a:chExt cx="829653" cy="268989"/>
          </a:xfrm>
        </p:grpSpPr>
        <p:sp>
          <p:nvSpPr>
            <p:cNvPr id="1814" name="Google Shape;1814;p52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2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52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52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2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9" name="Google Shape;1819;p52"/>
          <p:cNvGrpSpPr/>
          <p:nvPr/>
        </p:nvGrpSpPr>
        <p:grpSpPr>
          <a:xfrm rot="-8731528">
            <a:off x="7519688" y="1247729"/>
            <a:ext cx="1389937" cy="450763"/>
            <a:chOff x="-1760999" y="1531077"/>
            <a:chExt cx="829653" cy="268989"/>
          </a:xfrm>
        </p:grpSpPr>
        <p:sp>
          <p:nvSpPr>
            <p:cNvPr id="1820" name="Google Shape;1820;p52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2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2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2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2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5" name="Google Shape;1825;p52"/>
          <p:cNvGrpSpPr/>
          <p:nvPr/>
        </p:nvGrpSpPr>
        <p:grpSpPr>
          <a:xfrm rot="10800000">
            <a:off x="7268453" y="2075026"/>
            <a:ext cx="1390000" cy="450745"/>
            <a:chOff x="-1760999" y="1531077"/>
            <a:chExt cx="829653" cy="268989"/>
          </a:xfrm>
        </p:grpSpPr>
        <p:sp>
          <p:nvSpPr>
            <p:cNvPr id="1826" name="Google Shape;1826;p52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2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2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2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2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5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Documentatie activitati</a:t>
            </a:r>
            <a:endParaRPr/>
          </a:p>
        </p:txBody>
      </p:sp>
      <p:grpSp>
        <p:nvGrpSpPr>
          <p:cNvPr id="1836" name="Google Shape;1836;p53"/>
          <p:cNvGrpSpPr/>
          <p:nvPr/>
        </p:nvGrpSpPr>
        <p:grpSpPr>
          <a:xfrm>
            <a:off x="7077269" y="1564370"/>
            <a:ext cx="1620938" cy="325362"/>
            <a:chOff x="3615471" y="3360737"/>
            <a:chExt cx="1913063" cy="347758"/>
          </a:xfrm>
        </p:grpSpPr>
        <p:grpSp>
          <p:nvGrpSpPr>
            <p:cNvPr id="1837" name="Google Shape;1837;p53"/>
            <p:cNvGrpSpPr/>
            <p:nvPr/>
          </p:nvGrpSpPr>
          <p:grpSpPr>
            <a:xfrm rot="141586">
              <a:off x="3621378" y="3381394"/>
              <a:ext cx="945029" cy="306423"/>
              <a:chOff x="-1760999" y="1531077"/>
              <a:chExt cx="829653" cy="268989"/>
            </a:xfrm>
          </p:grpSpPr>
          <p:sp>
            <p:nvSpPr>
              <p:cNvPr id="1838" name="Google Shape;1838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7BE1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BE1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3" name="Google Shape;1843;p53"/>
            <p:cNvGrpSpPr/>
            <p:nvPr/>
          </p:nvGrpSpPr>
          <p:grpSpPr>
            <a:xfrm flipH="1" rot="-151696">
              <a:off x="4578090" y="3381412"/>
              <a:ext cx="944151" cy="306407"/>
              <a:chOff x="-1760999" y="1531077"/>
              <a:chExt cx="829653" cy="268989"/>
            </a:xfrm>
          </p:grpSpPr>
          <p:sp>
            <p:nvSpPr>
              <p:cNvPr id="1844" name="Google Shape;1844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B68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B68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49" name="Google Shape;1849;p53"/>
          <p:cNvGrpSpPr/>
          <p:nvPr/>
        </p:nvGrpSpPr>
        <p:grpSpPr>
          <a:xfrm>
            <a:off x="667535" y="1552816"/>
            <a:ext cx="1399094" cy="325378"/>
            <a:chOff x="3615844" y="1587402"/>
            <a:chExt cx="1912115" cy="347775"/>
          </a:xfrm>
        </p:grpSpPr>
        <p:grpSp>
          <p:nvGrpSpPr>
            <p:cNvPr id="1850" name="Google Shape;1850;p53"/>
            <p:cNvGrpSpPr/>
            <p:nvPr/>
          </p:nvGrpSpPr>
          <p:grpSpPr>
            <a:xfrm flipH="1" rot="-151696">
              <a:off x="4577516" y="1608094"/>
              <a:ext cx="944151" cy="306407"/>
              <a:chOff x="-1760999" y="1531077"/>
              <a:chExt cx="829653" cy="268989"/>
            </a:xfrm>
          </p:grpSpPr>
          <p:sp>
            <p:nvSpPr>
              <p:cNvPr id="1851" name="Google Shape;1851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FF8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8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6" name="Google Shape;1856;p53"/>
            <p:cNvGrpSpPr/>
            <p:nvPr/>
          </p:nvGrpSpPr>
          <p:grpSpPr>
            <a:xfrm rot="151576">
              <a:off x="3622137" y="1608077"/>
              <a:ext cx="944897" cy="306407"/>
              <a:chOff x="-1760999" y="1531077"/>
              <a:chExt cx="829653" cy="268989"/>
            </a:xfrm>
          </p:grpSpPr>
          <p:sp>
            <p:nvSpPr>
              <p:cNvPr id="1857" name="Google Shape;1857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F7B1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7B1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2" name="Google Shape;1862;p53"/>
          <p:cNvGrpSpPr/>
          <p:nvPr/>
        </p:nvGrpSpPr>
        <p:grpSpPr>
          <a:xfrm rot="10800000">
            <a:off x="5408496" y="1564005"/>
            <a:ext cx="1673145" cy="325362"/>
            <a:chOff x="6510096" y="3360737"/>
            <a:chExt cx="1913915" cy="347758"/>
          </a:xfrm>
        </p:grpSpPr>
        <p:grpSp>
          <p:nvGrpSpPr>
            <p:cNvPr id="1863" name="Google Shape;1863;p53"/>
            <p:cNvGrpSpPr/>
            <p:nvPr/>
          </p:nvGrpSpPr>
          <p:grpSpPr>
            <a:xfrm rot="141586">
              <a:off x="6516003" y="3381394"/>
              <a:ext cx="945029" cy="306423"/>
              <a:chOff x="-1760999" y="1531077"/>
              <a:chExt cx="829653" cy="268989"/>
            </a:xfrm>
          </p:grpSpPr>
          <p:sp>
            <p:nvSpPr>
              <p:cNvPr id="1864" name="Google Shape;1864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7BE1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7BE1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69" name="Google Shape;1869;p53"/>
            <p:cNvGrpSpPr/>
            <p:nvPr/>
          </p:nvGrpSpPr>
          <p:grpSpPr>
            <a:xfrm flipH="1" rot="-151696">
              <a:off x="7473568" y="3381412"/>
              <a:ext cx="944151" cy="306407"/>
              <a:chOff x="-1760999" y="1531077"/>
              <a:chExt cx="829653" cy="268989"/>
            </a:xfrm>
          </p:grpSpPr>
          <p:sp>
            <p:nvSpPr>
              <p:cNvPr id="1870" name="Google Shape;1870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FDEE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EE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75" name="Google Shape;1875;p53"/>
          <p:cNvGrpSpPr/>
          <p:nvPr/>
        </p:nvGrpSpPr>
        <p:grpSpPr>
          <a:xfrm>
            <a:off x="3735405" y="1563999"/>
            <a:ext cx="1673089" cy="325372"/>
            <a:chOff x="718534" y="3360727"/>
            <a:chExt cx="1912102" cy="347768"/>
          </a:xfrm>
        </p:grpSpPr>
        <p:grpSp>
          <p:nvGrpSpPr>
            <p:cNvPr id="1876" name="Google Shape;1876;p53"/>
            <p:cNvGrpSpPr/>
            <p:nvPr/>
          </p:nvGrpSpPr>
          <p:grpSpPr>
            <a:xfrm rot="151576">
              <a:off x="724826" y="3381402"/>
              <a:ext cx="944897" cy="306407"/>
              <a:chOff x="-1760999" y="1531077"/>
              <a:chExt cx="829653" cy="268989"/>
            </a:xfrm>
          </p:grpSpPr>
          <p:sp>
            <p:nvSpPr>
              <p:cNvPr id="1877" name="Google Shape;1877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6BEC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BEC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2" name="Google Shape;1882;p53"/>
            <p:cNvGrpSpPr/>
            <p:nvPr/>
          </p:nvGrpSpPr>
          <p:grpSpPr>
            <a:xfrm flipH="1" rot="-151696">
              <a:off x="1680193" y="3381412"/>
              <a:ext cx="944151" cy="306407"/>
              <a:chOff x="-1760999" y="1531077"/>
              <a:chExt cx="829653" cy="268989"/>
            </a:xfrm>
          </p:grpSpPr>
          <p:sp>
            <p:nvSpPr>
              <p:cNvPr id="1883" name="Google Shape;1883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FDEE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DEE7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88" name="Google Shape;1888;p53"/>
          <p:cNvGrpSpPr/>
          <p:nvPr/>
        </p:nvGrpSpPr>
        <p:grpSpPr>
          <a:xfrm>
            <a:off x="2066657" y="1561120"/>
            <a:ext cx="1673035" cy="325362"/>
            <a:chOff x="6509784" y="1587407"/>
            <a:chExt cx="1914227" cy="347758"/>
          </a:xfrm>
        </p:grpSpPr>
        <p:grpSp>
          <p:nvGrpSpPr>
            <p:cNvPr id="1889" name="Google Shape;1889;p53"/>
            <p:cNvGrpSpPr/>
            <p:nvPr/>
          </p:nvGrpSpPr>
          <p:grpSpPr>
            <a:xfrm rot="151576">
              <a:off x="6516076" y="1608082"/>
              <a:ext cx="944897" cy="306407"/>
              <a:chOff x="-1760999" y="1531077"/>
              <a:chExt cx="829653" cy="268989"/>
            </a:xfrm>
          </p:grpSpPr>
          <p:sp>
            <p:nvSpPr>
              <p:cNvPr id="1890" name="Google Shape;1890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FF8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888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5" name="Google Shape;1895;p53"/>
            <p:cNvGrpSpPr/>
            <p:nvPr/>
          </p:nvGrpSpPr>
          <p:grpSpPr>
            <a:xfrm flipH="1" rot="-151696">
              <a:off x="7473568" y="1608082"/>
              <a:ext cx="944151" cy="306407"/>
              <a:chOff x="-1760999" y="1531077"/>
              <a:chExt cx="829653" cy="268989"/>
            </a:xfrm>
          </p:grpSpPr>
          <p:sp>
            <p:nvSpPr>
              <p:cNvPr id="1896" name="Google Shape;1896;p53"/>
              <p:cNvSpPr/>
              <p:nvPr/>
            </p:nvSpPr>
            <p:spPr>
              <a:xfrm>
                <a:off x="-1760999" y="1534327"/>
                <a:ext cx="592411" cy="265739"/>
              </a:xfrm>
              <a:custGeom>
                <a:rect b="b" l="l" r="r" t="t"/>
                <a:pathLst>
                  <a:path extrusionOk="0" h="3598" w="8021">
                    <a:moveTo>
                      <a:pt x="7851" y="1"/>
                    </a:moveTo>
                    <a:lnTo>
                      <a:pt x="955" y="367"/>
                    </a:lnTo>
                    <a:cubicBezTo>
                      <a:pt x="420" y="393"/>
                      <a:pt x="1" y="848"/>
                      <a:pt x="36" y="1384"/>
                    </a:cubicBezTo>
                    <a:lnTo>
                      <a:pt x="99" y="2677"/>
                    </a:lnTo>
                    <a:cubicBezTo>
                      <a:pt x="125" y="3196"/>
                      <a:pt x="561" y="3597"/>
                      <a:pt x="1075" y="3597"/>
                    </a:cubicBezTo>
                    <a:cubicBezTo>
                      <a:pt x="1092" y="3597"/>
                      <a:pt x="1108" y="3597"/>
                      <a:pt x="1125" y="3596"/>
                    </a:cubicBezTo>
                    <a:lnTo>
                      <a:pt x="8021" y="3239"/>
                    </a:lnTo>
                    <a:lnTo>
                      <a:pt x="7851" y="1"/>
                    </a:lnTo>
                    <a:close/>
                  </a:path>
                </a:pathLst>
              </a:custGeom>
              <a:solidFill>
                <a:srgbClr val="6BEC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53"/>
              <p:cNvSpPr/>
              <p:nvPr/>
            </p:nvSpPr>
            <p:spPr>
              <a:xfrm>
                <a:off x="-1198269" y="1531077"/>
                <a:ext cx="98895" cy="243213"/>
              </a:xfrm>
              <a:custGeom>
                <a:rect b="b" l="l" r="r" t="t"/>
                <a:pathLst>
                  <a:path extrusionOk="0" h="3293" w="1339">
                    <a:moveTo>
                      <a:pt x="1169" y="0"/>
                    </a:moveTo>
                    <a:lnTo>
                      <a:pt x="0" y="63"/>
                    </a:lnTo>
                    <a:lnTo>
                      <a:pt x="170" y="3292"/>
                    </a:lnTo>
                    <a:lnTo>
                      <a:pt x="1338" y="3230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53"/>
              <p:cNvSpPr/>
              <p:nvPr/>
            </p:nvSpPr>
            <p:spPr>
              <a:xfrm>
                <a:off x="-1698367" y="1600799"/>
                <a:ext cx="376230" cy="141289"/>
              </a:xfrm>
              <a:custGeom>
                <a:rect b="b" l="l" r="r" t="t"/>
                <a:pathLst>
                  <a:path extrusionOk="0" h="1913" w="5094">
                    <a:moveTo>
                      <a:pt x="4339" y="0"/>
                    </a:moveTo>
                    <a:cubicBezTo>
                      <a:pt x="4323" y="0"/>
                      <a:pt x="4307" y="1"/>
                      <a:pt x="4291" y="2"/>
                    </a:cubicBezTo>
                    <a:lnTo>
                      <a:pt x="714" y="189"/>
                    </a:lnTo>
                    <a:cubicBezTo>
                      <a:pt x="303" y="207"/>
                      <a:pt x="0" y="555"/>
                      <a:pt x="18" y="956"/>
                    </a:cubicBezTo>
                    <a:lnTo>
                      <a:pt x="36" y="1224"/>
                    </a:lnTo>
                    <a:cubicBezTo>
                      <a:pt x="53" y="1609"/>
                      <a:pt x="374" y="1913"/>
                      <a:pt x="755" y="1913"/>
                    </a:cubicBezTo>
                    <a:cubicBezTo>
                      <a:pt x="771" y="1913"/>
                      <a:pt x="787" y="1912"/>
                      <a:pt x="803" y="1911"/>
                    </a:cubicBezTo>
                    <a:lnTo>
                      <a:pt x="4380" y="1724"/>
                    </a:lnTo>
                    <a:cubicBezTo>
                      <a:pt x="4782" y="1706"/>
                      <a:pt x="5094" y="1367"/>
                      <a:pt x="5076" y="956"/>
                    </a:cubicBezTo>
                    <a:lnTo>
                      <a:pt x="5058" y="689"/>
                    </a:lnTo>
                    <a:cubicBezTo>
                      <a:pt x="5041" y="303"/>
                      <a:pt x="4720" y="0"/>
                      <a:pt x="43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53"/>
              <p:cNvSpPr/>
              <p:nvPr/>
            </p:nvSpPr>
            <p:spPr>
              <a:xfrm>
                <a:off x="-1287269" y="1536986"/>
                <a:ext cx="75187" cy="241883"/>
              </a:xfrm>
              <a:custGeom>
                <a:rect b="b" l="l" r="r" t="t"/>
                <a:pathLst>
                  <a:path extrusionOk="0" h="3275" w="1018">
                    <a:moveTo>
                      <a:pt x="848" y="1"/>
                    </a:moveTo>
                    <a:lnTo>
                      <a:pt x="1" y="45"/>
                    </a:lnTo>
                    <a:lnTo>
                      <a:pt x="170" y="3275"/>
                    </a:lnTo>
                    <a:lnTo>
                      <a:pt x="1018" y="3230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53"/>
              <p:cNvSpPr/>
              <p:nvPr/>
            </p:nvSpPr>
            <p:spPr>
              <a:xfrm>
                <a:off x="-1110673" y="1555450"/>
                <a:ext cx="179326" cy="189149"/>
              </a:xfrm>
              <a:custGeom>
                <a:rect b="b" l="l" r="r" t="t"/>
                <a:pathLst>
                  <a:path extrusionOk="0" h="2561" w="2428">
                    <a:moveTo>
                      <a:pt x="1" y="0"/>
                    </a:moveTo>
                    <a:lnTo>
                      <a:pt x="134" y="2561"/>
                    </a:lnTo>
                    <a:lnTo>
                      <a:pt x="2427" y="1535"/>
                    </a:lnTo>
                    <a:lnTo>
                      <a:pt x="2391" y="7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BEC9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01" name="Google Shape;1901;p53"/>
          <p:cNvSpPr txBox="1"/>
          <p:nvPr>
            <p:ph idx="2" type="title"/>
          </p:nvPr>
        </p:nvSpPr>
        <p:spPr>
          <a:xfrm>
            <a:off x="555000" y="1872075"/>
            <a:ext cx="1511700" cy="7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Capra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Cosmina-Ioana </a:t>
            </a:r>
            <a:endParaRPr sz="1300"/>
          </a:p>
        </p:txBody>
      </p:sp>
      <p:sp>
        <p:nvSpPr>
          <p:cNvPr id="1902" name="Google Shape;1902;p53"/>
          <p:cNvSpPr txBox="1"/>
          <p:nvPr>
            <p:ph idx="1" type="subTitle"/>
          </p:nvPr>
        </p:nvSpPr>
        <p:spPr>
          <a:xfrm>
            <a:off x="555000" y="2825600"/>
            <a:ext cx="15117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schemei bloc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organigramei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prezentării .pptx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03" name="Google Shape;1903;p53"/>
          <p:cNvSpPr txBox="1"/>
          <p:nvPr>
            <p:ph idx="3" type="title"/>
          </p:nvPr>
        </p:nvSpPr>
        <p:spPr>
          <a:xfrm>
            <a:off x="2066700" y="1858975"/>
            <a:ext cx="1620900" cy="79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Costache Irina-Teodora</a:t>
            </a:r>
            <a:endParaRPr sz="1300"/>
          </a:p>
        </p:txBody>
      </p:sp>
      <p:sp>
        <p:nvSpPr>
          <p:cNvPr id="1904" name="Google Shape;1904;p53"/>
          <p:cNvSpPr txBox="1"/>
          <p:nvPr>
            <p:ph idx="4" type="subTitle"/>
          </p:nvPr>
        </p:nvSpPr>
        <p:spPr>
          <a:xfrm>
            <a:off x="2066625" y="2825600"/>
            <a:ext cx="16731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organigramei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completarea conținutului memoriei de microprogram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proiectarea schemei unitatii de comanda microprogramate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05" name="Google Shape;1905;p53"/>
          <p:cNvSpPr txBox="1"/>
          <p:nvPr>
            <p:ph idx="7" type="title"/>
          </p:nvPr>
        </p:nvSpPr>
        <p:spPr>
          <a:xfrm>
            <a:off x="5356075" y="1933100"/>
            <a:ext cx="18081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Girnita Alexandra-Claudia</a:t>
            </a:r>
            <a:endParaRPr sz="1300"/>
          </a:p>
        </p:txBody>
      </p:sp>
      <p:sp>
        <p:nvSpPr>
          <p:cNvPr id="1906" name="Google Shape;1906;p53"/>
          <p:cNvSpPr txBox="1"/>
          <p:nvPr>
            <p:ph idx="8" type="subTitle"/>
          </p:nvPr>
        </p:nvSpPr>
        <p:spPr>
          <a:xfrm>
            <a:off x="3739700" y="2825175"/>
            <a:ext cx="1673100" cy="16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organigramei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alegerea componentelor digitale folosite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proiectarea cablajului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907" name="Google Shape;1907;p53"/>
          <p:cNvSpPr txBox="1"/>
          <p:nvPr>
            <p:ph idx="9" type="title"/>
          </p:nvPr>
        </p:nvSpPr>
        <p:spPr>
          <a:xfrm>
            <a:off x="3735400" y="1933100"/>
            <a:ext cx="16731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Emin Esra</a:t>
            </a:r>
            <a:endParaRPr sz="1300"/>
          </a:p>
        </p:txBody>
      </p:sp>
      <p:sp>
        <p:nvSpPr>
          <p:cNvPr id="1908" name="Google Shape;1908;p53"/>
          <p:cNvSpPr txBox="1"/>
          <p:nvPr>
            <p:ph idx="13" type="subTitle"/>
          </p:nvPr>
        </p:nvSpPr>
        <p:spPr>
          <a:xfrm>
            <a:off x="5408275" y="2825350"/>
            <a:ext cx="16731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schemei bloc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calculul lungimii microinstrucțiunii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proiectarea cablajului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909" name="Google Shape;1909;p53"/>
          <p:cNvSpPr txBox="1"/>
          <p:nvPr>
            <p:ph idx="14" type="title"/>
          </p:nvPr>
        </p:nvSpPr>
        <p:spPr>
          <a:xfrm>
            <a:off x="7077200" y="1933107"/>
            <a:ext cx="1673100" cy="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Gorescu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Diana Ioana Alexandra</a:t>
            </a:r>
            <a:endParaRPr sz="1300"/>
          </a:p>
        </p:txBody>
      </p:sp>
      <p:sp>
        <p:nvSpPr>
          <p:cNvPr id="1910" name="Google Shape;1910;p53"/>
          <p:cNvSpPr txBox="1"/>
          <p:nvPr>
            <p:ph idx="15" type="subTitle"/>
          </p:nvPr>
        </p:nvSpPr>
        <p:spPr>
          <a:xfrm>
            <a:off x="7085800" y="2789475"/>
            <a:ext cx="16209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elaborarea schemei bloc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descrierea funcționalității automatului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-152400" lvl="0" marL="8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00"/>
              <a:buFont typeface="Comfortaa"/>
              <a:buChar char="●"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scrierea documentației de proiect</a:t>
            </a:r>
            <a:endParaRPr sz="9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sp>
        <p:nvSpPr>
          <p:cNvPr id="1911" name="Google Shape;1911;p53"/>
          <p:cNvSpPr/>
          <p:nvPr/>
        </p:nvSpPr>
        <p:spPr>
          <a:xfrm>
            <a:off x="5871832" y="448016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53"/>
          <p:cNvSpPr/>
          <p:nvPr/>
        </p:nvSpPr>
        <p:spPr>
          <a:xfrm rot="1230437">
            <a:off x="97157" y="2380026"/>
            <a:ext cx="266075" cy="247864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53"/>
          <p:cNvSpPr/>
          <p:nvPr/>
        </p:nvSpPr>
        <p:spPr>
          <a:xfrm rot="-2302014">
            <a:off x="110822" y="4547035"/>
            <a:ext cx="395431" cy="294328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53"/>
          <p:cNvSpPr/>
          <p:nvPr/>
        </p:nvSpPr>
        <p:spPr>
          <a:xfrm>
            <a:off x="6621344" y="183014"/>
            <a:ext cx="266076" cy="247865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53"/>
          <p:cNvSpPr/>
          <p:nvPr/>
        </p:nvSpPr>
        <p:spPr>
          <a:xfrm rot="7623550">
            <a:off x="8603044" y="662852"/>
            <a:ext cx="263739" cy="429297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54"/>
          <p:cNvSpPr txBox="1"/>
          <p:nvPr>
            <p:ph type="title"/>
          </p:nvPr>
        </p:nvSpPr>
        <p:spPr>
          <a:xfrm>
            <a:off x="653875" y="1857275"/>
            <a:ext cx="39459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Multumim</a:t>
            </a:r>
            <a:r>
              <a:rPr lang="en"/>
              <a:t>!</a:t>
            </a:r>
            <a:endParaRPr/>
          </a:p>
        </p:txBody>
      </p:sp>
      <p:grpSp>
        <p:nvGrpSpPr>
          <p:cNvPr id="1921" name="Google Shape;1921;p54"/>
          <p:cNvGrpSpPr/>
          <p:nvPr/>
        </p:nvGrpSpPr>
        <p:grpSpPr>
          <a:xfrm rot="-1497629">
            <a:off x="6927486" y="3002521"/>
            <a:ext cx="1389986" cy="450744"/>
            <a:chOff x="-1760999" y="1531077"/>
            <a:chExt cx="829653" cy="268989"/>
          </a:xfrm>
        </p:grpSpPr>
        <p:sp>
          <p:nvSpPr>
            <p:cNvPr id="1922" name="Google Shape;1922;p54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4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54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54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54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EE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7" name="Google Shape;1927;p54"/>
          <p:cNvGrpSpPr/>
          <p:nvPr/>
        </p:nvGrpSpPr>
        <p:grpSpPr>
          <a:xfrm rot="-9790007">
            <a:off x="4830962" y="3083146"/>
            <a:ext cx="1390076" cy="450748"/>
            <a:chOff x="-1760999" y="1531077"/>
            <a:chExt cx="829653" cy="268989"/>
          </a:xfrm>
        </p:grpSpPr>
        <p:sp>
          <p:nvSpPr>
            <p:cNvPr id="1928" name="Google Shape;1928;p54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54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54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54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54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BE1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3" name="Google Shape;1933;p54"/>
          <p:cNvGrpSpPr/>
          <p:nvPr/>
        </p:nvGrpSpPr>
        <p:grpSpPr>
          <a:xfrm rot="-3310296">
            <a:off x="6263687" y="1627557"/>
            <a:ext cx="1389920" cy="450757"/>
            <a:chOff x="-1760999" y="1531077"/>
            <a:chExt cx="829653" cy="268989"/>
          </a:xfrm>
        </p:grpSpPr>
        <p:sp>
          <p:nvSpPr>
            <p:cNvPr id="1934" name="Google Shape;1934;p54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54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54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54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54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1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9" name="Google Shape;1939;p54"/>
          <p:cNvGrpSpPr/>
          <p:nvPr/>
        </p:nvGrpSpPr>
        <p:grpSpPr>
          <a:xfrm rot="10556851">
            <a:off x="4381502" y="1465811"/>
            <a:ext cx="1389991" cy="450744"/>
            <a:chOff x="-1760999" y="1531077"/>
            <a:chExt cx="829653" cy="268989"/>
          </a:xfrm>
        </p:grpSpPr>
        <p:sp>
          <p:nvSpPr>
            <p:cNvPr id="1940" name="Google Shape;1940;p54"/>
            <p:cNvSpPr/>
            <p:nvPr/>
          </p:nvSpPr>
          <p:spPr>
            <a:xfrm>
              <a:off x="-1760999" y="1534327"/>
              <a:ext cx="592411" cy="265739"/>
            </a:xfrm>
            <a:custGeom>
              <a:rect b="b" l="l" r="r" t="t"/>
              <a:pathLst>
                <a:path extrusionOk="0" h="3598" w="8021">
                  <a:moveTo>
                    <a:pt x="7851" y="1"/>
                  </a:moveTo>
                  <a:lnTo>
                    <a:pt x="955" y="367"/>
                  </a:lnTo>
                  <a:cubicBezTo>
                    <a:pt x="420" y="393"/>
                    <a:pt x="1" y="848"/>
                    <a:pt x="36" y="1384"/>
                  </a:cubicBezTo>
                  <a:lnTo>
                    <a:pt x="99" y="2677"/>
                  </a:lnTo>
                  <a:cubicBezTo>
                    <a:pt x="125" y="3196"/>
                    <a:pt x="561" y="3597"/>
                    <a:pt x="1075" y="3597"/>
                  </a:cubicBezTo>
                  <a:cubicBezTo>
                    <a:pt x="1092" y="3597"/>
                    <a:pt x="1108" y="3597"/>
                    <a:pt x="1125" y="3596"/>
                  </a:cubicBezTo>
                  <a:lnTo>
                    <a:pt x="8021" y="3239"/>
                  </a:lnTo>
                  <a:lnTo>
                    <a:pt x="7851" y="1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54"/>
            <p:cNvSpPr/>
            <p:nvPr/>
          </p:nvSpPr>
          <p:spPr>
            <a:xfrm>
              <a:off x="-1198269" y="1531077"/>
              <a:ext cx="98895" cy="243213"/>
            </a:xfrm>
            <a:custGeom>
              <a:rect b="b" l="l" r="r" t="t"/>
              <a:pathLst>
                <a:path extrusionOk="0" h="3293" w="1339">
                  <a:moveTo>
                    <a:pt x="1169" y="0"/>
                  </a:moveTo>
                  <a:lnTo>
                    <a:pt x="0" y="63"/>
                  </a:lnTo>
                  <a:lnTo>
                    <a:pt x="170" y="3292"/>
                  </a:lnTo>
                  <a:lnTo>
                    <a:pt x="1338" y="3230"/>
                  </a:lnTo>
                  <a:lnTo>
                    <a:pt x="1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54"/>
            <p:cNvSpPr/>
            <p:nvPr/>
          </p:nvSpPr>
          <p:spPr>
            <a:xfrm>
              <a:off x="-1698367" y="1600799"/>
              <a:ext cx="376230" cy="141289"/>
            </a:xfrm>
            <a:custGeom>
              <a:rect b="b" l="l" r="r" t="t"/>
              <a:pathLst>
                <a:path extrusionOk="0" h="1913" w="5094">
                  <a:moveTo>
                    <a:pt x="4339" y="0"/>
                  </a:moveTo>
                  <a:cubicBezTo>
                    <a:pt x="4323" y="0"/>
                    <a:pt x="4307" y="1"/>
                    <a:pt x="4291" y="2"/>
                  </a:cubicBezTo>
                  <a:lnTo>
                    <a:pt x="714" y="189"/>
                  </a:lnTo>
                  <a:cubicBezTo>
                    <a:pt x="303" y="207"/>
                    <a:pt x="0" y="555"/>
                    <a:pt x="18" y="956"/>
                  </a:cubicBezTo>
                  <a:lnTo>
                    <a:pt x="36" y="1224"/>
                  </a:lnTo>
                  <a:cubicBezTo>
                    <a:pt x="53" y="1609"/>
                    <a:pt x="374" y="1913"/>
                    <a:pt x="755" y="1913"/>
                  </a:cubicBezTo>
                  <a:cubicBezTo>
                    <a:pt x="771" y="1913"/>
                    <a:pt x="787" y="1912"/>
                    <a:pt x="803" y="1911"/>
                  </a:cubicBezTo>
                  <a:lnTo>
                    <a:pt x="4380" y="1724"/>
                  </a:lnTo>
                  <a:cubicBezTo>
                    <a:pt x="4782" y="1706"/>
                    <a:pt x="5094" y="1367"/>
                    <a:pt x="5076" y="956"/>
                  </a:cubicBezTo>
                  <a:lnTo>
                    <a:pt x="5058" y="689"/>
                  </a:lnTo>
                  <a:cubicBezTo>
                    <a:pt x="5041" y="303"/>
                    <a:pt x="4720" y="0"/>
                    <a:pt x="43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54"/>
            <p:cNvSpPr/>
            <p:nvPr/>
          </p:nvSpPr>
          <p:spPr>
            <a:xfrm>
              <a:off x="-1287269" y="1536986"/>
              <a:ext cx="75187" cy="241883"/>
            </a:xfrm>
            <a:custGeom>
              <a:rect b="b" l="l" r="r" t="t"/>
              <a:pathLst>
                <a:path extrusionOk="0" h="3275" w="1018">
                  <a:moveTo>
                    <a:pt x="848" y="1"/>
                  </a:moveTo>
                  <a:lnTo>
                    <a:pt x="1" y="45"/>
                  </a:lnTo>
                  <a:lnTo>
                    <a:pt x="170" y="3275"/>
                  </a:lnTo>
                  <a:lnTo>
                    <a:pt x="1018" y="3230"/>
                  </a:lnTo>
                  <a:lnTo>
                    <a:pt x="8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54"/>
            <p:cNvSpPr/>
            <p:nvPr/>
          </p:nvSpPr>
          <p:spPr>
            <a:xfrm>
              <a:off x="-1110673" y="1555450"/>
              <a:ext cx="179326" cy="189149"/>
            </a:xfrm>
            <a:custGeom>
              <a:rect b="b" l="l" r="r" t="t"/>
              <a:pathLst>
                <a:path extrusionOk="0" h="2561" w="2428">
                  <a:moveTo>
                    <a:pt x="1" y="0"/>
                  </a:moveTo>
                  <a:lnTo>
                    <a:pt x="134" y="2561"/>
                  </a:lnTo>
                  <a:lnTo>
                    <a:pt x="2427" y="1535"/>
                  </a:lnTo>
                  <a:lnTo>
                    <a:pt x="2391" y="7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88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5" name="Google Shape;1945;p54"/>
          <p:cNvSpPr/>
          <p:nvPr/>
        </p:nvSpPr>
        <p:spPr>
          <a:xfrm rot="-120434">
            <a:off x="8380637" y="1591361"/>
            <a:ext cx="395151" cy="643203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54"/>
          <p:cNvSpPr/>
          <p:nvPr/>
        </p:nvSpPr>
        <p:spPr>
          <a:xfrm>
            <a:off x="7177205" y="4084997"/>
            <a:ext cx="466665" cy="434699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54"/>
          <p:cNvSpPr/>
          <p:nvPr/>
        </p:nvSpPr>
        <p:spPr>
          <a:xfrm rot="1230468">
            <a:off x="4923757" y="350410"/>
            <a:ext cx="405748" cy="377982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54"/>
          <p:cNvSpPr/>
          <p:nvPr/>
        </p:nvSpPr>
        <p:spPr>
          <a:xfrm rot="-7355318">
            <a:off x="2040008" y="338309"/>
            <a:ext cx="540339" cy="40218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54"/>
          <p:cNvSpPr/>
          <p:nvPr/>
        </p:nvSpPr>
        <p:spPr>
          <a:xfrm>
            <a:off x="4599777" y="3804367"/>
            <a:ext cx="336050" cy="313033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54"/>
          <p:cNvSpPr/>
          <p:nvPr/>
        </p:nvSpPr>
        <p:spPr>
          <a:xfrm rot="7623553">
            <a:off x="5911518" y="4413698"/>
            <a:ext cx="356362" cy="580059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54"/>
          <p:cNvSpPr/>
          <p:nvPr/>
        </p:nvSpPr>
        <p:spPr>
          <a:xfrm rot="-7355318">
            <a:off x="6421508" y="438559"/>
            <a:ext cx="540339" cy="402182"/>
          </a:xfrm>
          <a:custGeom>
            <a:rect b="b" l="l" r="r" t="t"/>
            <a:pathLst>
              <a:path extrusionOk="0" h="1767" w="2374">
                <a:moveTo>
                  <a:pt x="2374" y="0"/>
                </a:moveTo>
                <a:lnTo>
                  <a:pt x="1" y="544"/>
                </a:lnTo>
                <a:lnTo>
                  <a:pt x="456" y="1767"/>
                </a:lnTo>
                <a:lnTo>
                  <a:pt x="2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54"/>
          <p:cNvSpPr/>
          <p:nvPr/>
        </p:nvSpPr>
        <p:spPr>
          <a:xfrm rot="-1645114">
            <a:off x="7645461" y="1152553"/>
            <a:ext cx="389481" cy="362827"/>
          </a:xfrm>
          <a:custGeom>
            <a:rect b="b" l="l" r="r" t="t"/>
            <a:pathLst>
              <a:path extrusionOk="0" h="1089" w="1169">
                <a:moveTo>
                  <a:pt x="1169" y="1"/>
                </a:moveTo>
                <a:lnTo>
                  <a:pt x="0" y="331"/>
                </a:lnTo>
                <a:lnTo>
                  <a:pt x="865" y="1089"/>
                </a:lnTo>
                <a:lnTo>
                  <a:pt x="1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" rotWithShape="0" algn="bl" dir="5400000" dist="19050">
              <a:srgbClr val="000000">
                <a:alpha val="3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3" name="Google Shape;195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650" y="2891525"/>
            <a:ext cx="1549675" cy="227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Subject for Pre-K: Identify Basic Colors and Explore Color Mixing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FFFDEA"/>
      </a:lt2>
      <a:accent1>
        <a:srgbClr val="F3DF4E"/>
      </a:accent1>
      <a:accent2>
        <a:srgbClr val="54CEEA"/>
      </a:accent2>
      <a:accent3>
        <a:srgbClr val="26E288"/>
      </a:accent3>
      <a:accent4>
        <a:srgbClr val="F6A049"/>
      </a:accent4>
      <a:accent5>
        <a:srgbClr val="FC595D"/>
      </a:accent5>
      <a:accent6>
        <a:srgbClr val="9658F3"/>
      </a:accent6>
      <a:hlink>
        <a:srgbClr val="F6A0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