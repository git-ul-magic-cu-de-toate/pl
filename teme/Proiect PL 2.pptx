
<file path=[Content_Types].xml><?xml version="1.0" encoding="utf-8"?>
<Types xmlns="http://schemas.openxmlformats.org/package/2006/content-types">
  <Default Extension="fntdata" ContentType="application/x-fontdata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59" r:id="rId1"/>
  </p:sldMasterIdLst>
  <p:notesMasterIdLst>
    <p:notesMasterId r:id="rId20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</p:sldIdLst>
  <p:sldSz cx="9144000" cy="5143500" type="screen16x9"/>
  <p:notesSz cx="6858000" cy="9144000"/>
  <p:embeddedFontLst>
    <p:embeddedFont>
      <p:font typeface="Calibri" panose="020F0502020204030204" pitchFamily="34" charset="0"/>
      <p:regular r:id="rId21"/>
      <p:bold r:id="rId22"/>
      <p:italic r:id="rId23"/>
      <p:boldItalic r:id="rId24"/>
    </p:embeddedFont>
    <p:embeddedFont>
      <p:font typeface="Cambria Math" panose="02040503050406030204" pitchFamily="18" charset="0"/>
      <p:regular r:id="rId25"/>
    </p:embeddedFont>
    <p:embeddedFont>
      <p:font typeface="Lato" panose="020F0502020204030203" pitchFamily="34" charset="0"/>
      <p:regular r:id="rId26"/>
      <p:bold r:id="rId27"/>
      <p:italic r:id="rId28"/>
      <p:boldItalic r:id="rId29"/>
    </p:embeddedFont>
    <p:embeddedFont>
      <p:font typeface="Raleway" pitchFamily="2" charset="0"/>
      <p:regular r:id="rId30"/>
      <p:bold r:id="rId31"/>
      <p:italic r:id="rId32"/>
      <p:boldItalic r:id="rId33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22BE6267-23CE-4A04-A9A3-A8F05CD6CA56}">
  <a:tblStyle styleId="{22BE6267-23CE-4A04-A9A3-A8F05CD6CA56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w="635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635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635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635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635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635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03" d="100"/>
          <a:sy n="103" d="100"/>
        </p:scale>
        <p:origin x="874" y="77"/>
      </p:cViewPr>
      <p:guideLst>
        <p:guide orient="horz" pos="162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font" Target="fonts/font6.fntdata"/><Relationship Id="rId3" Type="http://schemas.openxmlformats.org/officeDocument/2006/relationships/slide" Target="slides/slide2.xml"/><Relationship Id="rId21" Type="http://schemas.openxmlformats.org/officeDocument/2006/relationships/font" Target="fonts/font1.fntdata"/><Relationship Id="rId34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font" Target="fonts/font5.fntdata"/><Relationship Id="rId33" Type="http://schemas.openxmlformats.org/officeDocument/2006/relationships/font" Target="fonts/font13.fntdata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notesMaster" Target="notesMasters/notesMaster1.xml"/><Relationship Id="rId29" Type="http://schemas.openxmlformats.org/officeDocument/2006/relationships/font" Target="fonts/font9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font" Target="fonts/font4.fntdata"/><Relationship Id="rId32" Type="http://schemas.openxmlformats.org/officeDocument/2006/relationships/font" Target="fonts/font12.fntdata"/><Relationship Id="rId37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font" Target="fonts/font3.fntdata"/><Relationship Id="rId28" Type="http://schemas.openxmlformats.org/officeDocument/2006/relationships/font" Target="fonts/font8.fntdata"/><Relationship Id="rId36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font" Target="fonts/font11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font" Target="fonts/font2.fntdata"/><Relationship Id="rId27" Type="http://schemas.openxmlformats.org/officeDocument/2006/relationships/font" Target="fonts/font7.fntdata"/><Relationship Id="rId30" Type="http://schemas.openxmlformats.org/officeDocument/2006/relationships/font" Target="fonts/font10.fntdata"/><Relationship Id="rId35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100"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100"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100"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100"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100"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100"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100"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100"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gcb9a0b074_1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0" name="Google Shape;70;gcb9a0b074_1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Google Shape;76;gd5b15f0a3_5_2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7" name="Google Shape;77;gd5b15f0a3_5_2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Google Shape;82;g10f86e2b229_0_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3" name="Google Shape;83;g10f86e2b229_0_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g10f86e2b229_0_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9" name="Google Shape;89;g10f86e2b229_0_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g10f86e2b229_0_1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5" name="Google Shape;95;g10f86e2b229_0_1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Google Shape;100;g10f86e2b229_0_2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1" name="Google Shape;101;g10f86e2b229_0_2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Google Shape;106;g10f86e2b229_0_2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7" name="Google Shape;107;g10f86e2b229_0_2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" name="Google Shape;112;g10f86e2b229_0_3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3" name="Google Shape;113;g10f86e2b229_0_3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Google Shape;118;g10f86e2b229_0_4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9" name="Google Shape;119;g10f86e2b229_0_4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Google Shape;124;g10f86e2b229_0_4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5" name="Google Shape;125;g10f86e2b229_0_4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" name="Google Shape;130;g10f86e2b229_0_5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1" name="Google Shape;131;g10f86e2b229_0_5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" name="Google Shape;136;g10f86e2b229_0_6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7" name="Google Shape;137;g10f86e2b229_0_6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" name="Google Shape;142;g10f86e2b229_0_6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3" name="Google Shape;143;g10f86e2b229_0_6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" name="Google Shape;148;g10f86e2b229_0_7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9" name="Google Shape;149;g10f86e2b229_0_7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" name="Google Shape;154;g10f86e2b229_0_8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5" name="Google Shape;155;g10f86e2b229_0_8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" name="Google Shape;160;g10f86e2b229_0_8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1" name="Google Shape;161;g10f86e2b229_0_8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6" name="Google Shape;166;g10f86e2b229_0_9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7" name="Google Shape;167;g10f86e2b229_0_9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2" name="Google Shape;172;g10f86e2b229_0_10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3" name="Google Shape;173;g10f86e2b229_0_10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bg>
      <p:bgPr>
        <a:solidFill>
          <a:schemeClr val="dk1"/>
        </a:solid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0" name="Google Shape;10;p2"/>
          <p:cNvCxnSpPr/>
          <p:nvPr/>
        </p:nvCxnSpPr>
        <p:spPr>
          <a:xfrm>
            <a:off x="2477724" y="415650"/>
            <a:ext cx="6244200" cy="0"/>
          </a:xfrm>
          <a:prstGeom prst="straightConnector1">
            <a:avLst/>
          </a:prstGeom>
          <a:noFill/>
          <a:ln w="38100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11" name="Google Shape;11;p2"/>
          <p:cNvCxnSpPr/>
          <p:nvPr/>
        </p:nvCxnSpPr>
        <p:spPr>
          <a:xfrm>
            <a:off x="2477724" y="4740000"/>
            <a:ext cx="6244200" cy="0"/>
          </a:xfrm>
          <a:prstGeom prst="straightConnector1">
            <a:avLst/>
          </a:prstGeom>
          <a:noFill/>
          <a:ln w="19050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12" name="Google Shape;12;p2"/>
          <p:cNvCxnSpPr/>
          <p:nvPr/>
        </p:nvCxnSpPr>
        <p:spPr>
          <a:xfrm>
            <a:off x="425198" y="415650"/>
            <a:ext cx="183300" cy="0"/>
          </a:xfrm>
          <a:prstGeom prst="straightConnector1">
            <a:avLst/>
          </a:prstGeom>
          <a:noFill/>
          <a:ln w="19050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13" name="Google Shape;13;p2"/>
          <p:cNvSpPr txBox="1">
            <a:spLocks noGrp="1"/>
          </p:cNvSpPr>
          <p:nvPr>
            <p:ph type="ctrTitle"/>
          </p:nvPr>
        </p:nvSpPr>
        <p:spPr>
          <a:xfrm>
            <a:off x="2371725" y="630225"/>
            <a:ext cx="6331500" cy="1542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sp>
        <p:nvSpPr>
          <p:cNvPr id="14" name="Google Shape;14;p2"/>
          <p:cNvSpPr txBox="1">
            <a:spLocks noGrp="1"/>
          </p:cNvSpPr>
          <p:nvPr>
            <p:ph type="subTitle" idx="1"/>
          </p:nvPr>
        </p:nvSpPr>
        <p:spPr>
          <a:xfrm>
            <a:off x="2390267" y="3238450"/>
            <a:ext cx="6331500" cy="1241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sp>
        <p:nvSpPr>
          <p:cNvPr id="15" name="Google Shape;15;p2"/>
          <p:cNvSpPr txBox="1">
            <a:spLocks noGrp="1"/>
          </p:cNvSpPr>
          <p:nvPr>
            <p:ph type="sldNum" idx="12"/>
          </p:nvPr>
        </p:nvSpPr>
        <p:spPr>
          <a:xfrm>
            <a:off x="8497999" y="4688759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>
                <a:solidFill>
                  <a:schemeClr val="lt1"/>
                </a:solidFill>
              </a:defRPr>
            </a:lvl1pPr>
            <a:lvl2pPr lvl="1" rtl="0">
              <a:buNone/>
              <a:defRPr>
                <a:solidFill>
                  <a:schemeClr val="lt1"/>
                </a:solidFill>
              </a:defRPr>
            </a:lvl2pPr>
            <a:lvl3pPr lvl="2" rtl="0">
              <a:buNone/>
              <a:defRPr>
                <a:solidFill>
                  <a:schemeClr val="lt1"/>
                </a:solidFill>
              </a:defRPr>
            </a:lvl3pPr>
            <a:lvl4pPr lvl="3" rtl="0">
              <a:buNone/>
              <a:defRPr>
                <a:solidFill>
                  <a:schemeClr val="lt1"/>
                </a:solidFill>
              </a:defRPr>
            </a:lvl4pPr>
            <a:lvl5pPr lvl="4" rtl="0">
              <a:buNone/>
              <a:defRPr>
                <a:solidFill>
                  <a:schemeClr val="lt1"/>
                </a:solidFill>
              </a:defRPr>
            </a:lvl5pPr>
            <a:lvl6pPr lvl="5" rtl="0">
              <a:buNone/>
              <a:defRPr>
                <a:solidFill>
                  <a:schemeClr val="lt1"/>
                </a:solidFill>
              </a:defRPr>
            </a:lvl6pPr>
            <a:lvl7pPr lvl="6" rtl="0">
              <a:buNone/>
              <a:defRPr>
                <a:solidFill>
                  <a:schemeClr val="lt1"/>
                </a:solidFill>
              </a:defRPr>
            </a:lvl7pPr>
            <a:lvl8pPr lvl="7" rtl="0">
              <a:buNone/>
              <a:defRPr>
                <a:solidFill>
                  <a:schemeClr val="lt1"/>
                </a:solidFill>
              </a:defRPr>
            </a:lvl8pPr>
            <a:lvl9pPr lvl="8" rtl="0">
              <a:buNone/>
              <a:defRPr>
                <a:solidFill>
                  <a:schemeClr val="lt1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bg>
      <p:bgPr>
        <a:solidFill>
          <a:schemeClr val="dk1"/>
        </a:solidFill>
        <a:effectLst/>
      </p:bgPr>
    </p:bg>
    <p:spTree>
      <p:nvGrpSpPr>
        <p:cNvPr id="1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7" name="Google Shape;17;p3"/>
          <p:cNvCxnSpPr/>
          <p:nvPr/>
        </p:nvCxnSpPr>
        <p:spPr>
          <a:xfrm>
            <a:off x="425200" y="415650"/>
            <a:ext cx="8296800" cy="0"/>
          </a:xfrm>
          <a:prstGeom prst="straightConnector1">
            <a:avLst/>
          </a:prstGeom>
          <a:noFill/>
          <a:ln w="38100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18" name="Google Shape;18;p3"/>
          <p:cNvCxnSpPr/>
          <p:nvPr/>
        </p:nvCxnSpPr>
        <p:spPr>
          <a:xfrm>
            <a:off x="425200" y="4740000"/>
            <a:ext cx="8296800" cy="0"/>
          </a:xfrm>
          <a:prstGeom prst="straightConnector1">
            <a:avLst/>
          </a:prstGeom>
          <a:noFill/>
          <a:ln w="19050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19" name="Google Shape;19;p3"/>
          <p:cNvSpPr txBox="1">
            <a:spLocks noGrp="1"/>
          </p:cNvSpPr>
          <p:nvPr>
            <p:ph type="title"/>
          </p:nvPr>
        </p:nvSpPr>
        <p:spPr>
          <a:xfrm>
            <a:off x="406425" y="1806825"/>
            <a:ext cx="8296800" cy="15420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sp>
        <p:nvSpPr>
          <p:cNvPr id="20" name="Google Shape;20;p3"/>
          <p:cNvSpPr txBox="1">
            <a:spLocks noGrp="1"/>
          </p:cNvSpPr>
          <p:nvPr>
            <p:ph type="sldNum" idx="12"/>
          </p:nvPr>
        </p:nvSpPr>
        <p:spPr>
          <a:xfrm>
            <a:off x="8497999" y="4688759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>
                <a:solidFill>
                  <a:schemeClr val="lt1"/>
                </a:solidFill>
              </a:defRPr>
            </a:lvl1pPr>
            <a:lvl2pPr lvl="1" rtl="0">
              <a:buNone/>
              <a:defRPr>
                <a:solidFill>
                  <a:schemeClr val="lt1"/>
                </a:solidFill>
              </a:defRPr>
            </a:lvl2pPr>
            <a:lvl3pPr lvl="2" rtl="0">
              <a:buNone/>
              <a:defRPr>
                <a:solidFill>
                  <a:schemeClr val="lt1"/>
                </a:solidFill>
              </a:defRPr>
            </a:lvl3pPr>
            <a:lvl4pPr lvl="3" rtl="0">
              <a:buNone/>
              <a:defRPr>
                <a:solidFill>
                  <a:schemeClr val="lt1"/>
                </a:solidFill>
              </a:defRPr>
            </a:lvl4pPr>
            <a:lvl5pPr lvl="4" rtl="0">
              <a:buNone/>
              <a:defRPr>
                <a:solidFill>
                  <a:schemeClr val="lt1"/>
                </a:solidFill>
              </a:defRPr>
            </a:lvl5pPr>
            <a:lvl6pPr lvl="5" rtl="0">
              <a:buNone/>
              <a:defRPr>
                <a:solidFill>
                  <a:schemeClr val="lt1"/>
                </a:solidFill>
              </a:defRPr>
            </a:lvl6pPr>
            <a:lvl7pPr lvl="6" rtl="0">
              <a:buNone/>
              <a:defRPr>
                <a:solidFill>
                  <a:schemeClr val="lt1"/>
                </a:solidFill>
              </a:defRPr>
            </a:lvl7pPr>
            <a:lvl8pPr lvl="7" rtl="0">
              <a:buNone/>
              <a:defRPr>
                <a:solidFill>
                  <a:schemeClr val="lt1"/>
                </a:solidFill>
              </a:defRPr>
            </a:lvl8pPr>
            <a:lvl9pPr lvl="8" rtl="0">
              <a:buNone/>
              <a:defRPr>
                <a:solidFill>
                  <a:schemeClr val="lt1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2" name="Google Shape;22;p4"/>
          <p:cNvCxnSpPr/>
          <p:nvPr/>
        </p:nvCxnSpPr>
        <p:spPr>
          <a:xfrm>
            <a:off x="2477724" y="415650"/>
            <a:ext cx="6244200" cy="0"/>
          </a:xfrm>
          <a:prstGeom prst="straightConnector1">
            <a:avLst/>
          </a:prstGeom>
          <a:noFill/>
          <a:ln w="38100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23" name="Google Shape;23;p4"/>
          <p:cNvCxnSpPr/>
          <p:nvPr/>
        </p:nvCxnSpPr>
        <p:spPr>
          <a:xfrm>
            <a:off x="2477724" y="4740000"/>
            <a:ext cx="6244200" cy="0"/>
          </a:xfrm>
          <a:prstGeom prst="straightConnector1">
            <a:avLst/>
          </a:prstGeom>
          <a:noFill/>
          <a:ln w="19050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24" name="Google Shape;24;p4"/>
          <p:cNvCxnSpPr/>
          <p:nvPr/>
        </p:nvCxnSpPr>
        <p:spPr>
          <a:xfrm>
            <a:off x="425198" y="415650"/>
            <a:ext cx="183300" cy="0"/>
          </a:xfrm>
          <a:prstGeom prst="straightConnector1">
            <a:avLst/>
          </a:prstGeom>
          <a:noFill/>
          <a:ln w="19050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25" name="Google Shape;25;p4"/>
          <p:cNvSpPr txBox="1">
            <a:spLocks noGrp="1"/>
          </p:cNvSpPr>
          <p:nvPr>
            <p:ph type="title"/>
          </p:nvPr>
        </p:nvSpPr>
        <p:spPr>
          <a:xfrm>
            <a:off x="2400250" y="575950"/>
            <a:ext cx="6321600" cy="635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endParaRPr/>
          </a:p>
        </p:txBody>
      </p:sp>
      <p:sp>
        <p:nvSpPr>
          <p:cNvPr id="26" name="Google Shape;26;p4"/>
          <p:cNvSpPr txBox="1">
            <a:spLocks noGrp="1"/>
          </p:cNvSpPr>
          <p:nvPr>
            <p:ph type="body" idx="1"/>
          </p:nvPr>
        </p:nvSpPr>
        <p:spPr>
          <a:xfrm>
            <a:off x="2410112" y="1595776"/>
            <a:ext cx="6321600" cy="3002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42900" rtl="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rtl="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rtl="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rtl="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rtl="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rtl="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rtl="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rtl="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rtl="0"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27" name="Google Shape;27;p4"/>
          <p:cNvSpPr txBox="1">
            <a:spLocks noGrp="1"/>
          </p:cNvSpPr>
          <p:nvPr>
            <p:ph type="sldNum" idx="12"/>
          </p:nvPr>
        </p:nvSpPr>
        <p:spPr>
          <a:xfrm>
            <a:off x="8497999" y="4688759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_AND_TWO_COLUMNS">
    <p:spTree>
      <p:nvGrpSpPr>
        <p:cNvPr id="1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9" name="Google Shape;29;p5"/>
          <p:cNvCxnSpPr/>
          <p:nvPr/>
        </p:nvCxnSpPr>
        <p:spPr>
          <a:xfrm>
            <a:off x="2477724" y="415650"/>
            <a:ext cx="6244200" cy="0"/>
          </a:xfrm>
          <a:prstGeom prst="straightConnector1">
            <a:avLst/>
          </a:prstGeom>
          <a:noFill/>
          <a:ln w="38100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30" name="Google Shape;30;p5"/>
          <p:cNvCxnSpPr/>
          <p:nvPr/>
        </p:nvCxnSpPr>
        <p:spPr>
          <a:xfrm>
            <a:off x="2477724" y="4740000"/>
            <a:ext cx="6244200" cy="0"/>
          </a:xfrm>
          <a:prstGeom prst="straightConnector1">
            <a:avLst/>
          </a:prstGeom>
          <a:noFill/>
          <a:ln w="19050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31" name="Google Shape;31;p5"/>
          <p:cNvCxnSpPr/>
          <p:nvPr/>
        </p:nvCxnSpPr>
        <p:spPr>
          <a:xfrm>
            <a:off x="425198" y="415650"/>
            <a:ext cx="183300" cy="0"/>
          </a:xfrm>
          <a:prstGeom prst="straightConnector1">
            <a:avLst/>
          </a:prstGeom>
          <a:noFill/>
          <a:ln w="19050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32" name="Google Shape;32;p5"/>
          <p:cNvSpPr txBox="1">
            <a:spLocks noGrp="1"/>
          </p:cNvSpPr>
          <p:nvPr>
            <p:ph type="title"/>
          </p:nvPr>
        </p:nvSpPr>
        <p:spPr>
          <a:xfrm>
            <a:off x="2400250" y="575950"/>
            <a:ext cx="6321600" cy="635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endParaRPr/>
          </a:p>
        </p:txBody>
      </p:sp>
      <p:sp>
        <p:nvSpPr>
          <p:cNvPr id="33" name="Google Shape;33;p5"/>
          <p:cNvSpPr txBox="1">
            <a:spLocks noGrp="1"/>
          </p:cNvSpPr>
          <p:nvPr>
            <p:ph type="body" idx="1"/>
          </p:nvPr>
        </p:nvSpPr>
        <p:spPr>
          <a:xfrm>
            <a:off x="2400303" y="1602675"/>
            <a:ext cx="3071400" cy="3002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17500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 rtl="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 rtl="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 rtl="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 rtl="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 rtl="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 rtl="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 rtl="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 rtl="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34" name="Google Shape;34;p5"/>
          <p:cNvSpPr txBox="1">
            <a:spLocks noGrp="1"/>
          </p:cNvSpPr>
          <p:nvPr>
            <p:ph type="body" idx="2"/>
          </p:nvPr>
        </p:nvSpPr>
        <p:spPr>
          <a:xfrm>
            <a:off x="5650572" y="1602675"/>
            <a:ext cx="3071400" cy="3002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17500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 rtl="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 rtl="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 rtl="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 rtl="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 rtl="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 rtl="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 rtl="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 rtl="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35" name="Google Shape;35;p5"/>
          <p:cNvSpPr txBox="1">
            <a:spLocks noGrp="1"/>
          </p:cNvSpPr>
          <p:nvPr>
            <p:ph type="sldNum" idx="12"/>
          </p:nvPr>
        </p:nvSpPr>
        <p:spPr>
          <a:xfrm>
            <a:off x="8497999" y="4688759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Google Shape;37;p6"/>
          <p:cNvSpPr txBox="1">
            <a:spLocks noGrp="1"/>
          </p:cNvSpPr>
          <p:nvPr>
            <p:ph type="title"/>
          </p:nvPr>
        </p:nvSpPr>
        <p:spPr>
          <a:xfrm>
            <a:off x="303300" y="411575"/>
            <a:ext cx="8520600" cy="639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endParaRPr/>
          </a:p>
        </p:txBody>
      </p:sp>
      <p:sp>
        <p:nvSpPr>
          <p:cNvPr id="38" name="Google Shape;38;p6"/>
          <p:cNvSpPr txBox="1">
            <a:spLocks noGrp="1"/>
          </p:cNvSpPr>
          <p:nvPr>
            <p:ph type="sldNum" idx="12"/>
          </p:nvPr>
        </p:nvSpPr>
        <p:spPr>
          <a:xfrm>
            <a:off x="8497999" y="4688759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1" name="Shape 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0" name="Google Shape;40;p7"/>
          <p:cNvCxnSpPr/>
          <p:nvPr/>
        </p:nvCxnSpPr>
        <p:spPr>
          <a:xfrm>
            <a:off x="425198" y="415650"/>
            <a:ext cx="183300" cy="0"/>
          </a:xfrm>
          <a:prstGeom prst="straightConnector1">
            <a:avLst/>
          </a:prstGeom>
          <a:noFill/>
          <a:ln w="19050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41" name="Google Shape;41;p7"/>
          <p:cNvSpPr txBox="1">
            <a:spLocks noGrp="1"/>
          </p:cNvSpPr>
          <p:nvPr>
            <p:ph type="title"/>
          </p:nvPr>
        </p:nvSpPr>
        <p:spPr>
          <a:xfrm>
            <a:off x="319500" y="936600"/>
            <a:ext cx="2808000" cy="755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42" name="Google Shape;42;p7"/>
          <p:cNvSpPr txBox="1">
            <a:spLocks noGrp="1"/>
          </p:cNvSpPr>
          <p:nvPr>
            <p:ph type="body" idx="1"/>
          </p:nvPr>
        </p:nvSpPr>
        <p:spPr>
          <a:xfrm>
            <a:off x="319500" y="1846804"/>
            <a:ext cx="2808000" cy="2806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04800" rtl="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marL="914400" lvl="1" indent="-304800" rtl="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 rtl="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 rtl="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 rtl="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 rtl="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 rtl="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 rtl="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 rtl="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43" name="Google Shape;43;p7"/>
          <p:cNvSpPr txBox="1">
            <a:spLocks noGrp="1"/>
          </p:cNvSpPr>
          <p:nvPr>
            <p:ph type="sldNum" idx="12"/>
          </p:nvPr>
        </p:nvSpPr>
        <p:spPr>
          <a:xfrm>
            <a:off x="8497999" y="4688759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bg>
      <p:bgPr>
        <a:solidFill>
          <a:srgbClr val="353535"/>
        </a:solidFill>
        <a:effectLst/>
      </p:bgPr>
    </p:bg>
    <p:spTree>
      <p:nvGrpSpPr>
        <p:cNvPr id="1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5" name="Google Shape;45;p8"/>
          <p:cNvCxnSpPr/>
          <p:nvPr/>
        </p:nvCxnSpPr>
        <p:spPr>
          <a:xfrm>
            <a:off x="425198" y="415650"/>
            <a:ext cx="183300" cy="0"/>
          </a:xfrm>
          <a:prstGeom prst="straightConnector1">
            <a:avLst/>
          </a:prstGeom>
          <a:noFill/>
          <a:ln w="19050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46" name="Google Shape;46;p8"/>
          <p:cNvSpPr txBox="1">
            <a:spLocks noGrp="1"/>
          </p:cNvSpPr>
          <p:nvPr>
            <p:ph type="title"/>
          </p:nvPr>
        </p:nvSpPr>
        <p:spPr>
          <a:xfrm>
            <a:off x="283103" y="712141"/>
            <a:ext cx="6244200" cy="38355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sp>
        <p:nvSpPr>
          <p:cNvPr id="47" name="Google Shape;47;p8"/>
          <p:cNvSpPr txBox="1">
            <a:spLocks noGrp="1"/>
          </p:cNvSpPr>
          <p:nvPr>
            <p:ph type="sldNum" idx="12"/>
          </p:nvPr>
        </p:nvSpPr>
        <p:spPr>
          <a:xfrm>
            <a:off x="8497999" y="4688759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>
                <a:solidFill>
                  <a:schemeClr val="lt1"/>
                </a:solidFill>
              </a:defRPr>
            </a:lvl1pPr>
            <a:lvl2pPr lvl="1" rtl="0">
              <a:buNone/>
              <a:defRPr>
                <a:solidFill>
                  <a:schemeClr val="lt1"/>
                </a:solidFill>
              </a:defRPr>
            </a:lvl2pPr>
            <a:lvl3pPr lvl="2" rtl="0">
              <a:buNone/>
              <a:defRPr>
                <a:solidFill>
                  <a:schemeClr val="lt1"/>
                </a:solidFill>
              </a:defRPr>
            </a:lvl3pPr>
            <a:lvl4pPr lvl="3" rtl="0">
              <a:buNone/>
              <a:defRPr>
                <a:solidFill>
                  <a:schemeClr val="lt1"/>
                </a:solidFill>
              </a:defRPr>
            </a:lvl4pPr>
            <a:lvl5pPr lvl="4" rtl="0">
              <a:buNone/>
              <a:defRPr>
                <a:solidFill>
                  <a:schemeClr val="lt1"/>
                </a:solidFill>
              </a:defRPr>
            </a:lvl5pPr>
            <a:lvl6pPr lvl="5" rtl="0">
              <a:buNone/>
              <a:defRPr>
                <a:solidFill>
                  <a:schemeClr val="lt1"/>
                </a:solidFill>
              </a:defRPr>
            </a:lvl6pPr>
            <a:lvl7pPr lvl="6" rtl="0">
              <a:buNone/>
              <a:defRPr>
                <a:solidFill>
                  <a:schemeClr val="lt1"/>
                </a:solidFill>
              </a:defRPr>
            </a:lvl7pPr>
            <a:lvl8pPr lvl="7" rtl="0">
              <a:buNone/>
              <a:defRPr>
                <a:solidFill>
                  <a:schemeClr val="lt1"/>
                </a:solidFill>
              </a:defRPr>
            </a:lvl8pPr>
            <a:lvl9pPr lvl="8" rtl="0">
              <a:buNone/>
              <a:defRPr>
                <a:solidFill>
                  <a:schemeClr val="lt1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9"/>
          <p:cNvSpPr/>
          <p:nvPr/>
        </p:nvSpPr>
        <p:spPr>
          <a:xfrm>
            <a:off x="4572000" y="125"/>
            <a:ext cx="4572000" cy="51435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cxnSp>
        <p:nvCxnSpPr>
          <p:cNvPr id="50" name="Google Shape;50;p9"/>
          <p:cNvCxnSpPr/>
          <p:nvPr/>
        </p:nvCxnSpPr>
        <p:spPr>
          <a:xfrm>
            <a:off x="5029675" y="4495500"/>
            <a:ext cx="468300" cy="0"/>
          </a:xfrm>
          <a:prstGeom prst="straightConnector1">
            <a:avLst/>
          </a:prstGeom>
          <a:noFill/>
          <a:ln w="19050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51" name="Google Shape;51;p9"/>
          <p:cNvSpPr txBox="1">
            <a:spLocks noGrp="1"/>
          </p:cNvSpPr>
          <p:nvPr>
            <p:ph type="title"/>
          </p:nvPr>
        </p:nvSpPr>
        <p:spPr>
          <a:xfrm>
            <a:off x="265500" y="1397350"/>
            <a:ext cx="4045200" cy="13182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None/>
              <a:defRPr sz="3600">
                <a:solidFill>
                  <a:schemeClr val="dk1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None/>
              <a:defRPr sz="3600">
                <a:solidFill>
                  <a:schemeClr val="dk1"/>
                </a:solidFill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None/>
              <a:defRPr sz="3600">
                <a:solidFill>
                  <a:schemeClr val="dk1"/>
                </a:solidFill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None/>
              <a:defRPr sz="3600">
                <a:solidFill>
                  <a:schemeClr val="dk1"/>
                </a:solidFill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None/>
              <a:defRPr sz="3600">
                <a:solidFill>
                  <a:schemeClr val="dk1"/>
                </a:solidFill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None/>
              <a:defRPr sz="3600">
                <a:solidFill>
                  <a:schemeClr val="dk1"/>
                </a:solidFill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None/>
              <a:defRPr sz="3600">
                <a:solidFill>
                  <a:schemeClr val="dk1"/>
                </a:solidFill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None/>
              <a:defRPr sz="3600">
                <a:solidFill>
                  <a:schemeClr val="dk1"/>
                </a:solidFill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None/>
              <a:defRPr sz="3600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52" name="Google Shape;52;p9"/>
          <p:cNvSpPr txBox="1">
            <a:spLocks noGrp="1"/>
          </p:cNvSpPr>
          <p:nvPr>
            <p:ph type="subTitle" idx="1"/>
          </p:nvPr>
        </p:nvSpPr>
        <p:spPr>
          <a:xfrm>
            <a:off x="265500" y="2735371"/>
            <a:ext cx="4045200" cy="1345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>
            <a:endParaRPr/>
          </a:p>
        </p:txBody>
      </p:sp>
      <p:sp>
        <p:nvSpPr>
          <p:cNvPr id="53" name="Google Shape;53;p9"/>
          <p:cNvSpPr txBox="1">
            <a:spLocks noGrp="1"/>
          </p:cNvSpPr>
          <p:nvPr>
            <p:ph type="body" idx="2"/>
          </p:nvPr>
        </p:nvSpPr>
        <p:spPr>
          <a:xfrm>
            <a:off x="4939500" y="724200"/>
            <a:ext cx="3837000" cy="369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marL="457200" lvl="0" indent="-34290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Char char="●"/>
              <a:defRPr>
                <a:solidFill>
                  <a:schemeClr val="lt1"/>
                </a:solidFill>
              </a:defRPr>
            </a:lvl1pPr>
            <a:lvl2pPr marL="914400" lvl="1" indent="-317500" rtl="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2pPr>
            <a:lvl3pPr marL="1371600" lvl="2" indent="-317500" rtl="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3pPr>
            <a:lvl4pPr marL="1828800" lvl="3" indent="-317500" rtl="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>
                <a:solidFill>
                  <a:schemeClr val="lt1"/>
                </a:solidFill>
              </a:defRPr>
            </a:lvl4pPr>
            <a:lvl5pPr marL="2286000" lvl="4" indent="-317500" rtl="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5pPr>
            <a:lvl6pPr marL="2743200" lvl="5" indent="-317500" rtl="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6pPr>
            <a:lvl7pPr marL="3200400" lvl="6" indent="-317500" rtl="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>
                <a:solidFill>
                  <a:schemeClr val="lt1"/>
                </a:solidFill>
              </a:defRPr>
            </a:lvl7pPr>
            <a:lvl8pPr marL="3657600" lvl="7" indent="-317500" rtl="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8pPr>
            <a:lvl9pPr marL="4114800" lvl="8" indent="-317500" rtl="0">
              <a:spcBef>
                <a:spcPts val="1600"/>
              </a:spcBef>
              <a:spcAft>
                <a:spcPts val="160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sp>
        <p:nvSpPr>
          <p:cNvPr id="54" name="Google Shape;54;p9"/>
          <p:cNvSpPr txBox="1">
            <a:spLocks noGrp="1"/>
          </p:cNvSpPr>
          <p:nvPr>
            <p:ph type="sldNum" idx="12"/>
          </p:nvPr>
        </p:nvSpPr>
        <p:spPr>
          <a:xfrm>
            <a:off x="8497999" y="4688759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>
                <a:solidFill>
                  <a:schemeClr val="lt1"/>
                </a:solidFill>
              </a:defRPr>
            </a:lvl1pPr>
            <a:lvl2pPr lvl="1" rtl="0">
              <a:buNone/>
              <a:defRPr>
                <a:solidFill>
                  <a:schemeClr val="lt1"/>
                </a:solidFill>
              </a:defRPr>
            </a:lvl2pPr>
            <a:lvl3pPr lvl="2" rtl="0">
              <a:buNone/>
              <a:defRPr>
                <a:solidFill>
                  <a:schemeClr val="lt1"/>
                </a:solidFill>
              </a:defRPr>
            </a:lvl3pPr>
            <a:lvl4pPr lvl="3" rtl="0">
              <a:buNone/>
              <a:defRPr>
                <a:solidFill>
                  <a:schemeClr val="lt1"/>
                </a:solidFill>
              </a:defRPr>
            </a:lvl4pPr>
            <a:lvl5pPr lvl="4" rtl="0">
              <a:buNone/>
              <a:defRPr>
                <a:solidFill>
                  <a:schemeClr val="lt1"/>
                </a:solidFill>
              </a:defRPr>
            </a:lvl5pPr>
            <a:lvl6pPr lvl="5" rtl="0">
              <a:buNone/>
              <a:defRPr>
                <a:solidFill>
                  <a:schemeClr val="lt1"/>
                </a:solidFill>
              </a:defRPr>
            </a:lvl6pPr>
            <a:lvl7pPr lvl="6" rtl="0">
              <a:buNone/>
              <a:defRPr>
                <a:solidFill>
                  <a:schemeClr val="lt1"/>
                </a:solidFill>
              </a:defRPr>
            </a:lvl7pPr>
            <a:lvl8pPr lvl="7" rtl="0">
              <a:buNone/>
              <a:defRPr>
                <a:solidFill>
                  <a:schemeClr val="lt1"/>
                </a:solidFill>
              </a:defRPr>
            </a:lvl8pPr>
            <a:lvl9pPr lvl="8" rtl="0">
              <a:buNone/>
              <a:defRPr>
                <a:solidFill>
                  <a:schemeClr val="lt1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spTree>
      <p:nvGrpSpPr>
        <p:cNvPr id="1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6" name="Google Shape;56;p10"/>
          <p:cNvCxnSpPr/>
          <p:nvPr/>
        </p:nvCxnSpPr>
        <p:spPr>
          <a:xfrm>
            <a:off x="425200" y="4740000"/>
            <a:ext cx="8296800" cy="0"/>
          </a:xfrm>
          <a:prstGeom prst="straightConnector1">
            <a:avLst/>
          </a:prstGeom>
          <a:noFill/>
          <a:ln w="19050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57" name="Google Shape;57;p10"/>
          <p:cNvCxnSpPr/>
          <p:nvPr/>
        </p:nvCxnSpPr>
        <p:spPr>
          <a:xfrm>
            <a:off x="425198" y="415650"/>
            <a:ext cx="183300" cy="0"/>
          </a:xfrm>
          <a:prstGeom prst="straightConnector1">
            <a:avLst/>
          </a:prstGeom>
          <a:noFill/>
          <a:ln w="19050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58" name="Google Shape;58;p10"/>
          <p:cNvSpPr txBox="1">
            <a:spLocks noGrp="1"/>
          </p:cNvSpPr>
          <p:nvPr>
            <p:ph type="body" idx="1"/>
          </p:nvPr>
        </p:nvSpPr>
        <p:spPr>
          <a:xfrm>
            <a:off x="328017" y="4226025"/>
            <a:ext cx="83886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marL="457200" lvl="0" indent="-2286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>
            <a:endParaRPr/>
          </a:p>
        </p:txBody>
      </p:sp>
      <p:sp>
        <p:nvSpPr>
          <p:cNvPr id="59" name="Google Shape;59;p10"/>
          <p:cNvSpPr txBox="1">
            <a:spLocks noGrp="1"/>
          </p:cNvSpPr>
          <p:nvPr>
            <p:ph type="sldNum" idx="12"/>
          </p:nvPr>
        </p:nvSpPr>
        <p:spPr>
          <a:xfrm>
            <a:off x="8497999" y="4688759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_NUMBER">
    <p:spTree>
      <p:nvGrpSpPr>
        <p:cNvPr id="1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61" name="Google Shape;61;p11"/>
          <p:cNvCxnSpPr/>
          <p:nvPr/>
        </p:nvCxnSpPr>
        <p:spPr>
          <a:xfrm>
            <a:off x="425200" y="4740000"/>
            <a:ext cx="8296800" cy="0"/>
          </a:xfrm>
          <a:prstGeom prst="straightConnector1">
            <a:avLst/>
          </a:prstGeom>
          <a:noFill/>
          <a:ln w="19050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62" name="Google Shape;62;p11"/>
          <p:cNvCxnSpPr/>
          <p:nvPr/>
        </p:nvCxnSpPr>
        <p:spPr>
          <a:xfrm>
            <a:off x="425200" y="415650"/>
            <a:ext cx="8296800" cy="0"/>
          </a:xfrm>
          <a:prstGeom prst="straightConnector1">
            <a:avLst/>
          </a:prstGeom>
          <a:noFill/>
          <a:ln w="38100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63" name="Google Shape;63;p11"/>
          <p:cNvSpPr txBox="1">
            <a:spLocks noGrp="1"/>
          </p:cNvSpPr>
          <p:nvPr>
            <p:ph type="title" hasCustomPrompt="1"/>
          </p:nvPr>
        </p:nvSpPr>
        <p:spPr>
          <a:xfrm>
            <a:off x="853950" y="1304850"/>
            <a:ext cx="7436100" cy="1538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600"/>
              <a:buFont typeface="Lato"/>
              <a:buNone/>
              <a:defRPr sz="960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600"/>
              <a:buFont typeface="Lato"/>
              <a:buNone/>
              <a:defRPr sz="960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600"/>
              <a:buFont typeface="Lato"/>
              <a:buNone/>
              <a:defRPr sz="960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600"/>
              <a:buFont typeface="Lato"/>
              <a:buNone/>
              <a:defRPr sz="960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600"/>
              <a:buFont typeface="Lato"/>
              <a:buNone/>
              <a:defRPr sz="960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600"/>
              <a:buFont typeface="Lato"/>
              <a:buNone/>
              <a:defRPr sz="960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600"/>
              <a:buFont typeface="Lato"/>
              <a:buNone/>
              <a:defRPr sz="960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600"/>
              <a:buFont typeface="Lato"/>
              <a:buNone/>
              <a:defRPr sz="960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600"/>
              <a:buFont typeface="Lato"/>
              <a:buNone/>
              <a:defRPr sz="960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>
            <a:r>
              <a:t>xx%</a:t>
            </a:r>
          </a:p>
        </p:txBody>
      </p:sp>
      <p:sp>
        <p:nvSpPr>
          <p:cNvPr id="64" name="Google Shape;64;p11"/>
          <p:cNvSpPr txBox="1">
            <a:spLocks noGrp="1"/>
          </p:cNvSpPr>
          <p:nvPr>
            <p:ph type="body" idx="1"/>
          </p:nvPr>
        </p:nvSpPr>
        <p:spPr>
          <a:xfrm>
            <a:off x="853950" y="2919450"/>
            <a:ext cx="7436100" cy="1071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42900" algn="ctr" rtl="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algn="ctr" rtl="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ctr" rtl="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ctr" rtl="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ctr" rtl="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ctr" rtl="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ctr" rtl="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ctr" rtl="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ctr" rtl="0"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65" name="Google Shape;65;p11"/>
          <p:cNvSpPr txBox="1">
            <a:spLocks noGrp="1"/>
          </p:cNvSpPr>
          <p:nvPr>
            <p:ph type="sldNum" idx="12"/>
          </p:nvPr>
        </p:nvSpPr>
        <p:spPr>
          <a:xfrm>
            <a:off x="8497999" y="4688759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Google Shape;67;p12"/>
          <p:cNvSpPr txBox="1">
            <a:spLocks noGrp="1"/>
          </p:cNvSpPr>
          <p:nvPr>
            <p:ph type="sldNum" idx="12"/>
          </p:nvPr>
        </p:nvSpPr>
        <p:spPr>
          <a:xfrm>
            <a:off x="8497999" y="4688759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wiss-2"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2400250" y="575950"/>
            <a:ext cx="6321600" cy="63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Raleway"/>
              <a:buNone/>
              <a:defRPr sz="3000" b="1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Raleway"/>
              <a:buNone/>
              <a:defRPr sz="3000" b="1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Raleway"/>
              <a:buNone/>
              <a:defRPr sz="3000" b="1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Raleway"/>
              <a:buNone/>
              <a:defRPr sz="3000" b="1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Raleway"/>
              <a:buNone/>
              <a:defRPr sz="3000" b="1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Raleway"/>
              <a:buNone/>
              <a:defRPr sz="3000" b="1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Raleway"/>
              <a:buNone/>
              <a:defRPr sz="3000" b="1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Raleway"/>
              <a:buNone/>
              <a:defRPr sz="3000" b="1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Raleway"/>
              <a:buNone/>
              <a:defRPr sz="3000" b="1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2410112" y="1595776"/>
            <a:ext cx="6321600" cy="3002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429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Lato"/>
              <a:buChar char="●"/>
              <a:defRPr sz="1800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1pPr>
            <a:lvl2pPr marL="914400" lvl="1" indent="-3175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ato"/>
              <a:buChar char="○"/>
              <a:defRPr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2pPr>
            <a:lvl3pPr marL="1371600" lvl="2" indent="-3175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ato"/>
              <a:buChar char="■"/>
              <a:defRPr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3pPr>
            <a:lvl4pPr marL="1828800" lvl="3" indent="-3175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ato"/>
              <a:buChar char="●"/>
              <a:defRPr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4pPr>
            <a:lvl5pPr marL="2286000" lvl="4" indent="-3175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ato"/>
              <a:buChar char="○"/>
              <a:defRPr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5pPr>
            <a:lvl6pPr marL="2743200" lvl="5" indent="-3175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ato"/>
              <a:buChar char="■"/>
              <a:defRPr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6pPr>
            <a:lvl7pPr marL="3200400" lvl="6" indent="-3175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ato"/>
              <a:buChar char="●"/>
              <a:defRPr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7pPr>
            <a:lvl8pPr marL="3657600" lvl="7" indent="-3175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ato"/>
              <a:buChar char="○"/>
              <a:defRPr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8pPr>
            <a:lvl9pPr marL="4114800" lvl="8" indent="-317500" rtl="0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Clr>
                <a:schemeClr val="dk2"/>
              </a:buClr>
              <a:buSzPts val="1400"/>
              <a:buFont typeface="Lato"/>
              <a:buChar char="■"/>
              <a:defRPr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sldNum" idx="12"/>
          </p:nvPr>
        </p:nvSpPr>
        <p:spPr>
          <a:xfrm>
            <a:off x="8497999" y="4688759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r" rtl="0">
              <a:buNone/>
              <a:defRPr sz="1000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1pPr>
            <a:lvl2pPr lvl="1" algn="r" rtl="0">
              <a:buNone/>
              <a:defRPr sz="1000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2pPr>
            <a:lvl3pPr lvl="2" algn="r" rtl="0">
              <a:buNone/>
              <a:defRPr sz="1000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3pPr>
            <a:lvl4pPr lvl="3" algn="r" rtl="0">
              <a:buNone/>
              <a:defRPr sz="1000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4pPr>
            <a:lvl5pPr lvl="4" algn="r" rtl="0">
              <a:buNone/>
              <a:defRPr sz="1000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5pPr>
            <a:lvl6pPr lvl="5" algn="r" rtl="0">
              <a:buNone/>
              <a:defRPr sz="1000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6pPr>
            <a:lvl7pPr lvl="6" algn="r" rtl="0">
              <a:buNone/>
              <a:defRPr sz="1000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7pPr>
            <a:lvl8pPr lvl="7" algn="r" rtl="0">
              <a:buNone/>
              <a:defRPr sz="1000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8pPr>
            <a:lvl9pPr lvl="8" algn="r" rtl="0">
              <a:buNone/>
              <a:defRPr sz="1000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1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1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1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1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1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1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Google Shape;72;p13"/>
          <p:cNvSpPr txBox="1">
            <a:spLocks noGrp="1"/>
          </p:cNvSpPr>
          <p:nvPr>
            <p:ph type="ctrTitle"/>
          </p:nvPr>
        </p:nvSpPr>
        <p:spPr>
          <a:xfrm>
            <a:off x="145675" y="605125"/>
            <a:ext cx="8557500" cy="1567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lnSpc>
                <a:spcPct val="107916"/>
              </a:lnSpc>
              <a:spcBef>
                <a:spcPts val="0"/>
              </a:spcBef>
              <a:spcAft>
                <a:spcPts val="800"/>
              </a:spcAft>
              <a:buClr>
                <a:schemeClr val="dk2"/>
              </a:buClr>
              <a:buSzPts val="1100"/>
              <a:buFont typeface="Arial"/>
              <a:buNone/>
            </a:pPr>
            <a:r>
              <a:rPr lang="en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rPr>
              <a:t>Aparat pentru prepararea produselor de panificație</a:t>
            </a:r>
            <a:endParaRPr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73" name="Google Shape;73;p13"/>
          <p:cNvSpPr txBox="1">
            <a:spLocks noGrp="1"/>
          </p:cNvSpPr>
          <p:nvPr>
            <p:ph type="subTitle" idx="1"/>
          </p:nvPr>
        </p:nvSpPr>
        <p:spPr>
          <a:xfrm>
            <a:off x="843824" y="3294500"/>
            <a:ext cx="4256000" cy="1241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 b="1" dirty="0"/>
              <a:t>312CD</a:t>
            </a:r>
            <a:endParaRPr sz="2400" b="1"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o-RO" sz="2400" b="1" dirty="0"/>
              <a:t>Radu-Costin Baccela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o-RO" sz="2400" b="1" dirty="0"/>
              <a:t>Florin-Ioan Subțirică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o-RO" sz="2400" b="1" dirty="0"/>
              <a:t>Rareș-George Vijaeac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o-RO" sz="2400" b="1" dirty="0"/>
              <a:t>Robert-Ioan Constantinescu</a:t>
            </a:r>
            <a:endParaRPr sz="2400" b="1" dirty="0"/>
          </a:p>
        </p:txBody>
      </p:sp>
      <p:sp>
        <p:nvSpPr>
          <p:cNvPr id="74" name="Google Shape;74;p13"/>
          <p:cNvSpPr txBox="1"/>
          <p:nvPr/>
        </p:nvSpPr>
        <p:spPr>
          <a:xfrm>
            <a:off x="5423650" y="2633375"/>
            <a:ext cx="3361800" cy="61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>
                <a:latin typeface="Lato"/>
                <a:ea typeface="Lato"/>
                <a:cs typeface="Lato"/>
                <a:sym typeface="Lato"/>
              </a:rPr>
              <a:t>Profesor curs: Costin</a:t>
            </a:r>
            <a:r>
              <a:rPr lang="ro-RO" dirty="0">
                <a:latin typeface="Lato"/>
                <a:ea typeface="Lato"/>
                <a:cs typeface="Lato"/>
                <a:sym typeface="Lato"/>
              </a:rPr>
              <a:t> Chiru</a:t>
            </a:r>
            <a:endParaRPr dirty="0">
              <a:latin typeface="Lato"/>
              <a:ea typeface="Lato"/>
              <a:cs typeface="Lato"/>
              <a:sym typeface="Lato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>
                <a:latin typeface="Lato"/>
                <a:ea typeface="Lato"/>
                <a:cs typeface="Lato"/>
                <a:sym typeface="Lato"/>
              </a:rPr>
              <a:t>Laborator: Diana</a:t>
            </a:r>
            <a:r>
              <a:rPr lang="ro-RO" dirty="0">
                <a:latin typeface="Lato"/>
                <a:ea typeface="Lato"/>
                <a:cs typeface="Lato"/>
                <a:sym typeface="Lato"/>
              </a:rPr>
              <a:t> Arsene</a:t>
            </a:r>
            <a:endParaRPr dirty="0">
              <a:latin typeface="Lato"/>
              <a:ea typeface="Lato"/>
              <a:cs typeface="Lato"/>
              <a:sym typeface="Lato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14"/>
          <p:cNvSpPr txBox="1">
            <a:spLocks noGrp="1"/>
          </p:cNvSpPr>
          <p:nvPr>
            <p:ph type="title" idx="4294967295"/>
          </p:nvPr>
        </p:nvSpPr>
        <p:spPr>
          <a:xfrm>
            <a:off x="1590150" y="409600"/>
            <a:ext cx="5963700" cy="768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1600"/>
              </a:spcAft>
              <a:buNone/>
            </a:pPr>
            <a:r>
              <a:rPr lang="en" sz="3600" dirty="0">
                <a:solidFill>
                  <a:schemeClr val="dk1"/>
                </a:solidFill>
              </a:rPr>
              <a:t>Descrierea func</a:t>
            </a:r>
            <a:r>
              <a:rPr lang="ro-RO" sz="3600" dirty="0">
                <a:solidFill>
                  <a:schemeClr val="dk1"/>
                </a:solidFill>
              </a:rPr>
              <a:t>ț</a:t>
            </a:r>
            <a:r>
              <a:rPr lang="en" sz="3600" dirty="0">
                <a:solidFill>
                  <a:schemeClr val="dk1"/>
                </a:solidFill>
              </a:rPr>
              <a:t>ionalit</a:t>
            </a:r>
            <a:r>
              <a:rPr lang="ro-RO" sz="3600" dirty="0">
                <a:solidFill>
                  <a:schemeClr val="dk1"/>
                </a:solidFill>
              </a:rPr>
              <a:t>ăț</a:t>
            </a:r>
            <a:r>
              <a:rPr lang="en" sz="3600" dirty="0">
                <a:solidFill>
                  <a:schemeClr val="dk1"/>
                </a:solidFill>
              </a:rPr>
              <a:t>ii</a:t>
            </a:r>
            <a:endParaRPr sz="2400" dirty="0"/>
          </a:p>
        </p:txBody>
      </p:sp>
      <p:sp>
        <p:nvSpPr>
          <p:cNvPr id="80" name="Google Shape;80;p14"/>
          <p:cNvSpPr txBox="1">
            <a:spLocks noGrp="1"/>
          </p:cNvSpPr>
          <p:nvPr>
            <p:ph type="title" idx="4294967295"/>
          </p:nvPr>
        </p:nvSpPr>
        <p:spPr>
          <a:xfrm>
            <a:off x="134475" y="1177600"/>
            <a:ext cx="8874900" cy="3775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457200" algn="l" rtl="0">
              <a:lnSpc>
                <a:spcPct val="107916"/>
              </a:lnSpc>
              <a:spcBef>
                <a:spcPts val="0"/>
              </a:spcBef>
              <a:spcAft>
                <a:spcPts val="800"/>
              </a:spcAft>
              <a:buClr>
                <a:schemeClr val="dk2"/>
              </a:buClr>
              <a:buSzPts val="1100"/>
              <a:buFont typeface="Arial"/>
              <a:buNone/>
            </a:pPr>
            <a:r>
              <a:rPr lang="en" sz="2200" b="0" dirty="0">
                <a:latin typeface="Times New Roman"/>
                <a:ea typeface="Times New Roman"/>
                <a:cs typeface="Times New Roman"/>
                <a:sym typeface="Times New Roman"/>
              </a:rPr>
              <a:t>Am implementat un aparat folosit pentru prepararea produselor de panificație gândit atât pentru bucătăriile personale, dar și pentru cele profesionale. Aparatul este capabil s</a:t>
            </a:r>
            <a:r>
              <a:rPr lang="ro-RO" sz="2200" b="0" dirty="0">
                <a:latin typeface="Times New Roman"/>
                <a:ea typeface="Times New Roman"/>
                <a:cs typeface="Times New Roman"/>
                <a:sym typeface="Times New Roman"/>
              </a:rPr>
              <a:t>ă</a:t>
            </a:r>
            <a:r>
              <a:rPr lang="en" sz="2200" b="0" dirty="0">
                <a:latin typeface="Times New Roman"/>
                <a:ea typeface="Times New Roman"/>
                <a:cs typeface="Times New Roman"/>
                <a:sym typeface="Times New Roman"/>
              </a:rPr>
              <a:t> gătească atât pâine (albă/neagră, cu semințe/fără semințe, crocantă/pufoasă, mică/mare) și pizza (cu blat subțire/cu blat pufos), cât și două tipuri de desert: cozonac (vegan/non-vegan) și chec (cu ciocolată/cu fructe). După selectarea produsului dorit clientul trebuie s</a:t>
            </a:r>
            <a:r>
              <a:rPr lang="ro-RO" sz="2200" b="0" dirty="0">
                <a:latin typeface="Times New Roman"/>
                <a:ea typeface="Times New Roman"/>
                <a:cs typeface="Times New Roman"/>
                <a:sym typeface="Times New Roman"/>
              </a:rPr>
              <a:t>ă</a:t>
            </a:r>
            <a:r>
              <a:rPr lang="en" sz="2200" b="0" dirty="0">
                <a:latin typeface="Times New Roman"/>
                <a:ea typeface="Times New Roman"/>
                <a:cs typeface="Times New Roman"/>
                <a:sym typeface="Times New Roman"/>
              </a:rPr>
              <a:t> introduc</a:t>
            </a:r>
            <a:r>
              <a:rPr lang="ro-RO" sz="2200" b="0" dirty="0">
                <a:latin typeface="Times New Roman"/>
                <a:ea typeface="Times New Roman"/>
                <a:cs typeface="Times New Roman"/>
                <a:sym typeface="Times New Roman"/>
              </a:rPr>
              <a:t>ă</a:t>
            </a:r>
            <a:r>
              <a:rPr lang="en" sz="2200" b="0"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" sz="2200" b="0" dirty="0">
                <a:latin typeface="Times New Roman"/>
                <a:ea typeface="Times New Roman"/>
                <a:cs typeface="Times New Roman"/>
                <a:sym typeface="Times New Roman"/>
              </a:rPr>
              <a:t>ingredientele necesare preparării pentru ca aparatul să treacă la treabă (timpul de preparare și temperatura diferă de la program la program).</a:t>
            </a:r>
            <a:endParaRPr sz="2300" dirty="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p15"/>
          <p:cNvSpPr txBox="1">
            <a:spLocks noGrp="1"/>
          </p:cNvSpPr>
          <p:nvPr>
            <p:ph type="title" idx="4294967295"/>
          </p:nvPr>
        </p:nvSpPr>
        <p:spPr>
          <a:xfrm>
            <a:off x="1590150" y="353550"/>
            <a:ext cx="5963700" cy="768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1600"/>
              </a:spcAft>
              <a:buNone/>
            </a:pPr>
            <a:r>
              <a:rPr lang="en" sz="3600">
                <a:solidFill>
                  <a:schemeClr val="dk1"/>
                </a:solidFill>
              </a:rPr>
              <a:t>Schema bloc</a:t>
            </a:r>
            <a:endParaRPr sz="2400"/>
          </a:p>
        </p:txBody>
      </p:sp>
      <p:pic>
        <p:nvPicPr>
          <p:cNvPr id="86" name="Google Shape;86;p1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558900" y="1076725"/>
            <a:ext cx="4026195" cy="376197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p16"/>
          <p:cNvSpPr txBox="1">
            <a:spLocks noGrp="1"/>
          </p:cNvSpPr>
          <p:nvPr>
            <p:ph type="title" idx="4294967295"/>
          </p:nvPr>
        </p:nvSpPr>
        <p:spPr>
          <a:xfrm>
            <a:off x="-550200" y="1888750"/>
            <a:ext cx="5963700" cy="768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1600"/>
              </a:spcAft>
              <a:buNone/>
            </a:pPr>
            <a:r>
              <a:rPr lang="en" sz="3600">
                <a:solidFill>
                  <a:schemeClr val="dk1"/>
                </a:solidFill>
              </a:rPr>
              <a:t>Organigrama</a:t>
            </a:r>
            <a:endParaRPr sz="2400"/>
          </a:p>
        </p:txBody>
      </p:sp>
      <p:pic>
        <p:nvPicPr>
          <p:cNvPr id="92" name="Google Shape;92;p16" descr="Diagram, schematic&#10;&#10;Description automatically generated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242575" y="0"/>
            <a:ext cx="4157433" cy="5143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p17"/>
          <p:cNvSpPr txBox="1">
            <a:spLocks noGrp="1"/>
          </p:cNvSpPr>
          <p:nvPr>
            <p:ph type="title" idx="4294967295"/>
          </p:nvPr>
        </p:nvSpPr>
        <p:spPr>
          <a:xfrm>
            <a:off x="1590150" y="353550"/>
            <a:ext cx="5963700" cy="768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1600"/>
              </a:spcAft>
              <a:buNone/>
            </a:pPr>
            <a:r>
              <a:rPr lang="en" sz="3600">
                <a:solidFill>
                  <a:schemeClr val="dk1"/>
                </a:solidFill>
              </a:rPr>
              <a:t>Codificarea intrarilor</a:t>
            </a:r>
            <a:endParaRPr sz="2400"/>
          </a:p>
        </p:txBody>
      </p:sp>
      <p:graphicFrame>
        <p:nvGraphicFramePr>
          <p:cNvPr id="98" name="Google Shape;98;p17"/>
          <p:cNvGraphicFramePr/>
          <p:nvPr/>
        </p:nvGraphicFramePr>
        <p:xfrm>
          <a:off x="1603375" y="1586725"/>
          <a:ext cx="5937250" cy="2346960"/>
        </p:xfrm>
        <a:graphic>
          <a:graphicData uri="http://schemas.openxmlformats.org/drawingml/2006/table">
            <a:tbl>
              <a:tblPr bandRow="1">
                <a:noFill/>
                <a:tableStyleId>{22BE6267-23CE-4A04-A9A3-A8F05CD6CA56}</a:tableStyleId>
              </a:tblPr>
              <a:tblGrid>
                <a:gridCol w="9112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5717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45427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68575" marR="68575" marT="0" marB="0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Intrare</a:t>
                      </a:r>
                      <a:endParaRPr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68575" marR="68575" marT="0" marB="0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Codificare</a:t>
                      </a:r>
                      <a:endParaRPr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68575" marR="68575" marT="0" marB="0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</a:t>
                      </a:r>
                      <a:endParaRPr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68575" marR="68575" marT="0" marB="0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T1</a:t>
                      </a:r>
                      <a:endParaRPr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68575" marR="68575" marT="0" marB="0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0000</a:t>
                      </a:r>
                      <a:endParaRPr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68575" marR="68575" marT="0" marB="0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2</a:t>
                      </a:r>
                      <a:endParaRPr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68575" marR="68575" marT="0" marB="0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T2</a:t>
                      </a:r>
                      <a:endParaRPr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68575" marR="68575" marT="0" marB="0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0001</a:t>
                      </a:r>
                      <a:endParaRPr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68575" marR="68575" marT="0" marB="0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3</a:t>
                      </a:r>
                      <a:endParaRPr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68575" marR="68575" marT="0" marB="0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T3</a:t>
                      </a:r>
                      <a:endParaRPr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68575" marR="68575" marT="0" marB="0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0010</a:t>
                      </a:r>
                      <a:endParaRPr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68575" marR="68575" marT="0" marB="0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4</a:t>
                      </a:r>
                      <a:endParaRPr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68575" marR="68575" marT="0" marB="0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T4</a:t>
                      </a:r>
                      <a:endParaRPr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68575" marR="68575" marT="0" marB="0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0011</a:t>
                      </a:r>
                      <a:endParaRPr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68575" marR="68575" marT="0" marB="0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5</a:t>
                      </a:r>
                      <a:endParaRPr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68575" marR="68575" marT="0" marB="0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T5</a:t>
                      </a:r>
                      <a:endParaRPr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68575" marR="68575" marT="0" marB="0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0100</a:t>
                      </a:r>
                      <a:endParaRPr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68575" marR="68575" marT="0" marB="0"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6</a:t>
                      </a:r>
                      <a:endParaRPr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68575" marR="68575" marT="0" marB="0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T6</a:t>
                      </a:r>
                      <a:endParaRPr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68575" marR="68575" marT="0" marB="0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0101</a:t>
                      </a:r>
                      <a:endParaRPr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68575" marR="68575" marT="0" marB="0"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7</a:t>
                      </a:r>
                      <a:endParaRPr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68575" marR="68575" marT="0" marB="0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T7</a:t>
                      </a:r>
                      <a:endParaRPr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68575" marR="68575" marT="0" marB="0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0110</a:t>
                      </a:r>
                      <a:endParaRPr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68575" marR="68575" marT="0" marB="0"/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8</a:t>
                      </a:r>
                      <a:endParaRPr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68575" marR="68575" marT="0" marB="0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T8</a:t>
                      </a:r>
                      <a:endParaRPr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68575" marR="68575" marT="0" marB="0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0111</a:t>
                      </a:r>
                      <a:endParaRPr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68575" marR="68575" marT="0" marB="0"/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9</a:t>
                      </a:r>
                      <a:endParaRPr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68575" marR="68575" marT="0" marB="0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T9</a:t>
                      </a:r>
                      <a:endParaRPr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68575" marR="68575" marT="0" marB="0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1000</a:t>
                      </a:r>
                      <a:endParaRPr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68575" marR="68575" marT="0" marB="0"/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10</a:t>
                      </a:r>
                      <a:endParaRPr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68575" marR="68575" marT="0" marB="0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T10</a:t>
                      </a:r>
                      <a:endParaRPr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68575" marR="68575" marT="0" marB="0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1001</a:t>
                      </a:r>
                      <a:endParaRPr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68575" marR="68575" marT="0" marB="0"/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Google Shape;103;p18"/>
          <p:cNvSpPr txBox="1">
            <a:spLocks noGrp="1"/>
          </p:cNvSpPr>
          <p:nvPr>
            <p:ph type="title" idx="4294967295"/>
          </p:nvPr>
        </p:nvSpPr>
        <p:spPr>
          <a:xfrm>
            <a:off x="1590150" y="0"/>
            <a:ext cx="5963700" cy="768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1600"/>
              </a:spcAft>
              <a:buNone/>
            </a:pPr>
            <a:r>
              <a:rPr lang="en" sz="3600" dirty="0">
                <a:solidFill>
                  <a:schemeClr val="dk1"/>
                </a:solidFill>
              </a:rPr>
              <a:t>Calculul lungimii microinstruc</a:t>
            </a:r>
            <a:r>
              <a:rPr lang="ro-RO" sz="3600" dirty="0">
                <a:solidFill>
                  <a:schemeClr val="dk1"/>
                </a:solidFill>
              </a:rPr>
              <a:t>ț</a:t>
            </a:r>
            <a:r>
              <a:rPr lang="en" sz="3600" dirty="0">
                <a:solidFill>
                  <a:schemeClr val="dk1"/>
                </a:solidFill>
              </a:rPr>
              <a:t>iunii</a:t>
            </a:r>
            <a:endParaRPr sz="2400" dirty="0"/>
          </a:p>
        </p:txBody>
      </p:sp>
      <p:sp>
        <p:nvSpPr>
          <p:cNvPr id="104" name="Google Shape;104;p18"/>
          <p:cNvSpPr txBox="1"/>
          <p:nvPr/>
        </p:nvSpPr>
        <p:spPr>
          <a:xfrm>
            <a:off x="179250" y="1098200"/>
            <a:ext cx="8785500" cy="4427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lnSpc>
                <a:spcPct val="107916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Arial"/>
              <a:buNone/>
            </a:pPr>
            <a:r>
              <a:rPr lang="en" sz="2600" dirty="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n</a:t>
            </a:r>
            <a:r>
              <a:rPr lang="en" sz="1100" dirty="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out</a:t>
            </a:r>
            <a:r>
              <a:rPr lang="en" sz="2600" dirty="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 = 10 </a:t>
            </a:r>
            <a:r>
              <a:rPr lang="en" sz="1100" dirty="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(10 ieșiri)</a:t>
            </a:r>
            <a:endParaRPr dirty="0">
              <a:solidFill>
                <a:schemeClr val="dk2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lvl="0" indent="0" algn="l" rtl="0">
              <a:lnSpc>
                <a:spcPct val="107916"/>
              </a:lnSpc>
              <a:spcBef>
                <a:spcPts val="80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Arial"/>
              <a:buNone/>
            </a:pPr>
            <a:r>
              <a:rPr lang="en" sz="2600" dirty="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n</a:t>
            </a:r>
            <a:r>
              <a:rPr lang="en" sz="1100" dirty="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ci</a:t>
            </a:r>
            <a:r>
              <a:rPr lang="en" sz="2600" dirty="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 = 4 </a:t>
            </a:r>
            <a:r>
              <a:rPr lang="en" sz="1100" dirty="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(10 intrări scrise pe 4 biți)</a:t>
            </a:r>
            <a:endParaRPr dirty="0">
              <a:solidFill>
                <a:schemeClr val="dk2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lvl="0" indent="0" algn="l" rtl="0">
              <a:lnSpc>
                <a:spcPct val="107916"/>
              </a:lnSpc>
              <a:spcBef>
                <a:spcPts val="80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Arial"/>
              <a:buNone/>
            </a:pPr>
            <a:r>
              <a:rPr lang="en" sz="2600" dirty="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n</a:t>
            </a:r>
            <a:r>
              <a:rPr lang="en" sz="1100" dirty="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adr</a:t>
            </a:r>
            <a:r>
              <a:rPr lang="en" sz="2600" dirty="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 = 6 </a:t>
            </a:r>
            <a:r>
              <a:rPr lang="en" sz="1100" dirty="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(23 de stari, care se pot scrie pe 5 biti, dar singura memorie potrivita este de 64 = 2^6)</a:t>
            </a:r>
            <a:endParaRPr sz="1100" dirty="0">
              <a:solidFill>
                <a:schemeClr val="dk2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lvl="0" indent="0" algn="l" rtl="0">
              <a:lnSpc>
                <a:spcPct val="107916"/>
              </a:lnSpc>
              <a:spcBef>
                <a:spcPts val="80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Arial"/>
              <a:buNone/>
            </a:pPr>
            <a:endParaRPr sz="1100" dirty="0">
              <a:solidFill>
                <a:schemeClr val="dk2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lvl="0" indent="0" algn="l" rtl="0">
              <a:lnSpc>
                <a:spcPct val="107916"/>
              </a:lnSpc>
              <a:spcBef>
                <a:spcPts val="80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Arial"/>
              <a:buNone/>
            </a:pPr>
            <a:r>
              <a:rPr lang="en" sz="2600" dirty="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L</a:t>
            </a:r>
            <a:r>
              <a:rPr lang="en" sz="1200" dirty="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µi</a:t>
            </a:r>
            <a:r>
              <a:rPr lang="en" sz="2600" dirty="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 = </a:t>
            </a:r>
            <a:r>
              <a:rPr lang="en" sz="1800" dirty="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MAX</a:t>
            </a:r>
            <a:r>
              <a:rPr lang="en" sz="2600" dirty="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(L</a:t>
            </a:r>
            <a:r>
              <a:rPr lang="en" sz="1200" dirty="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µi tip1, </a:t>
            </a:r>
            <a:r>
              <a:rPr lang="en" sz="2600" dirty="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L</a:t>
            </a:r>
            <a:r>
              <a:rPr lang="en" sz="1200" dirty="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µi tip0</a:t>
            </a:r>
            <a:r>
              <a:rPr lang="en" sz="2600" dirty="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)</a:t>
            </a:r>
            <a:endParaRPr sz="2600" dirty="0">
              <a:solidFill>
                <a:schemeClr val="dk2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lvl="0" indent="0" algn="l" rtl="0">
              <a:lnSpc>
                <a:spcPct val="107916"/>
              </a:lnSpc>
              <a:spcBef>
                <a:spcPts val="80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Arial"/>
              <a:buNone/>
            </a:pPr>
            <a:r>
              <a:rPr lang="en" sz="2600" dirty="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L</a:t>
            </a:r>
            <a:r>
              <a:rPr lang="en" sz="1200" dirty="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µi tip1</a:t>
            </a:r>
            <a:r>
              <a:rPr lang="en" sz="2600" dirty="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 = 1 + n</a:t>
            </a:r>
            <a:r>
              <a:rPr lang="en" sz="1100" dirty="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out</a:t>
            </a:r>
            <a:r>
              <a:rPr lang="en" sz="2600" dirty="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 = 1 + 10 = 11</a:t>
            </a:r>
            <a:endParaRPr sz="2600" dirty="0">
              <a:solidFill>
                <a:schemeClr val="dk2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lvl="0" indent="0" algn="l" rtl="0">
              <a:lnSpc>
                <a:spcPct val="107916"/>
              </a:lnSpc>
              <a:spcBef>
                <a:spcPts val="80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Arial"/>
              <a:buNone/>
            </a:pPr>
            <a:r>
              <a:rPr lang="en" sz="2600" dirty="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L</a:t>
            </a:r>
            <a:r>
              <a:rPr lang="en" sz="1200" dirty="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µi tip0</a:t>
            </a:r>
            <a:r>
              <a:rPr lang="en" sz="2600" dirty="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 = 1 + n</a:t>
            </a:r>
            <a:r>
              <a:rPr lang="en" sz="1100" dirty="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ci</a:t>
            </a:r>
            <a:r>
              <a:rPr lang="en" sz="2600" dirty="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 + n</a:t>
            </a:r>
            <a:r>
              <a:rPr lang="en" sz="1100" dirty="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adr</a:t>
            </a:r>
            <a:r>
              <a:rPr lang="en" sz="2600" dirty="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 = 1 + 4 + 6 = 11</a:t>
            </a:r>
            <a:endParaRPr sz="2600" dirty="0">
              <a:solidFill>
                <a:schemeClr val="dk2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lvl="0" indent="0" algn="l" rtl="0">
              <a:lnSpc>
                <a:spcPct val="107916"/>
              </a:lnSpc>
              <a:spcBef>
                <a:spcPts val="80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Arial"/>
              <a:buNone/>
            </a:pPr>
            <a:r>
              <a:rPr lang="en" sz="2600" dirty="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L</a:t>
            </a:r>
            <a:r>
              <a:rPr lang="en" sz="1200" dirty="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µi</a:t>
            </a:r>
            <a:r>
              <a:rPr lang="en" sz="2600" dirty="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 = </a:t>
            </a:r>
            <a:r>
              <a:rPr lang="en" sz="1800" dirty="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MAX</a:t>
            </a:r>
            <a:r>
              <a:rPr lang="en" sz="2600" dirty="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(11, 11) = 11</a:t>
            </a:r>
            <a:endParaRPr sz="2600" dirty="0">
              <a:solidFill>
                <a:schemeClr val="dk2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lvl="0" indent="0" algn="l" rtl="0">
              <a:spcBef>
                <a:spcPts val="800"/>
              </a:spcBef>
              <a:spcAft>
                <a:spcPts val="0"/>
              </a:spcAft>
              <a:buNone/>
            </a:pPr>
            <a:endParaRPr dirty="0">
              <a:latin typeface="Lato"/>
              <a:ea typeface="Lato"/>
              <a:cs typeface="Lato"/>
              <a:sym typeface="Lato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Google Shape;109;p19"/>
          <p:cNvSpPr txBox="1">
            <a:spLocks noGrp="1"/>
          </p:cNvSpPr>
          <p:nvPr>
            <p:ph type="title" idx="4294967295"/>
          </p:nvPr>
        </p:nvSpPr>
        <p:spPr>
          <a:xfrm>
            <a:off x="112050" y="459450"/>
            <a:ext cx="3384300" cy="308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1600"/>
              </a:spcAft>
              <a:buNone/>
            </a:pPr>
            <a:r>
              <a:rPr lang="en" sz="3600" dirty="0">
                <a:solidFill>
                  <a:schemeClr val="dk1"/>
                </a:solidFill>
              </a:rPr>
              <a:t>Completarea memoriei con</a:t>
            </a:r>
            <a:r>
              <a:rPr lang="ro-RO" sz="3600" dirty="0">
                <a:solidFill>
                  <a:schemeClr val="dk1"/>
                </a:solidFill>
              </a:rPr>
              <a:t>ț</a:t>
            </a:r>
            <a:r>
              <a:rPr lang="en" sz="3600" dirty="0">
                <a:solidFill>
                  <a:schemeClr val="dk1"/>
                </a:solidFill>
              </a:rPr>
              <a:t>inutului de microprogram</a:t>
            </a:r>
            <a:endParaRPr sz="2400" dirty="0"/>
          </a:p>
        </p:txBody>
      </p:sp>
      <mc:AlternateContent xmlns:mc="http://schemas.openxmlformats.org/markup-compatibility/2006">
        <mc:Choice xmlns:a14="http://schemas.microsoft.com/office/drawing/2010/main" Requires="a14">
          <p:graphicFrame>
            <p:nvGraphicFramePr>
              <p:cNvPr id="110" name="Google Shape;110;p19"/>
              <p:cNvGraphicFramePr/>
              <p:nvPr>
                <p:extLst>
                  <p:ext uri="{D42A27DB-BD31-4B8C-83A1-F6EECF244321}">
                    <p14:modId xmlns:p14="http://schemas.microsoft.com/office/powerpoint/2010/main" val="1797761670"/>
                  </p:ext>
                </p:extLst>
              </p:nvPr>
            </p:nvGraphicFramePr>
            <p:xfrm>
              <a:off x="3496400" y="51550"/>
              <a:ext cx="5656650" cy="5093610"/>
            </p:xfrm>
            <a:graphic>
              <a:graphicData uri="http://schemas.openxmlformats.org/drawingml/2006/table">
                <a:tbl>
                  <a:tblPr bandRow="1" bandCol="1">
                    <a:noFill/>
                    <a:tableStyleId>{22BE6267-23CE-4A04-A9A3-A8F05CD6CA56}</a:tableStyleId>
                  </a:tblPr>
                  <a:tblGrid>
                    <a:gridCol w="413650">
                      <a:extLst>
                        <a:ext uri="{9D8B030D-6E8A-4147-A177-3AD203B41FA5}">
                          <a16:colId xmlns:a16="http://schemas.microsoft.com/office/drawing/2014/main" val="20000"/>
                        </a:ext>
                      </a:extLst>
                    </a:gridCol>
                    <a:gridCol w="630525">
                      <a:extLst>
                        <a:ext uri="{9D8B030D-6E8A-4147-A177-3AD203B41FA5}">
                          <a16:colId xmlns:a16="http://schemas.microsoft.com/office/drawing/2014/main" val="20001"/>
                        </a:ext>
                      </a:extLst>
                    </a:gridCol>
                    <a:gridCol w="426125">
                      <a:extLst>
                        <a:ext uri="{9D8B030D-6E8A-4147-A177-3AD203B41FA5}">
                          <a16:colId xmlns:a16="http://schemas.microsoft.com/office/drawing/2014/main" val="20002"/>
                        </a:ext>
                      </a:extLst>
                    </a:gridCol>
                    <a:gridCol w="494300">
                      <a:extLst>
                        <a:ext uri="{9D8B030D-6E8A-4147-A177-3AD203B41FA5}">
                          <a16:colId xmlns:a16="http://schemas.microsoft.com/office/drawing/2014/main" val="20003"/>
                        </a:ext>
                      </a:extLst>
                    </a:gridCol>
                    <a:gridCol w="382850">
                      <a:extLst>
                        <a:ext uri="{9D8B030D-6E8A-4147-A177-3AD203B41FA5}">
                          <a16:colId xmlns:a16="http://schemas.microsoft.com/office/drawing/2014/main" val="20004"/>
                        </a:ext>
                      </a:extLst>
                    </a:gridCol>
                    <a:gridCol w="413650">
                      <a:extLst>
                        <a:ext uri="{9D8B030D-6E8A-4147-A177-3AD203B41FA5}">
                          <a16:colId xmlns:a16="http://schemas.microsoft.com/office/drawing/2014/main" val="20005"/>
                        </a:ext>
                      </a:extLst>
                    </a:gridCol>
                    <a:gridCol w="413650">
                      <a:extLst>
                        <a:ext uri="{9D8B030D-6E8A-4147-A177-3AD203B41FA5}">
                          <a16:colId xmlns:a16="http://schemas.microsoft.com/office/drawing/2014/main" val="20006"/>
                        </a:ext>
                      </a:extLst>
                    </a:gridCol>
                    <a:gridCol w="413650">
                      <a:extLst>
                        <a:ext uri="{9D8B030D-6E8A-4147-A177-3AD203B41FA5}">
                          <a16:colId xmlns:a16="http://schemas.microsoft.com/office/drawing/2014/main" val="20007"/>
                        </a:ext>
                      </a:extLst>
                    </a:gridCol>
                    <a:gridCol w="413650">
                      <a:extLst>
                        <a:ext uri="{9D8B030D-6E8A-4147-A177-3AD203B41FA5}">
                          <a16:colId xmlns:a16="http://schemas.microsoft.com/office/drawing/2014/main" val="20008"/>
                        </a:ext>
                      </a:extLst>
                    </a:gridCol>
                    <a:gridCol w="413650">
                      <a:extLst>
                        <a:ext uri="{9D8B030D-6E8A-4147-A177-3AD203B41FA5}">
                          <a16:colId xmlns:a16="http://schemas.microsoft.com/office/drawing/2014/main" val="20009"/>
                        </a:ext>
                      </a:extLst>
                    </a:gridCol>
                    <a:gridCol w="413650">
                      <a:extLst>
                        <a:ext uri="{9D8B030D-6E8A-4147-A177-3AD203B41FA5}">
                          <a16:colId xmlns:a16="http://schemas.microsoft.com/office/drawing/2014/main" val="20010"/>
                        </a:ext>
                      </a:extLst>
                    </a:gridCol>
                    <a:gridCol w="413650">
                      <a:extLst>
                        <a:ext uri="{9D8B030D-6E8A-4147-A177-3AD203B41FA5}">
                          <a16:colId xmlns:a16="http://schemas.microsoft.com/office/drawing/2014/main" val="20011"/>
                        </a:ext>
                      </a:extLst>
                    </a:gridCol>
                    <a:gridCol w="413650">
                      <a:extLst>
                        <a:ext uri="{9D8B030D-6E8A-4147-A177-3AD203B41FA5}">
                          <a16:colId xmlns:a16="http://schemas.microsoft.com/office/drawing/2014/main" val="20012"/>
                        </a:ext>
                      </a:extLst>
                    </a:gridCol>
                  </a:tblGrid>
                  <a:tr h="211900">
                    <a:tc rowSpan="3" gridSpan="2">
                      <a:txBody>
                        <a:bodyPr/>
                        <a:lstStyle/>
                        <a:p>
                          <a:pPr marL="0" lvl="0" indent="0" algn="ctr" rtl="0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None/>
                          </a:pPr>
                          <a:endParaRPr sz="1100">
                            <a:latin typeface="Calibri"/>
                            <a:ea typeface="Calibri"/>
                            <a:cs typeface="Calibri"/>
                            <a:sym typeface="Calibri"/>
                          </a:endParaRPr>
                        </a:p>
                      </a:txBody>
                      <a:tcPr marL="68575" marR="68575" marT="0" marB="0"/>
                    </a:tc>
                    <a:tc rowSpan="3" hMerge="1"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lvl="0" indent="0" algn="ctr" rtl="0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None/>
                          </a:pPr>
                          <a:r>
                            <a:rPr lang="en" sz="1100">
                              <a:latin typeface="Calibri"/>
                              <a:ea typeface="Calibri"/>
                              <a:cs typeface="Calibri"/>
                              <a:sym typeface="Calibri"/>
                            </a:rPr>
                            <a:t>Tip 0</a:t>
                          </a:r>
                          <a:endParaRPr sz="1100">
                            <a:latin typeface="Calibri"/>
                            <a:ea typeface="Calibri"/>
                            <a:cs typeface="Calibri"/>
                            <a:sym typeface="Calibri"/>
                          </a:endParaRPr>
                        </a:p>
                      </a:txBody>
                      <a:tcPr marL="68575" marR="68575" marT="0" marB="0">
                        <a:solidFill>
                          <a:srgbClr val="9CC3E5"/>
                        </a:solidFill>
                      </a:tcPr>
                    </a:tc>
                    <a:tc gridSpan="4">
                      <a:txBody>
                        <a:bodyPr/>
                        <a:lstStyle/>
                        <a:p>
                          <a:pPr marL="0" lvl="0" indent="0" algn="ctr" rtl="0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None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GB" sz="1100" i="1" smtClean="0">
                                        <a:latin typeface="Cambria Math" panose="02040503050406030204" pitchFamily="18" charset="0"/>
                                        <a:ea typeface="Cambria Math"/>
                                        <a:sym typeface="Cambria Math"/>
                                      </a:rPr>
                                    </m:ctrlPr>
                                  </m:sSubPr>
                                  <m:e>
                                    <m:r>
                                      <a:rPr lang="ro-RO" sz="1100" b="0" i="1" smtClean="0">
                                        <a:latin typeface="Cambria Math" panose="02040503050406030204" pitchFamily="18" charset="0"/>
                                        <a:ea typeface="Cambria Math"/>
                                        <a:sym typeface="Cambria Math"/>
                                      </a:rPr>
                                      <m:t>𝑛</m:t>
                                    </m:r>
                                  </m:e>
                                  <m:sub>
                                    <m:r>
                                      <a:rPr lang="ro-RO" sz="1100" b="0" i="1" smtClean="0">
                                        <a:latin typeface="Cambria Math" panose="02040503050406030204" pitchFamily="18" charset="0"/>
                                        <a:ea typeface="Cambria Math"/>
                                        <a:sym typeface="Cambria Math"/>
                                      </a:rPr>
                                      <m:t>𝑐𝑖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sz="1100" dirty="0">
                            <a:latin typeface="Cambria Math"/>
                            <a:ea typeface="Cambria Math"/>
                            <a:cs typeface="Cambria Math"/>
                            <a:sym typeface="Cambria Math"/>
                          </a:endParaRPr>
                        </a:p>
                      </a:txBody>
                      <a:tcPr marL="68575" marR="68575" marT="0" marB="0">
                        <a:solidFill>
                          <a:srgbClr val="00B0F0"/>
                        </a:solidFill>
                      </a:tcPr>
                    </a:tc>
                    <a:tc hMerge="1"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/>
                    </a:tc>
                    <a:tc hMerge="1"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/>
                    </a:tc>
                    <a:tc hMerge="1"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/>
                    </a:tc>
                    <a:tc gridSpan="6">
                      <a:txBody>
                        <a:bodyPr/>
                        <a:lstStyle/>
                        <a:p>
                          <a:pPr marL="0" lvl="0" indent="0" algn="ctr" rtl="0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None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GB" sz="1400" i="1" smtClean="0">
                                        <a:latin typeface="Cambria Math" panose="02040503050406030204" pitchFamily="18" charset="0"/>
                                        <a:ea typeface="Cambria Math"/>
                                        <a:sym typeface="Cambria Math"/>
                                      </a:rPr>
                                    </m:ctrlPr>
                                  </m:sSubPr>
                                  <m:e>
                                    <m:r>
                                      <a:rPr lang="ro-RO" sz="1400" b="0" i="1" smtClean="0">
                                        <a:latin typeface="Cambria Math" panose="02040503050406030204" pitchFamily="18" charset="0"/>
                                        <a:ea typeface="Cambria Math"/>
                                        <a:sym typeface="Cambria Math"/>
                                      </a:rPr>
                                      <m:t>𝑛</m:t>
                                    </m:r>
                                  </m:e>
                                  <m:sub>
                                    <m:r>
                                      <a:rPr lang="ro-RO" sz="1400" b="0" i="1" smtClean="0">
                                        <a:latin typeface="Cambria Math" panose="02040503050406030204" pitchFamily="18" charset="0"/>
                                        <a:ea typeface="Cambria Math"/>
                                        <a:sym typeface="Cambria Math"/>
                                      </a:rPr>
                                      <m:t>𝑎𝑑𝑟</m:t>
                                    </m:r>
                                    <m:r>
                                      <a:rPr lang="ro-RO" sz="1400" b="0" i="1" smtClean="0">
                                        <a:latin typeface="Cambria Math" panose="02040503050406030204" pitchFamily="18" charset="0"/>
                                        <a:ea typeface="Cambria Math"/>
                                        <a:sym typeface="Cambria Math"/>
                                      </a:rPr>
                                      <m:t>0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dirty="0"/>
                        </a:p>
                      </a:txBody>
                      <a:tcPr marL="68575" marR="68575" marT="0" marB="0">
                        <a:solidFill>
                          <a:srgbClr val="0070C0"/>
                        </a:solidFill>
                      </a:tcPr>
                    </a:tc>
                    <a:tc hMerge="1"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/>
                    </a:tc>
                    <a:tc hMerge="1"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/>
                    </a:tc>
                    <a:tc hMerge="1"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/>
                    </a:tc>
                    <a:tc hMerge="1"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/>
                    </a:tc>
                    <a:tc hMerge="1"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0000"/>
                      </a:ext>
                    </a:extLst>
                  </a:tr>
                  <a:tr h="266100">
                    <a:tc gridSpan="2" vMerge="1"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/>
                    </a:tc>
                    <a:tc hMerge="1" vMerge="1"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/>
                    </a:tc>
                    <a:tc rowSpan="2">
                      <a:txBody>
                        <a:bodyPr/>
                        <a:lstStyle/>
                        <a:p>
                          <a:pPr marL="0" lvl="0" indent="0" algn="ctr" rtl="0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None/>
                          </a:pPr>
                          <a:endParaRPr sz="1100">
                            <a:latin typeface="Calibri"/>
                            <a:ea typeface="Calibri"/>
                            <a:cs typeface="Calibri"/>
                            <a:sym typeface="Calibri"/>
                          </a:endParaRPr>
                        </a:p>
                        <a:p>
                          <a:pPr marL="0" lvl="0" indent="0" algn="ctr" rtl="0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None/>
                          </a:pPr>
                          <a:r>
                            <a:rPr lang="en" sz="1100">
                              <a:latin typeface="Calibri"/>
                              <a:ea typeface="Calibri"/>
                              <a:cs typeface="Calibri"/>
                              <a:sym typeface="Calibri"/>
                            </a:rPr>
                            <a:t>Tip 1</a:t>
                          </a:r>
                          <a:endParaRPr sz="1100">
                            <a:latin typeface="Calibri"/>
                            <a:ea typeface="Calibri"/>
                            <a:cs typeface="Calibri"/>
                            <a:sym typeface="Calibri"/>
                          </a:endParaRPr>
                        </a:p>
                      </a:txBody>
                      <a:tcPr marL="68575" marR="68575" marT="0" marB="0">
                        <a:solidFill>
                          <a:srgbClr val="FFD965"/>
                        </a:solidFill>
                      </a:tcPr>
                    </a:tc>
                    <a:tc gridSpan="10">
                      <a:txBody>
                        <a:bodyPr/>
                        <a:lstStyle/>
                        <a:p>
                          <a:pPr marL="0" lvl="0" indent="0" algn="ctr" rtl="0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None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GB" sz="1100" i="1" smtClean="0">
                                        <a:latin typeface="Cambria Math" panose="02040503050406030204" pitchFamily="18" charset="0"/>
                                        <a:ea typeface="Cambria Math"/>
                                        <a:sym typeface="Cambria Math"/>
                                      </a:rPr>
                                    </m:ctrlPr>
                                  </m:sSubPr>
                                  <m:e>
                                    <m:r>
                                      <a:rPr lang="ro-RO" sz="1100" b="0" i="1" smtClean="0">
                                        <a:latin typeface="Cambria Math" panose="02040503050406030204" pitchFamily="18" charset="0"/>
                                        <a:ea typeface="Cambria Math"/>
                                        <a:sym typeface="Cambria Math"/>
                                      </a:rPr>
                                      <m:t>𝑛</m:t>
                                    </m:r>
                                  </m:e>
                                  <m:sub>
                                    <m:r>
                                      <a:rPr lang="ro-RO" sz="1100" b="0" i="1" smtClean="0">
                                        <a:latin typeface="Cambria Math" panose="02040503050406030204" pitchFamily="18" charset="0"/>
                                        <a:ea typeface="Cambria Math"/>
                                        <a:sym typeface="Cambria Math"/>
                                      </a:rPr>
                                      <m:t>𝑜𝑢𝑡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sz="1100" dirty="0">
                            <a:latin typeface="Cambria Math"/>
                            <a:ea typeface="Cambria Math"/>
                            <a:cs typeface="Cambria Math"/>
                            <a:sym typeface="Cambria Math"/>
                          </a:endParaRPr>
                        </a:p>
                      </a:txBody>
                      <a:tcPr marL="68575" marR="68575" marT="0" marB="0">
                        <a:solidFill>
                          <a:srgbClr val="FFC000"/>
                        </a:solidFill>
                      </a:tcPr>
                    </a:tc>
                    <a:tc hMerge="1"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/>
                    </a:tc>
                    <a:tc hMerge="1"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/>
                    </a:tc>
                    <a:tc hMerge="1"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/>
                    </a:tc>
                    <a:tc hMerge="1"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/>
                    </a:tc>
                    <a:tc hMerge="1"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/>
                    </a:tc>
                    <a:tc hMerge="1"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/>
                    </a:tc>
                    <a:tc hMerge="1"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/>
                    </a:tc>
                    <a:tc hMerge="1"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/>
                    </a:tc>
                    <a:tc hMerge="1"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0001"/>
                      </a:ext>
                    </a:extLst>
                  </a:tr>
                  <a:tr h="392875">
                    <a:tc gridSpan="2" vMerge="1"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/>
                    </a:tc>
                    <a:tc hMerge="1" vMerge="1"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/>
                    </a:tc>
                    <a:tc vMerge="1"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lvl="0" indent="0" algn="ctr" rtl="0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None/>
                          </a:pPr>
                          <a:r>
                            <a:rPr lang="en" dirty="0"/>
                            <a:t>C10</a:t>
                          </a:r>
                          <a:endParaRPr dirty="0"/>
                        </a:p>
                      </a:txBody>
                      <a:tcPr marL="68575" marR="68575" marT="0" marB="0">
                        <a:solidFill>
                          <a:srgbClr val="FFC000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lvl="0" indent="0" algn="ctr" rtl="0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None/>
                          </a:pPr>
                          <a:r>
                            <a:rPr lang="en"/>
                            <a:t>C9</a:t>
                          </a:r>
                          <a:endParaRPr/>
                        </a:p>
                      </a:txBody>
                      <a:tcPr marL="68575" marR="68575" marT="0" marB="0">
                        <a:solidFill>
                          <a:srgbClr val="FFC000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lvl="0" indent="0" algn="ctr" rtl="0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None/>
                          </a:pPr>
                          <a:r>
                            <a:rPr lang="en"/>
                            <a:t>C8</a:t>
                          </a:r>
                          <a:endParaRPr/>
                        </a:p>
                      </a:txBody>
                      <a:tcPr marL="68575" marR="68575" marT="0" marB="0">
                        <a:solidFill>
                          <a:srgbClr val="FFC000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lvl="0" indent="0" algn="ctr" rtl="0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None/>
                          </a:pPr>
                          <a:r>
                            <a:rPr lang="en"/>
                            <a:t>C7</a:t>
                          </a:r>
                          <a:endParaRPr/>
                        </a:p>
                      </a:txBody>
                      <a:tcPr marL="68575" marR="68575" marT="0" marB="0">
                        <a:solidFill>
                          <a:srgbClr val="FFC000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lvl="0" indent="0" algn="ctr" rtl="0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None/>
                          </a:pPr>
                          <a:r>
                            <a:rPr lang="en"/>
                            <a:t>C6</a:t>
                          </a:r>
                          <a:endParaRPr/>
                        </a:p>
                      </a:txBody>
                      <a:tcPr marL="68575" marR="68575" marT="0" marB="0">
                        <a:solidFill>
                          <a:srgbClr val="FFC000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lvl="0" indent="0" algn="ctr" rtl="0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None/>
                          </a:pPr>
                          <a:r>
                            <a:rPr lang="en"/>
                            <a:t>C5</a:t>
                          </a:r>
                          <a:endParaRPr/>
                        </a:p>
                      </a:txBody>
                      <a:tcPr marL="68575" marR="68575" marT="0" marB="0">
                        <a:solidFill>
                          <a:srgbClr val="FFC000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lvl="0" indent="0" algn="ctr" rtl="0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None/>
                          </a:pPr>
                          <a:r>
                            <a:rPr lang="en" dirty="0"/>
                            <a:t>C4</a:t>
                          </a:r>
                          <a:endParaRPr dirty="0"/>
                        </a:p>
                      </a:txBody>
                      <a:tcPr marL="68575" marR="68575" marT="0" marB="0">
                        <a:solidFill>
                          <a:srgbClr val="FFC000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lvl="0" indent="0" algn="ctr" rtl="0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None/>
                          </a:pPr>
                          <a:r>
                            <a:rPr lang="en"/>
                            <a:t>C3</a:t>
                          </a:r>
                          <a:endParaRPr/>
                        </a:p>
                      </a:txBody>
                      <a:tcPr marL="68575" marR="68575" marT="0" marB="0">
                        <a:solidFill>
                          <a:srgbClr val="FFC000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lvl="0" indent="0" algn="ctr" rtl="0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None/>
                          </a:pPr>
                          <a:r>
                            <a:rPr lang="en"/>
                            <a:t>C2</a:t>
                          </a:r>
                          <a:endParaRPr/>
                        </a:p>
                      </a:txBody>
                      <a:tcPr marL="68575" marR="68575" marT="0" marB="0">
                        <a:solidFill>
                          <a:srgbClr val="FFC000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lvl="0" indent="0" algn="ctr" rtl="0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None/>
                          </a:pPr>
                          <a:r>
                            <a:rPr lang="en"/>
                            <a:t>C1</a:t>
                          </a:r>
                          <a:endParaRPr/>
                        </a:p>
                      </a:txBody>
                      <a:tcPr marL="68575" marR="68575" marT="0" marB="0">
                        <a:solidFill>
                          <a:srgbClr val="FFC000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2"/>
                      </a:ext>
                    </a:extLst>
                  </a:tr>
                  <a:tr h="180975">
                    <a:tc>
                      <a:txBody>
                        <a:bodyPr/>
                        <a:lstStyle/>
                        <a:p>
                          <a:pPr marL="0" lvl="0" indent="0" algn="ctr" rtl="0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None/>
                          </a:pPr>
                          <a:r>
                            <a:rPr lang="en" sz="1100">
                              <a:latin typeface="Calibri"/>
                              <a:ea typeface="Calibri"/>
                              <a:cs typeface="Calibri"/>
                              <a:sym typeface="Calibri"/>
                            </a:rPr>
                            <a:t>S1</a:t>
                          </a:r>
                          <a:endParaRPr sz="1100">
                            <a:latin typeface="Calibri"/>
                            <a:ea typeface="Calibri"/>
                            <a:cs typeface="Calibri"/>
                            <a:sym typeface="Calibri"/>
                          </a:endParaRPr>
                        </a:p>
                      </a:txBody>
                      <a:tcPr marL="68575" marR="68575" marT="0" marB="0"/>
                    </a:tc>
                    <a:tc>
                      <a:txBody>
                        <a:bodyPr/>
                        <a:lstStyle/>
                        <a:p>
                          <a:pPr marL="0" lvl="0" indent="0" algn="ctr" rtl="0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None/>
                          </a:pPr>
                          <a:r>
                            <a:rPr lang="en" sz="1100">
                              <a:latin typeface="Calibri"/>
                              <a:ea typeface="Calibri"/>
                              <a:cs typeface="Calibri"/>
                              <a:sym typeface="Calibri"/>
                            </a:rPr>
                            <a:t>000000</a:t>
                          </a:r>
                          <a:endParaRPr sz="1100">
                            <a:latin typeface="Calibri"/>
                            <a:ea typeface="Calibri"/>
                            <a:cs typeface="Calibri"/>
                            <a:sym typeface="Calibri"/>
                          </a:endParaRPr>
                        </a:p>
                      </a:txBody>
                      <a:tcPr marL="68575" marR="68575" marT="0" marB="0"/>
                    </a:tc>
                    <a:tc>
                      <a:txBody>
                        <a:bodyPr/>
                        <a:lstStyle/>
                        <a:p>
                          <a:pPr marL="0" lvl="0" indent="0" algn="ctr" rtl="0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None/>
                          </a:pPr>
                          <a:r>
                            <a:rPr lang="en" sz="1100">
                              <a:latin typeface="Calibri"/>
                              <a:ea typeface="Calibri"/>
                              <a:cs typeface="Calibri"/>
                              <a:sym typeface="Calibri"/>
                            </a:rPr>
                            <a:t>1</a:t>
                          </a:r>
                          <a:endParaRPr sz="1100">
                            <a:latin typeface="Calibri"/>
                            <a:ea typeface="Calibri"/>
                            <a:cs typeface="Calibri"/>
                            <a:sym typeface="Calibri"/>
                          </a:endParaRPr>
                        </a:p>
                      </a:txBody>
                      <a:tcPr marL="68575" marR="68575" marT="0" marB="0">
                        <a:solidFill>
                          <a:srgbClr val="FFD965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lvl="0" indent="0" algn="ctr" rtl="0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None/>
                          </a:pPr>
                          <a:r>
                            <a:rPr lang="en" sz="1100">
                              <a:latin typeface="Calibri"/>
                              <a:ea typeface="Calibri"/>
                              <a:cs typeface="Calibri"/>
                              <a:sym typeface="Calibri"/>
                            </a:rPr>
                            <a:t>0</a:t>
                          </a:r>
                          <a:endParaRPr sz="1100">
                            <a:latin typeface="Calibri"/>
                            <a:ea typeface="Calibri"/>
                            <a:cs typeface="Calibri"/>
                            <a:sym typeface="Calibri"/>
                          </a:endParaRPr>
                        </a:p>
                      </a:txBody>
                      <a:tcPr marL="68575" marR="68575" marT="0" marB="0">
                        <a:solidFill>
                          <a:srgbClr val="FFC000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lvl="0" indent="0" algn="ctr" rtl="0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None/>
                          </a:pPr>
                          <a:r>
                            <a:rPr lang="en" sz="1100">
                              <a:latin typeface="Calibri"/>
                              <a:ea typeface="Calibri"/>
                              <a:cs typeface="Calibri"/>
                              <a:sym typeface="Calibri"/>
                            </a:rPr>
                            <a:t>0</a:t>
                          </a:r>
                          <a:endParaRPr sz="1100">
                            <a:latin typeface="Calibri"/>
                            <a:ea typeface="Calibri"/>
                            <a:cs typeface="Calibri"/>
                            <a:sym typeface="Calibri"/>
                          </a:endParaRPr>
                        </a:p>
                      </a:txBody>
                      <a:tcPr marL="68575" marR="68575" marT="0" marB="0">
                        <a:solidFill>
                          <a:srgbClr val="FFC000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lvl="0" indent="0" algn="ctr" rtl="0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None/>
                          </a:pPr>
                          <a:r>
                            <a:rPr lang="en" sz="1100">
                              <a:latin typeface="Calibri"/>
                              <a:ea typeface="Calibri"/>
                              <a:cs typeface="Calibri"/>
                              <a:sym typeface="Calibri"/>
                            </a:rPr>
                            <a:t>0</a:t>
                          </a:r>
                          <a:endParaRPr sz="1100">
                            <a:latin typeface="Calibri"/>
                            <a:ea typeface="Calibri"/>
                            <a:cs typeface="Calibri"/>
                            <a:sym typeface="Calibri"/>
                          </a:endParaRPr>
                        </a:p>
                      </a:txBody>
                      <a:tcPr marL="68575" marR="68575" marT="0" marB="0">
                        <a:solidFill>
                          <a:srgbClr val="FFC000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lvl="0" indent="0" algn="ctr" rtl="0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None/>
                          </a:pPr>
                          <a:r>
                            <a:rPr lang="en" sz="1100">
                              <a:latin typeface="Calibri"/>
                              <a:ea typeface="Calibri"/>
                              <a:cs typeface="Calibri"/>
                              <a:sym typeface="Calibri"/>
                            </a:rPr>
                            <a:t>0</a:t>
                          </a:r>
                          <a:endParaRPr sz="1100">
                            <a:latin typeface="Calibri"/>
                            <a:ea typeface="Calibri"/>
                            <a:cs typeface="Calibri"/>
                            <a:sym typeface="Calibri"/>
                          </a:endParaRPr>
                        </a:p>
                      </a:txBody>
                      <a:tcPr marL="68575" marR="68575" marT="0" marB="0">
                        <a:solidFill>
                          <a:srgbClr val="FFC000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lvl="0" indent="0" algn="ctr" rtl="0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None/>
                          </a:pPr>
                          <a:r>
                            <a:rPr lang="en" sz="1100">
                              <a:latin typeface="Calibri"/>
                              <a:ea typeface="Calibri"/>
                              <a:cs typeface="Calibri"/>
                              <a:sym typeface="Calibri"/>
                            </a:rPr>
                            <a:t>0</a:t>
                          </a:r>
                          <a:endParaRPr sz="1100">
                            <a:latin typeface="Calibri"/>
                            <a:ea typeface="Calibri"/>
                            <a:cs typeface="Calibri"/>
                            <a:sym typeface="Calibri"/>
                          </a:endParaRPr>
                        </a:p>
                      </a:txBody>
                      <a:tcPr marL="68575" marR="68575" marT="0" marB="0">
                        <a:solidFill>
                          <a:srgbClr val="FFC000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lvl="0" indent="0" algn="ctr" rtl="0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None/>
                          </a:pPr>
                          <a:r>
                            <a:rPr lang="en" sz="1100">
                              <a:latin typeface="Calibri"/>
                              <a:ea typeface="Calibri"/>
                              <a:cs typeface="Calibri"/>
                              <a:sym typeface="Calibri"/>
                            </a:rPr>
                            <a:t>0</a:t>
                          </a:r>
                          <a:endParaRPr sz="1100">
                            <a:latin typeface="Calibri"/>
                            <a:ea typeface="Calibri"/>
                            <a:cs typeface="Calibri"/>
                            <a:sym typeface="Calibri"/>
                          </a:endParaRPr>
                        </a:p>
                      </a:txBody>
                      <a:tcPr marL="68575" marR="68575" marT="0" marB="0">
                        <a:solidFill>
                          <a:srgbClr val="FFC000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lvl="0" indent="0" algn="ctr" rtl="0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None/>
                          </a:pPr>
                          <a:r>
                            <a:rPr lang="en" sz="1100">
                              <a:latin typeface="Calibri"/>
                              <a:ea typeface="Calibri"/>
                              <a:cs typeface="Calibri"/>
                              <a:sym typeface="Calibri"/>
                            </a:rPr>
                            <a:t>0</a:t>
                          </a:r>
                          <a:endParaRPr sz="1100">
                            <a:latin typeface="Calibri"/>
                            <a:ea typeface="Calibri"/>
                            <a:cs typeface="Calibri"/>
                            <a:sym typeface="Calibri"/>
                          </a:endParaRPr>
                        </a:p>
                      </a:txBody>
                      <a:tcPr marL="68575" marR="68575" marT="0" marB="0">
                        <a:solidFill>
                          <a:srgbClr val="FFC000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lvl="0" indent="0" algn="ctr" rtl="0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None/>
                          </a:pPr>
                          <a:r>
                            <a:rPr lang="en" sz="1100">
                              <a:latin typeface="Calibri"/>
                              <a:ea typeface="Calibri"/>
                              <a:cs typeface="Calibri"/>
                              <a:sym typeface="Calibri"/>
                            </a:rPr>
                            <a:t>0</a:t>
                          </a:r>
                          <a:endParaRPr sz="1100">
                            <a:latin typeface="Calibri"/>
                            <a:ea typeface="Calibri"/>
                            <a:cs typeface="Calibri"/>
                            <a:sym typeface="Calibri"/>
                          </a:endParaRPr>
                        </a:p>
                      </a:txBody>
                      <a:tcPr marL="68575" marR="68575" marT="0" marB="0">
                        <a:solidFill>
                          <a:srgbClr val="FFC000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lvl="0" indent="0" algn="ctr" rtl="0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None/>
                          </a:pPr>
                          <a:r>
                            <a:rPr lang="en" sz="1100">
                              <a:latin typeface="Calibri"/>
                              <a:ea typeface="Calibri"/>
                              <a:cs typeface="Calibri"/>
                              <a:sym typeface="Calibri"/>
                            </a:rPr>
                            <a:t>0</a:t>
                          </a:r>
                          <a:endParaRPr sz="1100">
                            <a:latin typeface="Calibri"/>
                            <a:ea typeface="Calibri"/>
                            <a:cs typeface="Calibri"/>
                            <a:sym typeface="Calibri"/>
                          </a:endParaRPr>
                        </a:p>
                      </a:txBody>
                      <a:tcPr marL="68575" marR="68575" marT="0" marB="0">
                        <a:solidFill>
                          <a:srgbClr val="FFC000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lvl="0" indent="0" algn="ctr" rtl="0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None/>
                          </a:pPr>
                          <a:r>
                            <a:rPr lang="en" sz="1100">
                              <a:latin typeface="Calibri"/>
                              <a:ea typeface="Calibri"/>
                              <a:cs typeface="Calibri"/>
                              <a:sym typeface="Calibri"/>
                            </a:rPr>
                            <a:t>1</a:t>
                          </a:r>
                          <a:endParaRPr sz="1100">
                            <a:latin typeface="Calibri"/>
                            <a:ea typeface="Calibri"/>
                            <a:cs typeface="Calibri"/>
                            <a:sym typeface="Calibri"/>
                          </a:endParaRPr>
                        </a:p>
                      </a:txBody>
                      <a:tcPr marL="68575" marR="68575" marT="0" marB="0">
                        <a:solidFill>
                          <a:srgbClr val="FFC000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3"/>
                      </a:ext>
                    </a:extLst>
                  </a:tr>
                  <a:tr h="186325">
                    <a:tc>
                      <a:txBody>
                        <a:bodyPr/>
                        <a:lstStyle/>
                        <a:p>
                          <a:pPr marL="0" lvl="0" indent="0" algn="ctr" rtl="0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None/>
                          </a:pPr>
                          <a:r>
                            <a:rPr lang="en" sz="1100">
                              <a:latin typeface="Calibri"/>
                              <a:ea typeface="Calibri"/>
                              <a:cs typeface="Calibri"/>
                              <a:sym typeface="Calibri"/>
                            </a:rPr>
                            <a:t>S2</a:t>
                          </a:r>
                          <a:endParaRPr sz="1100">
                            <a:latin typeface="Calibri"/>
                            <a:ea typeface="Calibri"/>
                            <a:cs typeface="Calibri"/>
                            <a:sym typeface="Calibri"/>
                          </a:endParaRPr>
                        </a:p>
                      </a:txBody>
                      <a:tcPr marL="68575" marR="68575" marT="0" marB="0"/>
                    </a:tc>
                    <a:tc>
                      <a:txBody>
                        <a:bodyPr/>
                        <a:lstStyle/>
                        <a:p>
                          <a:pPr marL="0" lvl="0" indent="0" algn="ctr" rtl="0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None/>
                          </a:pPr>
                          <a:r>
                            <a:rPr lang="en" sz="1100">
                              <a:latin typeface="Calibri"/>
                              <a:ea typeface="Calibri"/>
                              <a:cs typeface="Calibri"/>
                              <a:sym typeface="Calibri"/>
                            </a:rPr>
                            <a:t>000001</a:t>
                          </a:r>
                          <a:endParaRPr sz="1100">
                            <a:latin typeface="Calibri"/>
                            <a:ea typeface="Calibri"/>
                            <a:cs typeface="Calibri"/>
                            <a:sym typeface="Calibri"/>
                          </a:endParaRPr>
                        </a:p>
                      </a:txBody>
                      <a:tcPr marL="68575" marR="68575" marT="0" marB="0"/>
                    </a:tc>
                    <a:tc>
                      <a:txBody>
                        <a:bodyPr/>
                        <a:lstStyle/>
                        <a:p>
                          <a:pPr marL="0" lvl="0" indent="0" algn="ctr" rtl="0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None/>
                          </a:pPr>
                          <a:r>
                            <a:rPr lang="en" sz="1100">
                              <a:latin typeface="Calibri"/>
                              <a:ea typeface="Calibri"/>
                              <a:cs typeface="Calibri"/>
                              <a:sym typeface="Calibri"/>
                            </a:rPr>
                            <a:t>0</a:t>
                          </a:r>
                          <a:endParaRPr sz="1100">
                            <a:latin typeface="Calibri"/>
                            <a:ea typeface="Calibri"/>
                            <a:cs typeface="Calibri"/>
                            <a:sym typeface="Calibri"/>
                          </a:endParaRPr>
                        </a:p>
                      </a:txBody>
                      <a:tcPr marL="68575" marR="68575" marT="0" marB="0">
                        <a:solidFill>
                          <a:srgbClr val="9CC3E5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lvl="0" indent="0" algn="ctr" rtl="0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None/>
                          </a:pPr>
                          <a:r>
                            <a:rPr lang="en" sz="1100">
                              <a:latin typeface="Calibri"/>
                              <a:ea typeface="Calibri"/>
                              <a:cs typeface="Calibri"/>
                              <a:sym typeface="Calibri"/>
                            </a:rPr>
                            <a:t>0</a:t>
                          </a:r>
                          <a:endParaRPr sz="1100">
                            <a:latin typeface="Calibri"/>
                            <a:ea typeface="Calibri"/>
                            <a:cs typeface="Calibri"/>
                            <a:sym typeface="Calibri"/>
                          </a:endParaRPr>
                        </a:p>
                      </a:txBody>
                      <a:tcPr marL="68575" marR="68575" marT="0" marB="0">
                        <a:solidFill>
                          <a:srgbClr val="00B0F0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lvl="0" indent="0" algn="ctr" rtl="0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None/>
                          </a:pPr>
                          <a:r>
                            <a:rPr lang="en" sz="1100">
                              <a:latin typeface="Calibri"/>
                              <a:ea typeface="Calibri"/>
                              <a:cs typeface="Calibri"/>
                              <a:sym typeface="Calibri"/>
                            </a:rPr>
                            <a:t>0</a:t>
                          </a:r>
                          <a:endParaRPr sz="1100">
                            <a:latin typeface="Calibri"/>
                            <a:ea typeface="Calibri"/>
                            <a:cs typeface="Calibri"/>
                            <a:sym typeface="Calibri"/>
                          </a:endParaRPr>
                        </a:p>
                      </a:txBody>
                      <a:tcPr marL="68575" marR="68575" marT="0" marB="0">
                        <a:solidFill>
                          <a:srgbClr val="00B0F0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lvl="0" indent="0" algn="ctr" rtl="0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None/>
                          </a:pPr>
                          <a:r>
                            <a:rPr lang="en" sz="1100">
                              <a:latin typeface="Calibri"/>
                              <a:ea typeface="Calibri"/>
                              <a:cs typeface="Calibri"/>
                              <a:sym typeface="Calibri"/>
                            </a:rPr>
                            <a:t>0</a:t>
                          </a:r>
                          <a:endParaRPr sz="1100">
                            <a:latin typeface="Calibri"/>
                            <a:ea typeface="Calibri"/>
                            <a:cs typeface="Calibri"/>
                            <a:sym typeface="Calibri"/>
                          </a:endParaRPr>
                        </a:p>
                      </a:txBody>
                      <a:tcPr marL="68575" marR="68575" marT="0" marB="0">
                        <a:solidFill>
                          <a:srgbClr val="00B0F0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lvl="0" indent="0" algn="ctr" rtl="0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None/>
                          </a:pPr>
                          <a:r>
                            <a:rPr lang="en" sz="1100">
                              <a:latin typeface="Calibri"/>
                              <a:ea typeface="Calibri"/>
                              <a:cs typeface="Calibri"/>
                              <a:sym typeface="Calibri"/>
                            </a:rPr>
                            <a:t>0</a:t>
                          </a:r>
                          <a:endParaRPr sz="1100">
                            <a:latin typeface="Calibri"/>
                            <a:ea typeface="Calibri"/>
                            <a:cs typeface="Calibri"/>
                            <a:sym typeface="Calibri"/>
                          </a:endParaRPr>
                        </a:p>
                      </a:txBody>
                      <a:tcPr marL="68575" marR="68575" marT="0" marB="0">
                        <a:solidFill>
                          <a:srgbClr val="00B0F0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lvl="0" indent="0" algn="ctr" rtl="0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None/>
                          </a:pPr>
                          <a:r>
                            <a:rPr lang="en" sz="1100">
                              <a:latin typeface="Calibri"/>
                              <a:ea typeface="Calibri"/>
                              <a:cs typeface="Calibri"/>
                              <a:sym typeface="Calibri"/>
                            </a:rPr>
                            <a:t>0</a:t>
                          </a:r>
                          <a:endParaRPr sz="1100">
                            <a:latin typeface="Calibri"/>
                            <a:ea typeface="Calibri"/>
                            <a:cs typeface="Calibri"/>
                            <a:sym typeface="Calibri"/>
                          </a:endParaRPr>
                        </a:p>
                      </a:txBody>
                      <a:tcPr marL="68575" marR="68575" marT="0" marB="0">
                        <a:solidFill>
                          <a:srgbClr val="0070C0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lvl="0" indent="0" algn="ctr" rtl="0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None/>
                          </a:pPr>
                          <a:r>
                            <a:rPr lang="en" sz="1100">
                              <a:latin typeface="Calibri"/>
                              <a:ea typeface="Calibri"/>
                              <a:cs typeface="Calibri"/>
                              <a:sym typeface="Calibri"/>
                            </a:rPr>
                            <a:t>0</a:t>
                          </a:r>
                          <a:endParaRPr sz="1100">
                            <a:latin typeface="Calibri"/>
                            <a:ea typeface="Calibri"/>
                            <a:cs typeface="Calibri"/>
                            <a:sym typeface="Calibri"/>
                          </a:endParaRPr>
                        </a:p>
                      </a:txBody>
                      <a:tcPr marL="68575" marR="68575" marT="0" marB="0">
                        <a:solidFill>
                          <a:srgbClr val="0070C0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lvl="0" indent="0" algn="ctr" rtl="0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None/>
                          </a:pPr>
                          <a:r>
                            <a:rPr lang="en" sz="1100" dirty="0">
                              <a:latin typeface="Calibri"/>
                              <a:ea typeface="Calibri"/>
                              <a:cs typeface="Calibri"/>
                              <a:sym typeface="Calibri"/>
                            </a:rPr>
                            <a:t>0</a:t>
                          </a:r>
                          <a:endParaRPr sz="1100" dirty="0">
                            <a:latin typeface="Calibri"/>
                            <a:ea typeface="Calibri"/>
                            <a:cs typeface="Calibri"/>
                            <a:sym typeface="Calibri"/>
                          </a:endParaRPr>
                        </a:p>
                      </a:txBody>
                      <a:tcPr marL="68575" marR="68575" marT="0" marB="0">
                        <a:solidFill>
                          <a:srgbClr val="0070C0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lvl="0" indent="0" algn="ctr" rtl="0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None/>
                          </a:pPr>
                          <a:r>
                            <a:rPr lang="en" sz="1100">
                              <a:latin typeface="Calibri"/>
                              <a:ea typeface="Calibri"/>
                              <a:cs typeface="Calibri"/>
                              <a:sym typeface="Calibri"/>
                            </a:rPr>
                            <a:t>1</a:t>
                          </a:r>
                          <a:endParaRPr sz="1100">
                            <a:latin typeface="Calibri"/>
                            <a:ea typeface="Calibri"/>
                            <a:cs typeface="Calibri"/>
                            <a:sym typeface="Calibri"/>
                          </a:endParaRPr>
                        </a:p>
                      </a:txBody>
                      <a:tcPr marL="68575" marR="68575" marT="0" marB="0">
                        <a:solidFill>
                          <a:srgbClr val="0070C0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lvl="0" indent="0" algn="ctr" rtl="0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None/>
                          </a:pPr>
                          <a:r>
                            <a:rPr lang="en" sz="1100">
                              <a:latin typeface="Calibri"/>
                              <a:ea typeface="Calibri"/>
                              <a:cs typeface="Calibri"/>
                              <a:sym typeface="Calibri"/>
                            </a:rPr>
                            <a:t>0</a:t>
                          </a:r>
                          <a:endParaRPr sz="1100">
                            <a:latin typeface="Calibri"/>
                            <a:ea typeface="Calibri"/>
                            <a:cs typeface="Calibri"/>
                            <a:sym typeface="Calibri"/>
                          </a:endParaRPr>
                        </a:p>
                      </a:txBody>
                      <a:tcPr marL="68575" marR="68575" marT="0" marB="0">
                        <a:solidFill>
                          <a:srgbClr val="0070C0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lvl="0" indent="0" algn="ctr" rtl="0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None/>
                          </a:pPr>
                          <a:r>
                            <a:rPr lang="en" sz="1100">
                              <a:latin typeface="Calibri"/>
                              <a:ea typeface="Calibri"/>
                              <a:cs typeface="Calibri"/>
                              <a:sym typeface="Calibri"/>
                            </a:rPr>
                            <a:t>1</a:t>
                          </a:r>
                          <a:endParaRPr sz="1100">
                            <a:latin typeface="Calibri"/>
                            <a:ea typeface="Calibri"/>
                            <a:cs typeface="Calibri"/>
                            <a:sym typeface="Calibri"/>
                          </a:endParaRPr>
                        </a:p>
                      </a:txBody>
                      <a:tcPr marL="68575" marR="68575" marT="0" marB="0">
                        <a:solidFill>
                          <a:srgbClr val="0070C0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4"/>
                      </a:ext>
                    </a:extLst>
                  </a:tr>
                  <a:tr h="180975">
                    <a:tc>
                      <a:txBody>
                        <a:bodyPr/>
                        <a:lstStyle/>
                        <a:p>
                          <a:pPr marL="0" lvl="0" indent="0" algn="ctr" rtl="0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None/>
                          </a:pPr>
                          <a:r>
                            <a:rPr lang="en" sz="1100">
                              <a:latin typeface="Calibri"/>
                              <a:ea typeface="Calibri"/>
                              <a:cs typeface="Calibri"/>
                              <a:sym typeface="Calibri"/>
                            </a:rPr>
                            <a:t>S4</a:t>
                          </a:r>
                          <a:endParaRPr sz="1100">
                            <a:latin typeface="Calibri"/>
                            <a:ea typeface="Calibri"/>
                            <a:cs typeface="Calibri"/>
                            <a:sym typeface="Calibri"/>
                          </a:endParaRPr>
                        </a:p>
                      </a:txBody>
                      <a:tcPr marL="68575" marR="68575" marT="0" marB="0"/>
                    </a:tc>
                    <a:tc>
                      <a:txBody>
                        <a:bodyPr/>
                        <a:lstStyle/>
                        <a:p>
                          <a:pPr marL="0" lvl="0" indent="0" algn="ctr" rtl="0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None/>
                          </a:pPr>
                          <a:r>
                            <a:rPr lang="en" sz="1100">
                              <a:latin typeface="Calibri"/>
                              <a:ea typeface="Calibri"/>
                              <a:cs typeface="Calibri"/>
                              <a:sym typeface="Calibri"/>
                            </a:rPr>
                            <a:t>000010</a:t>
                          </a:r>
                          <a:endParaRPr sz="1100">
                            <a:latin typeface="Calibri"/>
                            <a:ea typeface="Calibri"/>
                            <a:cs typeface="Calibri"/>
                            <a:sym typeface="Calibri"/>
                          </a:endParaRPr>
                        </a:p>
                      </a:txBody>
                      <a:tcPr marL="68575" marR="68575" marT="0" marB="0"/>
                    </a:tc>
                    <a:tc>
                      <a:txBody>
                        <a:bodyPr/>
                        <a:lstStyle/>
                        <a:p>
                          <a:pPr marL="0" lvl="0" indent="0" algn="ctr" rtl="0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None/>
                          </a:pPr>
                          <a:r>
                            <a:rPr lang="en" sz="1100">
                              <a:latin typeface="Calibri"/>
                              <a:ea typeface="Calibri"/>
                              <a:cs typeface="Calibri"/>
                              <a:sym typeface="Calibri"/>
                            </a:rPr>
                            <a:t>0</a:t>
                          </a:r>
                          <a:endParaRPr sz="1100">
                            <a:latin typeface="Calibri"/>
                            <a:ea typeface="Calibri"/>
                            <a:cs typeface="Calibri"/>
                            <a:sym typeface="Calibri"/>
                          </a:endParaRPr>
                        </a:p>
                      </a:txBody>
                      <a:tcPr marL="68575" marR="68575" marT="0" marB="0">
                        <a:solidFill>
                          <a:srgbClr val="9CC3E5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lvl="0" indent="0" algn="ctr" rtl="0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None/>
                          </a:pPr>
                          <a:r>
                            <a:rPr lang="en" sz="1100">
                              <a:latin typeface="Calibri"/>
                              <a:ea typeface="Calibri"/>
                              <a:cs typeface="Calibri"/>
                              <a:sym typeface="Calibri"/>
                            </a:rPr>
                            <a:t>0</a:t>
                          </a:r>
                          <a:endParaRPr sz="1100">
                            <a:latin typeface="Calibri"/>
                            <a:ea typeface="Calibri"/>
                            <a:cs typeface="Calibri"/>
                            <a:sym typeface="Calibri"/>
                          </a:endParaRPr>
                        </a:p>
                      </a:txBody>
                      <a:tcPr marL="68575" marR="68575" marT="0" marB="0">
                        <a:solidFill>
                          <a:srgbClr val="00B0F0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lvl="0" indent="0" algn="ctr" rtl="0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None/>
                          </a:pPr>
                          <a:r>
                            <a:rPr lang="en" sz="1100">
                              <a:latin typeface="Calibri"/>
                              <a:ea typeface="Calibri"/>
                              <a:cs typeface="Calibri"/>
                              <a:sym typeface="Calibri"/>
                            </a:rPr>
                            <a:t>0</a:t>
                          </a:r>
                          <a:endParaRPr sz="1100">
                            <a:latin typeface="Calibri"/>
                            <a:ea typeface="Calibri"/>
                            <a:cs typeface="Calibri"/>
                            <a:sym typeface="Calibri"/>
                          </a:endParaRPr>
                        </a:p>
                      </a:txBody>
                      <a:tcPr marL="68575" marR="68575" marT="0" marB="0">
                        <a:solidFill>
                          <a:srgbClr val="00B0F0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lvl="0" indent="0" algn="ctr" rtl="0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None/>
                          </a:pPr>
                          <a:r>
                            <a:rPr lang="en" sz="1100">
                              <a:latin typeface="Calibri"/>
                              <a:ea typeface="Calibri"/>
                              <a:cs typeface="Calibri"/>
                              <a:sym typeface="Calibri"/>
                            </a:rPr>
                            <a:t>1</a:t>
                          </a:r>
                          <a:endParaRPr sz="1100">
                            <a:latin typeface="Calibri"/>
                            <a:ea typeface="Calibri"/>
                            <a:cs typeface="Calibri"/>
                            <a:sym typeface="Calibri"/>
                          </a:endParaRPr>
                        </a:p>
                      </a:txBody>
                      <a:tcPr marL="68575" marR="68575" marT="0" marB="0">
                        <a:solidFill>
                          <a:srgbClr val="00B0F0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lvl="0" indent="0" algn="ctr" rtl="0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None/>
                          </a:pPr>
                          <a:r>
                            <a:rPr lang="en" sz="1100">
                              <a:latin typeface="Calibri"/>
                              <a:ea typeface="Calibri"/>
                              <a:cs typeface="Calibri"/>
                              <a:sym typeface="Calibri"/>
                            </a:rPr>
                            <a:t>0</a:t>
                          </a:r>
                          <a:endParaRPr sz="1100">
                            <a:latin typeface="Calibri"/>
                            <a:ea typeface="Calibri"/>
                            <a:cs typeface="Calibri"/>
                            <a:sym typeface="Calibri"/>
                          </a:endParaRPr>
                        </a:p>
                      </a:txBody>
                      <a:tcPr marL="68575" marR="68575" marT="0" marB="0">
                        <a:solidFill>
                          <a:srgbClr val="00B0F0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lvl="0" indent="0" algn="ctr" rtl="0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None/>
                          </a:pPr>
                          <a:r>
                            <a:rPr lang="en" sz="1100">
                              <a:latin typeface="Calibri"/>
                              <a:ea typeface="Calibri"/>
                              <a:cs typeface="Calibri"/>
                              <a:sym typeface="Calibri"/>
                            </a:rPr>
                            <a:t>0</a:t>
                          </a:r>
                          <a:endParaRPr sz="1100">
                            <a:latin typeface="Calibri"/>
                            <a:ea typeface="Calibri"/>
                            <a:cs typeface="Calibri"/>
                            <a:sym typeface="Calibri"/>
                          </a:endParaRPr>
                        </a:p>
                      </a:txBody>
                      <a:tcPr marL="68575" marR="68575" marT="0" marB="0">
                        <a:solidFill>
                          <a:srgbClr val="0070C0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lvl="0" indent="0" algn="ctr" rtl="0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None/>
                          </a:pPr>
                          <a:r>
                            <a:rPr lang="en" sz="1100">
                              <a:latin typeface="Calibri"/>
                              <a:ea typeface="Calibri"/>
                              <a:cs typeface="Calibri"/>
                              <a:sym typeface="Calibri"/>
                            </a:rPr>
                            <a:t>0</a:t>
                          </a:r>
                          <a:endParaRPr sz="1100">
                            <a:latin typeface="Calibri"/>
                            <a:ea typeface="Calibri"/>
                            <a:cs typeface="Calibri"/>
                            <a:sym typeface="Calibri"/>
                          </a:endParaRPr>
                        </a:p>
                      </a:txBody>
                      <a:tcPr marL="68575" marR="68575" marT="0" marB="0">
                        <a:solidFill>
                          <a:srgbClr val="0070C0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lvl="0" indent="0" algn="ctr" rtl="0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None/>
                          </a:pPr>
                          <a:r>
                            <a:rPr lang="en" sz="1100">
                              <a:latin typeface="Calibri"/>
                              <a:ea typeface="Calibri"/>
                              <a:cs typeface="Calibri"/>
                              <a:sym typeface="Calibri"/>
                            </a:rPr>
                            <a:t>1</a:t>
                          </a:r>
                          <a:endParaRPr sz="1100">
                            <a:latin typeface="Calibri"/>
                            <a:ea typeface="Calibri"/>
                            <a:cs typeface="Calibri"/>
                            <a:sym typeface="Calibri"/>
                          </a:endParaRPr>
                        </a:p>
                      </a:txBody>
                      <a:tcPr marL="68575" marR="68575" marT="0" marB="0">
                        <a:solidFill>
                          <a:srgbClr val="0070C0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lvl="0" indent="0" algn="ctr" rtl="0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None/>
                          </a:pPr>
                          <a:r>
                            <a:rPr lang="en" sz="1100">
                              <a:latin typeface="Calibri"/>
                              <a:ea typeface="Calibri"/>
                              <a:cs typeface="Calibri"/>
                              <a:sym typeface="Calibri"/>
                            </a:rPr>
                            <a:t>0</a:t>
                          </a:r>
                          <a:endParaRPr sz="1100">
                            <a:latin typeface="Calibri"/>
                            <a:ea typeface="Calibri"/>
                            <a:cs typeface="Calibri"/>
                            <a:sym typeface="Calibri"/>
                          </a:endParaRPr>
                        </a:p>
                      </a:txBody>
                      <a:tcPr marL="68575" marR="68575" marT="0" marB="0">
                        <a:solidFill>
                          <a:srgbClr val="0070C0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lvl="0" indent="0" algn="ctr" rtl="0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None/>
                          </a:pPr>
                          <a:r>
                            <a:rPr lang="en" sz="1100">
                              <a:latin typeface="Calibri"/>
                              <a:ea typeface="Calibri"/>
                              <a:cs typeface="Calibri"/>
                              <a:sym typeface="Calibri"/>
                            </a:rPr>
                            <a:t>0</a:t>
                          </a:r>
                          <a:endParaRPr sz="1100">
                            <a:latin typeface="Calibri"/>
                            <a:ea typeface="Calibri"/>
                            <a:cs typeface="Calibri"/>
                            <a:sym typeface="Calibri"/>
                          </a:endParaRPr>
                        </a:p>
                      </a:txBody>
                      <a:tcPr marL="68575" marR="68575" marT="0" marB="0">
                        <a:solidFill>
                          <a:srgbClr val="0070C0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lvl="0" indent="0" algn="ctr" rtl="0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None/>
                          </a:pPr>
                          <a:r>
                            <a:rPr lang="en" sz="1100">
                              <a:latin typeface="Calibri"/>
                              <a:ea typeface="Calibri"/>
                              <a:cs typeface="Calibri"/>
                              <a:sym typeface="Calibri"/>
                            </a:rPr>
                            <a:t>0</a:t>
                          </a:r>
                          <a:endParaRPr sz="1100">
                            <a:latin typeface="Calibri"/>
                            <a:ea typeface="Calibri"/>
                            <a:cs typeface="Calibri"/>
                            <a:sym typeface="Calibri"/>
                          </a:endParaRPr>
                        </a:p>
                      </a:txBody>
                      <a:tcPr marL="68575" marR="68575" marT="0" marB="0">
                        <a:solidFill>
                          <a:srgbClr val="0070C0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5"/>
                      </a:ext>
                    </a:extLst>
                  </a:tr>
                  <a:tr h="186325">
                    <a:tc>
                      <a:txBody>
                        <a:bodyPr/>
                        <a:lstStyle/>
                        <a:p>
                          <a:pPr marL="0" lvl="0" indent="0" algn="ctr" rtl="0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None/>
                          </a:pPr>
                          <a:r>
                            <a:rPr lang="en" sz="1100">
                              <a:latin typeface="Calibri"/>
                              <a:ea typeface="Calibri"/>
                              <a:cs typeface="Calibri"/>
                              <a:sym typeface="Calibri"/>
                            </a:rPr>
                            <a:t>S8</a:t>
                          </a:r>
                          <a:endParaRPr sz="1100">
                            <a:latin typeface="Calibri"/>
                            <a:ea typeface="Calibri"/>
                            <a:cs typeface="Calibri"/>
                            <a:sym typeface="Calibri"/>
                          </a:endParaRPr>
                        </a:p>
                      </a:txBody>
                      <a:tcPr marL="68575" marR="68575" marT="0" marB="0"/>
                    </a:tc>
                    <a:tc>
                      <a:txBody>
                        <a:bodyPr/>
                        <a:lstStyle/>
                        <a:p>
                          <a:pPr marL="0" lvl="0" indent="0" algn="ctr" rtl="0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None/>
                          </a:pPr>
                          <a:r>
                            <a:rPr lang="en" sz="1100">
                              <a:latin typeface="Calibri"/>
                              <a:ea typeface="Calibri"/>
                              <a:cs typeface="Calibri"/>
                              <a:sym typeface="Calibri"/>
                            </a:rPr>
                            <a:t>000011</a:t>
                          </a:r>
                          <a:endParaRPr sz="1100">
                            <a:latin typeface="Calibri"/>
                            <a:ea typeface="Calibri"/>
                            <a:cs typeface="Calibri"/>
                            <a:sym typeface="Calibri"/>
                          </a:endParaRPr>
                        </a:p>
                      </a:txBody>
                      <a:tcPr marL="68575" marR="68575" marT="0" marB="0"/>
                    </a:tc>
                    <a:tc>
                      <a:txBody>
                        <a:bodyPr/>
                        <a:lstStyle/>
                        <a:p>
                          <a:pPr marL="0" lvl="0" indent="0" algn="ctr" rtl="0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None/>
                          </a:pPr>
                          <a:r>
                            <a:rPr lang="en" sz="1100">
                              <a:latin typeface="Calibri"/>
                              <a:ea typeface="Calibri"/>
                              <a:cs typeface="Calibri"/>
                              <a:sym typeface="Calibri"/>
                            </a:rPr>
                            <a:t>0</a:t>
                          </a:r>
                          <a:endParaRPr sz="1100">
                            <a:latin typeface="Calibri"/>
                            <a:ea typeface="Calibri"/>
                            <a:cs typeface="Calibri"/>
                            <a:sym typeface="Calibri"/>
                          </a:endParaRPr>
                        </a:p>
                      </a:txBody>
                      <a:tcPr marL="68575" marR="68575" marT="0" marB="0">
                        <a:solidFill>
                          <a:srgbClr val="9CC3E5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lvl="0" indent="0" algn="ctr" rtl="0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None/>
                          </a:pPr>
                          <a:r>
                            <a:rPr lang="en" sz="1100">
                              <a:latin typeface="Calibri"/>
                              <a:ea typeface="Calibri"/>
                              <a:cs typeface="Calibri"/>
                              <a:sym typeface="Calibri"/>
                            </a:rPr>
                            <a:t>0</a:t>
                          </a:r>
                          <a:endParaRPr sz="1100">
                            <a:latin typeface="Calibri"/>
                            <a:ea typeface="Calibri"/>
                            <a:cs typeface="Calibri"/>
                            <a:sym typeface="Calibri"/>
                          </a:endParaRPr>
                        </a:p>
                      </a:txBody>
                      <a:tcPr marL="68575" marR="68575" marT="0" marB="0">
                        <a:solidFill>
                          <a:srgbClr val="00B0F0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lvl="0" indent="0" algn="ctr" rtl="0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None/>
                          </a:pPr>
                          <a:r>
                            <a:rPr lang="en" sz="1100">
                              <a:latin typeface="Calibri"/>
                              <a:ea typeface="Calibri"/>
                              <a:cs typeface="Calibri"/>
                              <a:sym typeface="Calibri"/>
                            </a:rPr>
                            <a:t>1</a:t>
                          </a:r>
                          <a:endParaRPr sz="1100">
                            <a:latin typeface="Calibri"/>
                            <a:ea typeface="Calibri"/>
                            <a:cs typeface="Calibri"/>
                            <a:sym typeface="Calibri"/>
                          </a:endParaRPr>
                        </a:p>
                      </a:txBody>
                      <a:tcPr marL="68575" marR="68575" marT="0" marB="0">
                        <a:solidFill>
                          <a:srgbClr val="00B0F0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lvl="0" indent="0" algn="ctr" rtl="0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None/>
                          </a:pPr>
                          <a:r>
                            <a:rPr lang="en" sz="1100">
                              <a:latin typeface="Calibri"/>
                              <a:ea typeface="Calibri"/>
                              <a:cs typeface="Calibri"/>
                              <a:sym typeface="Calibri"/>
                            </a:rPr>
                            <a:t>1</a:t>
                          </a:r>
                          <a:endParaRPr sz="1100">
                            <a:latin typeface="Calibri"/>
                            <a:ea typeface="Calibri"/>
                            <a:cs typeface="Calibri"/>
                            <a:sym typeface="Calibri"/>
                          </a:endParaRPr>
                        </a:p>
                      </a:txBody>
                      <a:tcPr marL="68575" marR="68575" marT="0" marB="0">
                        <a:solidFill>
                          <a:srgbClr val="00B0F0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lvl="0" indent="0" algn="ctr" rtl="0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None/>
                          </a:pPr>
                          <a:r>
                            <a:rPr lang="en" sz="1100">
                              <a:latin typeface="Calibri"/>
                              <a:ea typeface="Calibri"/>
                              <a:cs typeface="Calibri"/>
                              <a:sym typeface="Calibri"/>
                            </a:rPr>
                            <a:t>0</a:t>
                          </a:r>
                          <a:endParaRPr sz="1100">
                            <a:latin typeface="Calibri"/>
                            <a:ea typeface="Calibri"/>
                            <a:cs typeface="Calibri"/>
                            <a:sym typeface="Calibri"/>
                          </a:endParaRPr>
                        </a:p>
                      </a:txBody>
                      <a:tcPr marL="68575" marR="68575" marT="0" marB="0">
                        <a:solidFill>
                          <a:srgbClr val="00B0F0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lvl="0" indent="0" algn="ctr" rtl="0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None/>
                          </a:pPr>
                          <a:r>
                            <a:rPr lang="en" sz="1100">
                              <a:latin typeface="Calibri"/>
                              <a:ea typeface="Calibri"/>
                              <a:cs typeface="Calibri"/>
                              <a:sym typeface="Calibri"/>
                            </a:rPr>
                            <a:t>0</a:t>
                          </a:r>
                          <a:endParaRPr sz="1100">
                            <a:latin typeface="Calibri"/>
                            <a:ea typeface="Calibri"/>
                            <a:cs typeface="Calibri"/>
                            <a:sym typeface="Calibri"/>
                          </a:endParaRPr>
                        </a:p>
                      </a:txBody>
                      <a:tcPr marL="68575" marR="68575" marT="0" marB="0">
                        <a:solidFill>
                          <a:srgbClr val="0070C0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lvl="0" indent="0" algn="ctr" rtl="0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None/>
                          </a:pPr>
                          <a:r>
                            <a:rPr lang="en" sz="1100">
                              <a:latin typeface="Calibri"/>
                              <a:ea typeface="Calibri"/>
                              <a:cs typeface="Calibri"/>
                              <a:sym typeface="Calibri"/>
                            </a:rPr>
                            <a:t>0</a:t>
                          </a:r>
                          <a:endParaRPr sz="1100">
                            <a:latin typeface="Calibri"/>
                            <a:ea typeface="Calibri"/>
                            <a:cs typeface="Calibri"/>
                            <a:sym typeface="Calibri"/>
                          </a:endParaRPr>
                        </a:p>
                      </a:txBody>
                      <a:tcPr marL="68575" marR="68575" marT="0" marB="0">
                        <a:solidFill>
                          <a:srgbClr val="0070C0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lvl="0" indent="0" algn="ctr" rtl="0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None/>
                          </a:pPr>
                          <a:r>
                            <a:rPr lang="en" sz="1100">
                              <a:latin typeface="Calibri"/>
                              <a:ea typeface="Calibri"/>
                              <a:cs typeface="Calibri"/>
                              <a:sym typeface="Calibri"/>
                            </a:rPr>
                            <a:t>1</a:t>
                          </a:r>
                          <a:endParaRPr sz="1100">
                            <a:latin typeface="Calibri"/>
                            <a:ea typeface="Calibri"/>
                            <a:cs typeface="Calibri"/>
                            <a:sym typeface="Calibri"/>
                          </a:endParaRPr>
                        </a:p>
                      </a:txBody>
                      <a:tcPr marL="68575" marR="68575" marT="0" marB="0">
                        <a:solidFill>
                          <a:srgbClr val="0070C0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lvl="0" indent="0" algn="ctr" rtl="0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None/>
                          </a:pPr>
                          <a:r>
                            <a:rPr lang="en" sz="1100">
                              <a:latin typeface="Calibri"/>
                              <a:ea typeface="Calibri"/>
                              <a:cs typeface="Calibri"/>
                              <a:sym typeface="Calibri"/>
                            </a:rPr>
                            <a:t>1</a:t>
                          </a:r>
                          <a:endParaRPr sz="1100">
                            <a:latin typeface="Calibri"/>
                            <a:ea typeface="Calibri"/>
                            <a:cs typeface="Calibri"/>
                            <a:sym typeface="Calibri"/>
                          </a:endParaRPr>
                        </a:p>
                      </a:txBody>
                      <a:tcPr marL="68575" marR="68575" marT="0" marB="0">
                        <a:solidFill>
                          <a:srgbClr val="0070C0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lvl="0" indent="0" algn="ctr" rtl="0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None/>
                          </a:pPr>
                          <a:r>
                            <a:rPr lang="en" sz="1100">
                              <a:latin typeface="Calibri"/>
                              <a:ea typeface="Calibri"/>
                              <a:cs typeface="Calibri"/>
                              <a:sym typeface="Calibri"/>
                            </a:rPr>
                            <a:t>1</a:t>
                          </a:r>
                          <a:endParaRPr sz="1100">
                            <a:latin typeface="Calibri"/>
                            <a:ea typeface="Calibri"/>
                            <a:cs typeface="Calibri"/>
                            <a:sym typeface="Calibri"/>
                          </a:endParaRPr>
                        </a:p>
                      </a:txBody>
                      <a:tcPr marL="68575" marR="68575" marT="0" marB="0">
                        <a:solidFill>
                          <a:srgbClr val="0070C0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lvl="0" indent="0" algn="ctr" rtl="0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None/>
                          </a:pPr>
                          <a:r>
                            <a:rPr lang="en" sz="1100">
                              <a:latin typeface="Calibri"/>
                              <a:ea typeface="Calibri"/>
                              <a:cs typeface="Calibri"/>
                              <a:sym typeface="Calibri"/>
                            </a:rPr>
                            <a:t>1</a:t>
                          </a:r>
                          <a:endParaRPr sz="1100">
                            <a:latin typeface="Calibri"/>
                            <a:ea typeface="Calibri"/>
                            <a:cs typeface="Calibri"/>
                            <a:sym typeface="Calibri"/>
                          </a:endParaRPr>
                        </a:p>
                      </a:txBody>
                      <a:tcPr marL="68575" marR="68575" marT="0" marB="0">
                        <a:solidFill>
                          <a:srgbClr val="0070C0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6"/>
                      </a:ext>
                    </a:extLst>
                  </a:tr>
                  <a:tr h="180975">
                    <a:tc>
                      <a:txBody>
                        <a:bodyPr/>
                        <a:lstStyle/>
                        <a:p>
                          <a:pPr marL="0" lvl="0" indent="0" algn="ctr" rtl="0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None/>
                          </a:pPr>
                          <a:r>
                            <a:rPr lang="en" sz="1100">
                              <a:latin typeface="Calibri"/>
                              <a:ea typeface="Calibri"/>
                              <a:cs typeface="Calibri"/>
                              <a:sym typeface="Calibri"/>
                            </a:rPr>
                            <a:t>S16</a:t>
                          </a:r>
                          <a:endParaRPr sz="1100">
                            <a:latin typeface="Calibri"/>
                            <a:ea typeface="Calibri"/>
                            <a:cs typeface="Calibri"/>
                            <a:sym typeface="Calibri"/>
                          </a:endParaRPr>
                        </a:p>
                      </a:txBody>
                      <a:tcPr marL="68575" marR="68575" marT="0" marB="0"/>
                    </a:tc>
                    <a:tc>
                      <a:txBody>
                        <a:bodyPr/>
                        <a:lstStyle/>
                        <a:p>
                          <a:pPr marL="0" lvl="0" indent="0" algn="ctr" rtl="0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None/>
                          </a:pPr>
                          <a:r>
                            <a:rPr lang="en" sz="1100">
                              <a:latin typeface="Calibri"/>
                              <a:ea typeface="Calibri"/>
                              <a:cs typeface="Calibri"/>
                              <a:sym typeface="Calibri"/>
                            </a:rPr>
                            <a:t>000100</a:t>
                          </a:r>
                          <a:endParaRPr sz="1100">
                            <a:latin typeface="Calibri"/>
                            <a:ea typeface="Calibri"/>
                            <a:cs typeface="Calibri"/>
                            <a:sym typeface="Calibri"/>
                          </a:endParaRPr>
                        </a:p>
                      </a:txBody>
                      <a:tcPr marL="68575" marR="68575" marT="0" marB="0"/>
                    </a:tc>
                    <a:tc>
                      <a:txBody>
                        <a:bodyPr/>
                        <a:lstStyle/>
                        <a:p>
                          <a:pPr marL="0" lvl="0" indent="0" algn="ctr" rtl="0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None/>
                          </a:pPr>
                          <a:r>
                            <a:rPr lang="en" sz="1100">
                              <a:latin typeface="Calibri"/>
                              <a:ea typeface="Calibri"/>
                              <a:cs typeface="Calibri"/>
                              <a:sym typeface="Calibri"/>
                            </a:rPr>
                            <a:t>1</a:t>
                          </a:r>
                          <a:endParaRPr sz="1100">
                            <a:latin typeface="Calibri"/>
                            <a:ea typeface="Calibri"/>
                            <a:cs typeface="Calibri"/>
                            <a:sym typeface="Calibri"/>
                          </a:endParaRPr>
                        </a:p>
                      </a:txBody>
                      <a:tcPr marL="68575" marR="68575" marT="0" marB="0">
                        <a:solidFill>
                          <a:srgbClr val="FFD965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lvl="0" indent="0" algn="ctr" rtl="0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None/>
                          </a:pPr>
                          <a:r>
                            <a:rPr lang="en" sz="1100">
                              <a:latin typeface="Calibri"/>
                              <a:ea typeface="Calibri"/>
                              <a:cs typeface="Calibri"/>
                              <a:sym typeface="Calibri"/>
                            </a:rPr>
                            <a:t>0</a:t>
                          </a:r>
                          <a:endParaRPr sz="1100">
                            <a:latin typeface="Calibri"/>
                            <a:ea typeface="Calibri"/>
                            <a:cs typeface="Calibri"/>
                            <a:sym typeface="Calibri"/>
                          </a:endParaRPr>
                        </a:p>
                      </a:txBody>
                      <a:tcPr marL="68575" marR="68575" marT="0" marB="0">
                        <a:solidFill>
                          <a:srgbClr val="FFC000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lvl="0" indent="0" algn="ctr" rtl="0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None/>
                          </a:pPr>
                          <a:r>
                            <a:rPr lang="en" sz="1100">
                              <a:latin typeface="Calibri"/>
                              <a:ea typeface="Calibri"/>
                              <a:cs typeface="Calibri"/>
                              <a:sym typeface="Calibri"/>
                            </a:rPr>
                            <a:t>0</a:t>
                          </a:r>
                          <a:endParaRPr sz="1100">
                            <a:latin typeface="Calibri"/>
                            <a:ea typeface="Calibri"/>
                            <a:cs typeface="Calibri"/>
                            <a:sym typeface="Calibri"/>
                          </a:endParaRPr>
                        </a:p>
                      </a:txBody>
                      <a:tcPr marL="68575" marR="68575" marT="0" marB="0">
                        <a:solidFill>
                          <a:srgbClr val="FFC000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lvl="0" indent="0" algn="ctr" rtl="0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None/>
                          </a:pPr>
                          <a:r>
                            <a:rPr lang="en" sz="1100">
                              <a:latin typeface="Calibri"/>
                              <a:ea typeface="Calibri"/>
                              <a:cs typeface="Calibri"/>
                              <a:sym typeface="Calibri"/>
                            </a:rPr>
                            <a:t>0</a:t>
                          </a:r>
                          <a:endParaRPr sz="1100">
                            <a:latin typeface="Calibri"/>
                            <a:ea typeface="Calibri"/>
                            <a:cs typeface="Calibri"/>
                            <a:sym typeface="Calibri"/>
                          </a:endParaRPr>
                        </a:p>
                      </a:txBody>
                      <a:tcPr marL="68575" marR="68575" marT="0" marB="0">
                        <a:solidFill>
                          <a:srgbClr val="FFC000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lvl="0" indent="0" algn="ctr" rtl="0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None/>
                          </a:pPr>
                          <a:r>
                            <a:rPr lang="en" sz="1100">
                              <a:latin typeface="Calibri"/>
                              <a:ea typeface="Calibri"/>
                              <a:cs typeface="Calibri"/>
                              <a:sym typeface="Calibri"/>
                            </a:rPr>
                            <a:t>1</a:t>
                          </a:r>
                          <a:endParaRPr sz="1100">
                            <a:latin typeface="Calibri"/>
                            <a:ea typeface="Calibri"/>
                            <a:cs typeface="Calibri"/>
                            <a:sym typeface="Calibri"/>
                          </a:endParaRPr>
                        </a:p>
                      </a:txBody>
                      <a:tcPr marL="68575" marR="68575" marT="0" marB="0">
                        <a:solidFill>
                          <a:srgbClr val="FFC000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lvl="0" indent="0" algn="ctr" rtl="0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None/>
                          </a:pPr>
                          <a:r>
                            <a:rPr lang="en" sz="1100">
                              <a:latin typeface="Calibri"/>
                              <a:ea typeface="Calibri"/>
                              <a:cs typeface="Calibri"/>
                              <a:sym typeface="Calibri"/>
                            </a:rPr>
                            <a:t>0</a:t>
                          </a:r>
                          <a:endParaRPr sz="1100">
                            <a:latin typeface="Calibri"/>
                            <a:ea typeface="Calibri"/>
                            <a:cs typeface="Calibri"/>
                            <a:sym typeface="Calibri"/>
                          </a:endParaRPr>
                        </a:p>
                      </a:txBody>
                      <a:tcPr marL="68575" marR="68575" marT="0" marB="0">
                        <a:solidFill>
                          <a:srgbClr val="FFC000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lvl="0" indent="0" algn="ctr" rtl="0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None/>
                          </a:pPr>
                          <a:r>
                            <a:rPr lang="en" sz="1100">
                              <a:latin typeface="Calibri"/>
                              <a:ea typeface="Calibri"/>
                              <a:cs typeface="Calibri"/>
                              <a:sym typeface="Calibri"/>
                            </a:rPr>
                            <a:t>0</a:t>
                          </a:r>
                          <a:endParaRPr sz="1100">
                            <a:latin typeface="Calibri"/>
                            <a:ea typeface="Calibri"/>
                            <a:cs typeface="Calibri"/>
                            <a:sym typeface="Calibri"/>
                          </a:endParaRPr>
                        </a:p>
                      </a:txBody>
                      <a:tcPr marL="68575" marR="68575" marT="0" marB="0">
                        <a:solidFill>
                          <a:srgbClr val="FFC000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lvl="0" indent="0" algn="ctr" rtl="0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None/>
                          </a:pPr>
                          <a:r>
                            <a:rPr lang="en" sz="1100">
                              <a:latin typeface="Calibri"/>
                              <a:ea typeface="Calibri"/>
                              <a:cs typeface="Calibri"/>
                              <a:sym typeface="Calibri"/>
                            </a:rPr>
                            <a:t>0</a:t>
                          </a:r>
                          <a:endParaRPr sz="1100">
                            <a:latin typeface="Calibri"/>
                            <a:ea typeface="Calibri"/>
                            <a:cs typeface="Calibri"/>
                            <a:sym typeface="Calibri"/>
                          </a:endParaRPr>
                        </a:p>
                      </a:txBody>
                      <a:tcPr marL="68575" marR="68575" marT="0" marB="0">
                        <a:solidFill>
                          <a:srgbClr val="FFC000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lvl="0" indent="0" algn="ctr" rtl="0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None/>
                          </a:pPr>
                          <a:r>
                            <a:rPr lang="en" sz="1100">
                              <a:latin typeface="Calibri"/>
                              <a:ea typeface="Calibri"/>
                              <a:cs typeface="Calibri"/>
                              <a:sym typeface="Calibri"/>
                            </a:rPr>
                            <a:t>0</a:t>
                          </a:r>
                          <a:endParaRPr sz="1100">
                            <a:latin typeface="Calibri"/>
                            <a:ea typeface="Calibri"/>
                            <a:cs typeface="Calibri"/>
                            <a:sym typeface="Calibri"/>
                          </a:endParaRPr>
                        </a:p>
                      </a:txBody>
                      <a:tcPr marL="68575" marR="68575" marT="0" marB="0">
                        <a:solidFill>
                          <a:srgbClr val="FFC000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lvl="0" indent="0" algn="ctr" rtl="0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None/>
                          </a:pPr>
                          <a:r>
                            <a:rPr lang="en" sz="1100">
                              <a:latin typeface="Calibri"/>
                              <a:ea typeface="Calibri"/>
                              <a:cs typeface="Calibri"/>
                              <a:sym typeface="Calibri"/>
                            </a:rPr>
                            <a:t>0</a:t>
                          </a:r>
                          <a:endParaRPr sz="1100">
                            <a:latin typeface="Calibri"/>
                            <a:ea typeface="Calibri"/>
                            <a:cs typeface="Calibri"/>
                            <a:sym typeface="Calibri"/>
                          </a:endParaRPr>
                        </a:p>
                      </a:txBody>
                      <a:tcPr marL="68575" marR="68575" marT="0" marB="0">
                        <a:solidFill>
                          <a:srgbClr val="FFC000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lvl="0" indent="0" algn="ctr" rtl="0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None/>
                          </a:pPr>
                          <a:r>
                            <a:rPr lang="en" sz="1100">
                              <a:latin typeface="Calibri"/>
                              <a:ea typeface="Calibri"/>
                              <a:cs typeface="Calibri"/>
                              <a:sym typeface="Calibri"/>
                            </a:rPr>
                            <a:t>0</a:t>
                          </a:r>
                          <a:endParaRPr sz="1100">
                            <a:latin typeface="Calibri"/>
                            <a:ea typeface="Calibri"/>
                            <a:cs typeface="Calibri"/>
                            <a:sym typeface="Calibri"/>
                          </a:endParaRPr>
                        </a:p>
                      </a:txBody>
                      <a:tcPr marL="68575" marR="68575" marT="0" marB="0">
                        <a:solidFill>
                          <a:srgbClr val="FFC000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7"/>
                      </a:ext>
                    </a:extLst>
                  </a:tr>
                  <a:tr h="186325">
                    <a:tc>
                      <a:txBody>
                        <a:bodyPr/>
                        <a:lstStyle/>
                        <a:p>
                          <a:pPr marL="0" lvl="0" indent="0" algn="ctr" rtl="0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None/>
                          </a:pPr>
                          <a:r>
                            <a:rPr lang="en" sz="1100">
                              <a:latin typeface="Calibri"/>
                              <a:ea typeface="Calibri"/>
                              <a:cs typeface="Calibri"/>
                              <a:sym typeface="Calibri"/>
                            </a:rPr>
                            <a:t>S3</a:t>
                          </a:r>
                          <a:endParaRPr sz="1100">
                            <a:latin typeface="Calibri"/>
                            <a:ea typeface="Calibri"/>
                            <a:cs typeface="Calibri"/>
                            <a:sym typeface="Calibri"/>
                          </a:endParaRPr>
                        </a:p>
                      </a:txBody>
                      <a:tcPr marL="68575" marR="68575" marT="0" marB="0"/>
                    </a:tc>
                    <a:tc>
                      <a:txBody>
                        <a:bodyPr/>
                        <a:lstStyle/>
                        <a:p>
                          <a:pPr marL="0" lvl="0" indent="0" algn="ctr" rtl="0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None/>
                          </a:pPr>
                          <a:r>
                            <a:rPr lang="en" sz="1100">
                              <a:latin typeface="Calibri"/>
                              <a:ea typeface="Calibri"/>
                              <a:cs typeface="Calibri"/>
                              <a:sym typeface="Calibri"/>
                            </a:rPr>
                            <a:t>000101</a:t>
                          </a:r>
                          <a:endParaRPr sz="1100">
                            <a:latin typeface="Calibri"/>
                            <a:ea typeface="Calibri"/>
                            <a:cs typeface="Calibri"/>
                            <a:sym typeface="Calibri"/>
                          </a:endParaRPr>
                        </a:p>
                      </a:txBody>
                      <a:tcPr marL="68575" marR="68575" marT="0" marB="0"/>
                    </a:tc>
                    <a:tc>
                      <a:txBody>
                        <a:bodyPr/>
                        <a:lstStyle/>
                        <a:p>
                          <a:pPr marL="0" lvl="0" indent="0" algn="ctr" rtl="0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None/>
                          </a:pPr>
                          <a:r>
                            <a:rPr lang="en" sz="1100">
                              <a:latin typeface="Calibri"/>
                              <a:ea typeface="Calibri"/>
                              <a:cs typeface="Calibri"/>
                              <a:sym typeface="Calibri"/>
                            </a:rPr>
                            <a:t>0</a:t>
                          </a:r>
                          <a:endParaRPr sz="1100">
                            <a:latin typeface="Calibri"/>
                            <a:ea typeface="Calibri"/>
                            <a:cs typeface="Calibri"/>
                            <a:sym typeface="Calibri"/>
                          </a:endParaRPr>
                        </a:p>
                      </a:txBody>
                      <a:tcPr marL="68575" marR="68575" marT="0" marB="0">
                        <a:solidFill>
                          <a:srgbClr val="9CC3E5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lvl="0" indent="0" algn="ctr" rtl="0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None/>
                          </a:pPr>
                          <a:r>
                            <a:rPr lang="en" sz="1100">
                              <a:latin typeface="Calibri"/>
                              <a:ea typeface="Calibri"/>
                              <a:cs typeface="Calibri"/>
                              <a:sym typeface="Calibri"/>
                            </a:rPr>
                            <a:t>0</a:t>
                          </a:r>
                          <a:endParaRPr sz="1100">
                            <a:latin typeface="Calibri"/>
                            <a:ea typeface="Calibri"/>
                            <a:cs typeface="Calibri"/>
                            <a:sym typeface="Calibri"/>
                          </a:endParaRPr>
                        </a:p>
                      </a:txBody>
                      <a:tcPr marL="68575" marR="68575" marT="0" marB="0">
                        <a:solidFill>
                          <a:srgbClr val="00B0F0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lvl="0" indent="0" algn="ctr" rtl="0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None/>
                          </a:pPr>
                          <a:r>
                            <a:rPr lang="en" sz="1100">
                              <a:latin typeface="Calibri"/>
                              <a:ea typeface="Calibri"/>
                              <a:cs typeface="Calibri"/>
                              <a:sym typeface="Calibri"/>
                            </a:rPr>
                            <a:t>0</a:t>
                          </a:r>
                          <a:endParaRPr sz="1100">
                            <a:latin typeface="Calibri"/>
                            <a:ea typeface="Calibri"/>
                            <a:cs typeface="Calibri"/>
                            <a:sym typeface="Calibri"/>
                          </a:endParaRPr>
                        </a:p>
                      </a:txBody>
                      <a:tcPr marL="68575" marR="68575" marT="0" marB="0">
                        <a:solidFill>
                          <a:srgbClr val="00B0F0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lvl="0" indent="0" algn="ctr" rtl="0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None/>
                          </a:pPr>
                          <a:r>
                            <a:rPr lang="en" sz="1100">
                              <a:latin typeface="Calibri"/>
                              <a:ea typeface="Calibri"/>
                              <a:cs typeface="Calibri"/>
                              <a:sym typeface="Calibri"/>
                            </a:rPr>
                            <a:t>0</a:t>
                          </a:r>
                          <a:endParaRPr sz="1100">
                            <a:latin typeface="Calibri"/>
                            <a:ea typeface="Calibri"/>
                            <a:cs typeface="Calibri"/>
                            <a:sym typeface="Calibri"/>
                          </a:endParaRPr>
                        </a:p>
                      </a:txBody>
                      <a:tcPr marL="68575" marR="68575" marT="0" marB="0">
                        <a:solidFill>
                          <a:srgbClr val="00B0F0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lvl="0" indent="0" algn="ctr" rtl="0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None/>
                          </a:pPr>
                          <a:r>
                            <a:rPr lang="en" sz="1100">
                              <a:latin typeface="Calibri"/>
                              <a:ea typeface="Calibri"/>
                              <a:cs typeface="Calibri"/>
                              <a:sym typeface="Calibri"/>
                            </a:rPr>
                            <a:t>1</a:t>
                          </a:r>
                          <a:endParaRPr sz="1100">
                            <a:latin typeface="Calibri"/>
                            <a:ea typeface="Calibri"/>
                            <a:cs typeface="Calibri"/>
                            <a:sym typeface="Calibri"/>
                          </a:endParaRPr>
                        </a:p>
                      </a:txBody>
                      <a:tcPr marL="68575" marR="68575" marT="0" marB="0">
                        <a:solidFill>
                          <a:srgbClr val="00B0F0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lvl="0" indent="0" algn="ctr" rtl="0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None/>
                          </a:pPr>
                          <a:r>
                            <a:rPr lang="en" sz="1100">
                              <a:latin typeface="Calibri"/>
                              <a:ea typeface="Calibri"/>
                              <a:cs typeface="Calibri"/>
                              <a:sym typeface="Calibri"/>
                            </a:rPr>
                            <a:t>0</a:t>
                          </a:r>
                          <a:endParaRPr sz="1100">
                            <a:latin typeface="Calibri"/>
                            <a:ea typeface="Calibri"/>
                            <a:cs typeface="Calibri"/>
                            <a:sym typeface="Calibri"/>
                          </a:endParaRPr>
                        </a:p>
                      </a:txBody>
                      <a:tcPr marL="68575" marR="68575" marT="0" marB="0">
                        <a:solidFill>
                          <a:srgbClr val="0070C0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lvl="0" indent="0" algn="ctr" rtl="0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None/>
                          </a:pPr>
                          <a:r>
                            <a:rPr lang="en" sz="1100">
                              <a:latin typeface="Calibri"/>
                              <a:ea typeface="Calibri"/>
                              <a:cs typeface="Calibri"/>
                              <a:sym typeface="Calibri"/>
                            </a:rPr>
                            <a:t>0</a:t>
                          </a:r>
                          <a:endParaRPr sz="1100">
                            <a:latin typeface="Calibri"/>
                            <a:ea typeface="Calibri"/>
                            <a:cs typeface="Calibri"/>
                            <a:sym typeface="Calibri"/>
                          </a:endParaRPr>
                        </a:p>
                      </a:txBody>
                      <a:tcPr marL="68575" marR="68575" marT="0" marB="0">
                        <a:solidFill>
                          <a:srgbClr val="0070C0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lvl="0" indent="0" algn="ctr" rtl="0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None/>
                          </a:pPr>
                          <a:r>
                            <a:rPr lang="en" sz="1100">
                              <a:latin typeface="Calibri"/>
                              <a:ea typeface="Calibri"/>
                              <a:cs typeface="Calibri"/>
                              <a:sym typeface="Calibri"/>
                            </a:rPr>
                            <a:t>1</a:t>
                          </a:r>
                          <a:endParaRPr sz="1100">
                            <a:latin typeface="Calibri"/>
                            <a:ea typeface="Calibri"/>
                            <a:cs typeface="Calibri"/>
                            <a:sym typeface="Calibri"/>
                          </a:endParaRPr>
                        </a:p>
                      </a:txBody>
                      <a:tcPr marL="68575" marR="68575" marT="0" marB="0">
                        <a:solidFill>
                          <a:srgbClr val="0070C0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lvl="0" indent="0" algn="ctr" rtl="0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None/>
                          </a:pPr>
                          <a:r>
                            <a:rPr lang="en" sz="1100">
                              <a:latin typeface="Calibri"/>
                              <a:ea typeface="Calibri"/>
                              <a:cs typeface="Calibri"/>
                              <a:sym typeface="Calibri"/>
                            </a:rPr>
                            <a:t>0</a:t>
                          </a:r>
                          <a:endParaRPr sz="1100">
                            <a:latin typeface="Calibri"/>
                            <a:ea typeface="Calibri"/>
                            <a:cs typeface="Calibri"/>
                            <a:sym typeface="Calibri"/>
                          </a:endParaRPr>
                        </a:p>
                      </a:txBody>
                      <a:tcPr marL="68575" marR="68575" marT="0" marB="0">
                        <a:solidFill>
                          <a:srgbClr val="0070C0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lvl="0" indent="0" algn="ctr" rtl="0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None/>
                          </a:pPr>
                          <a:r>
                            <a:rPr lang="en" sz="1100">
                              <a:latin typeface="Calibri"/>
                              <a:ea typeface="Calibri"/>
                              <a:cs typeface="Calibri"/>
                              <a:sym typeface="Calibri"/>
                            </a:rPr>
                            <a:t>1</a:t>
                          </a:r>
                          <a:endParaRPr sz="1100">
                            <a:latin typeface="Calibri"/>
                            <a:ea typeface="Calibri"/>
                            <a:cs typeface="Calibri"/>
                            <a:sym typeface="Calibri"/>
                          </a:endParaRPr>
                        </a:p>
                      </a:txBody>
                      <a:tcPr marL="68575" marR="68575" marT="0" marB="0">
                        <a:solidFill>
                          <a:srgbClr val="0070C0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lvl="0" indent="0" algn="ctr" rtl="0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None/>
                          </a:pPr>
                          <a:r>
                            <a:rPr lang="en" sz="1100">
                              <a:latin typeface="Calibri"/>
                              <a:ea typeface="Calibri"/>
                              <a:cs typeface="Calibri"/>
                              <a:sym typeface="Calibri"/>
                            </a:rPr>
                            <a:t>0</a:t>
                          </a:r>
                          <a:endParaRPr sz="1100">
                            <a:latin typeface="Calibri"/>
                            <a:ea typeface="Calibri"/>
                            <a:cs typeface="Calibri"/>
                            <a:sym typeface="Calibri"/>
                          </a:endParaRPr>
                        </a:p>
                      </a:txBody>
                      <a:tcPr marL="68575" marR="68575" marT="0" marB="0">
                        <a:solidFill>
                          <a:srgbClr val="0070C0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8"/>
                      </a:ext>
                    </a:extLst>
                  </a:tr>
                  <a:tr h="180975">
                    <a:tc>
                      <a:txBody>
                        <a:bodyPr/>
                        <a:lstStyle/>
                        <a:p>
                          <a:pPr marL="0" lvl="0" indent="0" algn="ctr" rtl="0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None/>
                          </a:pPr>
                          <a:r>
                            <a:rPr lang="en" sz="1100">
                              <a:latin typeface="Calibri"/>
                              <a:ea typeface="Calibri"/>
                              <a:cs typeface="Calibri"/>
                              <a:sym typeface="Calibri"/>
                            </a:rPr>
                            <a:t>S6</a:t>
                          </a:r>
                          <a:endParaRPr sz="1100">
                            <a:latin typeface="Calibri"/>
                            <a:ea typeface="Calibri"/>
                            <a:cs typeface="Calibri"/>
                            <a:sym typeface="Calibri"/>
                          </a:endParaRPr>
                        </a:p>
                      </a:txBody>
                      <a:tcPr marL="68575" marR="68575" marT="0" marB="0"/>
                    </a:tc>
                    <a:tc>
                      <a:txBody>
                        <a:bodyPr/>
                        <a:lstStyle/>
                        <a:p>
                          <a:pPr marL="0" lvl="0" indent="0" algn="ctr" rtl="0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None/>
                          </a:pPr>
                          <a:r>
                            <a:rPr lang="en" sz="1100">
                              <a:latin typeface="Calibri"/>
                              <a:ea typeface="Calibri"/>
                              <a:cs typeface="Calibri"/>
                              <a:sym typeface="Calibri"/>
                            </a:rPr>
                            <a:t>000110</a:t>
                          </a:r>
                          <a:endParaRPr sz="1100">
                            <a:latin typeface="Calibri"/>
                            <a:ea typeface="Calibri"/>
                            <a:cs typeface="Calibri"/>
                            <a:sym typeface="Calibri"/>
                          </a:endParaRPr>
                        </a:p>
                      </a:txBody>
                      <a:tcPr marL="68575" marR="68575" marT="0" marB="0"/>
                    </a:tc>
                    <a:tc>
                      <a:txBody>
                        <a:bodyPr/>
                        <a:lstStyle/>
                        <a:p>
                          <a:pPr marL="0" lvl="0" indent="0" algn="ctr" rtl="0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None/>
                          </a:pPr>
                          <a:r>
                            <a:rPr lang="en" sz="1100">
                              <a:latin typeface="Calibri"/>
                              <a:ea typeface="Calibri"/>
                              <a:cs typeface="Calibri"/>
                              <a:sym typeface="Calibri"/>
                            </a:rPr>
                            <a:t>0</a:t>
                          </a:r>
                          <a:endParaRPr sz="1100">
                            <a:latin typeface="Calibri"/>
                            <a:ea typeface="Calibri"/>
                            <a:cs typeface="Calibri"/>
                            <a:sym typeface="Calibri"/>
                          </a:endParaRPr>
                        </a:p>
                      </a:txBody>
                      <a:tcPr marL="68575" marR="68575" marT="0" marB="0">
                        <a:solidFill>
                          <a:srgbClr val="9CC3E5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lvl="0" indent="0" algn="ctr" rtl="0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None/>
                          </a:pPr>
                          <a:r>
                            <a:rPr lang="en" sz="1100">
                              <a:latin typeface="Calibri"/>
                              <a:ea typeface="Calibri"/>
                              <a:cs typeface="Calibri"/>
                              <a:sym typeface="Calibri"/>
                            </a:rPr>
                            <a:t>0</a:t>
                          </a:r>
                          <a:endParaRPr sz="1100">
                            <a:latin typeface="Calibri"/>
                            <a:ea typeface="Calibri"/>
                            <a:cs typeface="Calibri"/>
                            <a:sym typeface="Calibri"/>
                          </a:endParaRPr>
                        </a:p>
                      </a:txBody>
                      <a:tcPr marL="68575" marR="68575" marT="0" marB="0">
                        <a:solidFill>
                          <a:srgbClr val="00B0F0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lvl="0" indent="0" algn="ctr" rtl="0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None/>
                          </a:pPr>
                          <a:r>
                            <a:rPr lang="en" sz="1100">
                              <a:latin typeface="Calibri"/>
                              <a:ea typeface="Calibri"/>
                              <a:cs typeface="Calibri"/>
                              <a:sym typeface="Calibri"/>
                            </a:rPr>
                            <a:t>1</a:t>
                          </a:r>
                          <a:endParaRPr sz="1100">
                            <a:latin typeface="Calibri"/>
                            <a:ea typeface="Calibri"/>
                            <a:cs typeface="Calibri"/>
                            <a:sym typeface="Calibri"/>
                          </a:endParaRPr>
                        </a:p>
                      </a:txBody>
                      <a:tcPr marL="68575" marR="68575" marT="0" marB="0">
                        <a:solidFill>
                          <a:srgbClr val="00B0F0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lvl="0" indent="0" algn="ctr" rtl="0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None/>
                          </a:pPr>
                          <a:r>
                            <a:rPr lang="en" sz="1100">
                              <a:latin typeface="Calibri"/>
                              <a:ea typeface="Calibri"/>
                              <a:cs typeface="Calibri"/>
                              <a:sym typeface="Calibri"/>
                            </a:rPr>
                            <a:t>0</a:t>
                          </a:r>
                          <a:endParaRPr sz="1100">
                            <a:latin typeface="Calibri"/>
                            <a:ea typeface="Calibri"/>
                            <a:cs typeface="Calibri"/>
                            <a:sym typeface="Calibri"/>
                          </a:endParaRPr>
                        </a:p>
                      </a:txBody>
                      <a:tcPr marL="68575" marR="68575" marT="0" marB="0">
                        <a:solidFill>
                          <a:srgbClr val="00B0F0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lvl="0" indent="0" algn="ctr" rtl="0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None/>
                          </a:pPr>
                          <a:r>
                            <a:rPr lang="en" sz="1100">
                              <a:latin typeface="Calibri"/>
                              <a:ea typeface="Calibri"/>
                              <a:cs typeface="Calibri"/>
                              <a:sym typeface="Calibri"/>
                            </a:rPr>
                            <a:t>0</a:t>
                          </a:r>
                          <a:endParaRPr sz="1100">
                            <a:latin typeface="Calibri"/>
                            <a:ea typeface="Calibri"/>
                            <a:cs typeface="Calibri"/>
                            <a:sym typeface="Calibri"/>
                          </a:endParaRPr>
                        </a:p>
                      </a:txBody>
                      <a:tcPr marL="68575" marR="68575" marT="0" marB="0">
                        <a:solidFill>
                          <a:srgbClr val="00B0F0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lvl="0" indent="0" algn="ctr" rtl="0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None/>
                          </a:pPr>
                          <a:r>
                            <a:rPr lang="en" sz="1100">
                              <a:latin typeface="Calibri"/>
                              <a:ea typeface="Calibri"/>
                              <a:cs typeface="Calibri"/>
                              <a:sym typeface="Calibri"/>
                            </a:rPr>
                            <a:t>0</a:t>
                          </a:r>
                          <a:endParaRPr sz="1100">
                            <a:latin typeface="Calibri"/>
                            <a:ea typeface="Calibri"/>
                            <a:cs typeface="Calibri"/>
                            <a:sym typeface="Calibri"/>
                          </a:endParaRPr>
                        </a:p>
                      </a:txBody>
                      <a:tcPr marL="68575" marR="68575" marT="0" marB="0">
                        <a:solidFill>
                          <a:srgbClr val="0070C0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lvl="0" indent="0" algn="ctr" rtl="0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None/>
                          </a:pPr>
                          <a:r>
                            <a:rPr lang="en" sz="1100">
                              <a:latin typeface="Calibri"/>
                              <a:ea typeface="Calibri"/>
                              <a:cs typeface="Calibri"/>
                              <a:sym typeface="Calibri"/>
                            </a:rPr>
                            <a:t>1</a:t>
                          </a:r>
                          <a:endParaRPr sz="1100">
                            <a:latin typeface="Calibri"/>
                            <a:ea typeface="Calibri"/>
                            <a:cs typeface="Calibri"/>
                            <a:sym typeface="Calibri"/>
                          </a:endParaRPr>
                        </a:p>
                      </a:txBody>
                      <a:tcPr marL="68575" marR="68575" marT="0" marB="0">
                        <a:solidFill>
                          <a:srgbClr val="0070C0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lvl="0" indent="0" algn="ctr" rtl="0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None/>
                          </a:pPr>
                          <a:r>
                            <a:rPr lang="en" sz="1100">
                              <a:latin typeface="Calibri"/>
                              <a:ea typeface="Calibri"/>
                              <a:cs typeface="Calibri"/>
                              <a:sym typeface="Calibri"/>
                            </a:rPr>
                            <a:t>0</a:t>
                          </a:r>
                          <a:endParaRPr sz="1100">
                            <a:latin typeface="Calibri"/>
                            <a:ea typeface="Calibri"/>
                            <a:cs typeface="Calibri"/>
                            <a:sym typeface="Calibri"/>
                          </a:endParaRPr>
                        </a:p>
                      </a:txBody>
                      <a:tcPr marL="68575" marR="68575" marT="0" marB="0">
                        <a:solidFill>
                          <a:srgbClr val="0070C0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lvl="0" indent="0" algn="ctr" rtl="0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None/>
                          </a:pPr>
                          <a:r>
                            <a:rPr lang="en" sz="1100">
                              <a:latin typeface="Calibri"/>
                              <a:ea typeface="Calibri"/>
                              <a:cs typeface="Calibri"/>
                              <a:sym typeface="Calibri"/>
                            </a:rPr>
                            <a:t>0</a:t>
                          </a:r>
                          <a:endParaRPr sz="1100">
                            <a:latin typeface="Calibri"/>
                            <a:ea typeface="Calibri"/>
                            <a:cs typeface="Calibri"/>
                            <a:sym typeface="Calibri"/>
                          </a:endParaRPr>
                        </a:p>
                      </a:txBody>
                      <a:tcPr marL="68575" marR="68575" marT="0" marB="0">
                        <a:solidFill>
                          <a:srgbClr val="0070C0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lvl="0" indent="0" algn="ctr" rtl="0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None/>
                          </a:pPr>
                          <a:r>
                            <a:rPr lang="en" sz="1100">
                              <a:latin typeface="Calibri"/>
                              <a:ea typeface="Calibri"/>
                              <a:cs typeface="Calibri"/>
                              <a:sym typeface="Calibri"/>
                            </a:rPr>
                            <a:t>0</a:t>
                          </a:r>
                          <a:endParaRPr sz="1100">
                            <a:latin typeface="Calibri"/>
                            <a:ea typeface="Calibri"/>
                            <a:cs typeface="Calibri"/>
                            <a:sym typeface="Calibri"/>
                          </a:endParaRPr>
                        </a:p>
                      </a:txBody>
                      <a:tcPr marL="68575" marR="68575" marT="0" marB="0">
                        <a:solidFill>
                          <a:srgbClr val="0070C0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lvl="0" indent="0" algn="ctr" rtl="0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None/>
                          </a:pPr>
                          <a:r>
                            <a:rPr lang="en" sz="1100">
                              <a:latin typeface="Calibri"/>
                              <a:ea typeface="Calibri"/>
                              <a:cs typeface="Calibri"/>
                              <a:sym typeface="Calibri"/>
                            </a:rPr>
                            <a:t>1</a:t>
                          </a:r>
                          <a:endParaRPr sz="1100">
                            <a:latin typeface="Calibri"/>
                            <a:ea typeface="Calibri"/>
                            <a:cs typeface="Calibri"/>
                            <a:sym typeface="Calibri"/>
                          </a:endParaRPr>
                        </a:p>
                      </a:txBody>
                      <a:tcPr marL="68575" marR="68575" marT="0" marB="0">
                        <a:solidFill>
                          <a:srgbClr val="0070C0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9"/>
                      </a:ext>
                    </a:extLst>
                  </a:tr>
                  <a:tr h="186325">
                    <a:tc>
                      <a:txBody>
                        <a:bodyPr/>
                        <a:lstStyle/>
                        <a:p>
                          <a:pPr marL="0" lvl="0" indent="0" algn="ctr" rtl="0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None/>
                          </a:pPr>
                          <a:r>
                            <a:rPr lang="en" sz="1100">
                              <a:latin typeface="Calibri"/>
                              <a:ea typeface="Calibri"/>
                              <a:cs typeface="Calibri"/>
                              <a:sym typeface="Calibri"/>
                            </a:rPr>
                            <a:t>S12</a:t>
                          </a:r>
                          <a:endParaRPr sz="1100">
                            <a:latin typeface="Calibri"/>
                            <a:ea typeface="Calibri"/>
                            <a:cs typeface="Calibri"/>
                            <a:sym typeface="Calibri"/>
                          </a:endParaRPr>
                        </a:p>
                      </a:txBody>
                      <a:tcPr marL="68575" marR="68575" marT="0" marB="0"/>
                    </a:tc>
                    <a:tc>
                      <a:txBody>
                        <a:bodyPr/>
                        <a:lstStyle/>
                        <a:p>
                          <a:pPr marL="0" lvl="0" indent="0" algn="ctr" rtl="0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None/>
                          </a:pPr>
                          <a:r>
                            <a:rPr lang="en" sz="1100">
                              <a:latin typeface="Calibri"/>
                              <a:ea typeface="Calibri"/>
                              <a:cs typeface="Calibri"/>
                              <a:sym typeface="Calibri"/>
                            </a:rPr>
                            <a:t>000111</a:t>
                          </a:r>
                          <a:endParaRPr sz="1100">
                            <a:latin typeface="Calibri"/>
                            <a:ea typeface="Calibri"/>
                            <a:cs typeface="Calibri"/>
                            <a:sym typeface="Calibri"/>
                          </a:endParaRPr>
                        </a:p>
                      </a:txBody>
                      <a:tcPr marL="68575" marR="68575" marT="0" marB="0"/>
                    </a:tc>
                    <a:tc>
                      <a:txBody>
                        <a:bodyPr/>
                        <a:lstStyle/>
                        <a:p>
                          <a:pPr marL="0" lvl="0" indent="0" algn="ctr" rtl="0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None/>
                          </a:pPr>
                          <a:r>
                            <a:rPr lang="en" sz="1100">
                              <a:latin typeface="Calibri"/>
                              <a:ea typeface="Calibri"/>
                              <a:cs typeface="Calibri"/>
                              <a:sym typeface="Calibri"/>
                            </a:rPr>
                            <a:t>1</a:t>
                          </a:r>
                          <a:endParaRPr sz="1100">
                            <a:latin typeface="Calibri"/>
                            <a:ea typeface="Calibri"/>
                            <a:cs typeface="Calibri"/>
                            <a:sym typeface="Calibri"/>
                          </a:endParaRPr>
                        </a:p>
                      </a:txBody>
                      <a:tcPr marL="68575" marR="68575" marT="0" marB="0">
                        <a:solidFill>
                          <a:srgbClr val="FFD965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lvl="0" indent="0" algn="ctr" rtl="0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None/>
                          </a:pPr>
                          <a:r>
                            <a:rPr lang="en" sz="1100">
                              <a:latin typeface="Calibri"/>
                              <a:ea typeface="Calibri"/>
                              <a:cs typeface="Calibri"/>
                              <a:sym typeface="Calibri"/>
                            </a:rPr>
                            <a:t>0</a:t>
                          </a:r>
                          <a:endParaRPr sz="1100">
                            <a:latin typeface="Calibri"/>
                            <a:ea typeface="Calibri"/>
                            <a:cs typeface="Calibri"/>
                            <a:sym typeface="Calibri"/>
                          </a:endParaRPr>
                        </a:p>
                      </a:txBody>
                      <a:tcPr marL="68575" marR="68575" marT="0" marB="0">
                        <a:solidFill>
                          <a:srgbClr val="FFC000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lvl="0" indent="0" algn="ctr" rtl="0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None/>
                          </a:pPr>
                          <a:r>
                            <a:rPr lang="en" sz="1100">
                              <a:latin typeface="Calibri"/>
                              <a:ea typeface="Calibri"/>
                              <a:cs typeface="Calibri"/>
                              <a:sym typeface="Calibri"/>
                            </a:rPr>
                            <a:t>0</a:t>
                          </a:r>
                          <a:endParaRPr sz="1100">
                            <a:latin typeface="Calibri"/>
                            <a:ea typeface="Calibri"/>
                            <a:cs typeface="Calibri"/>
                            <a:sym typeface="Calibri"/>
                          </a:endParaRPr>
                        </a:p>
                      </a:txBody>
                      <a:tcPr marL="68575" marR="68575" marT="0" marB="0">
                        <a:solidFill>
                          <a:srgbClr val="FFC000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lvl="0" indent="0" algn="ctr" rtl="0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None/>
                          </a:pPr>
                          <a:r>
                            <a:rPr lang="en" sz="1100">
                              <a:latin typeface="Calibri"/>
                              <a:ea typeface="Calibri"/>
                              <a:cs typeface="Calibri"/>
                              <a:sym typeface="Calibri"/>
                            </a:rPr>
                            <a:t>0</a:t>
                          </a:r>
                          <a:endParaRPr sz="1100">
                            <a:latin typeface="Calibri"/>
                            <a:ea typeface="Calibri"/>
                            <a:cs typeface="Calibri"/>
                            <a:sym typeface="Calibri"/>
                          </a:endParaRPr>
                        </a:p>
                      </a:txBody>
                      <a:tcPr marL="68575" marR="68575" marT="0" marB="0">
                        <a:solidFill>
                          <a:srgbClr val="FFC000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lvl="0" indent="0" algn="ctr" rtl="0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None/>
                          </a:pPr>
                          <a:r>
                            <a:rPr lang="en" sz="1100">
                              <a:latin typeface="Calibri"/>
                              <a:ea typeface="Calibri"/>
                              <a:cs typeface="Calibri"/>
                              <a:sym typeface="Calibri"/>
                            </a:rPr>
                            <a:t>0</a:t>
                          </a:r>
                          <a:endParaRPr sz="1100">
                            <a:latin typeface="Calibri"/>
                            <a:ea typeface="Calibri"/>
                            <a:cs typeface="Calibri"/>
                            <a:sym typeface="Calibri"/>
                          </a:endParaRPr>
                        </a:p>
                      </a:txBody>
                      <a:tcPr marL="68575" marR="68575" marT="0" marB="0">
                        <a:solidFill>
                          <a:srgbClr val="FFC000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lvl="0" indent="0" algn="ctr" rtl="0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None/>
                          </a:pPr>
                          <a:r>
                            <a:rPr lang="en" sz="1100">
                              <a:latin typeface="Calibri"/>
                              <a:ea typeface="Calibri"/>
                              <a:cs typeface="Calibri"/>
                              <a:sym typeface="Calibri"/>
                            </a:rPr>
                            <a:t>0</a:t>
                          </a:r>
                          <a:endParaRPr sz="1100">
                            <a:latin typeface="Calibri"/>
                            <a:ea typeface="Calibri"/>
                            <a:cs typeface="Calibri"/>
                            <a:sym typeface="Calibri"/>
                          </a:endParaRPr>
                        </a:p>
                      </a:txBody>
                      <a:tcPr marL="68575" marR="68575" marT="0" marB="0">
                        <a:solidFill>
                          <a:srgbClr val="FFC000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lvl="0" indent="0" algn="ctr" rtl="0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None/>
                          </a:pPr>
                          <a:r>
                            <a:rPr lang="en" sz="1100">
                              <a:latin typeface="Calibri"/>
                              <a:ea typeface="Calibri"/>
                              <a:cs typeface="Calibri"/>
                              <a:sym typeface="Calibri"/>
                            </a:rPr>
                            <a:t>0</a:t>
                          </a:r>
                          <a:endParaRPr sz="1100">
                            <a:latin typeface="Calibri"/>
                            <a:ea typeface="Calibri"/>
                            <a:cs typeface="Calibri"/>
                            <a:sym typeface="Calibri"/>
                          </a:endParaRPr>
                        </a:p>
                      </a:txBody>
                      <a:tcPr marL="68575" marR="68575" marT="0" marB="0">
                        <a:solidFill>
                          <a:srgbClr val="FFC000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lvl="0" indent="0" algn="ctr" rtl="0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None/>
                          </a:pPr>
                          <a:r>
                            <a:rPr lang="en" sz="1100">
                              <a:latin typeface="Calibri"/>
                              <a:ea typeface="Calibri"/>
                              <a:cs typeface="Calibri"/>
                              <a:sym typeface="Calibri"/>
                            </a:rPr>
                            <a:t>0</a:t>
                          </a:r>
                          <a:endParaRPr sz="1100">
                            <a:latin typeface="Calibri"/>
                            <a:ea typeface="Calibri"/>
                            <a:cs typeface="Calibri"/>
                            <a:sym typeface="Calibri"/>
                          </a:endParaRPr>
                        </a:p>
                      </a:txBody>
                      <a:tcPr marL="68575" marR="68575" marT="0" marB="0">
                        <a:solidFill>
                          <a:srgbClr val="FFC000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lvl="0" indent="0" algn="ctr" rtl="0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None/>
                          </a:pPr>
                          <a:r>
                            <a:rPr lang="en" sz="1100">
                              <a:latin typeface="Calibri"/>
                              <a:ea typeface="Calibri"/>
                              <a:cs typeface="Calibri"/>
                              <a:sym typeface="Calibri"/>
                            </a:rPr>
                            <a:t>1</a:t>
                          </a:r>
                          <a:endParaRPr sz="1100">
                            <a:latin typeface="Calibri"/>
                            <a:ea typeface="Calibri"/>
                            <a:cs typeface="Calibri"/>
                            <a:sym typeface="Calibri"/>
                          </a:endParaRPr>
                        </a:p>
                      </a:txBody>
                      <a:tcPr marL="68575" marR="68575" marT="0" marB="0">
                        <a:solidFill>
                          <a:srgbClr val="FFC000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lvl="0" indent="0" algn="ctr" rtl="0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None/>
                          </a:pPr>
                          <a:r>
                            <a:rPr lang="en" sz="1100">
                              <a:latin typeface="Calibri"/>
                              <a:ea typeface="Calibri"/>
                              <a:cs typeface="Calibri"/>
                              <a:sym typeface="Calibri"/>
                            </a:rPr>
                            <a:t>0</a:t>
                          </a:r>
                          <a:endParaRPr sz="1100">
                            <a:latin typeface="Calibri"/>
                            <a:ea typeface="Calibri"/>
                            <a:cs typeface="Calibri"/>
                            <a:sym typeface="Calibri"/>
                          </a:endParaRPr>
                        </a:p>
                      </a:txBody>
                      <a:tcPr marL="68575" marR="68575" marT="0" marB="0">
                        <a:solidFill>
                          <a:srgbClr val="FFC000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lvl="0" indent="0" algn="ctr" rtl="0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None/>
                          </a:pPr>
                          <a:r>
                            <a:rPr lang="en" sz="1100">
                              <a:latin typeface="Calibri"/>
                              <a:ea typeface="Calibri"/>
                              <a:cs typeface="Calibri"/>
                              <a:sym typeface="Calibri"/>
                            </a:rPr>
                            <a:t>0</a:t>
                          </a:r>
                          <a:endParaRPr sz="1100">
                            <a:latin typeface="Calibri"/>
                            <a:ea typeface="Calibri"/>
                            <a:cs typeface="Calibri"/>
                            <a:sym typeface="Calibri"/>
                          </a:endParaRPr>
                        </a:p>
                      </a:txBody>
                      <a:tcPr marL="68575" marR="68575" marT="0" marB="0">
                        <a:solidFill>
                          <a:srgbClr val="FFC000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10"/>
                      </a:ext>
                    </a:extLst>
                  </a:tr>
                  <a:tr h="180975">
                    <a:tc>
                      <a:txBody>
                        <a:bodyPr/>
                        <a:lstStyle/>
                        <a:p>
                          <a:pPr marL="0" lvl="0" indent="0" algn="ctr" rtl="0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None/>
                          </a:pPr>
                          <a:r>
                            <a:rPr lang="en" sz="1100">
                              <a:latin typeface="Calibri"/>
                              <a:ea typeface="Calibri"/>
                              <a:cs typeface="Calibri"/>
                              <a:sym typeface="Calibri"/>
                            </a:rPr>
                            <a:t>S7</a:t>
                          </a:r>
                          <a:endParaRPr sz="1100">
                            <a:latin typeface="Calibri"/>
                            <a:ea typeface="Calibri"/>
                            <a:cs typeface="Calibri"/>
                            <a:sym typeface="Calibri"/>
                          </a:endParaRPr>
                        </a:p>
                      </a:txBody>
                      <a:tcPr marL="68575" marR="68575" marT="0" marB="0"/>
                    </a:tc>
                    <a:tc>
                      <a:txBody>
                        <a:bodyPr/>
                        <a:lstStyle/>
                        <a:p>
                          <a:pPr marL="0" lvl="0" indent="0" algn="ctr" rtl="0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None/>
                          </a:pPr>
                          <a:r>
                            <a:rPr lang="en" sz="1100">
                              <a:latin typeface="Calibri"/>
                              <a:ea typeface="Calibri"/>
                              <a:cs typeface="Calibri"/>
                              <a:sym typeface="Calibri"/>
                            </a:rPr>
                            <a:t>001000</a:t>
                          </a:r>
                          <a:endParaRPr sz="1100">
                            <a:latin typeface="Calibri"/>
                            <a:ea typeface="Calibri"/>
                            <a:cs typeface="Calibri"/>
                            <a:sym typeface="Calibri"/>
                          </a:endParaRPr>
                        </a:p>
                      </a:txBody>
                      <a:tcPr marL="68575" marR="68575" marT="0" marB="0"/>
                    </a:tc>
                    <a:tc>
                      <a:txBody>
                        <a:bodyPr/>
                        <a:lstStyle/>
                        <a:p>
                          <a:pPr marL="0" lvl="0" indent="0" algn="ctr" rtl="0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None/>
                          </a:pPr>
                          <a:r>
                            <a:rPr lang="en" sz="1100">
                              <a:latin typeface="Calibri"/>
                              <a:ea typeface="Calibri"/>
                              <a:cs typeface="Calibri"/>
                              <a:sym typeface="Calibri"/>
                            </a:rPr>
                            <a:t>0</a:t>
                          </a:r>
                          <a:endParaRPr sz="1100">
                            <a:latin typeface="Calibri"/>
                            <a:ea typeface="Calibri"/>
                            <a:cs typeface="Calibri"/>
                            <a:sym typeface="Calibri"/>
                          </a:endParaRPr>
                        </a:p>
                      </a:txBody>
                      <a:tcPr marL="68575" marR="68575" marT="0" marB="0">
                        <a:solidFill>
                          <a:srgbClr val="9CC3E5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lvl="0" indent="0" algn="ctr" rtl="0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None/>
                          </a:pPr>
                          <a:r>
                            <a:rPr lang="en" sz="1100">
                              <a:latin typeface="Calibri"/>
                              <a:ea typeface="Calibri"/>
                              <a:cs typeface="Calibri"/>
                              <a:sym typeface="Calibri"/>
                            </a:rPr>
                            <a:t>0</a:t>
                          </a:r>
                          <a:endParaRPr sz="1100">
                            <a:latin typeface="Calibri"/>
                            <a:ea typeface="Calibri"/>
                            <a:cs typeface="Calibri"/>
                            <a:sym typeface="Calibri"/>
                          </a:endParaRPr>
                        </a:p>
                      </a:txBody>
                      <a:tcPr marL="68575" marR="68575" marT="0" marB="0">
                        <a:solidFill>
                          <a:srgbClr val="00B0F0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lvl="0" indent="0" algn="ctr" rtl="0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None/>
                          </a:pPr>
                          <a:r>
                            <a:rPr lang="en" sz="1100">
                              <a:latin typeface="Calibri"/>
                              <a:ea typeface="Calibri"/>
                              <a:cs typeface="Calibri"/>
                              <a:sym typeface="Calibri"/>
                            </a:rPr>
                            <a:t>1</a:t>
                          </a:r>
                          <a:endParaRPr sz="1100">
                            <a:latin typeface="Calibri"/>
                            <a:ea typeface="Calibri"/>
                            <a:cs typeface="Calibri"/>
                            <a:sym typeface="Calibri"/>
                          </a:endParaRPr>
                        </a:p>
                      </a:txBody>
                      <a:tcPr marL="68575" marR="68575" marT="0" marB="0">
                        <a:solidFill>
                          <a:srgbClr val="00B0F0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lvl="0" indent="0" algn="ctr" rtl="0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None/>
                          </a:pPr>
                          <a:r>
                            <a:rPr lang="en" sz="1100">
                              <a:latin typeface="Calibri"/>
                              <a:ea typeface="Calibri"/>
                              <a:cs typeface="Calibri"/>
                              <a:sym typeface="Calibri"/>
                            </a:rPr>
                            <a:t>0</a:t>
                          </a:r>
                          <a:endParaRPr sz="1100">
                            <a:latin typeface="Calibri"/>
                            <a:ea typeface="Calibri"/>
                            <a:cs typeface="Calibri"/>
                            <a:sym typeface="Calibri"/>
                          </a:endParaRPr>
                        </a:p>
                      </a:txBody>
                      <a:tcPr marL="68575" marR="68575" marT="0" marB="0">
                        <a:solidFill>
                          <a:srgbClr val="00B0F0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lvl="0" indent="0" algn="ctr" rtl="0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None/>
                          </a:pPr>
                          <a:r>
                            <a:rPr lang="en" sz="1100">
                              <a:latin typeface="Calibri"/>
                              <a:ea typeface="Calibri"/>
                              <a:cs typeface="Calibri"/>
                              <a:sym typeface="Calibri"/>
                            </a:rPr>
                            <a:t>1</a:t>
                          </a:r>
                          <a:endParaRPr sz="1100">
                            <a:latin typeface="Calibri"/>
                            <a:ea typeface="Calibri"/>
                            <a:cs typeface="Calibri"/>
                            <a:sym typeface="Calibri"/>
                          </a:endParaRPr>
                        </a:p>
                      </a:txBody>
                      <a:tcPr marL="68575" marR="68575" marT="0" marB="0">
                        <a:solidFill>
                          <a:srgbClr val="00B0F0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lvl="0" indent="0" algn="ctr" rtl="0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None/>
                          </a:pPr>
                          <a:r>
                            <a:rPr lang="en" sz="1100">
                              <a:latin typeface="Calibri"/>
                              <a:ea typeface="Calibri"/>
                              <a:cs typeface="Calibri"/>
                              <a:sym typeface="Calibri"/>
                            </a:rPr>
                            <a:t>0</a:t>
                          </a:r>
                          <a:endParaRPr sz="1100">
                            <a:latin typeface="Calibri"/>
                            <a:ea typeface="Calibri"/>
                            <a:cs typeface="Calibri"/>
                            <a:sym typeface="Calibri"/>
                          </a:endParaRPr>
                        </a:p>
                      </a:txBody>
                      <a:tcPr marL="68575" marR="68575" marT="0" marB="0">
                        <a:solidFill>
                          <a:srgbClr val="0070C0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lvl="0" indent="0" algn="ctr" rtl="0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None/>
                          </a:pPr>
                          <a:r>
                            <a:rPr lang="en" sz="1100">
                              <a:latin typeface="Calibri"/>
                              <a:ea typeface="Calibri"/>
                              <a:cs typeface="Calibri"/>
                              <a:sym typeface="Calibri"/>
                            </a:rPr>
                            <a:t>1</a:t>
                          </a:r>
                          <a:endParaRPr sz="1100">
                            <a:latin typeface="Calibri"/>
                            <a:ea typeface="Calibri"/>
                            <a:cs typeface="Calibri"/>
                            <a:sym typeface="Calibri"/>
                          </a:endParaRPr>
                        </a:p>
                      </a:txBody>
                      <a:tcPr marL="68575" marR="68575" marT="0" marB="0">
                        <a:solidFill>
                          <a:srgbClr val="0070C0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lvl="0" indent="0" algn="ctr" rtl="0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None/>
                          </a:pPr>
                          <a:r>
                            <a:rPr lang="en" sz="1100">
                              <a:latin typeface="Calibri"/>
                              <a:ea typeface="Calibri"/>
                              <a:cs typeface="Calibri"/>
                              <a:sym typeface="Calibri"/>
                            </a:rPr>
                            <a:t>0</a:t>
                          </a:r>
                          <a:endParaRPr sz="1100">
                            <a:latin typeface="Calibri"/>
                            <a:ea typeface="Calibri"/>
                            <a:cs typeface="Calibri"/>
                            <a:sym typeface="Calibri"/>
                          </a:endParaRPr>
                        </a:p>
                      </a:txBody>
                      <a:tcPr marL="68575" marR="68575" marT="0" marB="0">
                        <a:solidFill>
                          <a:srgbClr val="0070C0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lvl="0" indent="0" algn="ctr" rtl="0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None/>
                          </a:pPr>
                          <a:r>
                            <a:rPr lang="en" sz="1100">
                              <a:latin typeface="Calibri"/>
                              <a:ea typeface="Calibri"/>
                              <a:cs typeface="Calibri"/>
                              <a:sym typeface="Calibri"/>
                            </a:rPr>
                            <a:t>0</a:t>
                          </a:r>
                          <a:endParaRPr sz="1100">
                            <a:latin typeface="Calibri"/>
                            <a:ea typeface="Calibri"/>
                            <a:cs typeface="Calibri"/>
                            <a:sym typeface="Calibri"/>
                          </a:endParaRPr>
                        </a:p>
                      </a:txBody>
                      <a:tcPr marL="68575" marR="68575" marT="0" marB="0">
                        <a:solidFill>
                          <a:srgbClr val="0070C0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lvl="0" indent="0" algn="ctr" rtl="0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None/>
                          </a:pPr>
                          <a:r>
                            <a:rPr lang="en" sz="1100">
                              <a:latin typeface="Calibri"/>
                              <a:ea typeface="Calibri"/>
                              <a:cs typeface="Calibri"/>
                              <a:sym typeface="Calibri"/>
                            </a:rPr>
                            <a:t>0</a:t>
                          </a:r>
                          <a:endParaRPr sz="1100">
                            <a:latin typeface="Calibri"/>
                            <a:ea typeface="Calibri"/>
                            <a:cs typeface="Calibri"/>
                            <a:sym typeface="Calibri"/>
                          </a:endParaRPr>
                        </a:p>
                      </a:txBody>
                      <a:tcPr marL="68575" marR="68575" marT="0" marB="0">
                        <a:solidFill>
                          <a:srgbClr val="0070C0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lvl="0" indent="0" algn="ctr" rtl="0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None/>
                          </a:pPr>
                          <a:r>
                            <a:rPr lang="en" sz="1100">
                              <a:latin typeface="Calibri"/>
                              <a:ea typeface="Calibri"/>
                              <a:cs typeface="Calibri"/>
                              <a:sym typeface="Calibri"/>
                            </a:rPr>
                            <a:t>0</a:t>
                          </a:r>
                          <a:endParaRPr sz="1100">
                            <a:latin typeface="Calibri"/>
                            <a:ea typeface="Calibri"/>
                            <a:cs typeface="Calibri"/>
                            <a:sym typeface="Calibri"/>
                          </a:endParaRPr>
                        </a:p>
                      </a:txBody>
                      <a:tcPr marL="68575" marR="68575" marT="0" marB="0">
                        <a:solidFill>
                          <a:srgbClr val="0070C0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11"/>
                      </a:ext>
                    </a:extLst>
                  </a:tr>
                  <a:tr h="186325">
                    <a:tc>
                      <a:txBody>
                        <a:bodyPr/>
                        <a:lstStyle/>
                        <a:p>
                          <a:pPr marL="0" lvl="0" indent="0" algn="ctr" rtl="0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None/>
                          </a:pPr>
                          <a:r>
                            <a:rPr lang="en" sz="1100">
                              <a:latin typeface="Calibri"/>
                              <a:ea typeface="Calibri"/>
                              <a:cs typeface="Calibri"/>
                              <a:sym typeface="Calibri"/>
                            </a:rPr>
                            <a:t>S14</a:t>
                          </a:r>
                          <a:endParaRPr sz="1100">
                            <a:latin typeface="Calibri"/>
                            <a:ea typeface="Calibri"/>
                            <a:cs typeface="Calibri"/>
                            <a:sym typeface="Calibri"/>
                          </a:endParaRPr>
                        </a:p>
                      </a:txBody>
                      <a:tcPr marL="68575" marR="68575" marT="0" marB="0"/>
                    </a:tc>
                    <a:tc>
                      <a:txBody>
                        <a:bodyPr/>
                        <a:lstStyle/>
                        <a:p>
                          <a:pPr marL="0" lvl="0" indent="0" algn="ctr" rtl="0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None/>
                          </a:pPr>
                          <a:r>
                            <a:rPr lang="en" sz="1100">
                              <a:latin typeface="Calibri"/>
                              <a:ea typeface="Calibri"/>
                              <a:cs typeface="Calibri"/>
                              <a:sym typeface="Calibri"/>
                            </a:rPr>
                            <a:t>001001</a:t>
                          </a:r>
                          <a:endParaRPr sz="1100">
                            <a:latin typeface="Calibri"/>
                            <a:ea typeface="Calibri"/>
                            <a:cs typeface="Calibri"/>
                            <a:sym typeface="Calibri"/>
                          </a:endParaRPr>
                        </a:p>
                      </a:txBody>
                      <a:tcPr marL="68575" marR="68575" marT="0" marB="0"/>
                    </a:tc>
                    <a:tc>
                      <a:txBody>
                        <a:bodyPr/>
                        <a:lstStyle/>
                        <a:p>
                          <a:pPr marL="0" lvl="0" indent="0" algn="ctr" rtl="0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None/>
                          </a:pPr>
                          <a:r>
                            <a:rPr lang="en" sz="1100" dirty="0">
                              <a:latin typeface="Calibri"/>
                              <a:ea typeface="Calibri"/>
                              <a:cs typeface="Calibri"/>
                              <a:sym typeface="Calibri"/>
                            </a:rPr>
                            <a:t>1</a:t>
                          </a:r>
                          <a:endParaRPr sz="1100" dirty="0">
                            <a:latin typeface="Calibri"/>
                            <a:ea typeface="Calibri"/>
                            <a:cs typeface="Calibri"/>
                            <a:sym typeface="Calibri"/>
                          </a:endParaRPr>
                        </a:p>
                      </a:txBody>
                      <a:tcPr marL="68575" marR="68575" marT="0" marB="0">
                        <a:solidFill>
                          <a:srgbClr val="FFD965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lvl="0" indent="0" algn="ctr" rtl="0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None/>
                          </a:pPr>
                          <a:r>
                            <a:rPr lang="en" sz="1100">
                              <a:latin typeface="Calibri"/>
                              <a:ea typeface="Calibri"/>
                              <a:cs typeface="Calibri"/>
                              <a:sym typeface="Calibri"/>
                            </a:rPr>
                            <a:t>0</a:t>
                          </a:r>
                          <a:endParaRPr sz="1100">
                            <a:latin typeface="Calibri"/>
                            <a:ea typeface="Calibri"/>
                            <a:cs typeface="Calibri"/>
                            <a:sym typeface="Calibri"/>
                          </a:endParaRPr>
                        </a:p>
                      </a:txBody>
                      <a:tcPr marL="68575" marR="68575" marT="0" marB="0">
                        <a:solidFill>
                          <a:srgbClr val="FFC000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lvl="0" indent="0" algn="ctr" rtl="0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None/>
                          </a:pPr>
                          <a:r>
                            <a:rPr lang="en" sz="1100">
                              <a:latin typeface="Calibri"/>
                              <a:ea typeface="Calibri"/>
                              <a:cs typeface="Calibri"/>
                              <a:sym typeface="Calibri"/>
                            </a:rPr>
                            <a:t>0</a:t>
                          </a:r>
                          <a:endParaRPr sz="1100">
                            <a:latin typeface="Calibri"/>
                            <a:ea typeface="Calibri"/>
                            <a:cs typeface="Calibri"/>
                            <a:sym typeface="Calibri"/>
                          </a:endParaRPr>
                        </a:p>
                      </a:txBody>
                      <a:tcPr marL="68575" marR="68575" marT="0" marB="0">
                        <a:solidFill>
                          <a:srgbClr val="FFC000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lvl="0" indent="0" algn="ctr" rtl="0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None/>
                          </a:pPr>
                          <a:r>
                            <a:rPr lang="en" sz="1100">
                              <a:latin typeface="Calibri"/>
                              <a:ea typeface="Calibri"/>
                              <a:cs typeface="Calibri"/>
                              <a:sym typeface="Calibri"/>
                            </a:rPr>
                            <a:t>0</a:t>
                          </a:r>
                          <a:endParaRPr sz="1100">
                            <a:latin typeface="Calibri"/>
                            <a:ea typeface="Calibri"/>
                            <a:cs typeface="Calibri"/>
                            <a:sym typeface="Calibri"/>
                          </a:endParaRPr>
                        </a:p>
                      </a:txBody>
                      <a:tcPr marL="68575" marR="68575" marT="0" marB="0">
                        <a:solidFill>
                          <a:srgbClr val="FFC000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lvl="0" indent="0" algn="ctr" rtl="0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None/>
                          </a:pPr>
                          <a:r>
                            <a:rPr lang="en" sz="1100">
                              <a:latin typeface="Calibri"/>
                              <a:ea typeface="Calibri"/>
                              <a:cs typeface="Calibri"/>
                              <a:sym typeface="Calibri"/>
                            </a:rPr>
                            <a:t>0</a:t>
                          </a:r>
                          <a:endParaRPr sz="1100">
                            <a:latin typeface="Calibri"/>
                            <a:ea typeface="Calibri"/>
                            <a:cs typeface="Calibri"/>
                            <a:sym typeface="Calibri"/>
                          </a:endParaRPr>
                        </a:p>
                      </a:txBody>
                      <a:tcPr marL="68575" marR="68575" marT="0" marB="0">
                        <a:solidFill>
                          <a:srgbClr val="FFC000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lvl="0" indent="0" algn="ctr" rtl="0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None/>
                          </a:pPr>
                          <a:r>
                            <a:rPr lang="en" sz="1100">
                              <a:latin typeface="Calibri"/>
                              <a:ea typeface="Calibri"/>
                              <a:cs typeface="Calibri"/>
                              <a:sym typeface="Calibri"/>
                            </a:rPr>
                            <a:t>0</a:t>
                          </a:r>
                          <a:endParaRPr sz="1100">
                            <a:latin typeface="Calibri"/>
                            <a:ea typeface="Calibri"/>
                            <a:cs typeface="Calibri"/>
                            <a:sym typeface="Calibri"/>
                          </a:endParaRPr>
                        </a:p>
                      </a:txBody>
                      <a:tcPr marL="68575" marR="68575" marT="0" marB="0">
                        <a:solidFill>
                          <a:srgbClr val="FFC000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lvl="0" indent="0" algn="ctr" rtl="0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None/>
                          </a:pPr>
                          <a:r>
                            <a:rPr lang="en" sz="1100">
                              <a:latin typeface="Calibri"/>
                              <a:ea typeface="Calibri"/>
                              <a:cs typeface="Calibri"/>
                              <a:sym typeface="Calibri"/>
                            </a:rPr>
                            <a:t>1</a:t>
                          </a:r>
                          <a:endParaRPr sz="1100">
                            <a:latin typeface="Calibri"/>
                            <a:ea typeface="Calibri"/>
                            <a:cs typeface="Calibri"/>
                            <a:sym typeface="Calibri"/>
                          </a:endParaRPr>
                        </a:p>
                      </a:txBody>
                      <a:tcPr marL="68575" marR="68575" marT="0" marB="0">
                        <a:solidFill>
                          <a:srgbClr val="FFC000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lvl="0" indent="0" algn="ctr" rtl="0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None/>
                          </a:pPr>
                          <a:r>
                            <a:rPr lang="en" sz="1100">
                              <a:latin typeface="Calibri"/>
                              <a:ea typeface="Calibri"/>
                              <a:cs typeface="Calibri"/>
                              <a:sym typeface="Calibri"/>
                            </a:rPr>
                            <a:t>0</a:t>
                          </a:r>
                          <a:endParaRPr sz="1100">
                            <a:latin typeface="Calibri"/>
                            <a:ea typeface="Calibri"/>
                            <a:cs typeface="Calibri"/>
                            <a:sym typeface="Calibri"/>
                          </a:endParaRPr>
                        </a:p>
                      </a:txBody>
                      <a:tcPr marL="68575" marR="68575" marT="0" marB="0">
                        <a:solidFill>
                          <a:srgbClr val="FFC000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lvl="0" indent="0" algn="ctr" rtl="0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None/>
                          </a:pPr>
                          <a:r>
                            <a:rPr lang="en" sz="1100">
                              <a:latin typeface="Calibri"/>
                              <a:ea typeface="Calibri"/>
                              <a:cs typeface="Calibri"/>
                              <a:sym typeface="Calibri"/>
                            </a:rPr>
                            <a:t>0</a:t>
                          </a:r>
                          <a:endParaRPr sz="1100">
                            <a:latin typeface="Calibri"/>
                            <a:ea typeface="Calibri"/>
                            <a:cs typeface="Calibri"/>
                            <a:sym typeface="Calibri"/>
                          </a:endParaRPr>
                        </a:p>
                      </a:txBody>
                      <a:tcPr marL="68575" marR="68575" marT="0" marB="0">
                        <a:solidFill>
                          <a:srgbClr val="FFC000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lvl="0" indent="0" algn="ctr" rtl="0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None/>
                          </a:pPr>
                          <a:r>
                            <a:rPr lang="en" sz="1100">
                              <a:latin typeface="Calibri"/>
                              <a:ea typeface="Calibri"/>
                              <a:cs typeface="Calibri"/>
                              <a:sym typeface="Calibri"/>
                            </a:rPr>
                            <a:t>0</a:t>
                          </a:r>
                          <a:endParaRPr sz="1100">
                            <a:latin typeface="Calibri"/>
                            <a:ea typeface="Calibri"/>
                            <a:cs typeface="Calibri"/>
                            <a:sym typeface="Calibri"/>
                          </a:endParaRPr>
                        </a:p>
                      </a:txBody>
                      <a:tcPr marL="68575" marR="68575" marT="0" marB="0">
                        <a:solidFill>
                          <a:srgbClr val="FFC000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lvl="0" indent="0" algn="ctr" rtl="0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None/>
                          </a:pPr>
                          <a:r>
                            <a:rPr lang="en" sz="1100">
                              <a:latin typeface="Calibri"/>
                              <a:ea typeface="Calibri"/>
                              <a:cs typeface="Calibri"/>
                              <a:sym typeface="Calibri"/>
                            </a:rPr>
                            <a:t>0</a:t>
                          </a:r>
                          <a:endParaRPr sz="1100">
                            <a:latin typeface="Calibri"/>
                            <a:ea typeface="Calibri"/>
                            <a:cs typeface="Calibri"/>
                            <a:sym typeface="Calibri"/>
                          </a:endParaRPr>
                        </a:p>
                      </a:txBody>
                      <a:tcPr marL="68575" marR="68575" marT="0" marB="0">
                        <a:solidFill>
                          <a:srgbClr val="FFC000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12"/>
                      </a:ext>
                    </a:extLst>
                  </a:tr>
                  <a:tr h="180975">
                    <a:tc>
                      <a:txBody>
                        <a:bodyPr/>
                        <a:lstStyle/>
                        <a:p>
                          <a:pPr marL="0" lvl="0" indent="0" algn="ctr" rtl="0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None/>
                          </a:pPr>
                          <a:r>
                            <a:rPr lang="en" sz="1100">
                              <a:latin typeface="Calibri"/>
                              <a:ea typeface="Calibri"/>
                              <a:cs typeface="Calibri"/>
                              <a:sym typeface="Calibri"/>
                            </a:rPr>
                            <a:t>S5</a:t>
                          </a:r>
                          <a:endParaRPr sz="1100">
                            <a:latin typeface="Calibri"/>
                            <a:ea typeface="Calibri"/>
                            <a:cs typeface="Calibri"/>
                            <a:sym typeface="Calibri"/>
                          </a:endParaRPr>
                        </a:p>
                      </a:txBody>
                      <a:tcPr marL="68575" marR="68575" marT="0" marB="0"/>
                    </a:tc>
                    <a:tc>
                      <a:txBody>
                        <a:bodyPr/>
                        <a:lstStyle/>
                        <a:p>
                          <a:pPr marL="0" lvl="0" indent="0" algn="ctr" rtl="0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None/>
                          </a:pPr>
                          <a:r>
                            <a:rPr lang="en" sz="1100">
                              <a:latin typeface="Calibri"/>
                              <a:ea typeface="Calibri"/>
                              <a:cs typeface="Calibri"/>
                              <a:sym typeface="Calibri"/>
                            </a:rPr>
                            <a:t>001010</a:t>
                          </a:r>
                          <a:endParaRPr sz="1100">
                            <a:latin typeface="Calibri"/>
                            <a:ea typeface="Calibri"/>
                            <a:cs typeface="Calibri"/>
                            <a:sym typeface="Calibri"/>
                          </a:endParaRPr>
                        </a:p>
                      </a:txBody>
                      <a:tcPr marL="68575" marR="68575" marT="0" marB="0"/>
                    </a:tc>
                    <a:tc>
                      <a:txBody>
                        <a:bodyPr/>
                        <a:lstStyle/>
                        <a:p>
                          <a:pPr marL="0" lvl="0" indent="0" algn="ctr" rtl="0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None/>
                          </a:pPr>
                          <a:r>
                            <a:rPr lang="en" sz="1100">
                              <a:latin typeface="Calibri"/>
                              <a:ea typeface="Calibri"/>
                              <a:cs typeface="Calibri"/>
                              <a:sym typeface="Calibri"/>
                            </a:rPr>
                            <a:t>0</a:t>
                          </a:r>
                          <a:endParaRPr sz="1100">
                            <a:latin typeface="Calibri"/>
                            <a:ea typeface="Calibri"/>
                            <a:cs typeface="Calibri"/>
                            <a:sym typeface="Calibri"/>
                          </a:endParaRPr>
                        </a:p>
                      </a:txBody>
                      <a:tcPr marL="68575" marR="68575" marT="0" marB="0">
                        <a:solidFill>
                          <a:srgbClr val="9CC3E5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lvl="0" indent="0" algn="ctr" rtl="0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None/>
                          </a:pPr>
                          <a:r>
                            <a:rPr lang="en" sz="1100">
                              <a:latin typeface="Calibri"/>
                              <a:ea typeface="Calibri"/>
                              <a:cs typeface="Calibri"/>
                              <a:sym typeface="Calibri"/>
                            </a:rPr>
                            <a:t>0</a:t>
                          </a:r>
                          <a:endParaRPr sz="1100">
                            <a:latin typeface="Calibri"/>
                            <a:ea typeface="Calibri"/>
                            <a:cs typeface="Calibri"/>
                            <a:sym typeface="Calibri"/>
                          </a:endParaRPr>
                        </a:p>
                      </a:txBody>
                      <a:tcPr marL="68575" marR="68575" marT="0" marB="0">
                        <a:solidFill>
                          <a:srgbClr val="00B0F0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lvl="0" indent="0" algn="ctr" rtl="0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None/>
                          </a:pPr>
                          <a:r>
                            <a:rPr lang="en" sz="1100">
                              <a:latin typeface="Calibri"/>
                              <a:ea typeface="Calibri"/>
                              <a:cs typeface="Calibri"/>
                              <a:sym typeface="Calibri"/>
                            </a:rPr>
                            <a:t>0</a:t>
                          </a:r>
                          <a:endParaRPr sz="1100">
                            <a:latin typeface="Calibri"/>
                            <a:ea typeface="Calibri"/>
                            <a:cs typeface="Calibri"/>
                            <a:sym typeface="Calibri"/>
                          </a:endParaRPr>
                        </a:p>
                      </a:txBody>
                      <a:tcPr marL="68575" marR="68575" marT="0" marB="0">
                        <a:solidFill>
                          <a:srgbClr val="00B0F0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lvl="0" indent="0" algn="ctr" rtl="0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None/>
                          </a:pPr>
                          <a:r>
                            <a:rPr lang="en" sz="1100">
                              <a:latin typeface="Calibri"/>
                              <a:ea typeface="Calibri"/>
                              <a:cs typeface="Calibri"/>
                              <a:sym typeface="Calibri"/>
                            </a:rPr>
                            <a:t>1</a:t>
                          </a:r>
                          <a:endParaRPr sz="1100">
                            <a:latin typeface="Calibri"/>
                            <a:ea typeface="Calibri"/>
                            <a:cs typeface="Calibri"/>
                            <a:sym typeface="Calibri"/>
                          </a:endParaRPr>
                        </a:p>
                      </a:txBody>
                      <a:tcPr marL="68575" marR="68575" marT="0" marB="0">
                        <a:solidFill>
                          <a:srgbClr val="00B0F0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lvl="0" indent="0" algn="ctr" rtl="0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None/>
                          </a:pPr>
                          <a:r>
                            <a:rPr lang="en" sz="1100">
                              <a:latin typeface="Calibri"/>
                              <a:ea typeface="Calibri"/>
                              <a:cs typeface="Calibri"/>
                              <a:sym typeface="Calibri"/>
                            </a:rPr>
                            <a:t>1</a:t>
                          </a:r>
                          <a:endParaRPr sz="1100">
                            <a:latin typeface="Calibri"/>
                            <a:ea typeface="Calibri"/>
                            <a:cs typeface="Calibri"/>
                            <a:sym typeface="Calibri"/>
                          </a:endParaRPr>
                        </a:p>
                      </a:txBody>
                      <a:tcPr marL="68575" marR="68575" marT="0" marB="0">
                        <a:solidFill>
                          <a:srgbClr val="00B0F0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lvl="0" indent="0" algn="ctr" rtl="0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None/>
                          </a:pPr>
                          <a:r>
                            <a:rPr lang="en" sz="1100">
                              <a:latin typeface="Calibri"/>
                              <a:ea typeface="Calibri"/>
                              <a:cs typeface="Calibri"/>
                              <a:sym typeface="Calibri"/>
                            </a:rPr>
                            <a:t>0</a:t>
                          </a:r>
                          <a:endParaRPr sz="1100">
                            <a:latin typeface="Calibri"/>
                            <a:ea typeface="Calibri"/>
                            <a:cs typeface="Calibri"/>
                            <a:sym typeface="Calibri"/>
                          </a:endParaRPr>
                        </a:p>
                      </a:txBody>
                      <a:tcPr marL="68575" marR="68575" marT="0" marB="0">
                        <a:solidFill>
                          <a:srgbClr val="0070C0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lvl="0" indent="0" algn="ctr" rtl="0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None/>
                          </a:pPr>
                          <a:r>
                            <a:rPr lang="en" sz="1100">
                              <a:latin typeface="Calibri"/>
                              <a:ea typeface="Calibri"/>
                              <a:cs typeface="Calibri"/>
                              <a:sym typeface="Calibri"/>
                            </a:rPr>
                            <a:t>1</a:t>
                          </a:r>
                          <a:endParaRPr sz="1100">
                            <a:latin typeface="Calibri"/>
                            <a:ea typeface="Calibri"/>
                            <a:cs typeface="Calibri"/>
                            <a:sym typeface="Calibri"/>
                          </a:endParaRPr>
                        </a:p>
                      </a:txBody>
                      <a:tcPr marL="68575" marR="68575" marT="0" marB="0">
                        <a:solidFill>
                          <a:srgbClr val="0070C0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lvl="0" indent="0" algn="ctr" rtl="0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None/>
                          </a:pPr>
                          <a:r>
                            <a:rPr lang="en" sz="1100">
                              <a:latin typeface="Calibri"/>
                              <a:ea typeface="Calibri"/>
                              <a:cs typeface="Calibri"/>
                              <a:sym typeface="Calibri"/>
                            </a:rPr>
                            <a:t>0</a:t>
                          </a:r>
                          <a:endParaRPr sz="1100">
                            <a:latin typeface="Calibri"/>
                            <a:ea typeface="Calibri"/>
                            <a:cs typeface="Calibri"/>
                            <a:sym typeface="Calibri"/>
                          </a:endParaRPr>
                        </a:p>
                      </a:txBody>
                      <a:tcPr marL="68575" marR="68575" marT="0" marB="0">
                        <a:solidFill>
                          <a:srgbClr val="0070C0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lvl="0" indent="0" algn="ctr" rtl="0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None/>
                          </a:pPr>
                          <a:r>
                            <a:rPr lang="en" sz="1100">
                              <a:latin typeface="Calibri"/>
                              <a:ea typeface="Calibri"/>
                              <a:cs typeface="Calibri"/>
                              <a:sym typeface="Calibri"/>
                            </a:rPr>
                            <a:t>0</a:t>
                          </a:r>
                          <a:endParaRPr sz="1100">
                            <a:latin typeface="Calibri"/>
                            <a:ea typeface="Calibri"/>
                            <a:cs typeface="Calibri"/>
                            <a:sym typeface="Calibri"/>
                          </a:endParaRPr>
                        </a:p>
                      </a:txBody>
                      <a:tcPr marL="68575" marR="68575" marT="0" marB="0">
                        <a:solidFill>
                          <a:srgbClr val="0070C0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lvl="0" indent="0" algn="ctr" rtl="0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None/>
                          </a:pPr>
                          <a:r>
                            <a:rPr lang="en" sz="1100">
                              <a:latin typeface="Calibri"/>
                              <a:ea typeface="Calibri"/>
                              <a:cs typeface="Calibri"/>
                              <a:sym typeface="Calibri"/>
                            </a:rPr>
                            <a:t>1</a:t>
                          </a:r>
                          <a:endParaRPr sz="1100">
                            <a:latin typeface="Calibri"/>
                            <a:ea typeface="Calibri"/>
                            <a:cs typeface="Calibri"/>
                            <a:sym typeface="Calibri"/>
                          </a:endParaRPr>
                        </a:p>
                      </a:txBody>
                      <a:tcPr marL="68575" marR="68575" marT="0" marB="0">
                        <a:solidFill>
                          <a:srgbClr val="0070C0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lvl="0" indent="0" algn="ctr" rtl="0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None/>
                          </a:pPr>
                          <a:r>
                            <a:rPr lang="en" sz="1100">
                              <a:latin typeface="Calibri"/>
                              <a:ea typeface="Calibri"/>
                              <a:cs typeface="Calibri"/>
                              <a:sym typeface="Calibri"/>
                            </a:rPr>
                            <a:t>0</a:t>
                          </a:r>
                          <a:endParaRPr sz="1100">
                            <a:latin typeface="Calibri"/>
                            <a:ea typeface="Calibri"/>
                            <a:cs typeface="Calibri"/>
                            <a:sym typeface="Calibri"/>
                          </a:endParaRPr>
                        </a:p>
                      </a:txBody>
                      <a:tcPr marL="68575" marR="68575" marT="0" marB="0">
                        <a:solidFill>
                          <a:srgbClr val="0070C0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13"/>
                      </a:ext>
                    </a:extLst>
                  </a:tr>
                  <a:tr h="186325">
                    <a:tc>
                      <a:txBody>
                        <a:bodyPr/>
                        <a:lstStyle/>
                        <a:p>
                          <a:pPr marL="0" lvl="0" indent="0" algn="ctr" rtl="0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None/>
                          </a:pPr>
                          <a:r>
                            <a:rPr lang="en" sz="1100">
                              <a:latin typeface="Calibri"/>
                              <a:ea typeface="Calibri"/>
                              <a:cs typeface="Calibri"/>
                              <a:sym typeface="Calibri"/>
                            </a:rPr>
                            <a:t>S10</a:t>
                          </a:r>
                          <a:endParaRPr sz="1100">
                            <a:latin typeface="Calibri"/>
                            <a:ea typeface="Calibri"/>
                            <a:cs typeface="Calibri"/>
                            <a:sym typeface="Calibri"/>
                          </a:endParaRPr>
                        </a:p>
                      </a:txBody>
                      <a:tcPr marL="68575" marR="68575" marT="0" marB="0"/>
                    </a:tc>
                    <a:tc>
                      <a:txBody>
                        <a:bodyPr/>
                        <a:lstStyle/>
                        <a:p>
                          <a:pPr marL="0" lvl="0" indent="0" algn="ctr" rtl="0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None/>
                          </a:pPr>
                          <a:r>
                            <a:rPr lang="en" sz="1100">
                              <a:latin typeface="Calibri"/>
                              <a:ea typeface="Calibri"/>
                              <a:cs typeface="Calibri"/>
                              <a:sym typeface="Calibri"/>
                            </a:rPr>
                            <a:t>001011</a:t>
                          </a:r>
                          <a:endParaRPr sz="1100">
                            <a:latin typeface="Calibri"/>
                            <a:ea typeface="Calibri"/>
                            <a:cs typeface="Calibri"/>
                            <a:sym typeface="Calibri"/>
                          </a:endParaRPr>
                        </a:p>
                      </a:txBody>
                      <a:tcPr marL="68575" marR="68575" marT="0" marB="0"/>
                    </a:tc>
                    <a:tc>
                      <a:txBody>
                        <a:bodyPr/>
                        <a:lstStyle/>
                        <a:p>
                          <a:pPr marL="0" lvl="0" indent="0" algn="ctr" rtl="0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None/>
                          </a:pPr>
                          <a:r>
                            <a:rPr lang="en" sz="1100">
                              <a:latin typeface="Calibri"/>
                              <a:ea typeface="Calibri"/>
                              <a:cs typeface="Calibri"/>
                              <a:sym typeface="Calibri"/>
                            </a:rPr>
                            <a:t>0</a:t>
                          </a:r>
                          <a:endParaRPr sz="1100">
                            <a:latin typeface="Calibri"/>
                            <a:ea typeface="Calibri"/>
                            <a:cs typeface="Calibri"/>
                            <a:sym typeface="Calibri"/>
                          </a:endParaRPr>
                        </a:p>
                      </a:txBody>
                      <a:tcPr marL="68575" marR="68575" marT="0" marB="0">
                        <a:solidFill>
                          <a:srgbClr val="9CC3E5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lvl="0" indent="0" algn="ctr" rtl="0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None/>
                          </a:pPr>
                          <a:r>
                            <a:rPr lang="en" sz="1100">
                              <a:latin typeface="Calibri"/>
                              <a:ea typeface="Calibri"/>
                              <a:cs typeface="Calibri"/>
                              <a:sym typeface="Calibri"/>
                            </a:rPr>
                            <a:t>0</a:t>
                          </a:r>
                          <a:endParaRPr sz="1100">
                            <a:latin typeface="Calibri"/>
                            <a:ea typeface="Calibri"/>
                            <a:cs typeface="Calibri"/>
                            <a:sym typeface="Calibri"/>
                          </a:endParaRPr>
                        </a:p>
                      </a:txBody>
                      <a:tcPr marL="68575" marR="68575" marT="0" marB="0">
                        <a:solidFill>
                          <a:srgbClr val="00B0F0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lvl="0" indent="0" algn="ctr" rtl="0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None/>
                          </a:pPr>
                          <a:r>
                            <a:rPr lang="en" sz="1100">
                              <a:latin typeface="Calibri"/>
                              <a:ea typeface="Calibri"/>
                              <a:cs typeface="Calibri"/>
                              <a:sym typeface="Calibri"/>
                            </a:rPr>
                            <a:t>1</a:t>
                          </a:r>
                          <a:endParaRPr sz="1100">
                            <a:latin typeface="Calibri"/>
                            <a:ea typeface="Calibri"/>
                            <a:cs typeface="Calibri"/>
                            <a:sym typeface="Calibri"/>
                          </a:endParaRPr>
                        </a:p>
                      </a:txBody>
                      <a:tcPr marL="68575" marR="68575" marT="0" marB="0">
                        <a:solidFill>
                          <a:srgbClr val="00B0F0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lvl="0" indent="0" algn="ctr" rtl="0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None/>
                          </a:pPr>
                          <a:r>
                            <a:rPr lang="en" sz="1100">
                              <a:latin typeface="Calibri"/>
                              <a:ea typeface="Calibri"/>
                              <a:cs typeface="Calibri"/>
                              <a:sym typeface="Calibri"/>
                            </a:rPr>
                            <a:t>1</a:t>
                          </a:r>
                          <a:endParaRPr sz="1100">
                            <a:latin typeface="Calibri"/>
                            <a:ea typeface="Calibri"/>
                            <a:cs typeface="Calibri"/>
                            <a:sym typeface="Calibri"/>
                          </a:endParaRPr>
                        </a:p>
                      </a:txBody>
                      <a:tcPr marL="68575" marR="68575" marT="0" marB="0">
                        <a:solidFill>
                          <a:srgbClr val="00B0F0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lvl="0" indent="0" algn="ctr" rtl="0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None/>
                          </a:pPr>
                          <a:r>
                            <a:rPr lang="en" sz="1100">
                              <a:latin typeface="Calibri"/>
                              <a:ea typeface="Calibri"/>
                              <a:cs typeface="Calibri"/>
                              <a:sym typeface="Calibri"/>
                            </a:rPr>
                            <a:t>1</a:t>
                          </a:r>
                          <a:endParaRPr sz="1100">
                            <a:latin typeface="Calibri"/>
                            <a:ea typeface="Calibri"/>
                            <a:cs typeface="Calibri"/>
                            <a:sym typeface="Calibri"/>
                          </a:endParaRPr>
                        </a:p>
                      </a:txBody>
                      <a:tcPr marL="68575" marR="68575" marT="0" marB="0">
                        <a:solidFill>
                          <a:srgbClr val="00B0F0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lvl="0" indent="0" algn="ctr" rtl="0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None/>
                          </a:pPr>
                          <a:r>
                            <a:rPr lang="en" sz="1100">
                              <a:latin typeface="Calibri"/>
                              <a:ea typeface="Calibri"/>
                              <a:cs typeface="Calibri"/>
                              <a:sym typeface="Calibri"/>
                            </a:rPr>
                            <a:t>0</a:t>
                          </a:r>
                          <a:endParaRPr sz="1100">
                            <a:latin typeface="Calibri"/>
                            <a:ea typeface="Calibri"/>
                            <a:cs typeface="Calibri"/>
                            <a:sym typeface="Calibri"/>
                          </a:endParaRPr>
                        </a:p>
                      </a:txBody>
                      <a:tcPr marL="68575" marR="68575" marT="0" marB="0">
                        <a:solidFill>
                          <a:srgbClr val="0070C0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lvl="0" indent="0" algn="ctr" rtl="0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None/>
                          </a:pPr>
                          <a:r>
                            <a:rPr lang="en" sz="1100">
                              <a:latin typeface="Calibri"/>
                              <a:ea typeface="Calibri"/>
                              <a:cs typeface="Calibri"/>
                              <a:sym typeface="Calibri"/>
                            </a:rPr>
                            <a:t>1</a:t>
                          </a:r>
                          <a:endParaRPr sz="1100">
                            <a:latin typeface="Calibri"/>
                            <a:ea typeface="Calibri"/>
                            <a:cs typeface="Calibri"/>
                            <a:sym typeface="Calibri"/>
                          </a:endParaRPr>
                        </a:p>
                      </a:txBody>
                      <a:tcPr marL="68575" marR="68575" marT="0" marB="0">
                        <a:solidFill>
                          <a:srgbClr val="0070C0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lvl="0" indent="0" algn="ctr" rtl="0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None/>
                          </a:pPr>
                          <a:r>
                            <a:rPr lang="en" sz="1100">
                              <a:latin typeface="Calibri"/>
                              <a:ea typeface="Calibri"/>
                              <a:cs typeface="Calibri"/>
                              <a:sym typeface="Calibri"/>
                            </a:rPr>
                            <a:t>0</a:t>
                          </a:r>
                          <a:endParaRPr sz="1100">
                            <a:latin typeface="Calibri"/>
                            <a:ea typeface="Calibri"/>
                            <a:cs typeface="Calibri"/>
                            <a:sym typeface="Calibri"/>
                          </a:endParaRPr>
                        </a:p>
                      </a:txBody>
                      <a:tcPr marL="68575" marR="68575" marT="0" marB="0">
                        <a:solidFill>
                          <a:srgbClr val="0070C0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lvl="0" indent="0" algn="ctr" rtl="0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None/>
                          </a:pPr>
                          <a:r>
                            <a:rPr lang="en" sz="1100">
                              <a:latin typeface="Calibri"/>
                              <a:ea typeface="Calibri"/>
                              <a:cs typeface="Calibri"/>
                              <a:sym typeface="Calibri"/>
                            </a:rPr>
                            <a:t>0</a:t>
                          </a:r>
                          <a:endParaRPr sz="1100">
                            <a:latin typeface="Calibri"/>
                            <a:ea typeface="Calibri"/>
                            <a:cs typeface="Calibri"/>
                            <a:sym typeface="Calibri"/>
                          </a:endParaRPr>
                        </a:p>
                      </a:txBody>
                      <a:tcPr marL="68575" marR="68575" marT="0" marB="0">
                        <a:solidFill>
                          <a:srgbClr val="0070C0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lvl="0" indent="0" algn="ctr" rtl="0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None/>
                          </a:pPr>
                          <a:r>
                            <a:rPr lang="en" sz="1100">
                              <a:latin typeface="Calibri"/>
                              <a:ea typeface="Calibri"/>
                              <a:cs typeface="Calibri"/>
                              <a:sym typeface="Calibri"/>
                            </a:rPr>
                            <a:t>1</a:t>
                          </a:r>
                          <a:endParaRPr sz="1100">
                            <a:latin typeface="Calibri"/>
                            <a:ea typeface="Calibri"/>
                            <a:cs typeface="Calibri"/>
                            <a:sym typeface="Calibri"/>
                          </a:endParaRPr>
                        </a:p>
                      </a:txBody>
                      <a:tcPr marL="68575" marR="68575" marT="0" marB="0">
                        <a:solidFill>
                          <a:srgbClr val="0070C0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lvl="0" indent="0" algn="ctr" rtl="0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None/>
                          </a:pPr>
                          <a:r>
                            <a:rPr lang="en" sz="1100">
                              <a:latin typeface="Calibri"/>
                              <a:ea typeface="Calibri"/>
                              <a:cs typeface="Calibri"/>
                              <a:sym typeface="Calibri"/>
                            </a:rPr>
                            <a:t>1</a:t>
                          </a:r>
                          <a:endParaRPr sz="1100">
                            <a:latin typeface="Calibri"/>
                            <a:ea typeface="Calibri"/>
                            <a:cs typeface="Calibri"/>
                            <a:sym typeface="Calibri"/>
                          </a:endParaRPr>
                        </a:p>
                      </a:txBody>
                      <a:tcPr marL="68575" marR="68575" marT="0" marB="0">
                        <a:solidFill>
                          <a:srgbClr val="0070C0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14"/>
                      </a:ext>
                    </a:extLst>
                  </a:tr>
                  <a:tr h="180975">
                    <a:tc>
                      <a:txBody>
                        <a:bodyPr/>
                        <a:lstStyle/>
                        <a:p>
                          <a:pPr marL="0" lvl="0" indent="0" algn="ctr" rtl="0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None/>
                          </a:pPr>
                          <a:r>
                            <a:rPr lang="en" sz="1100">
                              <a:latin typeface="Calibri"/>
                              <a:ea typeface="Calibri"/>
                              <a:cs typeface="Calibri"/>
                              <a:sym typeface="Calibri"/>
                            </a:rPr>
                            <a:t>S18</a:t>
                          </a:r>
                          <a:endParaRPr sz="1100">
                            <a:latin typeface="Calibri"/>
                            <a:ea typeface="Calibri"/>
                            <a:cs typeface="Calibri"/>
                            <a:sym typeface="Calibri"/>
                          </a:endParaRPr>
                        </a:p>
                      </a:txBody>
                      <a:tcPr marL="68575" marR="68575" marT="0" marB="0"/>
                    </a:tc>
                    <a:tc>
                      <a:txBody>
                        <a:bodyPr/>
                        <a:lstStyle/>
                        <a:p>
                          <a:pPr marL="0" lvl="0" indent="0" algn="ctr" rtl="0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None/>
                          </a:pPr>
                          <a:r>
                            <a:rPr lang="en" sz="1100">
                              <a:latin typeface="Calibri"/>
                              <a:ea typeface="Calibri"/>
                              <a:cs typeface="Calibri"/>
                              <a:sym typeface="Calibri"/>
                            </a:rPr>
                            <a:t>001100</a:t>
                          </a:r>
                          <a:endParaRPr sz="1100">
                            <a:latin typeface="Calibri"/>
                            <a:ea typeface="Calibri"/>
                            <a:cs typeface="Calibri"/>
                            <a:sym typeface="Calibri"/>
                          </a:endParaRPr>
                        </a:p>
                      </a:txBody>
                      <a:tcPr marL="68575" marR="68575" marT="0" marB="0"/>
                    </a:tc>
                    <a:tc>
                      <a:txBody>
                        <a:bodyPr/>
                        <a:lstStyle/>
                        <a:p>
                          <a:pPr marL="0" lvl="0" indent="0" algn="ctr" rtl="0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None/>
                          </a:pPr>
                          <a:r>
                            <a:rPr lang="en" sz="1100">
                              <a:latin typeface="Calibri"/>
                              <a:ea typeface="Calibri"/>
                              <a:cs typeface="Calibri"/>
                              <a:sym typeface="Calibri"/>
                            </a:rPr>
                            <a:t>0</a:t>
                          </a:r>
                          <a:endParaRPr sz="1100">
                            <a:latin typeface="Calibri"/>
                            <a:ea typeface="Calibri"/>
                            <a:cs typeface="Calibri"/>
                            <a:sym typeface="Calibri"/>
                          </a:endParaRPr>
                        </a:p>
                      </a:txBody>
                      <a:tcPr marL="68575" marR="68575" marT="0" marB="0">
                        <a:solidFill>
                          <a:srgbClr val="9CC3E5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lvl="0" indent="0" algn="ctr" rtl="0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None/>
                          </a:pPr>
                          <a:r>
                            <a:rPr lang="en" sz="1100">
                              <a:latin typeface="Calibri"/>
                              <a:ea typeface="Calibri"/>
                              <a:cs typeface="Calibri"/>
                              <a:sym typeface="Calibri"/>
                            </a:rPr>
                            <a:t>1</a:t>
                          </a:r>
                          <a:endParaRPr sz="1100">
                            <a:latin typeface="Calibri"/>
                            <a:ea typeface="Calibri"/>
                            <a:cs typeface="Calibri"/>
                            <a:sym typeface="Calibri"/>
                          </a:endParaRPr>
                        </a:p>
                      </a:txBody>
                      <a:tcPr marL="68575" marR="68575" marT="0" marB="0">
                        <a:solidFill>
                          <a:srgbClr val="00B0F0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lvl="0" indent="0" algn="ctr" rtl="0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None/>
                          </a:pPr>
                          <a:r>
                            <a:rPr lang="en" sz="1100">
                              <a:latin typeface="Calibri"/>
                              <a:ea typeface="Calibri"/>
                              <a:cs typeface="Calibri"/>
                              <a:sym typeface="Calibri"/>
                            </a:rPr>
                            <a:t>0</a:t>
                          </a:r>
                          <a:endParaRPr sz="1100">
                            <a:latin typeface="Calibri"/>
                            <a:ea typeface="Calibri"/>
                            <a:cs typeface="Calibri"/>
                            <a:sym typeface="Calibri"/>
                          </a:endParaRPr>
                        </a:p>
                      </a:txBody>
                      <a:tcPr marL="68575" marR="68575" marT="0" marB="0">
                        <a:solidFill>
                          <a:srgbClr val="00B0F0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lvl="0" indent="0" algn="ctr" rtl="0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None/>
                          </a:pPr>
                          <a:r>
                            <a:rPr lang="en" sz="1100">
                              <a:latin typeface="Calibri"/>
                              <a:ea typeface="Calibri"/>
                              <a:cs typeface="Calibri"/>
                              <a:sym typeface="Calibri"/>
                            </a:rPr>
                            <a:t>0</a:t>
                          </a:r>
                          <a:endParaRPr sz="1100">
                            <a:latin typeface="Calibri"/>
                            <a:ea typeface="Calibri"/>
                            <a:cs typeface="Calibri"/>
                            <a:sym typeface="Calibri"/>
                          </a:endParaRPr>
                        </a:p>
                      </a:txBody>
                      <a:tcPr marL="68575" marR="68575" marT="0" marB="0">
                        <a:solidFill>
                          <a:srgbClr val="00B0F0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lvl="0" indent="0" algn="ctr" rtl="0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None/>
                          </a:pPr>
                          <a:r>
                            <a:rPr lang="en" sz="1100">
                              <a:latin typeface="Calibri"/>
                              <a:ea typeface="Calibri"/>
                              <a:cs typeface="Calibri"/>
                              <a:sym typeface="Calibri"/>
                            </a:rPr>
                            <a:t>0</a:t>
                          </a:r>
                          <a:endParaRPr sz="1100">
                            <a:latin typeface="Calibri"/>
                            <a:ea typeface="Calibri"/>
                            <a:cs typeface="Calibri"/>
                            <a:sym typeface="Calibri"/>
                          </a:endParaRPr>
                        </a:p>
                      </a:txBody>
                      <a:tcPr marL="68575" marR="68575" marT="0" marB="0">
                        <a:solidFill>
                          <a:srgbClr val="00B0F0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lvl="0" indent="0" algn="ctr" rtl="0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None/>
                          </a:pPr>
                          <a:r>
                            <a:rPr lang="en" sz="1100">
                              <a:latin typeface="Calibri"/>
                              <a:ea typeface="Calibri"/>
                              <a:cs typeface="Calibri"/>
                              <a:sym typeface="Calibri"/>
                            </a:rPr>
                            <a:t>0</a:t>
                          </a:r>
                          <a:endParaRPr sz="1100">
                            <a:latin typeface="Calibri"/>
                            <a:ea typeface="Calibri"/>
                            <a:cs typeface="Calibri"/>
                            <a:sym typeface="Calibri"/>
                          </a:endParaRPr>
                        </a:p>
                      </a:txBody>
                      <a:tcPr marL="68575" marR="68575" marT="0" marB="0">
                        <a:solidFill>
                          <a:srgbClr val="0070C0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lvl="0" indent="0" algn="ctr" rtl="0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None/>
                          </a:pPr>
                          <a:r>
                            <a:rPr lang="en" sz="1100">
                              <a:latin typeface="Calibri"/>
                              <a:ea typeface="Calibri"/>
                              <a:cs typeface="Calibri"/>
                              <a:sym typeface="Calibri"/>
                            </a:rPr>
                            <a:t>1</a:t>
                          </a:r>
                          <a:endParaRPr sz="1100">
                            <a:latin typeface="Calibri"/>
                            <a:ea typeface="Calibri"/>
                            <a:cs typeface="Calibri"/>
                            <a:sym typeface="Calibri"/>
                          </a:endParaRPr>
                        </a:p>
                      </a:txBody>
                      <a:tcPr marL="68575" marR="68575" marT="0" marB="0">
                        <a:solidFill>
                          <a:srgbClr val="0070C0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lvl="0" indent="0" algn="ctr" rtl="0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None/>
                          </a:pPr>
                          <a:r>
                            <a:rPr lang="en" sz="1100">
                              <a:latin typeface="Calibri"/>
                              <a:ea typeface="Calibri"/>
                              <a:cs typeface="Calibri"/>
                              <a:sym typeface="Calibri"/>
                            </a:rPr>
                            <a:t>0</a:t>
                          </a:r>
                          <a:endParaRPr sz="1100">
                            <a:latin typeface="Calibri"/>
                            <a:ea typeface="Calibri"/>
                            <a:cs typeface="Calibri"/>
                            <a:sym typeface="Calibri"/>
                          </a:endParaRPr>
                        </a:p>
                      </a:txBody>
                      <a:tcPr marL="68575" marR="68575" marT="0" marB="0">
                        <a:solidFill>
                          <a:srgbClr val="0070C0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lvl="0" indent="0" algn="ctr" rtl="0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None/>
                          </a:pPr>
                          <a:r>
                            <a:rPr lang="en" sz="1100">
                              <a:latin typeface="Calibri"/>
                              <a:ea typeface="Calibri"/>
                              <a:cs typeface="Calibri"/>
                              <a:sym typeface="Calibri"/>
                            </a:rPr>
                            <a:t>1</a:t>
                          </a:r>
                          <a:endParaRPr sz="1100">
                            <a:latin typeface="Calibri"/>
                            <a:ea typeface="Calibri"/>
                            <a:cs typeface="Calibri"/>
                            <a:sym typeface="Calibri"/>
                          </a:endParaRPr>
                        </a:p>
                      </a:txBody>
                      <a:tcPr marL="68575" marR="68575" marT="0" marB="0">
                        <a:solidFill>
                          <a:srgbClr val="0070C0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lvl="0" indent="0" algn="ctr" rtl="0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None/>
                          </a:pPr>
                          <a:r>
                            <a:rPr lang="en" sz="1100">
                              <a:latin typeface="Calibri"/>
                              <a:ea typeface="Calibri"/>
                              <a:cs typeface="Calibri"/>
                              <a:sym typeface="Calibri"/>
                            </a:rPr>
                            <a:t>0</a:t>
                          </a:r>
                          <a:endParaRPr sz="1100">
                            <a:latin typeface="Calibri"/>
                            <a:ea typeface="Calibri"/>
                            <a:cs typeface="Calibri"/>
                            <a:sym typeface="Calibri"/>
                          </a:endParaRPr>
                        </a:p>
                      </a:txBody>
                      <a:tcPr marL="68575" marR="68575" marT="0" marB="0">
                        <a:solidFill>
                          <a:srgbClr val="0070C0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lvl="0" indent="0" algn="ctr" rtl="0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None/>
                          </a:pPr>
                          <a:r>
                            <a:rPr lang="en" sz="1100">
                              <a:latin typeface="Calibri"/>
                              <a:ea typeface="Calibri"/>
                              <a:cs typeface="Calibri"/>
                              <a:sym typeface="Calibri"/>
                            </a:rPr>
                            <a:t>0</a:t>
                          </a:r>
                          <a:endParaRPr sz="1100">
                            <a:latin typeface="Calibri"/>
                            <a:ea typeface="Calibri"/>
                            <a:cs typeface="Calibri"/>
                            <a:sym typeface="Calibri"/>
                          </a:endParaRPr>
                        </a:p>
                      </a:txBody>
                      <a:tcPr marL="68575" marR="68575" marT="0" marB="0">
                        <a:solidFill>
                          <a:srgbClr val="0070C0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15"/>
                      </a:ext>
                    </a:extLst>
                  </a:tr>
                  <a:tr h="186325">
                    <a:tc>
                      <a:txBody>
                        <a:bodyPr/>
                        <a:lstStyle/>
                        <a:p>
                          <a:pPr marL="0" lvl="0" indent="0" algn="ctr" rtl="0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None/>
                          </a:pPr>
                          <a:r>
                            <a:rPr lang="en" sz="1100">
                              <a:latin typeface="Calibri"/>
                              <a:ea typeface="Calibri"/>
                              <a:cs typeface="Calibri"/>
                              <a:sym typeface="Calibri"/>
                            </a:rPr>
                            <a:t>S20</a:t>
                          </a:r>
                          <a:endParaRPr sz="1100">
                            <a:latin typeface="Calibri"/>
                            <a:ea typeface="Calibri"/>
                            <a:cs typeface="Calibri"/>
                            <a:sym typeface="Calibri"/>
                          </a:endParaRPr>
                        </a:p>
                      </a:txBody>
                      <a:tcPr marL="68575" marR="68575" marT="0" marB="0"/>
                    </a:tc>
                    <a:tc>
                      <a:txBody>
                        <a:bodyPr/>
                        <a:lstStyle/>
                        <a:p>
                          <a:pPr marL="0" lvl="0" indent="0" algn="ctr" rtl="0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None/>
                          </a:pPr>
                          <a:r>
                            <a:rPr lang="en" sz="1100">
                              <a:latin typeface="Calibri"/>
                              <a:ea typeface="Calibri"/>
                              <a:cs typeface="Calibri"/>
                              <a:sym typeface="Calibri"/>
                            </a:rPr>
                            <a:t>001101</a:t>
                          </a:r>
                          <a:endParaRPr sz="1100">
                            <a:latin typeface="Calibri"/>
                            <a:ea typeface="Calibri"/>
                            <a:cs typeface="Calibri"/>
                            <a:sym typeface="Calibri"/>
                          </a:endParaRPr>
                        </a:p>
                      </a:txBody>
                      <a:tcPr marL="68575" marR="68575" marT="0" marB="0"/>
                    </a:tc>
                    <a:tc>
                      <a:txBody>
                        <a:bodyPr/>
                        <a:lstStyle/>
                        <a:p>
                          <a:pPr marL="0" lvl="0" indent="0" algn="ctr" rtl="0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None/>
                          </a:pPr>
                          <a:r>
                            <a:rPr lang="en" sz="1100">
                              <a:latin typeface="Calibri"/>
                              <a:ea typeface="Calibri"/>
                              <a:cs typeface="Calibri"/>
                              <a:sym typeface="Calibri"/>
                            </a:rPr>
                            <a:t>0</a:t>
                          </a:r>
                          <a:endParaRPr sz="1100">
                            <a:latin typeface="Calibri"/>
                            <a:ea typeface="Calibri"/>
                            <a:cs typeface="Calibri"/>
                            <a:sym typeface="Calibri"/>
                          </a:endParaRPr>
                        </a:p>
                      </a:txBody>
                      <a:tcPr marL="68575" marR="68575" marT="0" marB="0">
                        <a:solidFill>
                          <a:srgbClr val="9CC3E5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lvl="0" indent="0" algn="ctr" rtl="0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None/>
                          </a:pPr>
                          <a:r>
                            <a:rPr lang="en" sz="1100">
                              <a:latin typeface="Calibri"/>
                              <a:ea typeface="Calibri"/>
                              <a:cs typeface="Calibri"/>
                              <a:sym typeface="Calibri"/>
                            </a:rPr>
                            <a:t>1</a:t>
                          </a:r>
                          <a:endParaRPr sz="1100">
                            <a:latin typeface="Calibri"/>
                            <a:ea typeface="Calibri"/>
                            <a:cs typeface="Calibri"/>
                            <a:sym typeface="Calibri"/>
                          </a:endParaRPr>
                        </a:p>
                      </a:txBody>
                      <a:tcPr marL="68575" marR="68575" marT="0" marB="0">
                        <a:solidFill>
                          <a:srgbClr val="00B0F0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lvl="0" indent="0" algn="ctr" rtl="0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None/>
                          </a:pPr>
                          <a:r>
                            <a:rPr lang="en" sz="1100">
                              <a:latin typeface="Calibri"/>
                              <a:ea typeface="Calibri"/>
                              <a:cs typeface="Calibri"/>
                              <a:sym typeface="Calibri"/>
                            </a:rPr>
                            <a:t>0</a:t>
                          </a:r>
                          <a:endParaRPr sz="1100">
                            <a:latin typeface="Calibri"/>
                            <a:ea typeface="Calibri"/>
                            <a:cs typeface="Calibri"/>
                            <a:sym typeface="Calibri"/>
                          </a:endParaRPr>
                        </a:p>
                      </a:txBody>
                      <a:tcPr marL="68575" marR="68575" marT="0" marB="0">
                        <a:solidFill>
                          <a:srgbClr val="00B0F0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lvl="0" indent="0" algn="ctr" rtl="0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None/>
                          </a:pPr>
                          <a:r>
                            <a:rPr lang="en" sz="1100">
                              <a:latin typeface="Calibri"/>
                              <a:ea typeface="Calibri"/>
                              <a:cs typeface="Calibri"/>
                              <a:sym typeface="Calibri"/>
                            </a:rPr>
                            <a:t>0</a:t>
                          </a:r>
                          <a:endParaRPr sz="1100">
                            <a:latin typeface="Calibri"/>
                            <a:ea typeface="Calibri"/>
                            <a:cs typeface="Calibri"/>
                            <a:sym typeface="Calibri"/>
                          </a:endParaRPr>
                        </a:p>
                      </a:txBody>
                      <a:tcPr marL="68575" marR="68575" marT="0" marB="0">
                        <a:solidFill>
                          <a:srgbClr val="00B0F0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lvl="0" indent="0" algn="ctr" rtl="0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None/>
                          </a:pPr>
                          <a:r>
                            <a:rPr lang="en" sz="1100">
                              <a:latin typeface="Calibri"/>
                              <a:ea typeface="Calibri"/>
                              <a:cs typeface="Calibri"/>
                              <a:sym typeface="Calibri"/>
                            </a:rPr>
                            <a:t>1</a:t>
                          </a:r>
                          <a:endParaRPr sz="1100">
                            <a:latin typeface="Calibri"/>
                            <a:ea typeface="Calibri"/>
                            <a:cs typeface="Calibri"/>
                            <a:sym typeface="Calibri"/>
                          </a:endParaRPr>
                        </a:p>
                      </a:txBody>
                      <a:tcPr marL="68575" marR="68575" marT="0" marB="0">
                        <a:solidFill>
                          <a:srgbClr val="00B0F0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lvl="0" indent="0" algn="ctr" rtl="0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None/>
                          </a:pPr>
                          <a:r>
                            <a:rPr lang="en" sz="1100">
                              <a:latin typeface="Calibri"/>
                              <a:ea typeface="Calibri"/>
                              <a:cs typeface="Calibri"/>
                              <a:sym typeface="Calibri"/>
                            </a:rPr>
                            <a:t>0</a:t>
                          </a:r>
                          <a:endParaRPr sz="1100">
                            <a:latin typeface="Calibri"/>
                            <a:ea typeface="Calibri"/>
                            <a:cs typeface="Calibri"/>
                            <a:sym typeface="Calibri"/>
                          </a:endParaRPr>
                        </a:p>
                      </a:txBody>
                      <a:tcPr marL="68575" marR="68575" marT="0" marB="0">
                        <a:solidFill>
                          <a:srgbClr val="0070C0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lvl="0" indent="0" algn="ctr" rtl="0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None/>
                          </a:pPr>
                          <a:r>
                            <a:rPr lang="en" sz="1100">
                              <a:latin typeface="Calibri"/>
                              <a:ea typeface="Calibri"/>
                              <a:cs typeface="Calibri"/>
                              <a:sym typeface="Calibri"/>
                            </a:rPr>
                            <a:t>1</a:t>
                          </a:r>
                          <a:endParaRPr sz="1100">
                            <a:latin typeface="Calibri"/>
                            <a:ea typeface="Calibri"/>
                            <a:cs typeface="Calibri"/>
                            <a:sym typeface="Calibri"/>
                          </a:endParaRPr>
                        </a:p>
                      </a:txBody>
                      <a:tcPr marL="68575" marR="68575" marT="0" marB="0">
                        <a:solidFill>
                          <a:srgbClr val="0070C0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lvl="0" indent="0" algn="ctr" rtl="0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None/>
                          </a:pPr>
                          <a:r>
                            <a:rPr lang="en" sz="1100">
                              <a:latin typeface="Calibri"/>
                              <a:ea typeface="Calibri"/>
                              <a:cs typeface="Calibri"/>
                              <a:sym typeface="Calibri"/>
                            </a:rPr>
                            <a:t>0</a:t>
                          </a:r>
                          <a:endParaRPr sz="1100">
                            <a:latin typeface="Calibri"/>
                            <a:ea typeface="Calibri"/>
                            <a:cs typeface="Calibri"/>
                            <a:sym typeface="Calibri"/>
                          </a:endParaRPr>
                        </a:p>
                      </a:txBody>
                      <a:tcPr marL="68575" marR="68575" marT="0" marB="0">
                        <a:solidFill>
                          <a:srgbClr val="0070C0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lvl="0" indent="0" algn="ctr" rtl="0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None/>
                          </a:pPr>
                          <a:r>
                            <a:rPr lang="en" sz="1100">
                              <a:latin typeface="Calibri"/>
                              <a:ea typeface="Calibri"/>
                              <a:cs typeface="Calibri"/>
                              <a:sym typeface="Calibri"/>
                            </a:rPr>
                            <a:t>1</a:t>
                          </a:r>
                          <a:endParaRPr sz="1100">
                            <a:latin typeface="Calibri"/>
                            <a:ea typeface="Calibri"/>
                            <a:cs typeface="Calibri"/>
                            <a:sym typeface="Calibri"/>
                          </a:endParaRPr>
                        </a:p>
                      </a:txBody>
                      <a:tcPr marL="68575" marR="68575" marT="0" marB="0">
                        <a:solidFill>
                          <a:srgbClr val="0070C0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lvl="0" indent="0" algn="ctr" rtl="0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None/>
                          </a:pPr>
                          <a:r>
                            <a:rPr lang="en" sz="1100">
                              <a:latin typeface="Calibri"/>
                              <a:ea typeface="Calibri"/>
                              <a:cs typeface="Calibri"/>
                              <a:sym typeface="Calibri"/>
                            </a:rPr>
                            <a:t>0</a:t>
                          </a:r>
                          <a:endParaRPr sz="1100">
                            <a:latin typeface="Calibri"/>
                            <a:ea typeface="Calibri"/>
                            <a:cs typeface="Calibri"/>
                            <a:sym typeface="Calibri"/>
                          </a:endParaRPr>
                        </a:p>
                      </a:txBody>
                      <a:tcPr marL="68575" marR="68575" marT="0" marB="0">
                        <a:solidFill>
                          <a:srgbClr val="0070C0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lvl="0" indent="0" algn="ctr" rtl="0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None/>
                          </a:pPr>
                          <a:r>
                            <a:rPr lang="en" sz="1100">
                              <a:latin typeface="Calibri"/>
                              <a:ea typeface="Calibri"/>
                              <a:cs typeface="Calibri"/>
                              <a:sym typeface="Calibri"/>
                            </a:rPr>
                            <a:t>1</a:t>
                          </a:r>
                          <a:endParaRPr sz="1100">
                            <a:latin typeface="Calibri"/>
                            <a:ea typeface="Calibri"/>
                            <a:cs typeface="Calibri"/>
                            <a:sym typeface="Calibri"/>
                          </a:endParaRPr>
                        </a:p>
                      </a:txBody>
                      <a:tcPr marL="68575" marR="68575" marT="0" marB="0">
                        <a:solidFill>
                          <a:srgbClr val="0070C0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16"/>
                      </a:ext>
                    </a:extLst>
                  </a:tr>
                  <a:tr h="180975">
                    <a:tc>
                      <a:txBody>
                        <a:bodyPr/>
                        <a:lstStyle/>
                        <a:p>
                          <a:pPr marL="0" lvl="0" indent="0" algn="ctr" rtl="0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None/>
                          </a:pPr>
                          <a:r>
                            <a:rPr lang="en" sz="1100">
                              <a:latin typeface="Calibri"/>
                              <a:ea typeface="Calibri"/>
                              <a:cs typeface="Calibri"/>
                              <a:sym typeface="Calibri"/>
                            </a:rPr>
                            <a:t>S22</a:t>
                          </a:r>
                          <a:endParaRPr sz="1100">
                            <a:latin typeface="Calibri"/>
                            <a:ea typeface="Calibri"/>
                            <a:cs typeface="Calibri"/>
                            <a:sym typeface="Calibri"/>
                          </a:endParaRPr>
                        </a:p>
                      </a:txBody>
                      <a:tcPr marL="68575" marR="68575" marT="0" marB="0"/>
                    </a:tc>
                    <a:tc>
                      <a:txBody>
                        <a:bodyPr/>
                        <a:lstStyle/>
                        <a:p>
                          <a:pPr marL="0" lvl="0" indent="0" algn="ctr" rtl="0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None/>
                          </a:pPr>
                          <a:r>
                            <a:rPr lang="en" sz="1100">
                              <a:latin typeface="Calibri"/>
                              <a:ea typeface="Calibri"/>
                              <a:cs typeface="Calibri"/>
                              <a:sym typeface="Calibri"/>
                            </a:rPr>
                            <a:t>001110</a:t>
                          </a:r>
                          <a:endParaRPr sz="1100">
                            <a:latin typeface="Calibri"/>
                            <a:ea typeface="Calibri"/>
                            <a:cs typeface="Calibri"/>
                            <a:sym typeface="Calibri"/>
                          </a:endParaRPr>
                        </a:p>
                      </a:txBody>
                      <a:tcPr marL="68575" marR="68575" marT="0" marB="0"/>
                    </a:tc>
                    <a:tc>
                      <a:txBody>
                        <a:bodyPr/>
                        <a:lstStyle/>
                        <a:p>
                          <a:pPr marL="0" lvl="0" indent="0" algn="ctr" rtl="0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None/>
                          </a:pPr>
                          <a:r>
                            <a:rPr lang="en" sz="1100">
                              <a:latin typeface="Calibri"/>
                              <a:ea typeface="Calibri"/>
                              <a:cs typeface="Calibri"/>
                              <a:sym typeface="Calibri"/>
                            </a:rPr>
                            <a:t>1</a:t>
                          </a:r>
                          <a:endParaRPr sz="1100">
                            <a:latin typeface="Calibri"/>
                            <a:ea typeface="Calibri"/>
                            <a:cs typeface="Calibri"/>
                            <a:sym typeface="Calibri"/>
                          </a:endParaRPr>
                        </a:p>
                      </a:txBody>
                      <a:tcPr marL="68575" marR="68575" marT="0" marB="0">
                        <a:solidFill>
                          <a:srgbClr val="FFD965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lvl="0" indent="0" algn="ctr" rtl="0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None/>
                          </a:pPr>
                          <a:r>
                            <a:rPr lang="en" sz="1100">
                              <a:latin typeface="Calibri"/>
                              <a:ea typeface="Calibri"/>
                              <a:cs typeface="Calibri"/>
                              <a:sym typeface="Calibri"/>
                            </a:rPr>
                            <a:t>0</a:t>
                          </a:r>
                          <a:endParaRPr sz="1100">
                            <a:latin typeface="Calibri"/>
                            <a:ea typeface="Calibri"/>
                            <a:cs typeface="Calibri"/>
                            <a:sym typeface="Calibri"/>
                          </a:endParaRPr>
                        </a:p>
                      </a:txBody>
                      <a:tcPr marL="68575" marR="68575" marT="0" marB="0">
                        <a:solidFill>
                          <a:srgbClr val="FFC000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lvl="0" indent="0" algn="ctr" rtl="0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None/>
                          </a:pPr>
                          <a:r>
                            <a:rPr lang="en" sz="1100">
                              <a:latin typeface="Calibri"/>
                              <a:ea typeface="Calibri"/>
                              <a:cs typeface="Calibri"/>
                              <a:sym typeface="Calibri"/>
                            </a:rPr>
                            <a:t>1</a:t>
                          </a:r>
                          <a:endParaRPr sz="1100">
                            <a:latin typeface="Calibri"/>
                            <a:ea typeface="Calibri"/>
                            <a:cs typeface="Calibri"/>
                            <a:sym typeface="Calibri"/>
                          </a:endParaRPr>
                        </a:p>
                      </a:txBody>
                      <a:tcPr marL="68575" marR="68575" marT="0" marB="0">
                        <a:solidFill>
                          <a:srgbClr val="FFC000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lvl="0" indent="0" algn="ctr" rtl="0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None/>
                          </a:pPr>
                          <a:r>
                            <a:rPr lang="en" sz="1100">
                              <a:latin typeface="Calibri"/>
                              <a:ea typeface="Calibri"/>
                              <a:cs typeface="Calibri"/>
                              <a:sym typeface="Calibri"/>
                            </a:rPr>
                            <a:t>0</a:t>
                          </a:r>
                          <a:endParaRPr sz="1100">
                            <a:latin typeface="Calibri"/>
                            <a:ea typeface="Calibri"/>
                            <a:cs typeface="Calibri"/>
                            <a:sym typeface="Calibri"/>
                          </a:endParaRPr>
                        </a:p>
                      </a:txBody>
                      <a:tcPr marL="68575" marR="68575" marT="0" marB="0">
                        <a:solidFill>
                          <a:srgbClr val="FFC000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lvl="0" indent="0" algn="ctr" rtl="0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None/>
                          </a:pPr>
                          <a:r>
                            <a:rPr lang="en" sz="1100">
                              <a:latin typeface="Calibri"/>
                              <a:ea typeface="Calibri"/>
                              <a:cs typeface="Calibri"/>
                              <a:sym typeface="Calibri"/>
                            </a:rPr>
                            <a:t>0</a:t>
                          </a:r>
                          <a:endParaRPr sz="1100">
                            <a:latin typeface="Calibri"/>
                            <a:ea typeface="Calibri"/>
                            <a:cs typeface="Calibri"/>
                            <a:sym typeface="Calibri"/>
                          </a:endParaRPr>
                        </a:p>
                      </a:txBody>
                      <a:tcPr marL="68575" marR="68575" marT="0" marB="0">
                        <a:solidFill>
                          <a:srgbClr val="FFC000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lvl="0" indent="0" algn="ctr" rtl="0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None/>
                          </a:pPr>
                          <a:r>
                            <a:rPr lang="en" sz="1100">
                              <a:latin typeface="Calibri"/>
                              <a:ea typeface="Calibri"/>
                              <a:cs typeface="Calibri"/>
                              <a:sym typeface="Calibri"/>
                            </a:rPr>
                            <a:t>0</a:t>
                          </a:r>
                          <a:endParaRPr sz="1100">
                            <a:latin typeface="Calibri"/>
                            <a:ea typeface="Calibri"/>
                            <a:cs typeface="Calibri"/>
                            <a:sym typeface="Calibri"/>
                          </a:endParaRPr>
                        </a:p>
                      </a:txBody>
                      <a:tcPr marL="68575" marR="68575" marT="0" marB="0">
                        <a:solidFill>
                          <a:srgbClr val="FFC000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lvl="0" indent="0" algn="ctr" rtl="0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None/>
                          </a:pPr>
                          <a:r>
                            <a:rPr lang="en" sz="1100">
                              <a:latin typeface="Calibri"/>
                              <a:ea typeface="Calibri"/>
                              <a:cs typeface="Calibri"/>
                              <a:sym typeface="Calibri"/>
                            </a:rPr>
                            <a:t>0</a:t>
                          </a:r>
                          <a:endParaRPr sz="1100">
                            <a:latin typeface="Calibri"/>
                            <a:ea typeface="Calibri"/>
                            <a:cs typeface="Calibri"/>
                            <a:sym typeface="Calibri"/>
                          </a:endParaRPr>
                        </a:p>
                      </a:txBody>
                      <a:tcPr marL="68575" marR="68575" marT="0" marB="0">
                        <a:solidFill>
                          <a:srgbClr val="FFC000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lvl="0" indent="0" algn="ctr" rtl="0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None/>
                          </a:pPr>
                          <a:r>
                            <a:rPr lang="en" sz="1100">
                              <a:latin typeface="Calibri"/>
                              <a:ea typeface="Calibri"/>
                              <a:cs typeface="Calibri"/>
                              <a:sym typeface="Calibri"/>
                            </a:rPr>
                            <a:t>0</a:t>
                          </a:r>
                          <a:endParaRPr sz="1100">
                            <a:latin typeface="Calibri"/>
                            <a:ea typeface="Calibri"/>
                            <a:cs typeface="Calibri"/>
                            <a:sym typeface="Calibri"/>
                          </a:endParaRPr>
                        </a:p>
                      </a:txBody>
                      <a:tcPr marL="68575" marR="68575" marT="0" marB="0">
                        <a:solidFill>
                          <a:srgbClr val="FFC000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lvl="0" indent="0" algn="ctr" rtl="0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None/>
                          </a:pPr>
                          <a:r>
                            <a:rPr lang="en" sz="1100">
                              <a:latin typeface="Calibri"/>
                              <a:ea typeface="Calibri"/>
                              <a:cs typeface="Calibri"/>
                              <a:sym typeface="Calibri"/>
                            </a:rPr>
                            <a:t>0</a:t>
                          </a:r>
                          <a:endParaRPr sz="1100">
                            <a:latin typeface="Calibri"/>
                            <a:ea typeface="Calibri"/>
                            <a:cs typeface="Calibri"/>
                            <a:sym typeface="Calibri"/>
                          </a:endParaRPr>
                        </a:p>
                      </a:txBody>
                      <a:tcPr marL="68575" marR="68575" marT="0" marB="0">
                        <a:solidFill>
                          <a:srgbClr val="FFC000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lvl="0" indent="0" algn="ctr" rtl="0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None/>
                          </a:pPr>
                          <a:r>
                            <a:rPr lang="en" sz="1100">
                              <a:latin typeface="Calibri"/>
                              <a:ea typeface="Calibri"/>
                              <a:cs typeface="Calibri"/>
                              <a:sym typeface="Calibri"/>
                            </a:rPr>
                            <a:t>0</a:t>
                          </a:r>
                          <a:endParaRPr sz="1100">
                            <a:latin typeface="Calibri"/>
                            <a:ea typeface="Calibri"/>
                            <a:cs typeface="Calibri"/>
                            <a:sym typeface="Calibri"/>
                          </a:endParaRPr>
                        </a:p>
                      </a:txBody>
                      <a:tcPr marL="68575" marR="68575" marT="0" marB="0">
                        <a:solidFill>
                          <a:srgbClr val="FFC000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lvl="0" indent="0" algn="ctr" rtl="0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None/>
                          </a:pPr>
                          <a:r>
                            <a:rPr lang="en" sz="1100">
                              <a:latin typeface="Calibri"/>
                              <a:ea typeface="Calibri"/>
                              <a:cs typeface="Calibri"/>
                              <a:sym typeface="Calibri"/>
                            </a:rPr>
                            <a:t>0</a:t>
                          </a:r>
                          <a:endParaRPr sz="1100">
                            <a:latin typeface="Calibri"/>
                            <a:ea typeface="Calibri"/>
                            <a:cs typeface="Calibri"/>
                            <a:sym typeface="Calibri"/>
                          </a:endParaRPr>
                        </a:p>
                      </a:txBody>
                      <a:tcPr marL="68575" marR="68575" marT="0" marB="0">
                        <a:solidFill>
                          <a:srgbClr val="FFC000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17"/>
                      </a:ext>
                    </a:extLst>
                  </a:tr>
                  <a:tr h="186325">
                    <a:tc>
                      <a:txBody>
                        <a:bodyPr/>
                        <a:lstStyle/>
                        <a:p>
                          <a:pPr marL="0" lvl="0" indent="0" algn="ctr" rtl="0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None/>
                          </a:pPr>
                          <a:r>
                            <a:rPr lang="en" sz="1100">
                              <a:latin typeface="Calibri"/>
                              <a:ea typeface="Calibri"/>
                              <a:cs typeface="Calibri"/>
                              <a:sym typeface="Calibri"/>
                            </a:rPr>
                            <a:t>S15</a:t>
                          </a:r>
                          <a:endParaRPr sz="1100">
                            <a:latin typeface="Calibri"/>
                            <a:ea typeface="Calibri"/>
                            <a:cs typeface="Calibri"/>
                            <a:sym typeface="Calibri"/>
                          </a:endParaRPr>
                        </a:p>
                      </a:txBody>
                      <a:tcPr marL="68575" marR="68575" marT="0" marB="0"/>
                    </a:tc>
                    <a:tc>
                      <a:txBody>
                        <a:bodyPr/>
                        <a:lstStyle/>
                        <a:p>
                          <a:pPr marL="0" lvl="0" indent="0" algn="ctr" rtl="0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None/>
                          </a:pPr>
                          <a:r>
                            <a:rPr lang="en" sz="1100">
                              <a:latin typeface="Calibri"/>
                              <a:ea typeface="Calibri"/>
                              <a:cs typeface="Calibri"/>
                              <a:sym typeface="Calibri"/>
                            </a:rPr>
                            <a:t>001111</a:t>
                          </a:r>
                          <a:endParaRPr sz="1100">
                            <a:latin typeface="Calibri"/>
                            <a:ea typeface="Calibri"/>
                            <a:cs typeface="Calibri"/>
                            <a:sym typeface="Calibri"/>
                          </a:endParaRPr>
                        </a:p>
                      </a:txBody>
                      <a:tcPr marL="68575" marR="68575" marT="0" marB="0"/>
                    </a:tc>
                    <a:tc>
                      <a:txBody>
                        <a:bodyPr/>
                        <a:lstStyle/>
                        <a:p>
                          <a:pPr marL="0" lvl="0" indent="0" algn="ctr" rtl="0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None/>
                          </a:pPr>
                          <a:r>
                            <a:rPr lang="en" sz="1100">
                              <a:latin typeface="Calibri"/>
                              <a:ea typeface="Calibri"/>
                              <a:cs typeface="Calibri"/>
                              <a:sym typeface="Calibri"/>
                            </a:rPr>
                            <a:t>1</a:t>
                          </a:r>
                          <a:endParaRPr sz="1100">
                            <a:latin typeface="Calibri"/>
                            <a:ea typeface="Calibri"/>
                            <a:cs typeface="Calibri"/>
                            <a:sym typeface="Calibri"/>
                          </a:endParaRPr>
                        </a:p>
                      </a:txBody>
                      <a:tcPr marL="68575" marR="68575" marT="0" marB="0">
                        <a:solidFill>
                          <a:srgbClr val="FFD965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lvl="0" indent="0" algn="ctr" rtl="0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None/>
                          </a:pPr>
                          <a:r>
                            <a:rPr lang="en" sz="1100">
                              <a:latin typeface="Calibri"/>
                              <a:ea typeface="Calibri"/>
                              <a:cs typeface="Calibri"/>
                              <a:sym typeface="Calibri"/>
                            </a:rPr>
                            <a:t>0</a:t>
                          </a:r>
                          <a:endParaRPr sz="1100">
                            <a:latin typeface="Calibri"/>
                            <a:ea typeface="Calibri"/>
                            <a:cs typeface="Calibri"/>
                            <a:sym typeface="Calibri"/>
                          </a:endParaRPr>
                        </a:p>
                      </a:txBody>
                      <a:tcPr marL="68575" marR="68575" marT="0" marB="0">
                        <a:solidFill>
                          <a:srgbClr val="FFC000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lvl="0" indent="0" algn="ctr" rtl="0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None/>
                          </a:pPr>
                          <a:r>
                            <a:rPr lang="en" sz="1100">
                              <a:latin typeface="Calibri"/>
                              <a:ea typeface="Calibri"/>
                              <a:cs typeface="Calibri"/>
                              <a:sym typeface="Calibri"/>
                            </a:rPr>
                            <a:t>0</a:t>
                          </a:r>
                          <a:endParaRPr sz="1100">
                            <a:latin typeface="Calibri"/>
                            <a:ea typeface="Calibri"/>
                            <a:cs typeface="Calibri"/>
                            <a:sym typeface="Calibri"/>
                          </a:endParaRPr>
                        </a:p>
                      </a:txBody>
                      <a:tcPr marL="68575" marR="68575" marT="0" marB="0">
                        <a:solidFill>
                          <a:srgbClr val="FFC000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lvl="0" indent="0" algn="ctr" rtl="0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None/>
                          </a:pPr>
                          <a:r>
                            <a:rPr lang="en" sz="1100">
                              <a:latin typeface="Calibri"/>
                              <a:ea typeface="Calibri"/>
                              <a:cs typeface="Calibri"/>
                              <a:sym typeface="Calibri"/>
                            </a:rPr>
                            <a:t>0</a:t>
                          </a:r>
                          <a:endParaRPr sz="1100">
                            <a:latin typeface="Calibri"/>
                            <a:ea typeface="Calibri"/>
                            <a:cs typeface="Calibri"/>
                            <a:sym typeface="Calibri"/>
                          </a:endParaRPr>
                        </a:p>
                      </a:txBody>
                      <a:tcPr marL="68575" marR="68575" marT="0" marB="0">
                        <a:solidFill>
                          <a:srgbClr val="FFC000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lvl="0" indent="0" algn="ctr" rtl="0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None/>
                          </a:pPr>
                          <a:r>
                            <a:rPr lang="en" sz="1100">
                              <a:latin typeface="Calibri"/>
                              <a:ea typeface="Calibri"/>
                              <a:cs typeface="Calibri"/>
                              <a:sym typeface="Calibri"/>
                            </a:rPr>
                            <a:t>0</a:t>
                          </a:r>
                          <a:endParaRPr sz="1100">
                            <a:latin typeface="Calibri"/>
                            <a:ea typeface="Calibri"/>
                            <a:cs typeface="Calibri"/>
                            <a:sym typeface="Calibri"/>
                          </a:endParaRPr>
                        </a:p>
                      </a:txBody>
                      <a:tcPr marL="68575" marR="68575" marT="0" marB="0">
                        <a:solidFill>
                          <a:srgbClr val="FFC000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lvl="0" indent="0" algn="ctr" rtl="0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None/>
                          </a:pPr>
                          <a:r>
                            <a:rPr lang="en" sz="1100">
                              <a:latin typeface="Calibri"/>
                              <a:ea typeface="Calibri"/>
                              <a:cs typeface="Calibri"/>
                              <a:sym typeface="Calibri"/>
                            </a:rPr>
                            <a:t>1</a:t>
                          </a:r>
                          <a:endParaRPr sz="1100">
                            <a:latin typeface="Calibri"/>
                            <a:ea typeface="Calibri"/>
                            <a:cs typeface="Calibri"/>
                            <a:sym typeface="Calibri"/>
                          </a:endParaRPr>
                        </a:p>
                      </a:txBody>
                      <a:tcPr marL="68575" marR="68575" marT="0" marB="0">
                        <a:solidFill>
                          <a:srgbClr val="FFC000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lvl="0" indent="0" algn="ctr" rtl="0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None/>
                          </a:pPr>
                          <a:r>
                            <a:rPr lang="en" sz="1100">
                              <a:latin typeface="Calibri"/>
                              <a:ea typeface="Calibri"/>
                              <a:cs typeface="Calibri"/>
                              <a:sym typeface="Calibri"/>
                            </a:rPr>
                            <a:t>0</a:t>
                          </a:r>
                          <a:endParaRPr sz="1100">
                            <a:latin typeface="Calibri"/>
                            <a:ea typeface="Calibri"/>
                            <a:cs typeface="Calibri"/>
                            <a:sym typeface="Calibri"/>
                          </a:endParaRPr>
                        </a:p>
                      </a:txBody>
                      <a:tcPr marL="68575" marR="68575" marT="0" marB="0">
                        <a:solidFill>
                          <a:srgbClr val="FFC000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lvl="0" indent="0" algn="ctr" rtl="0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None/>
                          </a:pPr>
                          <a:r>
                            <a:rPr lang="en" sz="1100">
                              <a:latin typeface="Calibri"/>
                              <a:ea typeface="Calibri"/>
                              <a:cs typeface="Calibri"/>
                              <a:sym typeface="Calibri"/>
                            </a:rPr>
                            <a:t>0</a:t>
                          </a:r>
                          <a:endParaRPr sz="1100">
                            <a:latin typeface="Calibri"/>
                            <a:ea typeface="Calibri"/>
                            <a:cs typeface="Calibri"/>
                            <a:sym typeface="Calibri"/>
                          </a:endParaRPr>
                        </a:p>
                      </a:txBody>
                      <a:tcPr marL="68575" marR="68575" marT="0" marB="0">
                        <a:solidFill>
                          <a:srgbClr val="FFC000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lvl="0" indent="0" algn="ctr" rtl="0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None/>
                          </a:pPr>
                          <a:r>
                            <a:rPr lang="en" sz="1100">
                              <a:latin typeface="Calibri"/>
                              <a:ea typeface="Calibri"/>
                              <a:cs typeface="Calibri"/>
                              <a:sym typeface="Calibri"/>
                            </a:rPr>
                            <a:t>0</a:t>
                          </a:r>
                          <a:endParaRPr sz="1100">
                            <a:latin typeface="Calibri"/>
                            <a:ea typeface="Calibri"/>
                            <a:cs typeface="Calibri"/>
                            <a:sym typeface="Calibri"/>
                          </a:endParaRPr>
                        </a:p>
                      </a:txBody>
                      <a:tcPr marL="68575" marR="68575" marT="0" marB="0">
                        <a:solidFill>
                          <a:srgbClr val="FFC000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lvl="0" indent="0" algn="ctr" rtl="0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None/>
                          </a:pPr>
                          <a:r>
                            <a:rPr lang="en" sz="1100">
                              <a:latin typeface="Calibri"/>
                              <a:ea typeface="Calibri"/>
                              <a:cs typeface="Calibri"/>
                              <a:sym typeface="Calibri"/>
                            </a:rPr>
                            <a:t>0</a:t>
                          </a:r>
                          <a:endParaRPr sz="1100">
                            <a:latin typeface="Calibri"/>
                            <a:ea typeface="Calibri"/>
                            <a:cs typeface="Calibri"/>
                            <a:sym typeface="Calibri"/>
                          </a:endParaRPr>
                        </a:p>
                      </a:txBody>
                      <a:tcPr marL="68575" marR="68575" marT="0" marB="0">
                        <a:solidFill>
                          <a:srgbClr val="FFC000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lvl="0" indent="0" algn="ctr" rtl="0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None/>
                          </a:pPr>
                          <a:r>
                            <a:rPr lang="en" sz="1100">
                              <a:latin typeface="Calibri"/>
                              <a:ea typeface="Calibri"/>
                              <a:cs typeface="Calibri"/>
                              <a:sym typeface="Calibri"/>
                            </a:rPr>
                            <a:t>0</a:t>
                          </a:r>
                          <a:endParaRPr sz="1100">
                            <a:latin typeface="Calibri"/>
                            <a:ea typeface="Calibri"/>
                            <a:cs typeface="Calibri"/>
                            <a:sym typeface="Calibri"/>
                          </a:endParaRPr>
                        </a:p>
                      </a:txBody>
                      <a:tcPr marL="68575" marR="68575" marT="0" marB="0">
                        <a:solidFill>
                          <a:srgbClr val="FFC000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18"/>
                      </a:ext>
                    </a:extLst>
                  </a:tr>
                  <a:tr h="180975">
                    <a:tc>
                      <a:txBody>
                        <a:bodyPr/>
                        <a:lstStyle/>
                        <a:p>
                          <a:pPr marL="0" lvl="0" indent="0" algn="ctr" rtl="0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None/>
                          </a:pPr>
                          <a:r>
                            <a:rPr lang="en" sz="1100">
                              <a:latin typeface="Calibri"/>
                              <a:ea typeface="Calibri"/>
                              <a:cs typeface="Calibri"/>
                              <a:sym typeface="Calibri"/>
                            </a:rPr>
                            <a:t>S13</a:t>
                          </a:r>
                          <a:endParaRPr sz="1100">
                            <a:latin typeface="Calibri"/>
                            <a:ea typeface="Calibri"/>
                            <a:cs typeface="Calibri"/>
                            <a:sym typeface="Calibri"/>
                          </a:endParaRPr>
                        </a:p>
                      </a:txBody>
                      <a:tcPr marL="68575" marR="68575" marT="0" marB="0"/>
                    </a:tc>
                    <a:tc>
                      <a:txBody>
                        <a:bodyPr/>
                        <a:lstStyle/>
                        <a:p>
                          <a:pPr marL="0" lvl="0" indent="0" algn="ctr" rtl="0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None/>
                          </a:pPr>
                          <a:r>
                            <a:rPr lang="en" sz="1100">
                              <a:latin typeface="Calibri"/>
                              <a:ea typeface="Calibri"/>
                              <a:cs typeface="Calibri"/>
                              <a:sym typeface="Calibri"/>
                            </a:rPr>
                            <a:t>010000</a:t>
                          </a:r>
                          <a:endParaRPr sz="1100">
                            <a:latin typeface="Calibri"/>
                            <a:ea typeface="Calibri"/>
                            <a:cs typeface="Calibri"/>
                            <a:sym typeface="Calibri"/>
                          </a:endParaRPr>
                        </a:p>
                      </a:txBody>
                      <a:tcPr marL="68575" marR="68575" marT="0" marB="0"/>
                    </a:tc>
                    <a:tc>
                      <a:txBody>
                        <a:bodyPr/>
                        <a:lstStyle/>
                        <a:p>
                          <a:pPr marL="0" lvl="0" indent="0" algn="ctr" rtl="0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None/>
                          </a:pPr>
                          <a:r>
                            <a:rPr lang="en" sz="1100">
                              <a:latin typeface="Calibri"/>
                              <a:ea typeface="Calibri"/>
                              <a:cs typeface="Calibri"/>
                              <a:sym typeface="Calibri"/>
                            </a:rPr>
                            <a:t>1</a:t>
                          </a:r>
                          <a:endParaRPr sz="1100">
                            <a:latin typeface="Calibri"/>
                            <a:ea typeface="Calibri"/>
                            <a:cs typeface="Calibri"/>
                            <a:sym typeface="Calibri"/>
                          </a:endParaRPr>
                        </a:p>
                      </a:txBody>
                      <a:tcPr marL="68575" marR="68575" marT="0" marB="0">
                        <a:solidFill>
                          <a:srgbClr val="FFD965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lvl="0" indent="0" algn="ctr" rtl="0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None/>
                          </a:pPr>
                          <a:r>
                            <a:rPr lang="en" sz="1100">
                              <a:latin typeface="Calibri"/>
                              <a:ea typeface="Calibri"/>
                              <a:cs typeface="Calibri"/>
                              <a:sym typeface="Calibri"/>
                            </a:rPr>
                            <a:t>0</a:t>
                          </a:r>
                          <a:endParaRPr sz="1100">
                            <a:latin typeface="Calibri"/>
                            <a:ea typeface="Calibri"/>
                            <a:cs typeface="Calibri"/>
                            <a:sym typeface="Calibri"/>
                          </a:endParaRPr>
                        </a:p>
                      </a:txBody>
                      <a:tcPr marL="68575" marR="68575" marT="0" marB="0">
                        <a:solidFill>
                          <a:srgbClr val="FFC000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lvl="0" indent="0" algn="ctr" rtl="0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None/>
                          </a:pPr>
                          <a:r>
                            <a:rPr lang="en" sz="1100">
                              <a:latin typeface="Calibri"/>
                              <a:ea typeface="Calibri"/>
                              <a:cs typeface="Calibri"/>
                              <a:sym typeface="Calibri"/>
                            </a:rPr>
                            <a:t>0</a:t>
                          </a:r>
                          <a:endParaRPr sz="1100">
                            <a:latin typeface="Calibri"/>
                            <a:ea typeface="Calibri"/>
                            <a:cs typeface="Calibri"/>
                            <a:sym typeface="Calibri"/>
                          </a:endParaRPr>
                        </a:p>
                      </a:txBody>
                      <a:tcPr marL="68575" marR="68575" marT="0" marB="0">
                        <a:solidFill>
                          <a:srgbClr val="FFC000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lvl="0" indent="0" algn="ctr" rtl="0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None/>
                          </a:pPr>
                          <a:r>
                            <a:rPr lang="en" sz="1100">
                              <a:latin typeface="Calibri"/>
                              <a:ea typeface="Calibri"/>
                              <a:cs typeface="Calibri"/>
                              <a:sym typeface="Calibri"/>
                            </a:rPr>
                            <a:t>0</a:t>
                          </a:r>
                          <a:endParaRPr sz="1100">
                            <a:latin typeface="Calibri"/>
                            <a:ea typeface="Calibri"/>
                            <a:cs typeface="Calibri"/>
                            <a:sym typeface="Calibri"/>
                          </a:endParaRPr>
                        </a:p>
                      </a:txBody>
                      <a:tcPr marL="68575" marR="68575" marT="0" marB="0">
                        <a:solidFill>
                          <a:srgbClr val="FFC000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lvl="0" indent="0" algn="ctr" rtl="0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None/>
                          </a:pPr>
                          <a:r>
                            <a:rPr lang="en" sz="1100">
                              <a:latin typeface="Calibri"/>
                              <a:ea typeface="Calibri"/>
                              <a:cs typeface="Calibri"/>
                              <a:sym typeface="Calibri"/>
                            </a:rPr>
                            <a:t>0</a:t>
                          </a:r>
                          <a:endParaRPr sz="1100">
                            <a:latin typeface="Calibri"/>
                            <a:ea typeface="Calibri"/>
                            <a:cs typeface="Calibri"/>
                            <a:sym typeface="Calibri"/>
                          </a:endParaRPr>
                        </a:p>
                      </a:txBody>
                      <a:tcPr marL="68575" marR="68575" marT="0" marB="0">
                        <a:solidFill>
                          <a:srgbClr val="FFC000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lvl="0" indent="0" algn="ctr" rtl="0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None/>
                          </a:pPr>
                          <a:r>
                            <a:rPr lang="en" sz="1100">
                              <a:latin typeface="Calibri"/>
                              <a:ea typeface="Calibri"/>
                              <a:cs typeface="Calibri"/>
                              <a:sym typeface="Calibri"/>
                            </a:rPr>
                            <a:t>0</a:t>
                          </a:r>
                          <a:endParaRPr sz="1100">
                            <a:latin typeface="Calibri"/>
                            <a:ea typeface="Calibri"/>
                            <a:cs typeface="Calibri"/>
                            <a:sym typeface="Calibri"/>
                          </a:endParaRPr>
                        </a:p>
                      </a:txBody>
                      <a:tcPr marL="68575" marR="68575" marT="0" marB="0">
                        <a:solidFill>
                          <a:srgbClr val="FFC000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lvl="0" indent="0" algn="ctr" rtl="0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None/>
                          </a:pPr>
                          <a:r>
                            <a:rPr lang="en" sz="1100">
                              <a:latin typeface="Calibri"/>
                              <a:ea typeface="Calibri"/>
                              <a:cs typeface="Calibri"/>
                              <a:sym typeface="Calibri"/>
                            </a:rPr>
                            <a:t>0</a:t>
                          </a:r>
                          <a:endParaRPr sz="1100">
                            <a:latin typeface="Calibri"/>
                            <a:ea typeface="Calibri"/>
                            <a:cs typeface="Calibri"/>
                            <a:sym typeface="Calibri"/>
                          </a:endParaRPr>
                        </a:p>
                      </a:txBody>
                      <a:tcPr marL="68575" marR="68575" marT="0" marB="0">
                        <a:solidFill>
                          <a:srgbClr val="FFC000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lvl="0" indent="0" algn="ctr" rtl="0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None/>
                          </a:pPr>
                          <a:r>
                            <a:rPr lang="en" sz="1100">
                              <a:latin typeface="Calibri"/>
                              <a:ea typeface="Calibri"/>
                              <a:cs typeface="Calibri"/>
                              <a:sym typeface="Calibri"/>
                            </a:rPr>
                            <a:t>1</a:t>
                          </a:r>
                          <a:endParaRPr sz="1100">
                            <a:latin typeface="Calibri"/>
                            <a:ea typeface="Calibri"/>
                            <a:cs typeface="Calibri"/>
                            <a:sym typeface="Calibri"/>
                          </a:endParaRPr>
                        </a:p>
                      </a:txBody>
                      <a:tcPr marL="68575" marR="68575" marT="0" marB="0">
                        <a:solidFill>
                          <a:srgbClr val="FFC000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lvl="0" indent="0" algn="ctr" rtl="0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None/>
                          </a:pPr>
                          <a:r>
                            <a:rPr lang="en" sz="1100">
                              <a:latin typeface="Calibri"/>
                              <a:ea typeface="Calibri"/>
                              <a:cs typeface="Calibri"/>
                              <a:sym typeface="Calibri"/>
                            </a:rPr>
                            <a:t>0</a:t>
                          </a:r>
                          <a:endParaRPr sz="1100">
                            <a:latin typeface="Calibri"/>
                            <a:ea typeface="Calibri"/>
                            <a:cs typeface="Calibri"/>
                            <a:sym typeface="Calibri"/>
                          </a:endParaRPr>
                        </a:p>
                      </a:txBody>
                      <a:tcPr marL="68575" marR="68575" marT="0" marB="0">
                        <a:solidFill>
                          <a:srgbClr val="FFC000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lvl="0" indent="0" algn="ctr" rtl="0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None/>
                          </a:pPr>
                          <a:r>
                            <a:rPr lang="en" sz="1100">
                              <a:latin typeface="Calibri"/>
                              <a:ea typeface="Calibri"/>
                              <a:cs typeface="Calibri"/>
                              <a:sym typeface="Calibri"/>
                            </a:rPr>
                            <a:t>0</a:t>
                          </a:r>
                          <a:endParaRPr sz="1100">
                            <a:latin typeface="Calibri"/>
                            <a:ea typeface="Calibri"/>
                            <a:cs typeface="Calibri"/>
                            <a:sym typeface="Calibri"/>
                          </a:endParaRPr>
                        </a:p>
                      </a:txBody>
                      <a:tcPr marL="68575" marR="68575" marT="0" marB="0">
                        <a:solidFill>
                          <a:srgbClr val="FFC000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lvl="0" indent="0" algn="ctr" rtl="0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None/>
                          </a:pPr>
                          <a:r>
                            <a:rPr lang="en" sz="1100">
                              <a:latin typeface="Calibri"/>
                              <a:ea typeface="Calibri"/>
                              <a:cs typeface="Calibri"/>
                              <a:sym typeface="Calibri"/>
                            </a:rPr>
                            <a:t>0</a:t>
                          </a:r>
                          <a:endParaRPr sz="1100">
                            <a:latin typeface="Calibri"/>
                            <a:ea typeface="Calibri"/>
                            <a:cs typeface="Calibri"/>
                            <a:sym typeface="Calibri"/>
                          </a:endParaRPr>
                        </a:p>
                      </a:txBody>
                      <a:tcPr marL="68575" marR="68575" marT="0" marB="0">
                        <a:solidFill>
                          <a:srgbClr val="FFC000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19"/>
                      </a:ext>
                    </a:extLst>
                  </a:tr>
                  <a:tr h="186325">
                    <a:tc>
                      <a:txBody>
                        <a:bodyPr/>
                        <a:lstStyle/>
                        <a:p>
                          <a:pPr marL="0" lvl="0" indent="0" algn="ctr" rtl="0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None/>
                          </a:pPr>
                          <a:r>
                            <a:rPr lang="en" sz="1100">
                              <a:latin typeface="Calibri"/>
                              <a:ea typeface="Calibri"/>
                              <a:cs typeface="Calibri"/>
                              <a:sym typeface="Calibri"/>
                            </a:rPr>
                            <a:t>S11</a:t>
                          </a:r>
                          <a:endParaRPr sz="1100">
                            <a:latin typeface="Calibri"/>
                            <a:ea typeface="Calibri"/>
                            <a:cs typeface="Calibri"/>
                            <a:sym typeface="Calibri"/>
                          </a:endParaRPr>
                        </a:p>
                      </a:txBody>
                      <a:tcPr marL="68575" marR="68575" marT="0" marB="0"/>
                    </a:tc>
                    <a:tc>
                      <a:txBody>
                        <a:bodyPr/>
                        <a:lstStyle/>
                        <a:p>
                          <a:pPr marL="0" lvl="0" indent="0" algn="ctr" rtl="0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None/>
                          </a:pPr>
                          <a:r>
                            <a:rPr lang="en" sz="1100">
                              <a:latin typeface="Calibri"/>
                              <a:ea typeface="Calibri"/>
                              <a:cs typeface="Calibri"/>
                              <a:sym typeface="Calibri"/>
                            </a:rPr>
                            <a:t>010001</a:t>
                          </a:r>
                          <a:endParaRPr sz="1100">
                            <a:latin typeface="Calibri"/>
                            <a:ea typeface="Calibri"/>
                            <a:cs typeface="Calibri"/>
                            <a:sym typeface="Calibri"/>
                          </a:endParaRPr>
                        </a:p>
                      </a:txBody>
                      <a:tcPr marL="68575" marR="68575" marT="0" marB="0"/>
                    </a:tc>
                    <a:tc>
                      <a:txBody>
                        <a:bodyPr/>
                        <a:lstStyle/>
                        <a:p>
                          <a:pPr marL="0" lvl="0" indent="0" algn="ctr" rtl="0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None/>
                          </a:pPr>
                          <a:r>
                            <a:rPr lang="en" sz="1100">
                              <a:latin typeface="Calibri"/>
                              <a:ea typeface="Calibri"/>
                              <a:cs typeface="Calibri"/>
                              <a:sym typeface="Calibri"/>
                            </a:rPr>
                            <a:t>1</a:t>
                          </a:r>
                          <a:endParaRPr sz="1100">
                            <a:latin typeface="Calibri"/>
                            <a:ea typeface="Calibri"/>
                            <a:cs typeface="Calibri"/>
                            <a:sym typeface="Calibri"/>
                          </a:endParaRPr>
                        </a:p>
                      </a:txBody>
                      <a:tcPr marL="68575" marR="68575" marT="0" marB="0">
                        <a:solidFill>
                          <a:srgbClr val="FFD965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lvl="0" indent="0" algn="ctr" rtl="0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None/>
                          </a:pPr>
                          <a:r>
                            <a:rPr lang="en" sz="1100">
                              <a:latin typeface="Calibri"/>
                              <a:ea typeface="Calibri"/>
                              <a:cs typeface="Calibri"/>
                              <a:sym typeface="Calibri"/>
                            </a:rPr>
                            <a:t>0</a:t>
                          </a:r>
                          <a:endParaRPr sz="1100">
                            <a:latin typeface="Calibri"/>
                            <a:ea typeface="Calibri"/>
                            <a:cs typeface="Calibri"/>
                            <a:sym typeface="Calibri"/>
                          </a:endParaRPr>
                        </a:p>
                      </a:txBody>
                      <a:tcPr marL="68575" marR="68575" marT="0" marB="0">
                        <a:solidFill>
                          <a:srgbClr val="FFC000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lvl="0" indent="0" algn="ctr" rtl="0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None/>
                          </a:pPr>
                          <a:r>
                            <a:rPr lang="en" sz="1100">
                              <a:latin typeface="Calibri"/>
                              <a:ea typeface="Calibri"/>
                              <a:cs typeface="Calibri"/>
                              <a:sym typeface="Calibri"/>
                            </a:rPr>
                            <a:t>0</a:t>
                          </a:r>
                          <a:endParaRPr sz="1100">
                            <a:latin typeface="Calibri"/>
                            <a:ea typeface="Calibri"/>
                            <a:cs typeface="Calibri"/>
                            <a:sym typeface="Calibri"/>
                          </a:endParaRPr>
                        </a:p>
                      </a:txBody>
                      <a:tcPr marL="68575" marR="68575" marT="0" marB="0">
                        <a:solidFill>
                          <a:srgbClr val="FFC000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lvl="0" indent="0" algn="ctr" rtl="0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None/>
                          </a:pPr>
                          <a:r>
                            <a:rPr lang="en" sz="1100">
                              <a:latin typeface="Calibri"/>
                              <a:ea typeface="Calibri"/>
                              <a:cs typeface="Calibri"/>
                              <a:sym typeface="Calibri"/>
                            </a:rPr>
                            <a:t>0</a:t>
                          </a:r>
                          <a:endParaRPr sz="1100">
                            <a:latin typeface="Calibri"/>
                            <a:ea typeface="Calibri"/>
                            <a:cs typeface="Calibri"/>
                            <a:sym typeface="Calibri"/>
                          </a:endParaRPr>
                        </a:p>
                      </a:txBody>
                      <a:tcPr marL="68575" marR="68575" marT="0" marB="0">
                        <a:solidFill>
                          <a:srgbClr val="FFC000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lvl="0" indent="0" algn="ctr" rtl="0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None/>
                          </a:pPr>
                          <a:r>
                            <a:rPr lang="en" sz="1100">
                              <a:latin typeface="Calibri"/>
                              <a:ea typeface="Calibri"/>
                              <a:cs typeface="Calibri"/>
                              <a:sym typeface="Calibri"/>
                            </a:rPr>
                            <a:t>0</a:t>
                          </a:r>
                          <a:endParaRPr sz="1100">
                            <a:latin typeface="Calibri"/>
                            <a:ea typeface="Calibri"/>
                            <a:cs typeface="Calibri"/>
                            <a:sym typeface="Calibri"/>
                          </a:endParaRPr>
                        </a:p>
                      </a:txBody>
                      <a:tcPr marL="68575" marR="68575" marT="0" marB="0">
                        <a:solidFill>
                          <a:srgbClr val="FFC000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lvl="0" indent="0" algn="ctr" rtl="0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None/>
                          </a:pPr>
                          <a:r>
                            <a:rPr lang="en" sz="1100">
                              <a:latin typeface="Calibri"/>
                              <a:ea typeface="Calibri"/>
                              <a:cs typeface="Calibri"/>
                              <a:sym typeface="Calibri"/>
                            </a:rPr>
                            <a:t>0</a:t>
                          </a:r>
                          <a:endParaRPr sz="1100">
                            <a:latin typeface="Calibri"/>
                            <a:ea typeface="Calibri"/>
                            <a:cs typeface="Calibri"/>
                            <a:sym typeface="Calibri"/>
                          </a:endParaRPr>
                        </a:p>
                      </a:txBody>
                      <a:tcPr marL="68575" marR="68575" marT="0" marB="0">
                        <a:solidFill>
                          <a:srgbClr val="FFC000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lvl="0" indent="0" algn="ctr" rtl="0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None/>
                          </a:pPr>
                          <a:r>
                            <a:rPr lang="en" sz="1100">
                              <a:latin typeface="Calibri"/>
                              <a:ea typeface="Calibri"/>
                              <a:cs typeface="Calibri"/>
                              <a:sym typeface="Calibri"/>
                            </a:rPr>
                            <a:t>0</a:t>
                          </a:r>
                          <a:endParaRPr sz="1100">
                            <a:latin typeface="Calibri"/>
                            <a:ea typeface="Calibri"/>
                            <a:cs typeface="Calibri"/>
                            <a:sym typeface="Calibri"/>
                          </a:endParaRPr>
                        </a:p>
                      </a:txBody>
                      <a:tcPr marL="68575" marR="68575" marT="0" marB="0">
                        <a:solidFill>
                          <a:srgbClr val="FFC000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lvl="0" indent="0" algn="ctr" rtl="0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None/>
                          </a:pPr>
                          <a:r>
                            <a:rPr lang="en" sz="1100">
                              <a:latin typeface="Calibri"/>
                              <a:ea typeface="Calibri"/>
                              <a:cs typeface="Calibri"/>
                              <a:sym typeface="Calibri"/>
                            </a:rPr>
                            <a:t>0</a:t>
                          </a:r>
                          <a:endParaRPr sz="1100">
                            <a:latin typeface="Calibri"/>
                            <a:ea typeface="Calibri"/>
                            <a:cs typeface="Calibri"/>
                            <a:sym typeface="Calibri"/>
                          </a:endParaRPr>
                        </a:p>
                      </a:txBody>
                      <a:tcPr marL="68575" marR="68575" marT="0" marB="0">
                        <a:solidFill>
                          <a:srgbClr val="FFC000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lvl="0" indent="0" algn="ctr" rtl="0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None/>
                          </a:pPr>
                          <a:r>
                            <a:rPr lang="en" sz="1100">
                              <a:latin typeface="Calibri"/>
                              <a:ea typeface="Calibri"/>
                              <a:cs typeface="Calibri"/>
                              <a:sym typeface="Calibri"/>
                            </a:rPr>
                            <a:t>0</a:t>
                          </a:r>
                          <a:endParaRPr sz="1100">
                            <a:latin typeface="Calibri"/>
                            <a:ea typeface="Calibri"/>
                            <a:cs typeface="Calibri"/>
                            <a:sym typeface="Calibri"/>
                          </a:endParaRPr>
                        </a:p>
                      </a:txBody>
                      <a:tcPr marL="68575" marR="68575" marT="0" marB="0">
                        <a:solidFill>
                          <a:srgbClr val="FFC000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lvl="0" indent="0" algn="ctr" rtl="0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None/>
                          </a:pPr>
                          <a:r>
                            <a:rPr lang="en" sz="1100">
                              <a:latin typeface="Calibri"/>
                              <a:ea typeface="Calibri"/>
                              <a:cs typeface="Calibri"/>
                              <a:sym typeface="Calibri"/>
                            </a:rPr>
                            <a:t>1</a:t>
                          </a:r>
                          <a:endParaRPr sz="1100">
                            <a:latin typeface="Calibri"/>
                            <a:ea typeface="Calibri"/>
                            <a:cs typeface="Calibri"/>
                            <a:sym typeface="Calibri"/>
                          </a:endParaRPr>
                        </a:p>
                      </a:txBody>
                      <a:tcPr marL="68575" marR="68575" marT="0" marB="0">
                        <a:solidFill>
                          <a:srgbClr val="FFC000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lvl="0" indent="0" algn="ctr" rtl="0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None/>
                          </a:pPr>
                          <a:r>
                            <a:rPr lang="en" sz="1100">
                              <a:latin typeface="Calibri"/>
                              <a:ea typeface="Calibri"/>
                              <a:cs typeface="Calibri"/>
                              <a:sym typeface="Calibri"/>
                            </a:rPr>
                            <a:t>0</a:t>
                          </a:r>
                          <a:endParaRPr sz="1100">
                            <a:latin typeface="Calibri"/>
                            <a:ea typeface="Calibri"/>
                            <a:cs typeface="Calibri"/>
                            <a:sym typeface="Calibri"/>
                          </a:endParaRPr>
                        </a:p>
                      </a:txBody>
                      <a:tcPr marL="68575" marR="68575" marT="0" marB="0">
                        <a:solidFill>
                          <a:srgbClr val="FFC000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20"/>
                      </a:ext>
                    </a:extLst>
                  </a:tr>
                  <a:tr h="180975">
                    <a:tc>
                      <a:txBody>
                        <a:bodyPr/>
                        <a:lstStyle/>
                        <a:p>
                          <a:pPr marL="0" lvl="0" indent="0" algn="ctr" rtl="0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None/>
                          </a:pPr>
                          <a:r>
                            <a:rPr lang="en" sz="1100">
                              <a:latin typeface="Calibri"/>
                              <a:ea typeface="Calibri"/>
                              <a:cs typeface="Calibri"/>
                              <a:sym typeface="Calibri"/>
                            </a:rPr>
                            <a:t>S9</a:t>
                          </a:r>
                          <a:endParaRPr sz="1100">
                            <a:latin typeface="Calibri"/>
                            <a:ea typeface="Calibri"/>
                            <a:cs typeface="Calibri"/>
                            <a:sym typeface="Calibri"/>
                          </a:endParaRPr>
                        </a:p>
                      </a:txBody>
                      <a:tcPr marL="68575" marR="68575" marT="0" marB="0"/>
                    </a:tc>
                    <a:tc>
                      <a:txBody>
                        <a:bodyPr/>
                        <a:lstStyle/>
                        <a:p>
                          <a:pPr marL="0" lvl="0" indent="0" algn="ctr" rtl="0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None/>
                          </a:pPr>
                          <a:r>
                            <a:rPr lang="en" sz="1100">
                              <a:latin typeface="Calibri"/>
                              <a:ea typeface="Calibri"/>
                              <a:cs typeface="Calibri"/>
                              <a:sym typeface="Calibri"/>
                            </a:rPr>
                            <a:t>010010</a:t>
                          </a:r>
                          <a:endParaRPr sz="1100">
                            <a:latin typeface="Calibri"/>
                            <a:ea typeface="Calibri"/>
                            <a:cs typeface="Calibri"/>
                            <a:sym typeface="Calibri"/>
                          </a:endParaRPr>
                        </a:p>
                      </a:txBody>
                      <a:tcPr marL="68575" marR="68575" marT="0" marB="0"/>
                    </a:tc>
                    <a:tc>
                      <a:txBody>
                        <a:bodyPr/>
                        <a:lstStyle/>
                        <a:p>
                          <a:pPr marL="0" lvl="0" indent="0" algn="ctr" rtl="0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None/>
                          </a:pPr>
                          <a:r>
                            <a:rPr lang="en" sz="1100">
                              <a:latin typeface="Calibri"/>
                              <a:ea typeface="Calibri"/>
                              <a:cs typeface="Calibri"/>
                              <a:sym typeface="Calibri"/>
                            </a:rPr>
                            <a:t>0</a:t>
                          </a:r>
                          <a:endParaRPr sz="1100">
                            <a:latin typeface="Calibri"/>
                            <a:ea typeface="Calibri"/>
                            <a:cs typeface="Calibri"/>
                            <a:sym typeface="Calibri"/>
                          </a:endParaRPr>
                        </a:p>
                      </a:txBody>
                      <a:tcPr marL="68575" marR="68575" marT="0" marB="0">
                        <a:solidFill>
                          <a:srgbClr val="9CC3E5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lvl="0" indent="0" algn="ctr" rtl="0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None/>
                          </a:pPr>
                          <a:r>
                            <a:rPr lang="en" sz="1100">
                              <a:latin typeface="Calibri"/>
                              <a:ea typeface="Calibri"/>
                              <a:cs typeface="Calibri"/>
                              <a:sym typeface="Calibri"/>
                            </a:rPr>
                            <a:t>0</a:t>
                          </a:r>
                          <a:endParaRPr sz="1100">
                            <a:latin typeface="Calibri"/>
                            <a:ea typeface="Calibri"/>
                            <a:cs typeface="Calibri"/>
                            <a:sym typeface="Calibri"/>
                          </a:endParaRPr>
                        </a:p>
                      </a:txBody>
                      <a:tcPr marL="68575" marR="68575" marT="0" marB="0">
                        <a:solidFill>
                          <a:srgbClr val="00B0F0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lvl="0" indent="0" algn="ctr" rtl="0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None/>
                          </a:pPr>
                          <a:r>
                            <a:rPr lang="en" sz="1100">
                              <a:latin typeface="Calibri"/>
                              <a:ea typeface="Calibri"/>
                              <a:cs typeface="Calibri"/>
                              <a:sym typeface="Calibri"/>
                            </a:rPr>
                            <a:t>1</a:t>
                          </a:r>
                          <a:endParaRPr sz="1100">
                            <a:latin typeface="Calibri"/>
                            <a:ea typeface="Calibri"/>
                            <a:cs typeface="Calibri"/>
                            <a:sym typeface="Calibri"/>
                          </a:endParaRPr>
                        </a:p>
                      </a:txBody>
                      <a:tcPr marL="68575" marR="68575" marT="0" marB="0">
                        <a:solidFill>
                          <a:srgbClr val="00B0F0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lvl="0" indent="0" algn="ctr" rtl="0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None/>
                          </a:pPr>
                          <a:r>
                            <a:rPr lang="en" sz="1100">
                              <a:latin typeface="Calibri"/>
                              <a:ea typeface="Calibri"/>
                              <a:cs typeface="Calibri"/>
                              <a:sym typeface="Calibri"/>
                            </a:rPr>
                            <a:t>1</a:t>
                          </a:r>
                          <a:endParaRPr sz="1100">
                            <a:latin typeface="Calibri"/>
                            <a:ea typeface="Calibri"/>
                            <a:cs typeface="Calibri"/>
                            <a:sym typeface="Calibri"/>
                          </a:endParaRPr>
                        </a:p>
                      </a:txBody>
                      <a:tcPr marL="68575" marR="68575" marT="0" marB="0">
                        <a:solidFill>
                          <a:srgbClr val="00B0F0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lvl="0" indent="0" algn="ctr" rtl="0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None/>
                          </a:pPr>
                          <a:r>
                            <a:rPr lang="en" sz="1100">
                              <a:latin typeface="Calibri"/>
                              <a:ea typeface="Calibri"/>
                              <a:cs typeface="Calibri"/>
                              <a:sym typeface="Calibri"/>
                            </a:rPr>
                            <a:t>1</a:t>
                          </a:r>
                          <a:endParaRPr sz="1100">
                            <a:latin typeface="Calibri"/>
                            <a:ea typeface="Calibri"/>
                            <a:cs typeface="Calibri"/>
                            <a:sym typeface="Calibri"/>
                          </a:endParaRPr>
                        </a:p>
                      </a:txBody>
                      <a:tcPr marL="68575" marR="68575" marT="0" marB="0">
                        <a:solidFill>
                          <a:srgbClr val="00B0F0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lvl="0" indent="0" algn="ctr" rtl="0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None/>
                          </a:pPr>
                          <a:r>
                            <a:rPr lang="en" sz="1100">
                              <a:latin typeface="Calibri"/>
                              <a:ea typeface="Calibri"/>
                              <a:cs typeface="Calibri"/>
                              <a:sym typeface="Calibri"/>
                            </a:rPr>
                            <a:t>0</a:t>
                          </a:r>
                          <a:endParaRPr sz="1100">
                            <a:latin typeface="Calibri"/>
                            <a:ea typeface="Calibri"/>
                            <a:cs typeface="Calibri"/>
                            <a:sym typeface="Calibri"/>
                          </a:endParaRPr>
                        </a:p>
                      </a:txBody>
                      <a:tcPr marL="68575" marR="68575" marT="0" marB="0">
                        <a:solidFill>
                          <a:srgbClr val="0070C0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lvl="0" indent="0" algn="ctr" rtl="0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None/>
                          </a:pPr>
                          <a:r>
                            <a:rPr lang="en" sz="1100">
                              <a:latin typeface="Calibri"/>
                              <a:ea typeface="Calibri"/>
                              <a:cs typeface="Calibri"/>
                              <a:sym typeface="Calibri"/>
                            </a:rPr>
                            <a:t>1</a:t>
                          </a:r>
                          <a:endParaRPr sz="1100">
                            <a:latin typeface="Calibri"/>
                            <a:ea typeface="Calibri"/>
                            <a:cs typeface="Calibri"/>
                            <a:sym typeface="Calibri"/>
                          </a:endParaRPr>
                        </a:p>
                      </a:txBody>
                      <a:tcPr marL="68575" marR="68575" marT="0" marB="0">
                        <a:solidFill>
                          <a:srgbClr val="0070C0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lvl="0" indent="0" algn="ctr" rtl="0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None/>
                          </a:pPr>
                          <a:r>
                            <a:rPr lang="en" sz="1100">
                              <a:latin typeface="Calibri"/>
                              <a:ea typeface="Calibri"/>
                              <a:cs typeface="Calibri"/>
                              <a:sym typeface="Calibri"/>
                            </a:rPr>
                            <a:t>0</a:t>
                          </a:r>
                          <a:endParaRPr sz="1100">
                            <a:latin typeface="Calibri"/>
                            <a:ea typeface="Calibri"/>
                            <a:cs typeface="Calibri"/>
                            <a:sym typeface="Calibri"/>
                          </a:endParaRPr>
                        </a:p>
                      </a:txBody>
                      <a:tcPr marL="68575" marR="68575" marT="0" marB="0">
                        <a:solidFill>
                          <a:srgbClr val="0070C0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lvl="0" indent="0" algn="ctr" rtl="0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None/>
                          </a:pPr>
                          <a:r>
                            <a:rPr lang="en" sz="1100">
                              <a:latin typeface="Calibri"/>
                              <a:ea typeface="Calibri"/>
                              <a:cs typeface="Calibri"/>
                              <a:sym typeface="Calibri"/>
                            </a:rPr>
                            <a:t>0</a:t>
                          </a:r>
                          <a:endParaRPr sz="1100">
                            <a:latin typeface="Calibri"/>
                            <a:ea typeface="Calibri"/>
                            <a:cs typeface="Calibri"/>
                            <a:sym typeface="Calibri"/>
                          </a:endParaRPr>
                        </a:p>
                      </a:txBody>
                      <a:tcPr marL="68575" marR="68575" marT="0" marB="0">
                        <a:solidFill>
                          <a:srgbClr val="0070C0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lvl="0" indent="0" algn="ctr" rtl="0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None/>
                          </a:pPr>
                          <a:r>
                            <a:rPr lang="en" sz="1100">
                              <a:latin typeface="Calibri"/>
                              <a:ea typeface="Calibri"/>
                              <a:cs typeface="Calibri"/>
                              <a:sym typeface="Calibri"/>
                            </a:rPr>
                            <a:t>1</a:t>
                          </a:r>
                          <a:endParaRPr sz="1100">
                            <a:latin typeface="Calibri"/>
                            <a:ea typeface="Calibri"/>
                            <a:cs typeface="Calibri"/>
                            <a:sym typeface="Calibri"/>
                          </a:endParaRPr>
                        </a:p>
                      </a:txBody>
                      <a:tcPr marL="68575" marR="68575" marT="0" marB="0">
                        <a:solidFill>
                          <a:srgbClr val="0070C0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lvl="0" indent="0" algn="ctr" rtl="0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None/>
                          </a:pPr>
                          <a:r>
                            <a:rPr lang="en" sz="1100">
                              <a:latin typeface="Calibri"/>
                              <a:ea typeface="Calibri"/>
                              <a:cs typeface="Calibri"/>
                              <a:sym typeface="Calibri"/>
                            </a:rPr>
                            <a:t>1</a:t>
                          </a:r>
                          <a:endParaRPr sz="1100">
                            <a:latin typeface="Calibri"/>
                            <a:ea typeface="Calibri"/>
                            <a:cs typeface="Calibri"/>
                            <a:sym typeface="Calibri"/>
                          </a:endParaRPr>
                        </a:p>
                      </a:txBody>
                      <a:tcPr marL="68575" marR="68575" marT="0" marB="0">
                        <a:solidFill>
                          <a:srgbClr val="0070C0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21"/>
                      </a:ext>
                    </a:extLst>
                  </a:tr>
                  <a:tr h="186325">
                    <a:tc>
                      <a:txBody>
                        <a:bodyPr/>
                        <a:lstStyle/>
                        <a:p>
                          <a:pPr marL="0" lvl="0" indent="0" algn="ctr" rtl="0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None/>
                          </a:pPr>
                          <a:r>
                            <a:rPr lang="en" sz="1100">
                              <a:latin typeface="Calibri"/>
                              <a:ea typeface="Calibri"/>
                              <a:cs typeface="Calibri"/>
                              <a:sym typeface="Calibri"/>
                            </a:rPr>
                            <a:t>S17</a:t>
                          </a:r>
                          <a:endParaRPr sz="1100">
                            <a:latin typeface="Calibri"/>
                            <a:ea typeface="Calibri"/>
                            <a:cs typeface="Calibri"/>
                            <a:sym typeface="Calibri"/>
                          </a:endParaRPr>
                        </a:p>
                      </a:txBody>
                      <a:tcPr marL="68575" marR="68575" marT="0" marB="0"/>
                    </a:tc>
                    <a:tc>
                      <a:txBody>
                        <a:bodyPr/>
                        <a:lstStyle/>
                        <a:p>
                          <a:pPr marL="0" lvl="0" indent="0" algn="ctr" rtl="0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None/>
                          </a:pPr>
                          <a:r>
                            <a:rPr lang="en" sz="1100">
                              <a:latin typeface="Calibri"/>
                              <a:ea typeface="Calibri"/>
                              <a:cs typeface="Calibri"/>
                              <a:sym typeface="Calibri"/>
                            </a:rPr>
                            <a:t>010011</a:t>
                          </a:r>
                          <a:endParaRPr sz="1100">
                            <a:latin typeface="Calibri"/>
                            <a:ea typeface="Calibri"/>
                            <a:cs typeface="Calibri"/>
                            <a:sym typeface="Calibri"/>
                          </a:endParaRPr>
                        </a:p>
                      </a:txBody>
                      <a:tcPr marL="68575" marR="68575" marT="0" marB="0"/>
                    </a:tc>
                    <a:tc>
                      <a:txBody>
                        <a:bodyPr/>
                        <a:lstStyle/>
                        <a:p>
                          <a:pPr marL="0" lvl="0" indent="0" algn="ctr" rtl="0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None/>
                          </a:pPr>
                          <a:r>
                            <a:rPr lang="en" sz="1100">
                              <a:latin typeface="Calibri"/>
                              <a:ea typeface="Calibri"/>
                              <a:cs typeface="Calibri"/>
                              <a:sym typeface="Calibri"/>
                            </a:rPr>
                            <a:t>0</a:t>
                          </a:r>
                          <a:endParaRPr sz="1100">
                            <a:latin typeface="Calibri"/>
                            <a:ea typeface="Calibri"/>
                            <a:cs typeface="Calibri"/>
                            <a:sym typeface="Calibri"/>
                          </a:endParaRPr>
                        </a:p>
                      </a:txBody>
                      <a:tcPr marL="68575" marR="68575" marT="0" marB="0">
                        <a:solidFill>
                          <a:srgbClr val="9CC3E5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lvl="0" indent="0" algn="ctr" rtl="0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None/>
                          </a:pPr>
                          <a:r>
                            <a:rPr lang="en" sz="1100">
                              <a:latin typeface="Calibri"/>
                              <a:ea typeface="Calibri"/>
                              <a:cs typeface="Calibri"/>
                              <a:sym typeface="Calibri"/>
                            </a:rPr>
                            <a:t>1</a:t>
                          </a:r>
                          <a:endParaRPr sz="1100">
                            <a:latin typeface="Calibri"/>
                            <a:ea typeface="Calibri"/>
                            <a:cs typeface="Calibri"/>
                            <a:sym typeface="Calibri"/>
                          </a:endParaRPr>
                        </a:p>
                      </a:txBody>
                      <a:tcPr marL="68575" marR="68575" marT="0" marB="0">
                        <a:solidFill>
                          <a:srgbClr val="00B0F0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lvl="0" indent="0" algn="ctr" rtl="0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None/>
                          </a:pPr>
                          <a:r>
                            <a:rPr lang="en" sz="1100">
                              <a:latin typeface="Calibri"/>
                              <a:ea typeface="Calibri"/>
                              <a:cs typeface="Calibri"/>
                              <a:sym typeface="Calibri"/>
                            </a:rPr>
                            <a:t>0</a:t>
                          </a:r>
                          <a:endParaRPr sz="1100">
                            <a:latin typeface="Calibri"/>
                            <a:ea typeface="Calibri"/>
                            <a:cs typeface="Calibri"/>
                            <a:sym typeface="Calibri"/>
                          </a:endParaRPr>
                        </a:p>
                      </a:txBody>
                      <a:tcPr marL="68575" marR="68575" marT="0" marB="0">
                        <a:solidFill>
                          <a:srgbClr val="00B0F0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lvl="0" indent="0" algn="ctr" rtl="0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None/>
                          </a:pPr>
                          <a:r>
                            <a:rPr lang="en" sz="1100">
                              <a:latin typeface="Calibri"/>
                              <a:ea typeface="Calibri"/>
                              <a:cs typeface="Calibri"/>
                              <a:sym typeface="Calibri"/>
                            </a:rPr>
                            <a:t>0</a:t>
                          </a:r>
                          <a:endParaRPr sz="1100">
                            <a:latin typeface="Calibri"/>
                            <a:ea typeface="Calibri"/>
                            <a:cs typeface="Calibri"/>
                            <a:sym typeface="Calibri"/>
                          </a:endParaRPr>
                        </a:p>
                      </a:txBody>
                      <a:tcPr marL="68575" marR="68575" marT="0" marB="0">
                        <a:solidFill>
                          <a:srgbClr val="00B0F0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lvl="0" indent="0" algn="ctr" rtl="0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None/>
                          </a:pPr>
                          <a:r>
                            <a:rPr lang="en" sz="1100">
                              <a:latin typeface="Calibri"/>
                              <a:ea typeface="Calibri"/>
                              <a:cs typeface="Calibri"/>
                              <a:sym typeface="Calibri"/>
                            </a:rPr>
                            <a:t>0</a:t>
                          </a:r>
                          <a:endParaRPr sz="1100">
                            <a:latin typeface="Calibri"/>
                            <a:ea typeface="Calibri"/>
                            <a:cs typeface="Calibri"/>
                            <a:sym typeface="Calibri"/>
                          </a:endParaRPr>
                        </a:p>
                      </a:txBody>
                      <a:tcPr marL="68575" marR="68575" marT="0" marB="0">
                        <a:solidFill>
                          <a:srgbClr val="00B0F0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lvl="0" indent="0" algn="ctr" rtl="0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None/>
                          </a:pPr>
                          <a:r>
                            <a:rPr lang="en" sz="1100">
                              <a:latin typeface="Calibri"/>
                              <a:ea typeface="Calibri"/>
                              <a:cs typeface="Calibri"/>
                              <a:sym typeface="Calibri"/>
                            </a:rPr>
                            <a:t>0</a:t>
                          </a:r>
                          <a:endParaRPr sz="1100">
                            <a:latin typeface="Calibri"/>
                            <a:ea typeface="Calibri"/>
                            <a:cs typeface="Calibri"/>
                            <a:sym typeface="Calibri"/>
                          </a:endParaRPr>
                        </a:p>
                      </a:txBody>
                      <a:tcPr marL="68575" marR="68575" marT="0" marB="0">
                        <a:solidFill>
                          <a:srgbClr val="0070C0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lvl="0" indent="0" algn="ctr" rtl="0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None/>
                          </a:pPr>
                          <a:r>
                            <a:rPr lang="en" sz="1100">
                              <a:latin typeface="Calibri"/>
                              <a:ea typeface="Calibri"/>
                              <a:cs typeface="Calibri"/>
                              <a:sym typeface="Calibri"/>
                            </a:rPr>
                            <a:t>1</a:t>
                          </a:r>
                          <a:endParaRPr sz="1100">
                            <a:latin typeface="Calibri"/>
                            <a:ea typeface="Calibri"/>
                            <a:cs typeface="Calibri"/>
                            <a:sym typeface="Calibri"/>
                          </a:endParaRPr>
                        </a:p>
                      </a:txBody>
                      <a:tcPr marL="68575" marR="68575" marT="0" marB="0">
                        <a:solidFill>
                          <a:srgbClr val="0070C0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lvl="0" indent="0" algn="ctr" rtl="0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None/>
                          </a:pPr>
                          <a:r>
                            <a:rPr lang="en" sz="1100">
                              <a:latin typeface="Calibri"/>
                              <a:ea typeface="Calibri"/>
                              <a:cs typeface="Calibri"/>
                              <a:sym typeface="Calibri"/>
                            </a:rPr>
                            <a:t>0</a:t>
                          </a:r>
                          <a:endParaRPr sz="1100">
                            <a:latin typeface="Calibri"/>
                            <a:ea typeface="Calibri"/>
                            <a:cs typeface="Calibri"/>
                            <a:sym typeface="Calibri"/>
                          </a:endParaRPr>
                        </a:p>
                      </a:txBody>
                      <a:tcPr marL="68575" marR="68575" marT="0" marB="0">
                        <a:solidFill>
                          <a:srgbClr val="0070C0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lvl="0" indent="0" algn="ctr" rtl="0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None/>
                          </a:pPr>
                          <a:r>
                            <a:rPr lang="en" sz="1100">
                              <a:latin typeface="Calibri"/>
                              <a:ea typeface="Calibri"/>
                              <a:cs typeface="Calibri"/>
                              <a:sym typeface="Calibri"/>
                            </a:rPr>
                            <a:t>1</a:t>
                          </a:r>
                          <a:endParaRPr sz="1100">
                            <a:latin typeface="Calibri"/>
                            <a:ea typeface="Calibri"/>
                            <a:cs typeface="Calibri"/>
                            <a:sym typeface="Calibri"/>
                          </a:endParaRPr>
                        </a:p>
                      </a:txBody>
                      <a:tcPr marL="68575" marR="68575" marT="0" marB="0">
                        <a:solidFill>
                          <a:srgbClr val="0070C0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lvl="0" indent="0" algn="ctr" rtl="0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None/>
                          </a:pPr>
                          <a:r>
                            <a:rPr lang="en" sz="1100">
                              <a:latin typeface="Calibri"/>
                              <a:ea typeface="Calibri"/>
                              <a:cs typeface="Calibri"/>
                              <a:sym typeface="Calibri"/>
                            </a:rPr>
                            <a:t>0</a:t>
                          </a:r>
                          <a:endParaRPr sz="1100">
                            <a:latin typeface="Calibri"/>
                            <a:ea typeface="Calibri"/>
                            <a:cs typeface="Calibri"/>
                            <a:sym typeface="Calibri"/>
                          </a:endParaRPr>
                        </a:p>
                      </a:txBody>
                      <a:tcPr marL="68575" marR="68575" marT="0" marB="0">
                        <a:solidFill>
                          <a:srgbClr val="0070C0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lvl="0" indent="0" algn="ctr" rtl="0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None/>
                          </a:pPr>
                          <a:r>
                            <a:rPr lang="en" sz="1100">
                              <a:latin typeface="Calibri"/>
                              <a:ea typeface="Calibri"/>
                              <a:cs typeface="Calibri"/>
                              <a:sym typeface="Calibri"/>
                            </a:rPr>
                            <a:t>0</a:t>
                          </a:r>
                          <a:endParaRPr sz="1100">
                            <a:latin typeface="Calibri"/>
                            <a:ea typeface="Calibri"/>
                            <a:cs typeface="Calibri"/>
                            <a:sym typeface="Calibri"/>
                          </a:endParaRPr>
                        </a:p>
                      </a:txBody>
                      <a:tcPr marL="68575" marR="68575" marT="0" marB="0">
                        <a:solidFill>
                          <a:srgbClr val="0070C0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22"/>
                      </a:ext>
                    </a:extLst>
                  </a:tr>
                  <a:tr h="180975">
                    <a:tc>
                      <a:txBody>
                        <a:bodyPr/>
                        <a:lstStyle/>
                        <a:p>
                          <a:pPr marL="0" lvl="0" indent="0" algn="ctr" rtl="0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None/>
                          </a:pPr>
                          <a:r>
                            <a:rPr lang="en" sz="1100">
                              <a:latin typeface="Calibri"/>
                              <a:ea typeface="Calibri"/>
                              <a:cs typeface="Calibri"/>
                              <a:sym typeface="Calibri"/>
                            </a:rPr>
                            <a:t>S19</a:t>
                          </a:r>
                          <a:endParaRPr sz="1100">
                            <a:latin typeface="Calibri"/>
                            <a:ea typeface="Calibri"/>
                            <a:cs typeface="Calibri"/>
                            <a:sym typeface="Calibri"/>
                          </a:endParaRPr>
                        </a:p>
                      </a:txBody>
                      <a:tcPr marL="68575" marR="68575" marT="0" marB="0"/>
                    </a:tc>
                    <a:tc>
                      <a:txBody>
                        <a:bodyPr/>
                        <a:lstStyle/>
                        <a:p>
                          <a:pPr marL="0" lvl="0" indent="0" algn="ctr" rtl="0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None/>
                          </a:pPr>
                          <a:r>
                            <a:rPr lang="en" sz="1100">
                              <a:latin typeface="Calibri"/>
                              <a:ea typeface="Calibri"/>
                              <a:cs typeface="Calibri"/>
                              <a:sym typeface="Calibri"/>
                            </a:rPr>
                            <a:t>010100</a:t>
                          </a:r>
                          <a:endParaRPr sz="1100">
                            <a:latin typeface="Calibri"/>
                            <a:ea typeface="Calibri"/>
                            <a:cs typeface="Calibri"/>
                            <a:sym typeface="Calibri"/>
                          </a:endParaRPr>
                        </a:p>
                      </a:txBody>
                      <a:tcPr marL="68575" marR="68575" marT="0" marB="0"/>
                    </a:tc>
                    <a:tc>
                      <a:txBody>
                        <a:bodyPr/>
                        <a:lstStyle/>
                        <a:p>
                          <a:pPr marL="0" lvl="0" indent="0" algn="ctr" rtl="0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None/>
                          </a:pPr>
                          <a:r>
                            <a:rPr lang="en" sz="1100">
                              <a:latin typeface="Calibri"/>
                              <a:ea typeface="Calibri"/>
                              <a:cs typeface="Calibri"/>
                              <a:sym typeface="Calibri"/>
                            </a:rPr>
                            <a:t>0</a:t>
                          </a:r>
                          <a:endParaRPr sz="1100">
                            <a:latin typeface="Calibri"/>
                            <a:ea typeface="Calibri"/>
                            <a:cs typeface="Calibri"/>
                            <a:sym typeface="Calibri"/>
                          </a:endParaRPr>
                        </a:p>
                      </a:txBody>
                      <a:tcPr marL="68575" marR="68575" marT="0" marB="0">
                        <a:solidFill>
                          <a:srgbClr val="9CC3E5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lvl="0" indent="0" algn="ctr" rtl="0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None/>
                          </a:pPr>
                          <a:r>
                            <a:rPr lang="en" sz="1100">
                              <a:latin typeface="Calibri"/>
                              <a:ea typeface="Calibri"/>
                              <a:cs typeface="Calibri"/>
                              <a:sym typeface="Calibri"/>
                            </a:rPr>
                            <a:t>1</a:t>
                          </a:r>
                          <a:endParaRPr sz="1100">
                            <a:latin typeface="Calibri"/>
                            <a:ea typeface="Calibri"/>
                            <a:cs typeface="Calibri"/>
                            <a:sym typeface="Calibri"/>
                          </a:endParaRPr>
                        </a:p>
                      </a:txBody>
                      <a:tcPr marL="68575" marR="68575" marT="0" marB="0">
                        <a:solidFill>
                          <a:srgbClr val="00B0F0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lvl="0" indent="0" algn="ctr" rtl="0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None/>
                          </a:pPr>
                          <a:r>
                            <a:rPr lang="en" sz="1100">
                              <a:latin typeface="Calibri"/>
                              <a:ea typeface="Calibri"/>
                              <a:cs typeface="Calibri"/>
                              <a:sym typeface="Calibri"/>
                            </a:rPr>
                            <a:t>0</a:t>
                          </a:r>
                          <a:endParaRPr sz="1100">
                            <a:latin typeface="Calibri"/>
                            <a:ea typeface="Calibri"/>
                            <a:cs typeface="Calibri"/>
                            <a:sym typeface="Calibri"/>
                          </a:endParaRPr>
                        </a:p>
                      </a:txBody>
                      <a:tcPr marL="68575" marR="68575" marT="0" marB="0">
                        <a:solidFill>
                          <a:srgbClr val="00B0F0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lvl="0" indent="0" algn="ctr" rtl="0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None/>
                          </a:pPr>
                          <a:r>
                            <a:rPr lang="en" sz="1100">
                              <a:latin typeface="Calibri"/>
                              <a:ea typeface="Calibri"/>
                              <a:cs typeface="Calibri"/>
                              <a:sym typeface="Calibri"/>
                            </a:rPr>
                            <a:t>0</a:t>
                          </a:r>
                          <a:endParaRPr sz="1100">
                            <a:latin typeface="Calibri"/>
                            <a:ea typeface="Calibri"/>
                            <a:cs typeface="Calibri"/>
                            <a:sym typeface="Calibri"/>
                          </a:endParaRPr>
                        </a:p>
                      </a:txBody>
                      <a:tcPr marL="68575" marR="68575" marT="0" marB="0">
                        <a:solidFill>
                          <a:srgbClr val="00B0F0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lvl="0" indent="0" algn="ctr" rtl="0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None/>
                          </a:pPr>
                          <a:r>
                            <a:rPr lang="en" sz="1100">
                              <a:latin typeface="Calibri"/>
                              <a:ea typeface="Calibri"/>
                              <a:cs typeface="Calibri"/>
                              <a:sym typeface="Calibri"/>
                            </a:rPr>
                            <a:t>1</a:t>
                          </a:r>
                          <a:endParaRPr sz="1100">
                            <a:latin typeface="Calibri"/>
                            <a:ea typeface="Calibri"/>
                            <a:cs typeface="Calibri"/>
                            <a:sym typeface="Calibri"/>
                          </a:endParaRPr>
                        </a:p>
                      </a:txBody>
                      <a:tcPr marL="68575" marR="68575" marT="0" marB="0">
                        <a:solidFill>
                          <a:srgbClr val="00B0F0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lvl="0" indent="0" algn="ctr" rtl="0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None/>
                          </a:pPr>
                          <a:r>
                            <a:rPr lang="en" sz="1100">
                              <a:latin typeface="Calibri"/>
                              <a:ea typeface="Calibri"/>
                              <a:cs typeface="Calibri"/>
                              <a:sym typeface="Calibri"/>
                            </a:rPr>
                            <a:t>0</a:t>
                          </a:r>
                          <a:endParaRPr sz="1100">
                            <a:latin typeface="Calibri"/>
                            <a:ea typeface="Calibri"/>
                            <a:cs typeface="Calibri"/>
                            <a:sym typeface="Calibri"/>
                          </a:endParaRPr>
                        </a:p>
                      </a:txBody>
                      <a:tcPr marL="68575" marR="68575" marT="0" marB="0">
                        <a:solidFill>
                          <a:srgbClr val="0070C0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lvl="0" indent="0" algn="ctr" rtl="0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None/>
                          </a:pPr>
                          <a:r>
                            <a:rPr lang="en" sz="1100">
                              <a:latin typeface="Calibri"/>
                              <a:ea typeface="Calibri"/>
                              <a:cs typeface="Calibri"/>
                              <a:sym typeface="Calibri"/>
                            </a:rPr>
                            <a:t>1</a:t>
                          </a:r>
                          <a:endParaRPr sz="1100">
                            <a:latin typeface="Calibri"/>
                            <a:ea typeface="Calibri"/>
                            <a:cs typeface="Calibri"/>
                            <a:sym typeface="Calibri"/>
                          </a:endParaRPr>
                        </a:p>
                      </a:txBody>
                      <a:tcPr marL="68575" marR="68575" marT="0" marB="0">
                        <a:solidFill>
                          <a:srgbClr val="0070C0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lvl="0" indent="0" algn="ctr" rtl="0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None/>
                          </a:pPr>
                          <a:r>
                            <a:rPr lang="en" sz="1100">
                              <a:latin typeface="Calibri"/>
                              <a:ea typeface="Calibri"/>
                              <a:cs typeface="Calibri"/>
                              <a:sym typeface="Calibri"/>
                            </a:rPr>
                            <a:t>0</a:t>
                          </a:r>
                          <a:endParaRPr sz="1100">
                            <a:latin typeface="Calibri"/>
                            <a:ea typeface="Calibri"/>
                            <a:cs typeface="Calibri"/>
                            <a:sym typeface="Calibri"/>
                          </a:endParaRPr>
                        </a:p>
                      </a:txBody>
                      <a:tcPr marL="68575" marR="68575" marT="0" marB="0">
                        <a:solidFill>
                          <a:srgbClr val="0070C0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lvl="0" indent="0" algn="ctr" rtl="0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None/>
                          </a:pPr>
                          <a:r>
                            <a:rPr lang="en" sz="1100">
                              <a:latin typeface="Calibri"/>
                              <a:ea typeface="Calibri"/>
                              <a:cs typeface="Calibri"/>
                              <a:sym typeface="Calibri"/>
                            </a:rPr>
                            <a:t>1</a:t>
                          </a:r>
                          <a:endParaRPr sz="1100">
                            <a:latin typeface="Calibri"/>
                            <a:ea typeface="Calibri"/>
                            <a:cs typeface="Calibri"/>
                            <a:sym typeface="Calibri"/>
                          </a:endParaRPr>
                        </a:p>
                      </a:txBody>
                      <a:tcPr marL="68575" marR="68575" marT="0" marB="0">
                        <a:solidFill>
                          <a:srgbClr val="0070C0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lvl="0" indent="0" algn="ctr" rtl="0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None/>
                          </a:pPr>
                          <a:r>
                            <a:rPr lang="en" sz="1100">
                              <a:latin typeface="Calibri"/>
                              <a:ea typeface="Calibri"/>
                              <a:cs typeface="Calibri"/>
                              <a:sym typeface="Calibri"/>
                            </a:rPr>
                            <a:t>0</a:t>
                          </a:r>
                          <a:endParaRPr sz="1100">
                            <a:latin typeface="Calibri"/>
                            <a:ea typeface="Calibri"/>
                            <a:cs typeface="Calibri"/>
                            <a:sym typeface="Calibri"/>
                          </a:endParaRPr>
                        </a:p>
                      </a:txBody>
                      <a:tcPr marL="68575" marR="68575" marT="0" marB="0">
                        <a:solidFill>
                          <a:srgbClr val="0070C0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lvl="0" indent="0" algn="ctr" rtl="0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None/>
                          </a:pPr>
                          <a:r>
                            <a:rPr lang="en" sz="1100">
                              <a:latin typeface="Calibri"/>
                              <a:ea typeface="Calibri"/>
                              <a:cs typeface="Calibri"/>
                              <a:sym typeface="Calibri"/>
                            </a:rPr>
                            <a:t>1</a:t>
                          </a:r>
                          <a:endParaRPr sz="1100">
                            <a:latin typeface="Calibri"/>
                            <a:ea typeface="Calibri"/>
                            <a:cs typeface="Calibri"/>
                            <a:sym typeface="Calibri"/>
                          </a:endParaRPr>
                        </a:p>
                      </a:txBody>
                      <a:tcPr marL="68575" marR="68575" marT="0" marB="0">
                        <a:solidFill>
                          <a:srgbClr val="0070C0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23"/>
                      </a:ext>
                    </a:extLst>
                  </a:tr>
                  <a:tr h="186325">
                    <a:tc>
                      <a:txBody>
                        <a:bodyPr/>
                        <a:lstStyle/>
                        <a:p>
                          <a:pPr marL="0" lvl="0" indent="0" algn="ctr" rtl="0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None/>
                          </a:pPr>
                          <a:r>
                            <a:rPr lang="en" sz="1100">
                              <a:latin typeface="Calibri"/>
                              <a:ea typeface="Calibri"/>
                              <a:cs typeface="Calibri"/>
                              <a:sym typeface="Calibri"/>
                            </a:rPr>
                            <a:t>S21</a:t>
                          </a:r>
                          <a:endParaRPr sz="1100">
                            <a:latin typeface="Calibri"/>
                            <a:ea typeface="Calibri"/>
                            <a:cs typeface="Calibri"/>
                            <a:sym typeface="Calibri"/>
                          </a:endParaRPr>
                        </a:p>
                      </a:txBody>
                      <a:tcPr marL="68575" marR="68575" marT="0" marB="0"/>
                    </a:tc>
                    <a:tc>
                      <a:txBody>
                        <a:bodyPr/>
                        <a:lstStyle/>
                        <a:p>
                          <a:pPr marL="0" lvl="0" indent="0" algn="ctr" rtl="0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None/>
                          </a:pPr>
                          <a:r>
                            <a:rPr lang="en" sz="1100">
                              <a:latin typeface="Calibri"/>
                              <a:ea typeface="Calibri"/>
                              <a:cs typeface="Calibri"/>
                              <a:sym typeface="Calibri"/>
                            </a:rPr>
                            <a:t>010101</a:t>
                          </a:r>
                          <a:endParaRPr sz="1100">
                            <a:latin typeface="Calibri"/>
                            <a:ea typeface="Calibri"/>
                            <a:cs typeface="Calibri"/>
                            <a:sym typeface="Calibri"/>
                          </a:endParaRPr>
                        </a:p>
                      </a:txBody>
                      <a:tcPr marL="68575" marR="68575" marT="0" marB="0"/>
                    </a:tc>
                    <a:tc>
                      <a:txBody>
                        <a:bodyPr/>
                        <a:lstStyle/>
                        <a:p>
                          <a:pPr marL="0" lvl="0" indent="0" algn="ctr" rtl="0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None/>
                          </a:pPr>
                          <a:r>
                            <a:rPr lang="en" sz="1100">
                              <a:latin typeface="Calibri"/>
                              <a:ea typeface="Calibri"/>
                              <a:cs typeface="Calibri"/>
                              <a:sym typeface="Calibri"/>
                            </a:rPr>
                            <a:t>1</a:t>
                          </a:r>
                          <a:endParaRPr sz="1100">
                            <a:latin typeface="Calibri"/>
                            <a:ea typeface="Calibri"/>
                            <a:cs typeface="Calibri"/>
                            <a:sym typeface="Calibri"/>
                          </a:endParaRPr>
                        </a:p>
                      </a:txBody>
                      <a:tcPr marL="68575" marR="68575" marT="0" marB="0">
                        <a:solidFill>
                          <a:srgbClr val="FFD965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lvl="0" indent="0" algn="ctr" rtl="0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None/>
                          </a:pPr>
                          <a:r>
                            <a:rPr lang="en" sz="1100">
                              <a:latin typeface="Calibri"/>
                              <a:ea typeface="Calibri"/>
                              <a:cs typeface="Calibri"/>
                              <a:sym typeface="Calibri"/>
                            </a:rPr>
                            <a:t>0</a:t>
                          </a:r>
                          <a:endParaRPr sz="1100">
                            <a:latin typeface="Calibri"/>
                            <a:ea typeface="Calibri"/>
                            <a:cs typeface="Calibri"/>
                            <a:sym typeface="Calibri"/>
                          </a:endParaRPr>
                        </a:p>
                      </a:txBody>
                      <a:tcPr marL="68575" marR="68575" marT="0" marB="0">
                        <a:solidFill>
                          <a:srgbClr val="FFC000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lvl="0" indent="0" algn="ctr" rtl="0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None/>
                          </a:pPr>
                          <a:r>
                            <a:rPr lang="en" sz="1100">
                              <a:latin typeface="Calibri"/>
                              <a:ea typeface="Calibri"/>
                              <a:cs typeface="Calibri"/>
                              <a:sym typeface="Calibri"/>
                            </a:rPr>
                            <a:t>0</a:t>
                          </a:r>
                          <a:endParaRPr sz="1100">
                            <a:latin typeface="Calibri"/>
                            <a:ea typeface="Calibri"/>
                            <a:cs typeface="Calibri"/>
                            <a:sym typeface="Calibri"/>
                          </a:endParaRPr>
                        </a:p>
                      </a:txBody>
                      <a:tcPr marL="68575" marR="68575" marT="0" marB="0">
                        <a:solidFill>
                          <a:srgbClr val="FFC000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lvl="0" indent="0" algn="ctr" rtl="0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None/>
                          </a:pPr>
                          <a:r>
                            <a:rPr lang="en" sz="1100">
                              <a:latin typeface="Calibri"/>
                              <a:ea typeface="Calibri"/>
                              <a:cs typeface="Calibri"/>
                              <a:sym typeface="Calibri"/>
                            </a:rPr>
                            <a:t>1</a:t>
                          </a:r>
                          <a:endParaRPr sz="1100">
                            <a:latin typeface="Calibri"/>
                            <a:ea typeface="Calibri"/>
                            <a:cs typeface="Calibri"/>
                            <a:sym typeface="Calibri"/>
                          </a:endParaRPr>
                        </a:p>
                      </a:txBody>
                      <a:tcPr marL="68575" marR="68575" marT="0" marB="0">
                        <a:solidFill>
                          <a:srgbClr val="FFC000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lvl="0" indent="0" algn="ctr" rtl="0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None/>
                          </a:pPr>
                          <a:r>
                            <a:rPr lang="en" sz="1100">
                              <a:latin typeface="Calibri"/>
                              <a:ea typeface="Calibri"/>
                              <a:cs typeface="Calibri"/>
                              <a:sym typeface="Calibri"/>
                            </a:rPr>
                            <a:t>0</a:t>
                          </a:r>
                          <a:endParaRPr sz="1100">
                            <a:latin typeface="Calibri"/>
                            <a:ea typeface="Calibri"/>
                            <a:cs typeface="Calibri"/>
                            <a:sym typeface="Calibri"/>
                          </a:endParaRPr>
                        </a:p>
                      </a:txBody>
                      <a:tcPr marL="68575" marR="68575" marT="0" marB="0">
                        <a:solidFill>
                          <a:srgbClr val="FFC000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lvl="0" indent="0" algn="ctr" rtl="0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None/>
                          </a:pPr>
                          <a:r>
                            <a:rPr lang="en" sz="1100">
                              <a:latin typeface="Calibri"/>
                              <a:ea typeface="Calibri"/>
                              <a:cs typeface="Calibri"/>
                              <a:sym typeface="Calibri"/>
                            </a:rPr>
                            <a:t>0</a:t>
                          </a:r>
                          <a:endParaRPr sz="1100">
                            <a:latin typeface="Calibri"/>
                            <a:ea typeface="Calibri"/>
                            <a:cs typeface="Calibri"/>
                            <a:sym typeface="Calibri"/>
                          </a:endParaRPr>
                        </a:p>
                      </a:txBody>
                      <a:tcPr marL="68575" marR="68575" marT="0" marB="0">
                        <a:solidFill>
                          <a:srgbClr val="FFC000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lvl="0" indent="0" algn="ctr" rtl="0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None/>
                          </a:pPr>
                          <a:r>
                            <a:rPr lang="en" sz="1100">
                              <a:latin typeface="Calibri"/>
                              <a:ea typeface="Calibri"/>
                              <a:cs typeface="Calibri"/>
                              <a:sym typeface="Calibri"/>
                            </a:rPr>
                            <a:t>0</a:t>
                          </a:r>
                          <a:endParaRPr sz="1100">
                            <a:latin typeface="Calibri"/>
                            <a:ea typeface="Calibri"/>
                            <a:cs typeface="Calibri"/>
                            <a:sym typeface="Calibri"/>
                          </a:endParaRPr>
                        </a:p>
                      </a:txBody>
                      <a:tcPr marL="68575" marR="68575" marT="0" marB="0">
                        <a:solidFill>
                          <a:srgbClr val="FFC000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lvl="0" indent="0" algn="ctr" rtl="0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None/>
                          </a:pPr>
                          <a:r>
                            <a:rPr lang="en" sz="1100">
                              <a:latin typeface="Calibri"/>
                              <a:ea typeface="Calibri"/>
                              <a:cs typeface="Calibri"/>
                              <a:sym typeface="Calibri"/>
                            </a:rPr>
                            <a:t>0</a:t>
                          </a:r>
                          <a:endParaRPr sz="1100">
                            <a:latin typeface="Calibri"/>
                            <a:ea typeface="Calibri"/>
                            <a:cs typeface="Calibri"/>
                            <a:sym typeface="Calibri"/>
                          </a:endParaRPr>
                        </a:p>
                      </a:txBody>
                      <a:tcPr marL="68575" marR="68575" marT="0" marB="0">
                        <a:solidFill>
                          <a:srgbClr val="FFC000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lvl="0" indent="0" algn="ctr" rtl="0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None/>
                          </a:pPr>
                          <a:r>
                            <a:rPr lang="en" sz="1100">
                              <a:latin typeface="Calibri"/>
                              <a:ea typeface="Calibri"/>
                              <a:cs typeface="Calibri"/>
                              <a:sym typeface="Calibri"/>
                            </a:rPr>
                            <a:t>0</a:t>
                          </a:r>
                          <a:endParaRPr sz="1100">
                            <a:latin typeface="Calibri"/>
                            <a:ea typeface="Calibri"/>
                            <a:cs typeface="Calibri"/>
                            <a:sym typeface="Calibri"/>
                          </a:endParaRPr>
                        </a:p>
                      </a:txBody>
                      <a:tcPr marL="68575" marR="68575" marT="0" marB="0">
                        <a:solidFill>
                          <a:srgbClr val="FFC000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lvl="0" indent="0" algn="ctr" rtl="0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None/>
                          </a:pPr>
                          <a:r>
                            <a:rPr lang="en" sz="1100">
                              <a:latin typeface="Calibri"/>
                              <a:ea typeface="Calibri"/>
                              <a:cs typeface="Calibri"/>
                              <a:sym typeface="Calibri"/>
                            </a:rPr>
                            <a:t>0</a:t>
                          </a:r>
                          <a:endParaRPr sz="1100">
                            <a:latin typeface="Calibri"/>
                            <a:ea typeface="Calibri"/>
                            <a:cs typeface="Calibri"/>
                            <a:sym typeface="Calibri"/>
                          </a:endParaRPr>
                        </a:p>
                      </a:txBody>
                      <a:tcPr marL="68575" marR="68575" marT="0" marB="0">
                        <a:solidFill>
                          <a:srgbClr val="FFC000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lvl="0" indent="0" algn="ctr" rtl="0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None/>
                          </a:pPr>
                          <a:r>
                            <a:rPr lang="en" sz="1100">
                              <a:latin typeface="Calibri"/>
                              <a:ea typeface="Calibri"/>
                              <a:cs typeface="Calibri"/>
                              <a:sym typeface="Calibri"/>
                            </a:rPr>
                            <a:t>0</a:t>
                          </a:r>
                          <a:endParaRPr sz="1100">
                            <a:latin typeface="Calibri"/>
                            <a:ea typeface="Calibri"/>
                            <a:cs typeface="Calibri"/>
                            <a:sym typeface="Calibri"/>
                          </a:endParaRPr>
                        </a:p>
                      </a:txBody>
                      <a:tcPr marL="68575" marR="68575" marT="0" marB="0">
                        <a:solidFill>
                          <a:srgbClr val="FFC000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24"/>
                      </a:ext>
                    </a:extLst>
                  </a:tr>
                  <a:tr h="180975">
                    <a:tc>
                      <a:txBody>
                        <a:bodyPr/>
                        <a:lstStyle/>
                        <a:p>
                          <a:pPr marL="0" lvl="0" indent="0" algn="ctr" rtl="0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None/>
                          </a:pPr>
                          <a:r>
                            <a:rPr lang="en" sz="1100">
                              <a:latin typeface="Calibri"/>
                              <a:ea typeface="Calibri"/>
                              <a:cs typeface="Calibri"/>
                              <a:sym typeface="Calibri"/>
                            </a:rPr>
                            <a:t>S23</a:t>
                          </a:r>
                          <a:endParaRPr sz="1100">
                            <a:latin typeface="Calibri"/>
                            <a:ea typeface="Calibri"/>
                            <a:cs typeface="Calibri"/>
                            <a:sym typeface="Calibri"/>
                          </a:endParaRPr>
                        </a:p>
                      </a:txBody>
                      <a:tcPr marL="68575" marR="68575" marT="0" marB="0"/>
                    </a:tc>
                    <a:tc>
                      <a:txBody>
                        <a:bodyPr/>
                        <a:lstStyle/>
                        <a:p>
                          <a:pPr marL="0" lvl="0" indent="0" algn="ctr" rtl="0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None/>
                          </a:pPr>
                          <a:r>
                            <a:rPr lang="en" sz="1100">
                              <a:latin typeface="Calibri"/>
                              <a:ea typeface="Calibri"/>
                              <a:cs typeface="Calibri"/>
                              <a:sym typeface="Calibri"/>
                            </a:rPr>
                            <a:t>010110</a:t>
                          </a:r>
                          <a:endParaRPr sz="1100">
                            <a:latin typeface="Calibri"/>
                            <a:ea typeface="Calibri"/>
                            <a:cs typeface="Calibri"/>
                            <a:sym typeface="Calibri"/>
                          </a:endParaRPr>
                        </a:p>
                      </a:txBody>
                      <a:tcPr marL="68575" marR="68575" marT="0" marB="0"/>
                    </a:tc>
                    <a:tc>
                      <a:txBody>
                        <a:bodyPr/>
                        <a:lstStyle/>
                        <a:p>
                          <a:pPr marL="0" lvl="0" indent="0" algn="ctr" rtl="0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None/>
                          </a:pPr>
                          <a:r>
                            <a:rPr lang="en" sz="1100">
                              <a:latin typeface="Calibri"/>
                              <a:ea typeface="Calibri"/>
                              <a:cs typeface="Calibri"/>
                              <a:sym typeface="Calibri"/>
                            </a:rPr>
                            <a:t>1</a:t>
                          </a:r>
                          <a:endParaRPr sz="1100">
                            <a:latin typeface="Calibri"/>
                            <a:ea typeface="Calibri"/>
                            <a:cs typeface="Calibri"/>
                            <a:sym typeface="Calibri"/>
                          </a:endParaRPr>
                        </a:p>
                      </a:txBody>
                      <a:tcPr marL="68575" marR="68575" marT="0" marB="0">
                        <a:solidFill>
                          <a:srgbClr val="FFD965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lvl="0" indent="0" algn="ctr" rtl="0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None/>
                          </a:pPr>
                          <a:r>
                            <a:rPr lang="en" sz="1100">
                              <a:latin typeface="Calibri"/>
                              <a:ea typeface="Calibri"/>
                              <a:cs typeface="Calibri"/>
                              <a:sym typeface="Calibri"/>
                            </a:rPr>
                            <a:t>1</a:t>
                          </a:r>
                          <a:endParaRPr sz="1100">
                            <a:latin typeface="Calibri"/>
                            <a:ea typeface="Calibri"/>
                            <a:cs typeface="Calibri"/>
                            <a:sym typeface="Calibri"/>
                          </a:endParaRPr>
                        </a:p>
                      </a:txBody>
                      <a:tcPr marL="68575" marR="68575" marT="0" marB="0">
                        <a:solidFill>
                          <a:srgbClr val="FFC000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lvl="0" indent="0" algn="ctr" rtl="0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None/>
                          </a:pPr>
                          <a:r>
                            <a:rPr lang="en" sz="1100">
                              <a:latin typeface="Calibri"/>
                              <a:ea typeface="Calibri"/>
                              <a:cs typeface="Calibri"/>
                              <a:sym typeface="Calibri"/>
                            </a:rPr>
                            <a:t>0</a:t>
                          </a:r>
                          <a:endParaRPr sz="1100">
                            <a:latin typeface="Calibri"/>
                            <a:ea typeface="Calibri"/>
                            <a:cs typeface="Calibri"/>
                            <a:sym typeface="Calibri"/>
                          </a:endParaRPr>
                        </a:p>
                      </a:txBody>
                      <a:tcPr marL="68575" marR="68575" marT="0" marB="0">
                        <a:solidFill>
                          <a:srgbClr val="FFC000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lvl="0" indent="0" algn="ctr" rtl="0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None/>
                          </a:pPr>
                          <a:r>
                            <a:rPr lang="en" sz="1100">
                              <a:latin typeface="Calibri"/>
                              <a:ea typeface="Calibri"/>
                              <a:cs typeface="Calibri"/>
                              <a:sym typeface="Calibri"/>
                            </a:rPr>
                            <a:t>0</a:t>
                          </a:r>
                          <a:endParaRPr sz="1100">
                            <a:latin typeface="Calibri"/>
                            <a:ea typeface="Calibri"/>
                            <a:cs typeface="Calibri"/>
                            <a:sym typeface="Calibri"/>
                          </a:endParaRPr>
                        </a:p>
                      </a:txBody>
                      <a:tcPr marL="68575" marR="68575" marT="0" marB="0">
                        <a:solidFill>
                          <a:srgbClr val="FFC000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lvl="0" indent="0" algn="ctr" rtl="0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None/>
                          </a:pPr>
                          <a:r>
                            <a:rPr lang="en" sz="1100">
                              <a:latin typeface="Calibri"/>
                              <a:ea typeface="Calibri"/>
                              <a:cs typeface="Calibri"/>
                              <a:sym typeface="Calibri"/>
                            </a:rPr>
                            <a:t>0</a:t>
                          </a:r>
                          <a:endParaRPr sz="1100">
                            <a:latin typeface="Calibri"/>
                            <a:ea typeface="Calibri"/>
                            <a:cs typeface="Calibri"/>
                            <a:sym typeface="Calibri"/>
                          </a:endParaRPr>
                        </a:p>
                      </a:txBody>
                      <a:tcPr marL="68575" marR="68575" marT="0" marB="0">
                        <a:solidFill>
                          <a:srgbClr val="FFC000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lvl="0" indent="0" algn="ctr" rtl="0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None/>
                          </a:pPr>
                          <a:r>
                            <a:rPr lang="en" sz="1100">
                              <a:latin typeface="Calibri"/>
                              <a:ea typeface="Calibri"/>
                              <a:cs typeface="Calibri"/>
                              <a:sym typeface="Calibri"/>
                            </a:rPr>
                            <a:t>0</a:t>
                          </a:r>
                          <a:endParaRPr sz="1100">
                            <a:latin typeface="Calibri"/>
                            <a:ea typeface="Calibri"/>
                            <a:cs typeface="Calibri"/>
                            <a:sym typeface="Calibri"/>
                          </a:endParaRPr>
                        </a:p>
                      </a:txBody>
                      <a:tcPr marL="68575" marR="68575" marT="0" marB="0">
                        <a:solidFill>
                          <a:srgbClr val="FFC000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lvl="0" indent="0" algn="ctr" rtl="0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None/>
                          </a:pPr>
                          <a:r>
                            <a:rPr lang="en" sz="1100">
                              <a:latin typeface="Calibri"/>
                              <a:ea typeface="Calibri"/>
                              <a:cs typeface="Calibri"/>
                              <a:sym typeface="Calibri"/>
                            </a:rPr>
                            <a:t>0</a:t>
                          </a:r>
                          <a:endParaRPr sz="1100">
                            <a:latin typeface="Calibri"/>
                            <a:ea typeface="Calibri"/>
                            <a:cs typeface="Calibri"/>
                            <a:sym typeface="Calibri"/>
                          </a:endParaRPr>
                        </a:p>
                      </a:txBody>
                      <a:tcPr marL="68575" marR="68575" marT="0" marB="0">
                        <a:solidFill>
                          <a:srgbClr val="FFC000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lvl="0" indent="0" algn="ctr" rtl="0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None/>
                          </a:pPr>
                          <a:r>
                            <a:rPr lang="en" sz="1100">
                              <a:latin typeface="Calibri"/>
                              <a:ea typeface="Calibri"/>
                              <a:cs typeface="Calibri"/>
                              <a:sym typeface="Calibri"/>
                            </a:rPr>
                            <a:t>0</a:t>
                          </a:r>
                          <a:endParaRPr sz="1100">
                            <a:latin typeface="Calibri"/>
                            <a:ea typeface="Calibri"/>
                            <a:cs typeface="Calibri"/>
                            <a:sym typeface="Calibri"/>
                          </a:endParaRPr>
                        </a:p>
                      </a:txBody>
                      <a:tcPr marL="68575" marR="68575" marT="0" marB="0">
                        <a:solidFill>
                          <a:srgbClr val="FFC000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lvl="0" indent="0" algn="ctr" rtl="0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None/>
                          </a:pPr>
                          <a:r>
                            <a:rPr lang="en" sz="1100">
                              <a:latin typeface="Calibri"/>
                              <a:ea typeface="Calibri"/>
                              <a:cs typeface="Calibri"/>
                              <a:sym typeface="Calibri"/>
                            </a:rPr>
                            <a:t>0</a:t>
                          </a:r>
                          <a:endParaRPr sz="1100">
                            <a:latin typeface="Calibri"/>
                            <a:ea typeface="Calibri"/>
                            <a:cs typeface="Calibri"/>
                            <a:sym typeface="Calibri"/>
                          </a:endParaRPr>
                        </a:p>
                      </a:txBody>
                      <a:tcPr marL="68575" marR="68575" marT="0" marB="0">
                        <a:solidFill>
                          <a:srgbClr val="FFC000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lvl="0" indent="0" algn="ctr" rtl="0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None/>
                          </a:pPr>
                          <a:r>
                            <a:rPr lang="en" sz="1100">
                              <a:latin typeface="Calibri"/>
                              <a:ea typeface="Calibri"/>
                              <a:cs typeface="Calibri"/>
                              <a:sym typeface="Calibri"/>
                            </a:rPr>
                            <a:t>0</a:t>
                          </a:r>
                          <a:endParaRPr sz="1100">
                            <a:latin typeface="Calibri"/>
                            <a:ea typeface="Calibri"/>
                            <a:cs typeface="Calibri"/>
                            <a:sym typeface="Calibri"/>
                          </a:endParaRPr>
                        </a:p>
                      </a:txBody>
                      <a:tcPr marL="68575" marR="68575" marT="0" marB="0">
                        <a:solidFill>
                          <a:srgbClr val="FFC000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lvl="0" indent="0" algn="ctr" rtl="0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None/>
                          </a:pPr>
                          <a:r>
                            <a:rPr lang="en" sz="1100" dirty="0">
                              <a:latin typeface="Calibri"/>
                              <a:ea typeface="Calibri"/>
                              <a:cs typeface="Calibri"/>
                              <a:sym typeface="Calibri"/>
                            </a:rPr>
                            <a:t>0</a:t>
                          </a:r>
                          <a:endParaRPr sz="1100" dirty="0">
                            <a:latin typeface="Calibri"/>
                            <a:ea typeface="Calibri"/>
                            <a:cs typeface="Calibri"/>
                            <a:sym typeface="Calibri"/>
                          </a:endParaRPr>
                        </a:p>
                      </a:txBody>
                      <a:tcPr marL="68575" marR="68575" marT="0" marB="0">
                        <a:solidFill>
                          <a:srgbClr val="FFC000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25"/>
                      </a:ext>
                    </a:extLst>
                  </a:tr>
                </a:tbl>
              </a:graphicData>
            </a:graphic>
          </p:graphicFrame>
        </mc:Choice>
        <mc:Fallback>
          <p:graphicFrame>
            <p:nvGraphicFramePr>
              <p:cNvPr id="110" name="Google Shape;110;p19"/>
              <p:cNvGraphicFramePr/>
              <p:nvPr>
                <p:extLst>
                  <p:ext uri="{D42A27DB-BD31-4B8C-83A1-F6EECF244321}">
                    <p14:modId xmlns:p14="http://schemas.microsoft.com/office/powerpoint/2010/main" val="1797761670"/>
                  </p:ext>
                </p:extLst>
              </p:nvPr>
            </p:nvGraphicFramePr>
            <p:xfrm>
              <a:off x="3496400" y="51550"/>
              <a:ext cx="5656650" cy="5093610"/>
            </p:xfrm>
            <a:graphic>
              <a:graphicData uri="http://schemas.openxmlformats.org/drawingml/2006/table">
                <a:tbl>
                  <a:tblPr bandRow="1" bandCol="1">
                    <a:noFill/>
                    <a:tableStyleId>{22BE6267-23CE-4A04-A9A3-A8F05CD6CA56}</a:tableStyleId>
                  </a:tblPr>
                  <a:tblGrid>
                    <a:gridCol w="413650">
                      <a:extLst>
                        <a:ext uri="{9D8B030D-6E8A-4147-A177-3AD203B41FA5}">
                          <a16:colId xmlns:a16="http://schemas.microsoft.com/office/drawing/2014/main" val="20000"/>
                        </a:ext>
                      </a:extLst>
                    </a:gridCol>
                    <a:gridCol w="630525">
                      <a:extLst>
                        <a:ext uri="{9D8B030D-6E8A-4147-A177-3AD203B41FA5}">
                          <a16:colId xmlns:a16="http://schemas.microsoft.com/office/drawing/2014/main" val="20001"/>
                        </a:ext>
                      </a:extLst>
                    </a:gridCol>
                    <a:gridCol w="426125">
                      <a:extLst>
                        <a:ext uri="{9D8B030D-6E8A-4147-A177-3AD203B41FA5}">
                          <a16:colId xmlns:a16="http://schemas.microsoft.com/office/drawing/2014/main" val="20002"/>
                        </a:ext>
                      </a:extLst>
                    </a:gridCol>
                    <a:gridCol w="494300">
                      <a:extLst>
                        <a:ext uri="{9D8B030D-6E8A-4147-A177-3AD203B41FA5}">
                          <a16:colId xmlns:a16="http://schemas.microsoft.com/office/drawing/2014/main" val="20003"/>
                        </a:ext>
                      </a:extLst>
                    </a:gridCol>
                    <a:gridCol w="382850">
                      <a:extLst>
                        <a:ext uri="{9D8B030D-6E8A-4147-A177-3AD203B41FA5}">
                          <a16:colId xmlns:a16="http://schemas.microsoft.com/office/drawing/2014/main" val="20004"/>
                        </a:ext>
                      </a:extLst>
                    </a:gridCol>
                    <a:gridCol w="413650">
                      <a:extLst>
                        <a:ext uri="{9D8B030D-6E8A-4147-A177-3AD203B41FA5}">
                          <a16:colId xmlns:a16="http://schemas.microsoft.com/office/drawing/2014/main" val="20005"/>
                        </a:ext>
                      </a:extLst>
                    </a:gridCol>
                    <a:gridCol w="413650">
                      <a:extLst>
                        <a:ext uri="{9D8B030D-6E8A-4147-A177-3AD203B41FA5}">
                          <a16:colId xmlns:a16="http://schemas.microsoft.com/office/drawing/2014/main" val="20006"/>
                        </a:ext>
                      </a:extLst>
                    </a:gridCol>
                    <a:gridCol w="413650">
                      <a:extLst>
                        <a:ext uri="{9D8B030D-6E8A-4147-A177-3AD203B41FA5}">
                          <a16:colId xmlns:a16="http://schemas.microsoft.com/office/drawing/2014/main" val="20007"/>
                        </a:ext>
                      </a:extLst>
                    </a:gridCol>
                    <a:gridCol w="413650">
                      <a:extLst>
                        <a:ext uri="{9D8B030D-6E8A-4147-A177-3AD203B41FA5}">
                          <a16:colId xmlns:a16="http://schemas.microsoft.com/office/drawing/2014/main" val="20008"/>
                        </a:ext>
                      </a:extLst>
                    </a:gridCol>
                    <a:gridCol w="413650">
                      <a:extLst>
                        <a:ext uri="{9D8B030D-6E8A-4147-A177-3AD203B41FA5}">
                          <a16:colId xmlns:a16="http://schemas.microsoft.com/office/drawing/2014/main" val="20009"/>
                        </a:ext>
                      </a:extLst>
                    </a:gridCol>
                    <a:gridCol w="413650">
                      <a:extLst>
                        <a:ext uri="{9D8B030D-6E8A-4147-A177-3AD203B41FA5}">
                          <a16:colId xmlns:a16="http://schemas.microsoft.com/office/drawing/2014/main" val="20010"/>
                        </a:ext>
                      </a:extLst>
                    </a:gridCol>
                    <a:gridCol w="413650">
                      <a:extLst>
                        <a:ext uri="{9D8B030D-6E8A-4147-A177-3AD203B41FA5}">
                          <a16:colId xmlns:a16="http://schemas.microsoft.com/office/drawing/2014/main" val="20011"/>
                        </a:ext>
                      </a:extLst>
                    </a:gridCol>
                    <a:gridCol w="413650">
                      <a:extLst>
                        <a:ext uri="{9D8B030D-6E8A-4147-A177-3AD203B41FA5}">
                          <a16:colId xmlns:a16="http://schemas.microsoft.com/office/drawing/2014/main" val="20012"/>
                        </a:ext>
                      </a:extLst>
                    </a:gridCol>
                  </a:tblGrid>
                  <a:tr h="213360">
                    <a:tc rowSpan="3" gridSpan="2">
                      <a:txBody>
                        <a:bodyPr/>
                        <a:lstStyle/>
                        <a:p>
                          <a:pPr marL="0" lvl="0" indent="0" algn="ctr" rtl="0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None/>
                          </a:pPr>
                          <a:endParaRPr sz="1100">
                            <a:latin typeface="Calibri"/>
                            <a:ea typeface="Calibri"/>
                            <a:cs typeface="Calibri"/>
                            <a:sym typeface="Calibri"/>
                          </a:endParaRPr>
                        </a:p>
                      </a:txBody>
                      <a:tcPr marL="68575" marR="68575" marT="0" marB="0"/>
                    </a:tc>
                    <a:tc rowSpan="3" hMerge="1"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lvl="0" indent="0" algn="ctr" rtl="0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None/>
                          </a:pPr>
                          <a:r>
                            <a:rPr lang="en" sz="1100">
                              <a:latin typeface="Calibri"/>
                              <a:ea typeface="Calibri"/>
                              <a:cs typeface="Calibri"/>
                              <a:sym typeface="Calibri"/>
                            </a:rPr>
                            <a:t>Tip 0</a:t>
                          </a:r>
                          <a:endParaRPr sz="1100">
                            <a:latin typeface="Calibri"/>
                            <a:ea typeface="Calibri"/>
                            <a:cs typeface="Calibri"/>
                            <a:sym typeface="Calibri"/>
                          </a:endParaRPr>
                        </a:p>
                      </a:txBody>
                      <a:tcPr marL="68575" marR="68575" marT="0" marB="0">
                        <a:solidFill>
                          <a:srgbClr val="9CC3E5"/>
                        </a:solidFill>
                      </a:tcPr>
                    </a:tc>
                    <a:tc gridSpan="4"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68575" marR="68575" marT="0" marB="0">
                        <a:blipFill>
                          <a:blip r:embed="rId3"/>
                          <a:stretch>
                            <a:fillRect l="-86071" t="-22857" r="-146071" b="-2322857"/>
                          </a:stretch>
                        </a:blipFill>
                      </a:tcPr>
                    </a:tc>
                    <a:tc hMerge="1"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/>
                    </a:tc>
                    <a:tc hMerge="1"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/>
                    </a:tc>
                    <a:tc hMerge="1"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/>
                    </a:tc>
                    <a:tc gridSpan="6"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68575" marR="68575" marT="0" marB="0">
                        <a:blipFill>
                          <a:blip r:embed="rId3"/>
                          <a:stretch>
                            <a:fillRect l="-127696" t="-22857" r="-245" b="-2322857"/>
                          </a:stretch>
                        </a:blipFill>
                      </a:tcPr>
                    </a:tc>
                    <a:tc hMerge="1"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/>
                    </a:tc>
                    <a:tc hMerge="1"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/>
                    </a:tc>
                    <a:tc hMerge="1"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/>
                    </a:tc>
                    <a:tc hMerge="1"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/>
                    </a:tc>
                    <a:tc hMerge="1"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0000"/>
                      </a:ext>
                    </a:extLst>
                  </a:tr>
                  <a:tr h="266100">
                    <a:tc gridSpan="2" vMerge="1"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/>
                    </a:tc>
                    <a:tc hMerge="1" vMerge="1"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/>
                    </a:tc>
                    <a:tc rowSpan="2">
                      <a:txBody>
                        <a:bodyPr/>
                        <a:lstStyle/>
                        <a:p>
                          <a:pPr marL="0" lvl="0" indent="0" algn="ctr" rtl="0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None/>
                          </a:pPr>
                          <a:endParaRPr sz="1100">
                            <a:latin typeface="Calibri"/>
                            <a:ea typeface="Calibri"/>
                            <a:cs typeface="Calibri"/>
                            <a:sym typeface="Calibri"/>
                          </a:endParaRPr>
                        </a:p>
                        <a:p>
                          <a:pPr marL="0" lvl="0" indent="0" algn="ctr" rtl="0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None/>
                          </a:pPr>
                          <a:r>
                            <a:rPr lang="en" sz="1100">
                              <a:latin typeface="Calibri"/>
                              <a:ea typeface="Calibri"/>
                              <a:cs typeface="Calibri"/>
                              <a:sym typeface="Calibri"/>
                            </a:rPr>
                            <a:t>Tip 1</a:t>
                          </a:r>
                          <a:endParaRPr sz="1100">
                            <a:latin typeface="Calibri"/>
                            <a:ea typeface="Calibri"/>
                            <a:cs typeface="Calibri"/>
                            <a:sym typeface="Calibri"/>
                          </a:endParaRPr>
                        </a:p>
                      </a:txBody>
                      <a:tcPr marL="68575" marR="68575" marT="0" marB="0">
                        <a:solidFill>
                          <a:srgbClr val="FFD965"/>
                        </a:solidFill>
                      </a:tcPr>
                    </a:tc>
                    <a:tc gridSpan="10"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68575" marR="68575" marT="0" marB="0">
                        <a:blipFill>
                          <a:blip r:embed="rId3"/>
                          <a:stretch>
                            <a:fillRect l="-35029" t="-97727" r="-145" b="-1747727"/>
                          </a:stretch>
                        </a:blipFill>
                      </a:tcPr>
                    </a:tc>
                    <a:tc hMerge="1"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/>
                    </a:tc>
                    <a:tc hMerge="1"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/>
                    </a:tc>
                    <a:tc hMerge="1"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/>
                    </a:tc>
                    <a:tc hMerge="1"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/>
                    </a:tc>
                    <a:tc hMerge="1"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/>
                    </a:tc>
                    <a:tc hMerge="1"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/>
                    </a:tc>
                    <a:tc hMerge="1"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/>
                    </a:tc>
                    <a:tc hMerge="1"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/>
                    </a:tc>
                    <a:tc hMerge="1"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0001"/>
                      </a:ext>
                    </a:extLst>
                  </a:tr>
                  <a:tr h="392875">
                    <a:tc gridSpan="2" vMerge="1"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/>
                    </a:tc>
                    <a:tc hMerge="1" vMerge="1"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/>
                    </a:tc>
                    <a:tc vMerge="1"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lvl="0" indent="0" algn="ctr" rtl="0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None/>
                          </a:pPr>
                          <a:r>
                            <a:rPr lang="en" dirty="0"/>
                            <a:t>C10</a:t>
                          </a:r>
                          <a:endParaRPr dirty="0"/>
                        </a:p>
                      </a:txBody>
                      <a:tcPr marL="68575" marR="68575" marT="0" marB="0">
                        <a:solidFill>
                          <a:srgbClr val="FFC000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lvl="0" indent="0" algn="ctr" rtl="0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None/>
                          </a:pPr>
                          <a:r>
                            <a:rPr lang="en"/>
                            <a:t>C9</a:t>
                          </a:r>
                          <a:endParaRPr/>
                        </a:p>
                      </a:txBody>
                      <a:tcPr marL="68575" marR="68575" marT="0" marB="0">
                        <a:solidFill>
                          <a:srgbClr val="FFC000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lvl="0" indent="0" algn="ctr" rtl="0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None/>
                          </a:pPr>
                          <a:r>
                            <a:rPr lang="en"/>
                            <a:t>C8</a:t>
                          </a:r>
                          <a:endParaRPr/>
                        </a:p>
                      </a:txBody>
                      <a:tcPr marL="68575" marR="68575" marT="0" marB="0">
                        <a:solidFill>
                          <a:srgbClr val="FFC000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lvl="0" indent="0" algn="ctr" rtl="0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None/>
                          </a:pPr>
                          <a:r>
                            <a:rPr lang="en"/>
                            <a:t>C7</a:t>
                          </a:r>
                          <a:endParaRPr/>
                        </a:p>
                      </a:txBody>
                      <a:tcPr marL="68575" marR="68575" marT="0" marB="0">
                        <a:solidFill>
                          <a:srgbClr val="FFC000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lvl="0" indent="0" algn="ctr" rtl="0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None/>
                          </a:pPr>
                          <a:r>
                            <a:rPr lang="en"/>
                            <a:t>C6</a:t>
                          </a:r>
                          <a:endParaRPr/>
                        </a:p>
                      </a:txBody>
                      <a:tcPr marL="68575" marR="68575" marT="0" marB="0">
                        <a:solidFill>
                          <a:srgbClr val="FFC000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lvl="0" indent="0" algn="ctr" rtl="0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None/>
                          </a:pPr>
                          <a:r>
                            <a:rPr lang="en"/>
                            <a:t>C5</a:t>
                          </a:r>
                          <a:endParaRPr/>
                        </a:p>
                      </a:txBody>
                      <a:tcPr marL="68575" marR="68575" marT="0" marB="0">
                        <a:solidFill>
                          <a:srgbClr val="FFC000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lvl="0" indent="0" algn="ctr" rtl="0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None/>
                          </a:pPr>
                          <a:r>
                            <a:rPr lang="en" dirty="0"/>
                            <a:t>C4</a:t>
                          </a:r>
                          <a:endParaRPr dirty="0"/>
                        </a:p>
                      </a:txBody>
                      <a:tcPr marL="68575" marR="68575" marT="0" marB="0">
                        <a:solidFill>
                          <a:srgbClr val="FFC000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lvl="0" indent="0" algn="ctr" rtl="0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None/>
                          </a:pPr>
                          <a:r>
                            <a:rPr lang="en"/>
                            <a:t>C3</a:t>
                          </a:r>
                          <a:endParaRPr/>
                        </a:p>
                      </a:txBody>
                      <a:tcPr marL="68575" marR="68575" marT="0" marB="0">
                        <a:solidFill>
                          <a:srgbClr val="FFC000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lvl="0" indent="0" algn="ctr" rtl="0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None/>
                          </a:pPr>
                          <a:r>
                            <a:rPr lang="en"/>
                            <a:t>C2</a:t>
                          </a:r>
                          <a:endParaRPr/>
                        </a:p>
                      </a:txBody>
                      <a:tcPr marL="68575" marR="68575" marT="0" marB="0">
                        <a:solidFill>
                          <a:srgbClr val="FFC000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lvl="0" indent="0" algn="ctr" rtl="0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None/>
                          </a:pPr>
                          <a:r>
                            <a:rPr lang="en"/>
                            <a:t>C1</a:t>
                          </a:r>
                          <a:endParaRPr/>
                        </a:p>
                      </a:txBody>
                      <a:tcPr marL="68575" marR="68575" marT="0" marB="0">
                        <a:solidFill>
                          <a:srgbClr val="FFC000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2"/>
                      </a:ext>
                    </a:extLst>
                  </a:tr>
                  <a:tr h="180975">
                    <a:tc>
                      <a:txBody>
                        <a:bodyPr/>
                        <a:lstStyle/>
                        <a:p>
                          <a:pPr marL="0" lvl="0" indent="0" algn="ctr" rtl="0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None/>
                          </a:pPr>
                          <a:r>
                            <a:rPr lang="en" sz="1100">
                              <a:latin typeface="Calibri"/>
                              <a:ea typeface="Calibri"/>
                              <a:cs typeface="Calibri"/>
                              <a:sym typeface="Calibri"/>
                            </a:rPr>
                            <a:t>S1</a:t>
                          </a:r>
                          <a:endParaRPr sz="1100">
                            <a:latin typeface="Calibri"/>
                            <a:ea typeface="Calibri"/>
                            <a:cs typeface="Calibri"/>
                            <a:sym typeface="Calibri"/>
                          </a:endParaRPr>
                        </a:p>
                      </a:txBody>
                      <a:tcPr marL="68575" marR="68575" marT="0" marB="0"/>
                    </a:tc>
                    <a:tc>
                      <a:txBody>
                        <a:bodyPr/>
                        <a:lstStyle/>
                        <a:p>
                          <a:pPr marL="0" lvl="0" indent="0" algn="ctr" rtl="0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None/>
                          </a:pPr>
                          <a:r>
                            <a:rPr lang="en" sz="1100">
                              <a:latin typeface="Calibri"/>
                              <a:ea typeface="Calibri"/>
                              <a:cs typeface="Calibri"/>
                              <a:sym typeface="Calibri"/>
                            </a:rPr>
                            <a:t>000000</a:t>
                          </a:r>
                          <a:endParaRPr sz="1100">
                            <a:latin typeface="Calibri"/>
                            <a:ea typeface="Calibri"/>
                            <a:cs typeface="Calibri"/>
                            <a:sym typeface="Calibri"/>
                          </a:endParaRPr>
                        </a:p>
                      </a:txBody>
                      <a:tcPr marL="68575" marR="68575" marT="0" marB="0"/>
                    </a:tc>
                    <a:tc>
                      <a:txBody>
                        <a:bodyPr/>
                        <a:lstStyle/>
                        <a:p>
                          <a:pPr marL="0" lvl="0" indent="0" algn="ctr" rtl="0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None/>
                          </a:pPr>
                          <a:r>
                            <a:rPr lang="en" sz="1100">
                              <a:latin typeface="Calibri"/>
                              <a:ea typeface="Calibri"/>
                              <a:cs typeface="Calibri"/>
                              <a:sym typeface="Calibri"/>
                            </a:rPr>
                            <a:t>1</a:t>
                          </a:r>
                          <a:endParaRPr sz="1100">
                            <a:latin typeface="Calibri"/>
                            <a:ea typeface="Calibri"/>
                            <a:cs typeface="Calibri"/>
                            <a:sym typeface="Calibri"/>
                          </a:endParaRPr>
                        </a:p>
                      </a:txBody>
                      <a:tcPr marL="68575" marR="68575" marT="0" marB="0">
                        <a:solidFill>
                          <a:srgbClr val="FFD965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lvl="0" indent="0" algn="ctr" rtl="0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None/>
                          </a:pPr>
                          <a:r>
                            <a:rPr lang="en" sz="1100">
                              <a:latin typeface="Calibri"/>
                              <a:ea typeface="Calibri"/>
                              <a:cs typeface="Calibri"/>
                              <a:sym typeface="Calibri"/>
                            </a:rPr>
                            <a:t>0</a:t>
                          </a:r>
                          <a:endParaRPr sz="1100">
                            <a:latin typeface="Calibri"/>
                            <a:ea typeface="Calibri"/>
                            <a:cs typeface="Calibri"/>
                            <a:sym typeface="Calibri"/>
                          </a:endParaRPr>
                        </a:p>
                      </a:txBody>
                      <a:tcPr marL="68575" marR="68575" marT="0" marB="0">
                        <a:solidFill>
                          <a:srgbClr val="FFC000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lvl="0" indent="0" algn="ctr" rtl="0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None/>
                          </a:pPr>
                          <a:r>
                            <a:rPr lang="en" sz="1100">
                              <a:latin typeface="Calibri"/>
                              <a:ea typeface="Calibri"/>
                              <a:cs typeface="Calibri"/>
                              <a:sym typeface="Calibri"/>
                            </a:rPr>
                            <a:t>0</a:t>
                          </a:r>
                          <a:endParaRPr sz="1100">
                            <a:latin typeface="Calibri"/>
                            <a:ea typeface="Calibri"/>
                            <a:cs typeface="Calibri"/>
                            <a:sym typeface="Calibri"/>
                          </a:endParaRPr>
                        </a:p>
                      </a:txBody>
                      <a:tcPr marL="68575" marR="68575" marT="0" marB="0">
                        <a:solidFill>
                          <a:srgbClr val="FFC000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lvl="0" indent="0" algn="ctr" rtl="0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None/>
                          </a:pPr>
                          <a:r>
                            <a:rPr lang="en" sz="1100">
                              <a:latin typeface="Calibri"/>
                              <a:ea typeface="Calibri"/>
                              <a:cs typeface="Calibri"/>
                              <a:sym typeface="Calibri"/>
                            </a:rPr>
                            <a:t>0</a:t>
                          </a:r>
                          <a:endParaRPr sz="1100">
                            <a:latin typeface="Calibri"/>
                            <a:ea typeface="Calibri"/>
                            <a:cs typeface="Calibri"/>
                            <a:sym typeface="Calibri"/>
                          </a:endParaRPr>
                        </a:p>
                      </a:txBody>
                      <a:tcPr marL="68575" marR="68575" marT="0" marB="0">
                        <a:solidFill>
                          <a:srgbClr val="FFC000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lvl="0" indent="0" algn="ctr" rtl="0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None/>
                          </a:pPr>
                          <a:r>
                            <a:rPr lang="en" sz="1100">
                              <a:latin typeface="Calibri"/>
                              <a:ea typeface="Calibri"/>
                              <a:cs typeface="Calibri"/>
                              <a:sym typeface="Calibri"/>
                            </a:rPr>
                            <a:t>0</a:t>
                          </a:r>
                          <a:endParaRPr sz="1100">
                            <a:latin typeface="Calibri"/>
                            <a:ea typeface="Calibri"/>
                            <a:cs typeface="Calibri"/>
                            <a:sym typeface="Calibri"/>
                          </a:endParaRPr>
                        </a:p>
                      </a:txBody>
                      <a:tcPr marL="68575" marR="68575" marT="0" marB="0">
                        <a:solidFill>
                          <a:srgbClr val="FFC000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lvl="0" indent="0" algn="ctr" rtl="0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None/>
                          </a:pPr>
                          <a:r>
                            <a:rPr lang="en" sz="1100">
                              <a:latin typeface="Calibri"/>
                              <a:ea typeface="Calibri"/>
                              <a:cs typeface="Calibri"/>
                              <a:sym typeface="Calibri"/>
                            </a:rPr>
                            <a:t>0</a:t>
                          </a:r>
                          <a:endParaRPr sz="1100">
                            <a:latin typeface="Calibri"/>
                            <a:ea typeface="Calibri"/>
                            <a:cs typeface="Calibri"/>
                            <a:sym typeface="Calibri"/>
                          </a:endParaRPr>
                        </a:p>
                      </a:txBody>
                      <a:tcPr marL="68575" marR="68575" marT="0" marB="0">
                        <a:solidFill>
                          <a:srgbClr val="FFC000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lvl="0" indent="0" algn="ctr" rtl="0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None/>
                          </a:pPr>
                          <a:r>
                            <a:rPr lang="en" sz="1100">
                              <a:latin typeface="Calibri"/>
                              <a:ea typeface="Calibri"/>
                              <a:cs typeface="Calibri"/>
                              <a:sym typeface="Calibri"/>
                            </a:rPr>
                            <a:t>0</a:t>
                          </a:r>
                          <a:endParaRPr sz="1100">
                            <a:latin typeface="Calibri"/>
                            <a:ea typeface="Calibri"/>
                            <a:cs typeface="Calibri"/>
                            <a:sym typeface="Calibri"/>
                          </a:endParaRPr>
                        </a:p>
                      </a:txBody>
                      <a:tcPr marL="68575" marR="68575" marT="0" marB="0">
                        <a:solidFill>
                          <a:srgbClr val="FFC000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lvl="0" indent="0" algn="ctr" rtl="0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None/>
                          </a:pPr>
                          <a:r>
                            <a:rPr lang="en" sz="1100">
                              <a:latin typeface="Calibri"/>
                              <a:ea typeface="Calibri"/>
                              <a:cs typeface="Calibri"/>
                              <a:sym typeface="Calibri"/>
                            </a:rPr>
                            <a:t>0</a:t>
                          </a:r>
                          <a:endParaRPr sz="1100">
                            <a:latin typeface="Calibri"/>
                            <a:ea typeface="Calibri"/>
                            <a:cs typeface="Calibri"/>
                            <a:sym typeface="Calibri"/>
                          </a:endParaRPr>
                        </a:p>
                      </a:txBody>
                      <a:tcPr marL="68575" marR="68575" marT="0" marB="0">
                        <a:solidFill>
                          <a:srgbClr val="FFC000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lvl="0" indent="0" algn="ctr" rtl="0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None/>
                          </a:pPr>
                          <a:r>
                            <a:rPr lang="en" sz="1100">
                              <a:latin typeface="Calibri"/>
                              <a:ea typeface="Calibri"/>
                              <a:cs typeface="Calibri"/>
                              <a:sym typeface="Calibri"/>
                            </a:rPr>
                            <a:t>0</a:t>
                          </a:r>
                          <a:endParaRPr sz="1100">
                            <a:latin typeface="Calibri"/>
                            <a:ea typeface="Calibri"/>
                            <a:cs typeface="Calibri"/>
                            <a:sym typeface="Calibri"/>
                          </a:endParaRPr>
                        </a:p>
                      </a:txBody>
                      <a:tcPr marL="68575" marR="68575" marT="0" marB="0">
                        <a:solidFill>
                          <a:srgbClr val="FFC000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lvl="0" indent="0" algn="ctr" rtl="0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None/>
                          </a:pPr>
                          <a:r>
                            <a:rPr lang="en" sz="1100">
                              <a:latin typeface="Calibri"/>
                              <a:ea typeface="Calibri"/>
                              <a:cs typeface="Calibri"/>
                              <a:sym typeface="Calibri"/>
                            </a:rPr>
                            <a:t>0</a:t>
                          </a:r>
                          <a:endParaRPr sz="1100">
                            <a:latin typeface="Calibri"/>
                            <a:ea typeface="Calibri"/>
                            <a:cs typeface="Calibri"/>
                            <a:sym typeface="Calibri"/>
                          </a:endParaRPr>
                        </a:p>
                      </a:txBody>
                      <a:tcPr marL="68575" marR="68575" marT="0" marB="0">
                        <a:solidFill>
                          <a:srgbClr val="FFC000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lvl="0" indent="0" algn="ctr" rtl="0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None/>
                          </a:pPr>
                          <a:r>
                            <a:rPr lang="en" sz="1100">
                              <a:latin typeface="Calibri"/>
                              <a:ea typeface="Calibri"/>
                              <a:cs typeface="Calibri"/>
                              <a:sym typeface="Calibri"/>
                            </a:rPr>
                            <a:t>1</a:t>
                          </a:r>
                          <a:endParaRPr sz="1100">
                            <a:latin typeface="Calibri"/>
                            <a:ea typeface="Calibri"/>
                            <a:cs typeface="Calibri"/>
                            <a:sym typeface="Calibri"/>
                          </a:endParaRPr>
                        </a:p>
                      </a:txBody>
                      <a:tcPr marL="68575" marR="68575" marT="0" marB="0">
                        <a:solidFill>
                          <a:srgbClr val="FFC000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3"/>
                      </a:ext>
                    </a:extLst>
                  </a:tr>
                  <a:tr h="186325">
                    <a:tc>
                      <a:txBody>
                        <a:bodyPr/>
                        <a:lstStyle/>
                        <a:p>
                          <a:pPr marL="0" lvl="0" indent="0" algn="ctr" rtl="0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None/>
                          </a:pPr>
                          <a:r>
                            <a:rPr lang="en" sz="1100">
                              <a:latin typeface="Calibri"/>
                              <a:ea typeface="Calibri"/>
                              <a:cs typeface="Calibri"/>
                              <a:sym typeface="Calibri"/>
                            </a:rPr>
                            <a:t>S2</a:t>
                          </a:r>
                          <a:endParaRPr sz="1100">
                            <a:latin typeface="Calibri"/>
                            <a:ea typeface="Calibri"/>
                            <a:cs typeface="Calibri"/>
                            <a:sym typeface="Calibri"/>
                          </a:endParaRPr>
                        </a:p>
                      </a:txBody>
                      <a:tcPr marL="68575" marR="68575" marT="0" marB="0"/>
                    </a:tc>
                    <a:tc>
                      <a:txBody>
                        <a:bodyPr/>
                        <a:lstStyle/>
                        <a:p>
                          <a:pPr marL="0" lvl="0" indent="0" algn="ctr" rtl="0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None/>
                          </a:pPr>
                          <a:r>
                            <a:rPr lang="en" sz="1100">
                              <a:latin typeface="Calibri"/>
                              <a:ea typeface="Calibri"/>
                              <a:cs typeface="Calibri"/>
                              <a:sym typeface="Calibri"/>
                            </a:rPr>
                            <a:t>000001</a:t>
                          </a:r>
                          <a:endParaRPr sz="1100">
                            <a:latin typeface="Calibri"/>
                            <a:ea typeface="Calibri"/>
                            <a:cs typeface="Calibri"/>
                            <a:sym typeface="Calibri"/>
                          </a:endParaRPr>
                        </a:p>
                      </a:txBody>
                      <a:tcPr marL="68575" marR="68575" marT="0" marB="0"/>
                    </a:tc>
                    <a:tc>
                      <a:txBody>
                        <a:bodyPr/>
                        <a:lstStyle/>
                        <a:p>
                          <a:pPr marL="0" lvl="0" indent="0" algn="ctr" rtl="0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None/>
                          </a:pPr>
                          <a:r>
                            <a:rPr lang="en" sz="1100">
                              <a:latin typeface="Calibri"/>
                              <a:ea typeface="Calibri"/>
                              <a:cs typeface="Calibri"/>
                              <a:sym typeface="Calibri"/>
                            </a:rPr>
                            <a:t>0</a:t>
                          </a:r>
                          <a:endParaRPr sz="1100">
                            <a:latin typeface="Calibri"/>
                            <a:ea typeface="Calibri"/>
                            <a:cs typeface="Calibri"/>
                            <a:sym typeface="Calibri"/>
                          </a:endParaRPr>
                        </a:p>
                      </a:txBody>
                      <a:tcPr marL="68575" marR="68575" marT="0" marB="0">
                        <a:solidFill>
                          <a:srgbClr val="9CC3E5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lvl="0" indent="0" algn="ctr" rtl="0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None/>
                          </a:pPr>
                          <a:r>
                            <a:rPr lang="en" sz="1100">
                              <a:latin typeface="Calibri"/>
                              <a:ea typeface="Calibri"/>
                              <a:cs typeface="Calibri"/>
                              <a:sym typeface="Calibri"/>
                            </a:rPr>
                            <a:t>0</a:t>
                          </a:r>
                          <a:endParaRPr sz="1100">
                            <a:latin typeface="Calibri"/>
                            <a:ea typeface="Calibri"/>
                            <a:cs typeface="Calibri"/>
                            <a:sym typeface="Calibri"/>
                          </a:endParaRPr>
                        </a:p>
                      </a:txBody>
                      <a:tcPr marL="68575" marR="68575" marT="0" marB="0">
                        <a:solidFill>
                          <a:srgbClr val="00B0F0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lvl="0" indent="0" algn="ctr" rtl="0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None/>
                          </a:pPr>
                          <a:r>
                            <a:rPr lang="en" sz="1100">
                              <a:latin typeface="Calibri"/>
                              <a:ea typeface="Calibri"/>
                              <a:cs typeface="Calibri"/>
                              <a:sym typeface="Calibri"/>
                            </a:rPr>
                            <a:t>0</a:t>
                          </a:r>
                          <a:endParaRPr sz="1100">
                            <a:latin typeface="Calibri"/>
                            <a:ea typeface="Calibri"/>
                            <a:cs typeface="Calibri"/>
                            <a:sym typeface="Calibri"/>
                          </a:endParaRPr>
                        </a:p>
                      </a:txBody>
                      <a:tcPr marL="68575" marR="68575" marT="0" marB="0">
                        <a:solidFill>
                          <a:srgbClr val="00B0F0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lvl="0" indent="0" algn="ctr" rtl="0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None/>
                          </a:pPr>
                          <a:r>
                            <a:rPr lang="en" sz="1100">
                              <a:latin typeface="Calibri"/>
                              <a:ea typeface="Calibri"/>
                              <a:cs typeface="Calibri"/>
                              <a:sym typeface="Calibri"/>
                            </a:rPr>
                            <a:t>0</a:t>
                          </a:r>
                          <a:endParaRPr sz="1100">
                            <a:latin typeface="Calibri"/>
                            <a:ea typeface="Calibri"/>
                            <a:cs typeface="Calibri"/>
                            <a:sym typeface="Calibri"/>
                          </a:endParaRPr>
                        </a:p>
                      </a:txBody>
                      <a:tcPr marL="68575" marR="68575" marT="0" marB="0">
                        <a:solidFill>
                          <a:srgbClr val="00B0F0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lvl="0" indent="0" algn="ctr" rtl="0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None/>
                          </a:pPr>
                          <a:r>
                            <a:rPr lang="en" sz="1100">
                              <a:latin typeface="Calibri"/>
                              <a:ea typeface="Calibri"/>
                              <a:cs typeface="Calibri"/>
                              <a:sym typeface="Calibri"/>
                            </a:rPr>
                            <a:t>0</a:t>
                          </a:r>
                          <a:endParaRPr sz="1100">
                            <a:latin typeface="Calibri"/>
                            <a:ea typeface="Calibri"/>
                            <a:cs typeface="Calibri"/>
                            <a:sym typeface="Calibri"/>
                          </a:endParaRPr>
                        </a:p>
                      </a:txBody>
                      <a:tcPr marL="68575" marR="68575" marT="0" marB="0">
                        <a:solidFill>
                          <a:srgbClr val="00B0F0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lvl="0" indent="0" algn="ctr" rtl="0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None/>
                          </a:pPr>
                          <a:r>
                            <a:rPr lang="en" sz="1100">
                              <a:latin typeface="Calibri"/>
                              <a:ea typeface="Calibri"/>
                              <a:cs typeface="Calibri"/>
                              <a:sym typeface="Calibri"/>
                            </a:rPr>
                            <a:t>0</a:t>
                          </a:r>
                          <a:endParaRPr sz="1100">
                            <a:latin typeface="Calibri"/>
                            <a:ea typeface="Calibri"/>
                            <a:cs typeface="Calibri"/>
                            <a:sym typeface="Calibri"/>
                          </a:endParaRPr>
                        </a:p>
                      </a:txBody>
                      <a:tcPr marL="68575" marR="68575" marT="0" marB="0">
                        <a:solidFill>
                          <a:srgbClr val="0070C0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lvl="0" indent="0" algn="ctr" rtl="0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None/>
                          </a:pPr>
                          <a:r>
                            <a:rPr lang="en" sz="1100">
                              <a:latin typeface="Calibri"/>
                              <a:ea typeface="Calibri"/>
                              <a:cs typeface="Calibri"/>
                              <a:sym typeface="Calibri"/>
                            </a:rPr>
                            <a:t>0</a:t>
                          </a:r>
                          <a:endParaRPr sz="1100">
                            <a:latin typeface="Calibri"/>
                            <a:ea typeface="Calibri"/>
                            <a:cs typeface="Calibri"/>
                            <a:sym typeface="Calibri"/>
                          </a:endParaRPr>
                        </a:p>
                      </a:txBody>
                      <a:tcPr marL="68575" marR="68575" marT="0" marB="0">
                        <a:solidFill>
                          <a:srgbClr val="0070C0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lvl="0" indent="0" algn="ctr" rtl="0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None/>
                          </a:pPr>
                          <a:r>
                            <a:rPr lang="en" sz="1100" dirty="0">
                              <a:latin typeface="Calibri"/>
                              <a:ea typeface="Calibri"/>
                              <a:cs typeface="Calibri"/>
                              <a:sym typeface="Calibri"/>
                            </a:rPr>
                            <a:t>0</a:t>
                          </a:r>
                          <a:endParaRPr sz="1100" dirty="0">
                            <a:latin typeface="Calibri"/>
                            <a:ea typeface="Calibri"/>
                            <a:cs typeface="Calibri"/>
                            <a:sym typeface="Calibri"/>
                          </a:endParaRPr>
                        </a:p>
                      </a:txBody>
                      <a:tcPr marL="68575" marR="68575" marT="0" marB="0">
                        <a:solidFill>
                          <a:srgbClr val="0070C0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lvl="0" indent="0" algn="ctr" rtl="0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None/>
                          </a:pPr>
                          <a:r>
                            <a:rPr lang="en" sz="1100">
                              <a:latin typeface="Calibri"/>
                              <a:ea typeface="Calibri"/>
                              <a:cs typeface="Calibri"/>
                              <a:sym typeface="Calibri"/>
                            </a:rPr>
                            <a:t>1</a:t>
                          </a:r>
                          <a:endParaRPr sz="1100">
                            <a:latin typeface="Calibri"/>
                            <a:ea typeface="Calibri"/>
                            <a:cs typeface="Calibri"/>
                            <a:sym typeface="Calibri"/>
                          </a:endParaRPr>
                        </a:p>
                      </a:txBody>
                      <a:tcPr marL="68575" marR="68575" marT="0" marB="0">
                        <a:solidFill>
                          <a:srgbClr val="0070C0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lvl="0" indent="0" algn="ctr" rtl="0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None/>
                          </a:pPr>
                          <a:r>
                            <a:rPr lang="en" sz="1100">
                              <a:latin typeface="Calibri"/>
                              <a:ea typeface="Calibri"/>
                              <a:cs typeface="Calibri"/>
                              <a:sym typeface="Calibri"/>
                            </a:rPr>
                            <a:t>0</a:t>
                          </a:r>
                          <a:endParaRPr sz="1100">
                            <a:latin typeface="Calibri"/>
                            <a:ea typeface="Calibri"/>
                            <a:cs typeface="Calibri"/>
                            <a:sym typeface="Calibri"/>
                          </a:endParaRPr>
                        </a:p>
                      </a:txBody>
                      <a:tcPr marL="68575" marR="68575" marT="0" marB="0">
                        <a:solidFill>
                          <a:srgbClr val="0070C0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lvl="0" indent="0" algn="ctr" rtl="0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None/>
                          </a:pPr>
                          <a:r>
                            <a:rPr lang="en" sz="1100">
                              <a:latin typeface="Calibri"/>
                              <a:ea typeface="Calibri"/>
                              <a:cs typeface="Calibri"/>
                              <a:sym typeface="Calibri"/>
                            </a:rPr>
                            <a:t>1</a:t>
                          </a:r>
                          <a:endParaRPr sz="1100">
                            <a:latin typeface="Calibri"/>
                            <a:ea typeface="Calibri"/>
                            <a:cs typeface="Calibri"/>
                            <a:sym typeface="Calibri"/>
                          </a:endParaRPr>
                        </a:p>
                      </a:txBody>
                      <a:tcPr marL="68575" marR="68575" marT="0" marB="0">
                        <a:solidFill>
                          <a:srgbClr val="0070C0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4"/>
                      </a:ext>
                    </a:extLst>
                  </a:tr>
                  <a:tr h="180975">
                    <a:tc>
                      <a:txBody>
                        <a:bodyPr/>
                        <a:lstStyle/>
                        <a:p>
                          <a:pPr marL="0" lvl="0" indent="0" algn="ctr" rtl="0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None/>
                          </a:pPr>
                          <a:r>
                            <a:rPr lang="en" sz="1100">
                              <a:latin typeface="Calibri"/>
                              <a:ea typeface="Calibri"/>
                              <a:cs typeface="Calibri"/>
                              <a:sym typeface="Calibri"/>
                            </a:rPr>
                            <a:t>S4</a:t>
                          </a:r>
                          <a:endParaRPr sz="1100">
                            <a:latin typeface="Calibri"/>
                            <a:ea typeface="Calibri"/>
                            <a:cs typeface="Calibri"/>
                            <a:sym typeface="Calibri"/>
                          </a:endParaRPr>
                        </a:p>
                      </a:txBody>
                      <a:tcPr marL="68575" marR="68575" marT="0" marB="0"/>
                    </a:tc>
                    <a:tc>
                      <a:txBody>
                        <a:bodyPr/>
                        <a:lstStyle/>
                        <a:p>
                          <a:pPr marL="0" lvl="0" indent="0" algn="ctr" rtl="0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None/>
                          </a:pPr>
                          <a:r>
                            <a:rPr lang="en" sz="1100">
                              <a:latin typeface="Calibri"/>
                              <a:ea typeface="Calibri"/>
                              <a:cs typeface="Calibri"/>
                              <a:sym typeface="Calibri"/>
                            </a:rPr>
                            <a:t>000010</a:t>
                          </a:r>
                          <a:endParaRPr sz="1100">
                            <a:latin typeface="Calibri"/>
                            <a:ea typeface="Calibri"/>
                            <a:cs typeface="Calibri"/>
                            <a:sym typeface="Calibri"/>
                          </a:endParaRPr>
                        </a:p>
                      </a:txBody>
                      <a:tcPr marL="68575" marR="68575" marT="0" marB="0"/>
                    </a:tc>
                    <a:tc>
                      <a:txBody>
                        <a:bodyPr/>
                        <a:lstStyle/>
                        <a:p>
                          <a:pPr marL="0" lvl="0" indent="0" algn="ctr" rtl="0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None/>
                          </a:pPr>
                          <a:r>
                            <a:rPr lang="en" sz="1100">
                              <a:latin typeface="Calibri"/>
                              <a:ea typeface="Calibri"/>
                              <a:cs typeface="Calibri"/>
                              <a:sym typeface="Calibri"/>
                            </a:rPr>
                            <a:t>0</a:t>
                          </a:r>
                          <a:endParaRPr sz="1100">
                            <a:latin typeface="Calibri"/>
                            <a:ea typeface="Calibri"/>
                            <a:cs typeface="Calibri"/>
                            <a:sym typeface="Calibri"/>
                          </a:endParaRPr>
                        </a:p>
                      </a:txBody>
                      <a:tcPr marL="68575" marR="68575" marT="0" marB="0">
                        <a:solidFill>
                          <a:srgbClr val="9CC3E5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lvl="0" indent="0" algn="ctr" rtl="0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None/>
                          </a:pPr>
                          <a:r>
                            <a:rPr lang="en" sz="1100">
                              <a:latin typeface="Calibri"/>
                              <a:ea typeface="Calibri"/>
                              <a:cs typeface="Calibri"/>
                              <a:sym typeface="Calibri"/>
                            </a:rPr>
                            <a:t>0</a:t>
                          </a:r>
                          <a:endParaRPr sz="1100">
                            <a:latin typeface="Calibri"/>
                            <a:ea typeface="Calibri"/>
                            <a:cs typeface="Calibri"/>
                            <a:sym typeface="Calibri"/>
                          </a:endParaRPr>
                        </a:p>
                      </a:txBody>
                      <a:tcPr marL="68575" marR="68575" marT="0" marB="0">
                        <a:solidFill>
                          <a:srgbClr val="00B0F0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lvl="0" indent="0" algn="ctr" rtl="0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None/>
                          </a:pPr>
                          <a:r>
                            <a:rPr lang="en" sz="1100">
                              <a:latin typeface="Calibri"/>
                              <a:ea typeface="Calibri"/>
                              <a:cs typeface="Calibri"/>
                              <a:sym typeface="Calibri"/>
                            </a:rPr>
                            <a:t>0</a:t>
                          </a:r>
                          <a:endParaRPr sz="1100">
                            <a:latin typeface="Calibri"/>
                            <a:ea typeface="Calibri"/>
                            <a:cs typeface="Calibri"/>
                            <a:sym typeface="Calibri"/>
                          </a:endParaRPr>
                        </a:p>
                      </a:txBody>
                      <a:tcPr marL="68575" marR="68575" marT="0" marB="0">
                        <a:solidFill>
                          <a:srgbClr val="00B0F0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lvl="0" indent="0" algn="ctr" rtl="0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None/>
                          </a:pPr>
                          <a:r>
                            <a:rPr lang="en" sz="1100">
                              <a:latin typeface="Calibri"/>
                              <a:ea typeface="Calibri"/>
                              <a:cs typeface="Calibri"/>
                              <a:sym typeface="Calibri"/>
                            </a:rPr>
                            <a:t>1</a:t>
                          </a:r>
                          <a:endParaRPr sz="1100">
                            <a:latin typeface="Calibri"/>
                            <a:ea typeface="Calibri"/>
                            <a:cs typeface="Calibri"/>
                            <a:sym typeface="Calibri"/>
                          </a:endParaRPr>
                        </a:p>
                      </a:txBody>
                      <a:tcPr marL="68575" marR="68575" marT="0" marB="0">
                        <a:solidFill>
                          <a:srgbClr val="00B0F0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lvl="0" indent="0" algn="ctr" rtl="0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None/>
                          </a:pPr>
                          <a:r>
                            <a:rPr lang="en" sz="1100">
                              <a:latin typeface="Calibri"/>
                              <a:ea typeface="Calibri"/>
                              <a:cs typeface="Calibri"/>
                              <a:sym typeface="Calibri"/>
                            </a:rPr>
                            <a:t>0</a:t>
                          </a:r>
                          <a:endParaRPr sz="1100">
                            <a:latin typeface="Calibri"/>
                            <a:ea typeface="Calibri"/>
                            <a:cs typeface="Calibri"/>
                            <a:sym typeface="Calibri"/>
                          </a:endParaRPr>
                        </a:p>
                      </a:txBody>
                      <a:tcPr marL="68575" marR="68575" marT="0" marB="0">
                        <a:solidFill>
                          <a:srgbClr val="00B0F0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lvl="0" indent="0" algn="ctr" rtl="0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None/>
                          </a:pPr>
                          <a:r>
                            <a:rPr lang="en" sz="1100">
                              <a:latin typeface="Calibri"/>
                              <a:ea typeface="Calibri"/>
                              <a:cs typeface="Calibri"/>
                              <a:sym typeface="Calibri"/>
                            </a:rPr>
                            <a:t>0</a:t>
                          </a:r>
                          <a:endParaRPr sz="1100">
                            <a:latin typeface="Calibri"/>
                            <a:ea typeface="Calibri"/>
                            <a:cs typeface="Calibri"/>
                            <a:sym typeface="Calibri"/>
                          </a:endParaRPr>
                        </a:p>
                      </a:txBody>
                      <a:tcPr marL="68575" marR="68575" marT="0" marB="0">
                        <a:solidFill>
                          <a:srgbClr val="0070C0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lvl="0" indent="0" algn="ctr" rtl="0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None/>
                          </a:pPr>
                          <a:r>
                            <a:rPr lang="en" sz="1100">
                              <a:latin typeface="Calibri"/>
                              <a:ea typeface="Calibri"/>
                              <a:cs typeface="Calibri"/>
                              <a:sym typeface="Calibri"/>
                            </a:rPr>
                            <a:t>0</a:t>
                          </a:r>
                          <a:endParaRPr sz="1100">
                            <a:latin typeface="Calibri"/>
                            <a:ea typeface="Calibri"/>
                            <a:cs typeface="Calibri"/>
                            <a:sym typeface="Calibri"/>
                          </a:endParaRPr>
                        </a:p>
                      </a:txBody>
                      <a:tcPr marL="68575" marR="68575" marT="0" marB="0">
                        <a:solidFill>
                          <a:srgbClr val="0070C0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lvl="0" indent="0" algn="ctr" rtl="0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None/>
                          </a:pPr>
                          <a:r>
                            <a:rPr lang="en" sz="1100">
                              <a:latin typeface="Calibri"/>
                              <a:ea typeface="Calibri"/>
                              <a:cs typeface="Calibri"/>
                              <a:sym typeface="Calibri"/>
                            </a:rPr>
                            <a:t>1</a:t>
                          </a:r>
                          <a:endParaRPr sz="1100">
                            <a:latin typeface="Calibri"/>
                            <a:ea typeface="Calibri"/>
                            <a:cs typeface="Calibri"/>
                            <a:sym typeface="Calibri"/>
                          </a:endParaRPr>
                        </a:p>
                      </a:txBody>
                      <a:tcPr marL="68575" marR="68575" marT="0" marB="0">
                        <a:solidFill>
                          <a:srgbClr val="0070C0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lvl="0" indent="0" algn="ctr" rtl="0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None/>
                          </a:pPr>
                          <a:r>
                            <a:rPr lang="en" sz="1100">
                              <a:latin typeface="Calibri"/>
                              <a:ea typeface="Calibri"/>
                              <a:cs typeface="Calibri"/>
                              <a:sym typeface="Calibri"/>
                            </a:rPr>
                            <a:t>0</a:t>
                          </a:r>
                          <a:endParaRPr sz="1100">
                            <a:latin typeface="Calibri"/>
                            <a:ea typeface="Calibri"/>
                            <a:cs typeface="Calibri"/>
                            <a:sym typeface="Calibri"/>
                          </a:endParaRPr>
                        </a:p>
                      </a:txBody>
                      <a:tcPr marL="68575" marR="68575" marT="0" marB="0">
                        <a:solidFill>
                          <a:srgbClr val="0070C0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lvl="0" indent="0" algn="ctr" rtl="0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None/>
                          </a:pPr>
                          <a:r>
                            <a:rPr lang="en" sz="1100">
                              <a:latin typeface="Calibri"/>
                              <a:ea typeface="Calibri"/>
                              <a:cs typeface="Calibri"/>
                              <a:sym typeface="Calibri"/>
                            </a:rPr>
                            <a:t>0</a:t>
                          </a:r>
                          <a:endParaRPr sz="1100">
                            <a:latin typeface="Calibri"/>
                            <a:ea typeface="Calibri"/>
                            <a:cs typeface="Calibri"/>
                            <a:sym typeface="Calibri"/>
                          </a:endParaRPr>
                        </a:p>
                      </a:txBody>
                      <a:tcPr marL="68575" marR="68575" marT="0" marB="0">
                        <a:solidFill>
                          <a:srgbClr val="0070C0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lvl="0" indent="0" algn="ctr" rtl="0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None/>
                          </a:pPr>
                          <a:r>
                            <a:rPr lang="en" sz="1100">
                              <a:latin typeface="Calibri"/>
                              <a:ea typeface="Calibri"/>
                              <a:cs typeface="Calibri"/>
                              <a:sym typeface="Calibri"/>
                            </a:rPr>
                            <a:t>0</a:t>
                          </a:r>
                          <a:endParaRPr sz="1100">
                            <a:latin typeface="Calibri"/>
                            <a:ea typeface="Calibri"/>
                            <a:cs typeface="Calibri"/>
                            <a:sym typeface="Calibri"/>
                          </a:endParaRPr>
                        </a:p>
                      </a:txBody>
                      <a:tcPr marL="68575" marR="68575" marT="0" marB="0">
                        <a:solidFill>
                          <a:srgbClr val="0070C0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5"/>
                      </a:ext>
                    </a:extLst>
                  </a:tr>
                  <a:tr h="186325">
                    <a:tc>
                      <a:txBody>
                        <a:bodyPr/>
                        <a:lstStyle/>
                        <a:p>
                          <a:pPr marL="0" lvl="0" indent="0" algn="ctr" rtl="0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None/>
                          </a:pPr>
                          <a:r>
                            <a:rPr lang="en" sz="1100">
                              <a:latin typeface="Calibri"/>
                              <a:ea typeface="Calibri"/>
                              <a:cs typeface="Calibri"/>
                              <a:sym typeface="Calibri"/>
                            </a:rPr>
                            <a:t>S8</a:t>
                          </a:r>
                          <a:endParaRPr sz="1100">
                            <a:latin typeface="Calibri"/>
                            <a:ea typeface="Calibri"/>
                            <a:cs typeface="Calibri"/>
                            <a:sym typeface="Calibri"/>
                          </a:endParaRPr>
                        </a:p>
                      </a:txBody>
                      <a:tcPr marL="68575" marR="68575" marT="0" marB="0"/>
                    </a:tc>
                    <a:tc>
                      <a:txBody>
                        <a:bodyPr/>
                        <a:lstStyle/>
                        <a:p>
                          <a:pPr marL="0" lvl="0" indent="0" algn="ctr" rtl="0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None/>
                          </a:pPr>
                          <a:r>
                            <a:rPr lang="en" sz="1100">
                              <a:latin typeface="Calibri"/>
                              <a:ea typeface="Calibri"/>
                              <a:cs typeface="Calibri"/>
                              <a:sym typeface="Calibri"/>
                            </a:rPr>
                            <a:t>000011</a:t>
                          </a:r>
                          <a:endParaRPr sz="1100">
                            <a:latin typeface="Calibri"/>
                            <a:ea typeface="Calibri"/>
                            <a:cs typeface="Calibri"/>
                            <a:sym typeface="Calibri"/>
                          </a:endParaRPr>
                        </a:p>
                      </a:txBody>
                      <a:tcPr marL="68575" marR="68575" marT="0" marB="0"/>
                    </a:tc>
                    <a:tc>
                      <a:txBody>
                        <a:bodyPr/>
                        <a:lstStyle/>
                        <a:p>
                          <a:pPr marL="0" lvl="0" indent="0" algn="ctr" rtl="0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None/>
                          </a:pPr>
                          <a:r>
                            <a:rPr lang="en" sz="1100">
                              <a:latin typeface="Calibri"/>
                              <a:ea typeface="Calibri"/>
                              <a:cs typeface="Calibri"/>
                              <a:sym typeface="Calibri"/>
                            </a:rPr>
                            <a:t>0</a:t>
                          </a:r>
                          <a:endParaRPr sz="1100">
                            <a:latin typeface="Calibri"/>
                            <a:ea typeface="Calibri"/>
                            <a:cs typeface="Calibri"/>
                            <a:sym typeface="Calibri"/>
                          </a:endParaRPr>
                        </a:p>
                      </a:txBody>
                      <a:tcPr marL="68575" marR="68575" marT="0" marB="0">
                        <a:solidFill>
                          <a:srgbClr val="9CC3E5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lvl="0" indent="0" algn="ctr" rtl="0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None/>
                          </a:pPr>
                          <a:r>
                            <a:rPr lang="en" sz="1100">
                              <a:latin typeface="Calibri"/>
                              <a:ea typeface="Calibri"/>
                              <a:cs typeface="Calibri"/>
                              <a:sym typeface="Calibri"/>
                            </a:rPr>
                            <a:t>0</a:t>
                          </a:r>
                          <a:endParaRPr sz="1100">
                            <a:latin typeface="Calibri"/>
                            <a:ea typeface="Calibri"/>
                            <a:cs typeface="Calibri"/>
                            <a:sym typeface="Calibri"/>
                          </a:endParaRPr>
                        </a:p>
                      </a:txBody>
                      <a:tcPr marL="68575" marR="68575" marT="0" marB="0">
                        <a:solidFill>
                          <a:srgbClr val="00B0F0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lvl="0" indent="0" algn="ctr" rtl="0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None/>
                          </a:pPr>
                          <a:r>
                            <a:rPr lang="en" sz="1100">
                              <a:latin typeface="Calibri"/>
                              <a:ea typeface="Calibri"/>
                              <a:cs typeface="Calibri"/>
                              <a:sym typeface="Calibri"/>
                            </a:rPr>
                            <a:t>1</a:t>
                          </a:r>
                          <a:endParaRPr sz="1100">
                            <a:latin typeface="Calibri"/>
                            <a:ea typeface="Calibri"/>
                            <a:cs typeface="Calibri"/>
                            <a:sym typeface="Calibri"/>
                          </a:endParaRPr>
                        </a:p>
                      </a:txBody>
                      <a:tcPr marL="68575" marR="68575" marT="0" marB="0">
                        <a:solidFill>
                          <a:srgbClr val="00B0F0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lvl="0" indent="0" algn="ctr" rtl="0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None/>
                          </a:pPr>
                          <a:r>
                            <a:rPr lang="en" sz="1100">
                              <a:latin typeface="Calibri"/>
                              <a:ea typeface="Calibri"/>
                              <a:cs typeface="Calibri"/>
                              <a:sym typeface="Calibri"/>
                            </a:rPr>
                            <a:t>1</a:t>
                          </a:r>
                          <a:endParaRPr sz="1100">
                            <a:latin typeface="Calibri"/>
                            <a:ea typeface="Calibri"/>
                            <a:cs typeface="Calibri"/>
                            <a:sym typeface="Calibri"/>
                          </a:endParaRPr>
                        </a:p>
                      </a:txBody>
                      <a:tcPr marL="68575" marR="68575" marT="0" marB="0">
                        <a:solidFill>
                          <a:srgbClr val="00B0F0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lvl="0" indent="0" algn="ctr" rtl="0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None/>
                          </a:pPr>
                          <a:r>
                            <a:rPr lang="en" sz="1100">
                              <a:latin typeface="Calibri"/>
                              <a:ea typeface="Calibri"/>
                              <a:cs typeface="Calibri"/>
                              <a:sym typeface="Calibri"/>
                            </a:rPr>
                            <a:t>0</a:t>
                          </a:r>
                          <a:endParaRPr sz="1100">
                            <a:latin typeface="Calibri"/>
                            <a:ea typeface="Calibri"/>
                            <a:cs typeface="Calibri"/>
                            <a:sym typeface="Calibri"/>
                          </a:endParaRPr>
                        </a:p>
                      </a:txBody>
                      <a:tcPr marL="68575" marR="68575" marT="0" marB="0">
                        <a:solidFill>
                          <a:srgbClr val="00B0F0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lvl="0" indent="0" algn="ctr" rtl="0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None/>
                          </a:pPr>
                          <a:r>
                            <a:rPr lang="en" sz="1100">
                              <a:latin typeface="Calibri"/>
                              <a:ea typeface="Calibri"/>
                              <a:cs typeface="Calibri"/>
                              <a:sym typeface="Calibri"/>
                            </a:rPr>
                            <a:t>0</a:t>
                          </a:r>
                          <a:endParaRPr sz="1100">
                            <a:latin typeface="Calibri"/>
                            <a:ea typeface="Calibri"/>
                            <a:cs typeface="Calibri"/>
                            <a:sym typeface="Calibri"/>
                          </a:endParaRPr>
                        </a:p>
                      </a:txBody>
                      <a:tcPr marL="68575" marR="68575" marT="0" marB="0">
                        <a:solidFill>
                          <a:srgbClr val="0070C0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lvl="0" indent="0" algn="ctr" rtl="0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None/>
                          </a:pPr>
                          <a:r>
                            <a:rPr lang="en" sz="1100">
                              <a:latin typeface="Calibri"/>
                              <a:ea typeface="Calibri"/>
                              <a:cs typeface="Calibri"/>
                              <a:sym typeface="Calibri"/>
                            </a:rPr>
                            <a:t>0</a:t>
                          </a:r>
                          <a:endParaRPr sz="1100">
                            <a:latin typeface="Calibri"/>
                            <a:ea typeface="Calibri"/>
                            <a:cs typeface="Calibri"/>
                            <a:sym typeface="Calibri"/>
                          </a:endParaRPr>
                        </a:p>
                      </a:txBody>
                      <a:tcPr marL="68575" marR="68575" marT="0" marB="0">
                        <a:solidFill>
                          <a:srgbClr val="0070C0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lvl="0" indent="0" algn="ctr" rtl="0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None/>
                          </a:pPr>
                          <a:r>
                            <a:rPr lang="en" sz="1100">
                              <a:latin typeface="Calibri"/>
                              <a:ea typeface="Calibri"/>
                              <a:cs typeface="Calibri"/>
                              <a:sym typeface="Calibri"/>
                            </a:rPr>
                            <a:t>1</a:t>
                          </a:r>
                          <a:endParaRPr sz="1100">
                            <a:latin typeface="Calibri"/>
                            <a:ea typeface="Calibri"/>
                            <a:cs typeface="Calibri"/>
                            <a:sym typeface="Calibri"/>
                          </a:endParaRPr>
                        </a:p>
                      </a:txBody>
                      <a:tcPr marL="68575" marR="68575" marT="0" marB="0">
                        <a:solidFill>
                          <a:srgbClr val="0070C0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lvl="0" indent="0" algn="ctr" rtl="0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None/>
                          </a:pPr>
                          <a:r>
                            <a:rPr lang="en" sz="1100">
                              <a:latin typeface="Calibri"/>
                              <a:ea typeface="Calibri"/>
                              <a:cs typeface="Calibri"/>
                              <a:sym typeface="Calibri"/>
                            </a:rPr>
                            <a:t>1</a:t>
                          </a:r>
                          <a:endParaRPr sz="1100">
                            <a:latin typeface="Calibri"/>
                            <a:ea typeface="Calibri"/>
                            <a:cs typeface="Calibri"/>
                            <a:sym typeface="Calibri"/>
                          </a:endParaRPr>
                        </a:p>
                      </a:txBody>
                      <a:tcPr marL="68575" marR="68575" marT="0" marB="0">
                        <a:solidFill>
                          <a:srgbClr val="0070C0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lvl="0" indent="0" algn="ctr" rtl="0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None/>
                          </a:pPr>
                          <a:r>
                            <a:rPr lang="en" sz="1100">
                              <a:latin typeface="Calibri"/>
                              <a:ea typeface="Calibri"/>
                              <a:cs typeface="Calibri"/>
                              <a:sym typeface="Calibri"/>
                            </a:rPr>
                            <a:t>1</a:t>
                          </a:r>
                          <a:endParaRPr sz="1100">
                            <a:latin typeface="Calibri"/>
                            <a:ea typeface="Calibri"/>
                            <a:cs typeface="Calibri"/>
                            <a:sym typeface="Calibri"/>
                          </a:endParaRPr>
                        </a:p>
                      </a:txBody>
                      <a:tcPr marL="68575" marR="68575" marT="0" marB="0">
                        <a:solidFill>
                          <a:srgbClr val="0070C0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lvl="0" indent="0" algn="ctr" rtl="0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None/>
                          </a:pPr>
                          <a:r>
                            <a:rPr lang="en" sz="1100">
                              <a:latin typeface="Calibri"/>
                              <a:ea typeface="Calibri"/>
                              <a:cs typeface="Calibri"/>
                              <a:sym typeface="Calibri"/>
                            </a:rPr>
                            <a:t>1</a:t>
                          </a:r>
                          <a:endParaRPr sz="1100">
                            <a:latin typeface="Calibri"/>
                            <a:ea typeface="Calibri"/>
                            <a:cs typeface="Calibri"/>
                            <a:sym typeface="Calibri"/>
                          </a:endParaRPr>
                        </a:p>
                      </a:txBody>
                      <a:tcPr marL="68575" marR="68575" marT="0" marB="0">
                        <a:solidFill>
                          <a:srgbClr val="0070C0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6"/>
                      </a:ext>
                    </a:extLst>
                  </a:tr>
                  <a:tr h="180975">
                    <a:tc>
                      <a:txBody>
                        <a:bodyPr/>
                        <a:lstStyle/>
                        <a:p>
                          <a:pPr marL="0" lvl="0" indent="0" algn="ctr" rtl="0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None/>
                          </a:pPr>
                          <a:r>
                            <a:rPr lang="en" sz="1100">
                              <a:latin typeface="Calibri"/>
                              <a:ea typeface="Calibri"/>
                              <a:cs typeface="Calibri"/>
                              <a:sym typeface="Calibri"/>
                            </a:rPr>
                            <a:t>S16</a:t>
                          </a:r>
                          <a:endParaRPr sz="1100">
                            <a:latin typeface="Calibri"/>
                            <a:ea typeface="Calibri"/>
                            <a:cs typeface="Calibri"/>
                            <a:sym typeface="Calibri"/>
                          </a:endParaRPr>
                        </a:p>
                      </a:txBody>
                      <a:tcPr marL="68575" marR="68575" marT="0" marB="0"/>
                    </a:tc>
                    <a:tc>
                      <a:txBody>
                        <a:bodyPr/>
                        <a:lstStyle/>
                        <a:p>
                          <a:pPr marL="0" lvl="0" indent="0" algn="ctr" rtl="0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None/>
                          </a:pPr>
                          <a:r>
                            <a:rPr lang="en" sz="1100">
                              <a:latin typeface="Calibri"/>
                              <a:ea typeface="Calibri"/>
                              <a:cs typeface="Calibri"/>
                              <a:sym typeface="Calibri"/>
                            </a:rPr>
                            <a:t>000100</a:t>
                          </a:r>
                          <a:endParaRPr sz="1100">
                            <a:latin typeface="Calibri"/>
                            <a:ea typeface="Calibri"/>
                            <a:cs typeface="Calibri"/>
                            <a:sym typeface="Calibri"/>
                          </a:endParaRPr>
                        </a:p>
                      </a:txBody>
                      <a:tcPr marL="68575" marR="68575" marT="0" marB="0"/>
                    </a:tc>
                    <a:tc>
                      <a:txBody>
                        <a:bodyPr/>
                        <a:lstStyle/>
                        <a:p>
                          <a:pPr marL="0" lvl="0" indent="0" algn="ctr" rtl="0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None/>
                          </a:pPr>
                          <a:r>
                            <a:rPr lang="en" sz="1100">
                              <a:latin typeface="Calibri"/>
                              <a:ea typeface="Calibri"/>
                              <a:cs typeface="Calibri"/>
                              <a:sym typeface="Calibri"/>
                            </a:rPr>
                            <a:t>1</a:t>
                          </a:r>
                          <a:endParaRPr sz="1100">
                            <a:latin typeface="Calibri"/>
                            <a:ea typeface="Calibri"/>
                            <a:cs typeface="Calibri"/>
                            <a:sym typeface="Calibri"/>
                          </a:endParaRPr>
                        </a:p>
                      </a:txBody>
                      <a:tcPr marL="68575" marR="68575" marT="0" marB="0">
                        <a:solidFill>
                          <a:srgbClr val="FFD965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lvl="0" indent="0" algn="ctr" rtl="0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None/>
                          </a:pPr>
                          <a:r>
                            <a:rPr lang="en" sz="1100">
                              <a:latin typeface="Calibri"/>
                              <a:ea typeface="Calibri"/>
                              <a:cs typeface="Calibri"/>
                              <a:sym typeface="Calibri"/>
                            </a:rPr>
                            <a:t>0</a:t>
                          </a:r>
                          <a:endParaRPr sz="1100">
                            <a:latin typeface="Calibri"/>
                            <a:ea typeface="Calibri"/>
                            <a:cs typeface="Calibri"/>
                            <a:sym typeface="Calibri"/>
                          </a:endParaRPr>
                        </a:p>
                      </a:txBody>
                      <a:tcPr marL="68575" marR="68575" marT="0" marB="0">
                        <a:solidFill>
                          <a:srgbClr val="FFC000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lvl="0" indent="0" algn="ctr" rtl="0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None/>
                          </a:pPr>
                          <a:r>
                            <a:rPr lang="en" sz="1100">
                              <a:latin typeface="Calibri"/>
                              <a:ea typeface="Calibri"/>
                              <a:cs typeface="Calibri"/>
                              <a:sym typeface="Calibri"/>
                            </a:rPr>
                            <a:t>0</a:t>
                          </a:r>
                          <a:endParaRPr sz="1100">
                            <a:latin typeface="Calibri"/>
                            <a:ea typeface="Calibri"/>
                            <a:cs typeface="Calibri"/>
                            <a:sym typeface="Calibri"/>
                          </a:endParaRPr>
                        </a:p>
                      </a:txBody>
                      <a:tcPr marL="68575" marR="68575" marT="0" marB="0">
                        <a:solidFill>
                          <a:srgbClr val="FFC000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lvl="0" indent="0" algn="ctr" rtl="0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None/>
                          </a:pPr>
                          <a:r>
                            <a:rPr lang="en" sz="1100">
                              <a:latin typeface="Calibri"/>
                              <a:ea typeface="Calibri"/>
                              <a:cs typeface="Calibri"/>
                              <a:sym typeface="Calibri"/>
                            </a:rPr>
                            <a:t>0</a:t>
                          </a:r>
                          <a:endParaRPr sz="1100">
                            <a:latin typeface="Calibri"/>
                            <a:ea typeface="Calibri"/>
                            <a:cs typeface="Calibri"/>
                            <a:sym typeface="Calibri"/>
                          </a:endParaRPr>
                        </a:p>
                      </a:txBody>
                      <a:tcPr marL="68575" marR="68575" marT="0" marB="0">
                        <a:solidFill>
                          <a:srgbClr val="FFC000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lvl="0" indent="0" algn="ctr" rtl="0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None/>
                          </a:pPr>
                          <a:r>
                            <a:rPr lang="en" sz="1100">
                              <a:latin typeface="Calibri"/>
                              <a:ea typeface="Calibri"/>
                              <a:cs typeface="Calibri"/>
                              <a:sym typeface="Calibri"/>
                            </a:rPr>
                            <a:t>1</a:t>
                          </a:r>
                          <a:endParaRPr sz="1100">
                            <a:latin typeface="Calibri"/>
                            <a:ea typeface="Calibri"/>
                            <a:cs typeface="Calibri"/>
                            <a:sym typeface="Calibri"/>
                          </a:endParaRPr>
                        </a:p>
                      </a:txBody>
                      <a:tcPr marL="68575" marR="68575" marT="0" marB="0">
                        <a:solidFill>
                          <a:srgbClr val="FFC000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lvl="0" indent="0" algn="ctr" rtl="0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None/>
                          </a:pPr>
                          <a:r>
                            <a:rPr lang="en" sz="1100">
                              <a:latin typeface="Calibri"/>
                              <a:ea typeface="Calibri"/>
                              <a:cs typeface="Calibri"/>
                              <a:sym typeface="Calibri"/>
                            </a:rPr>
                            <a:t>0</a:t>
                          </a:r>
                          <a:endParaRPr sz="1100">
                            <a:latin typeface="Calibri"/>
                            <a:ea typeface="Calibri"/>
                            <a:cs typeface="Calibri"/>
                            <a:sym typeface="Calibri"/>
                          </a:endParaRPr>
                        </a:p>
                      </a:txBody>
                      <a:tcPr marL="68575" marR="68575" marT="0" marB="0">
                        <a:solidFill>
                          <a:srgbClr val="FFC000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lvl="0" indent="0" algn="ctr" rtl="0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None/>
                          </a:pPr>
                          <a:r>
                            <a:rPr lang="en" sz="1100">
                              <a:latin typeface="Calibri"/>
                              <a:ea typeface="Calibri"/>
                              <a:cs typeface="Calibri"/>
                              <a:sym typeface="Calibri"/>
                            </a:rPr>
                            <a:t>0</a:t>
                          </a:r>
                          <a:endParaRPr sz="1100">
                            <a:latin typeface="Calibri"/>
                            <a:ea typeface="Calibri"/>
                            <a:cs typeface="Calibri"/>
                            <a:sym typeface="Calibri"/>
                          </a:endParaRPr>
                        </a:p>
                      </a:txBody>
                      <a:tcPr marL="68575" marR="68575" marT="0" marB="0">
                        <a:solidFill>
                          <a:srgbClr val="FFC000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lvl="0" indent="0" algn="ctr" rtl="0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None/>
                          </a:pPr>
                          <a:r>
                            <a:rPr lang="en" sz="1100">
                              <a:latin typeface="Calibri"/>
                              <a:ea typeface="Calibri"/>
                              <a:cs typeface="Calibri"/>
                              <a:sym typeface="Calibri"/>
                            </a:rPr>
                            <a:t>0</a:t>
                          </a:r>
                          <a:endParaRPr sz="1100">
                            <a:latin typeface="Calibri"/>
                            <a:ea typeface="Calibri"/>
                            <a:cs typeface="Calibri"/>
                            <a:sym typeface="Calibri"/>
                          </a:endParaRPr>
                        </a:p>
                      </a:txBody>
                      <a:tcPr marL="68575" marR="68575" marT="0" marB="0">
                        <a:solidFill>
                          <a:srgbClr val="FFC000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lvl="0" indent="0" algn="ctr" rtl="0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None/>
                          </a:pPr>
                          <a:r>
                            <a:rPr lang="en" sz="1100">
                              <a:latin typeface="Calibri"/>
                              <a:ea typeface="Calibri"/>
                              <a:cs typeface="Calibri"/>
                              <a:sym typeface="Calibri"/>
                            </a:rPr>
                            <a:t>0</a:t>
                          </a:r>
                          <a:endParaRPr sz="1100">
                            <a:latin typeface="Calibri"/>
                            <a:ea typeface="Calibri"/>
                            <a:cs typeface="Calibri"/>
                            <a:sym typeface="Calibri"/>
                          </a:endParaRPr>
                        </a:p>
                      </a:txBody>
                      <a:tcPr marL="68575" marR="68575" marT="0" marB="0">
                        <a:solidFill>
                          <a:srgbClr val="FFC000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lvl="0" indent="0" algn="ctr" rtl="0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None/>
                          </a:pPr>
                          <a:r>
                            <a:rPr lang="en" sz="1100">
                              <a:latin typeface="Calibri"/>
                              <a:ea typeface="Calibri"/>
                              <a:cs typeface="Calibri"/>
                              <a:sym typeface="Calibri"/>
                            </a:rPr>
                            <a:t>0</a:t>
                          </a:r>
                          <a:endParaRPr sz="1100">
                            <a:latin typeface="Calibri"/>
                            <a:ea typeface="Calibri"/>
                            <a:cs typeface="Calibri"/>
                            <a:sym typeface="Calibri"/>
                          </a:endParaRPr>
                        </a:p>
                      </a:txBody>
                      <a:tcPr marL="68575" marR="68575" marT="0" marB="0">
                        <a:solidFill>
                          <a:srgbClr val="FFC000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lvl="0" indent="0" algn="ctr" rtl="0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None/>
                          </a:pPr>
                          <a:r>
                            <a:rPr lang="en" sz="1100">
                              <a:latin typeface="Calibri"/>
                              <a:ea typeface="Calibri"/>
                              <a:cs typeface="Calibri"/>
                              <a:sym typeface="Calibri"/>
                            </a:rPr>
                            <a:t>0</a:t>
                          </a:r>
                          <a:endParaRPr sz="1100">
                            <a:latin typeface="Calibri"/>
                            <a:ea typeface="Calibri"/>
                            <a:cs typeface="Calibri"/>
                            <a:sym typeface="Calibri"/>
                          </a:endParaRPr>
                        </a:p>
                      </a:txBody>
                      <a:tcPr marL="68575" marR="68575" marT="0" marB="0">
                        <a:solidFill>
                          <a:srgbClr val="FFC000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7"/>
                      </a:ext>
                    </a:extLst>
                  </a:tr>
                  <a:tr h="186325">
                    <a:tc>
                      <a:txBody>
                        <a:bodyPr/>
                        <a:lstStyle/>
                        <a:p>
                          <a:pPr marL="0" lvl="0" indent="0" algn="ctr" rtl="0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None/>
                          </a:pPr>
                          <a:r>
                            <a:rPr lang="en" sz="1100">
                              <a:latin typeface="Calibri"/>
                              <a:ea typeface="Calibri"/>
                              <a:cs typeface="Calibri"/>
                              <a:sym typeface="Calibri"/>
                            </a:rPr>
                            <a:t>S3</a:t>
                          </a:r>
                          <a:endParaRPr sz="1100">
                            <a:latin typeface="Calibri"/>
                            <a:ea typeface="Calibri"/>
                            <a:cs typeface="Calibri"/>
                            <a:sym typeface="Calibri"/>
                          </a:endParaRPr>
                        </a:p>
                      </a:txBody>
                      <a:tcPr marL="68575" marR="68575" marT="0" marB="0"/>
                    </a:tc>
                    <a:tc>
                      <a:txBody>
                        <a:bodyPr/>
                        <a:lstStyle/>
                        <a:p>
                          <a:pPr marL="0" lvl="0" indent="0" algn="ctr" rtl="0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None/>
                          </a:pPr>
                          <a:r>
                            <a:rPr lang="en" sz="1100">
                              <a:latin typeface="Calibri"/>
                              <a:ea typeface="Calibri"/>
                              <a:cs typeface="Calibri"/>
                              <a:sym typeface="Calibri"/>
                            </a:rPr>
                            <a:t>000101</a:t>
                          </a:r>
                          <a:endParaRPr sz="1100">
                            <a:latin typeface="Calibri"/>
                            <a:ea typeface="Calibri"/>
                            <a:cs typeface="Calibri"/>
                            <a:sym typeface="Calibri"/>
                          </a:endParaRPr>
                        </a:p>
                      </a:txBody>
                      <a:tcPr marL="68575" marR="68575" marT="0" marB="0"/>
                    </a:tc>
                    <a:tc>
                      <a:txBody>
                        <a:bodyPr/>
                        <a:lstStyle/>
                        <a:p>
                          <a:pPr marL="0" lvl="0" indent="0" algn="ctr" rtl="0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None/>
                          </a:pPr>
                          <a:r>
                            <a:rPr lang="en" sz="1100">
                              <a:latin typeface="Calibri"/>
                              <a:ea typeface="Calibri"/>
                              <a:cs typeface="Calibri"/>
                              <a:sym typeface="Calibri"/>
                            </a:rPr>
                            <a:t>0</a:t>
                          </a:r>
                          <a:endParaRPr sz="1100">
                            <a:latin typeface="Calibri"/>
                            <a:ea typeface="Calibri"/>
                            <a:cs typeface="Calibri"/>
                            <a:sym typeface="Calibri"/>
                          </a:endParaRPr>
                        </a:p>
                      </a:txBody>
                      <a:tcPr marL="68575" marR="68575" marT="0" marB="0">
                        <a:solidFill>
                          <a:srgbClr val="9CC3E5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lvl="0" indent="0" algn="ctr" rtl="0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None/>
                          </a:pPr>
                          <a:r>
                            <a:rPr lang="en" sz="1100">
                              <a:latin typeface="Calibri"/>
                              <a:ea typeface="Calibri"/>
                              <a:cs typeface="Calibri"/>
                              <a:sym typeface="Calibri"/>
                            </a:rPr>
                            <a:t>0</a:t>
                          </a:r>
                          <a:endParaRPr sz="1100">
                            <a:latin typeface="Calibri"/>
                            <a:ea typeface="Calibri"/>
                            <a:cs typeface="Calibri"/>
                            <a:sym typeface="Calibri"/>
                          </a:endParaRPr>
                        </a:p>
                      </a:txBody>
                      <a:tcPr marL="68575" marR="68575" marT="0" marB="0">
                        <a:solidFill>
                          <a:srgbClr val="00B0F0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lvl="0" indent="0" algn="ctr" rtl="0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None/>
                          </a:pPr>
                          <a:r>
                            <a:rPr lang="en" sz="1100">
                              <a:latin typeface="Calibri"/>
                              <a:ea typeface="Calibri"/>
                              <a:cs typeface="Calibri"/>
                              <a:sym typeface="Calibri"/>
                            </a:rPr>
                            <a:t>0</a:t>
                          </a:r>
                          <a:endParaRPr sz="1100">
                            <a:latin typeface="Calibri"/>
                            <a:ea typeface="Calibri"/>
                            <a:cs typeface="Calibri"/>
                            <a:sym typeface="Calibri"/>
                          </a:endParaRPr>
                        </a:p>
                      </a:txBody>
                      <a:tcPr marL="68575" marR="68575" marT="0" marB="0">
                        <a:solidFill>
                          <a:srgbClr val="00B0F0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lvl="0" indent="0" algn="ctr" rtl="0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None/>
                          </a:pPr>
                          <a:r>
                            <a:rPr lang="en" sz="1100">
                              <a:latin typeface="Calibri"/>
                              <a:ea typeface="Calibri"/>
                              <a:cs typeface="Calibri"/>
                              <a:sym typeface="Calibri"/>
                            </a:rPr>
                            <a:t>0</a:t>
                          </a:r>
                          <a:endParaRPr sz="1100">
                            <a:latin typeface="Calibri"/>
                            <a:ea typeface="Calibri"/>
                            <a:cs typeface="Calibri"/>
                            <a:sym typeface="Calibri"/>
                          </a:endParaRPr>
                        </a:p>
                      </a:txBody>
                      <a:tcPr marL="68575" marR="68575" marT="0" marB="0">
                        <a:solidFill>
                          <a:srgbClr val="00B0F0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lvl="0" indent="0" algn="ctr" rtl="0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None/>
                          </a:pPr>
                          <a:r>
                            <a:rPr lang="en" sz="1100">
                              <a:latin typeface="Calibri"/>
                              <a:ea typeface="Calibri"/>
                              <a:cs typeface="Calibri"/>
                              <a:sym typeface="Calibri"/>
                            </a:rPr>
                            <a:t>1</a:t>
                          </a:r>
                          <a:endParaRPr sz="1100">
                            <a:latin typeface="Calibri"/>
                            <a:ea typeface="Calibri"/>
                            <a:cs typeface="Calibri"/>
                            <a:sym typeface="Calibri"/>
                          </a:endParaRPr>
                        </a:p>
                      </a:txBody>
                      <a:tcPr marL="68575" marR="68575" marT="0" marB="0">
                        <a:solidFill>
                          <a:srgbClr val="00B0F0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lvl="0" indent="0" algn="ctr" rtl="0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None/>
                          </a:pPr>
                          <a:r>
                            <a:rPr lang="en" sz="1100">
                              <a:latin typeface="Calibri"/>
                              <a:ea typeface="Calibri"/>
                              <a:cs typeface="Calibri"/>
                              <a:sym typeface="Calibri"/>
                            </a:rPr>
                            <a:t>0</a:t>
                          </a:r>
                          <a:endParaRPr sz="1100">
                            <a:latin typeface="Calibri"/>
                            <a:ea typeface="Calibri"/>
                            <a:cs typeface="Calibri"/>
                            <a:sym typeface="Calibri"/>
                          </a:endParaRPr>
                        </a:p>
                      </a:txBody>
                      <a:tcPr marL="68575" marR="68575" marT="0" marB="0">
                        <a:solidFill>
                          <a:srgbClr val="0070C0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lvl="0" indent="0" algn="ctr" rtl="0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None/>
                          </a:pPr>
                          <a:r>
                            <a:rPr lang="en" sz="1100">
                              <a:latin typeface="Calibri"/>
                              <a:ea typeface="Calibri"/>
                              <a:cs typeface="Calibri"/>
                              <a:sym typeface="Calibri"/>
                            </a:rPr>
                            <a:t>0</a:t>
                          </a:r>
                          <a:endParaRPr sz="1100">
                            <a:latin typeface="Calibri"/>
                            <a:ea typeface="Calibri"/>
                            <a:cs typeface="Calibri"/>
                            <a:sym typeface="Calibri"/>
                          </a:endParaRPr>
                        </a:p>
                      </a:txBody>
                      <a:tcPr marL="68575" marR="68575" marT="0" marB="0">
                        <a:solidFill>
                          <a:srgbClr val="0070C0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lvl="0" indent="0" algn="ctr" rtl="0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None/>
                          </a:pPr>
                          <a:r>
                            <a:rPr lang="en" sz="1100">
                              <a:latin typeface="Calibri"/>
                              <a:ea typeface="Calibri"/>
                              <a:cs typeface="Calibri"/>
                              <a:sym typeface="Calibri"/>
                            </a:rPr>
                            <a:t>1</a:t>
                          </a:r>
                          <a:endParaRPr sz="1100">
                            <a:latin typeface="Calibri"/>
                            <a:ea typeface="Calibri"/>
                            <a:cs typeface="Calibri"/>
                            <a:sym typeface="Calibri"/>
                          </a:endParaRPr>
                        </a:p>
                      </a:txBody>
                      <a:tcPr marL="68575" marR="68575" marT="0" marB="0">
                        <a:solidFill>
                          <a:srgbClr val="0070C0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lvl="0" indent="0" algn="ctr" rtl="0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None/>
                          </a:pPr>
                          <a:r>
                            <a:rPr lang="en" sz="1100">
                              <a:latin typeface="Calibri"/>
                              <a:ea typeface="Calibri"/>
                              <a:cs typeface="Calibri"/>
                              <a:sym typeface="Calibri"/>
                            </a:rPr>
                            <a:t>0</a:t>
                          </a:r>
                          <a:endParaRPr sz="1100">
                            <a:latin typeface="Calibri"/>
                            <a:ea typeface="Calibri"/>
                            <a:cs typeface="Calibri"/>
                            <a:sym typeface="Calibri"/>
                          </a:endParaRPr>
                        </a:p>
                      </a:txBody>
                      <a:tcPr marL="68575" marR="68575" marT="0" marB="0">
                        <a:solidFill>
                          <a:srgbClr val="0070C0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lvl="0" indent="0" algn="ctr" rtl="0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None/>
                          </a:pPr>
                          <a:r>
                            <a:rPr lang="en" sz="1100">
                              <a:latin typeface="Calibri"/>
                              <a:ea typeface="Calibri"/>
                              <a:cs typeface="Calibri"/>
                              <a:sym typeface="Calibri"/>
                            </a:rPr>
                            <a:t>1</a:t>
                          </a:r>
                          <a:endParaRPr sz="1100">
                            <a:latin typeface="Calibri"/>
                            <a:ea typeface="Calibri"/>
                            <a:cs typeface="Calibri"/>
                            <a:sym typeface="Calibri"/>
                          </a:endParaRPr>
                        </a:p>
                      </a:txBody>
                      <a:tcPr marL="68575" marR="68575" marT="0" marB="0">
                        <a:solidFill>
                          <a:srgbClr val="0070C0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lvl="0" indent="0" algn="ctr" rtl="0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None/>
                          </a:pPr>
                          <a:r>
                            <a:rPr lang="en" sz="1100">
                              <a:latin typeface="Calibri"/>
                              <a:ea typeface="Calibri"/>
                              <a:cs typeface="Calibri"/>
                              <a:sym typeface="Calibri"/>
                            </a:rPr>
                            <a:t>0</a:t>
                          </a:r>
                          <a:endParaRPr sz="1100">
                            <a:latin typeface="Calibri"/>
                            <a:ea typeface="Calibri"/>
                            <a:cs typeface="Calibri"/>
                            <a:sym typeface="Calibri"/>
                          </a:endParaRPr>
                        </a:p>
                      </a:txBody>
                      <a:tcPr marL="68575" marR="68575" marT="0" marB="0">
                        <a:solidFill>
                          <a:srgbClr val="0070C0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8"/>
                      </a:ext>
                    </a:extLst>
                  </a:tr>
                  <a:tr h="180975">
                    <a:tc>
                      <a:txBody>
                        <a:bodyPr/>
                        <a:lstStyle/>
                        <a:p>
                          <a:pPr marL="0" lvl="0" indent="0" algn="ctr" rtl="0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None/>
                          </a:pPr>
                          <a:r>
                            <a:rPr lang="en" sz="1100">
                              <a:latin typeface="Calibri"/>
                              <a:ea typeface="Calibri"/>
                              <a:cs typeface="Calibri"/>
                              <a:sym typeface="Calibri"/>
                            </a:rPr>
                            <a:t>S6</a:t>
                          </a:r>
                          <a:endParaRPr sz="1100">
                            <a:latin typeface="Calibri"/>
                            <a:ea typeface="Calibri"/>
                            <a:cs typeface="Calibri"/>
                            <a:sym typeface="Calibri"/>
                          </a:endParaRPr>
                        </a:p>
                      </a:txBody>
                      <a:tcPr marL="68575" marR="68575" marT="0" marB="0"/>
                    </a:tc>
                    <a:tc>
                      <a:txBody>
                        <a:bodyPr/>
                        <a:lstStyle/>
                        <a:p>
                          <a:pPr marL="0" lvl="0" indent="0" algn="ctr" rtl="0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None/>
                          </a:pPr>
                          <a:r>
                            <a:rPr lang="en" sz="1100">
                              <a:latin typeface="Calibri"/>
                              <a:ea typeface="Calibri"/>
                              <a:cs typeface="Calibri"/>
                              <a:sym typeface="Calibri"/>
                            </a:rPr>
                            <a:t>000110</a:t>
                          </a:r>
                          <a:endParaRPr sz="1100">
                            <a:latin typeface="Calibri"/>
                            <a:ea typeface="Calibri"/>
                            <a:cs typeface="Calibri"/>
                            <a:sym typeface="Calibri"/>
                          </a:endParaRPr>
                        </a:p>
                      </a:txBody>
                      <a:tcPr marL="68575" marR="68575" marT="0" marB="0"/>
                    </a:tc>
                    <a:tc>
                      <a:txBody>
                        <a:bodyPr/>
                        <a:lstStyle/>
                        <a:p>
                          <a:pPr marL="0" lvl="0" indent="0" algn="ctr" rtl="0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None/>
                          </a:pPr>
                          <a:r>
                            <a:rPr lang="en" sz="1100">
                              <a:latin typeface="Calibri"/>
                              <a:ea typeface="Calibri"/>
                              <a:cs typeface="Calibri"/>
                              <a:sym typeface="Calibri"/>
                            </a:rPr>
                            <a:t>0</a:t>
                          </a:r>
                          <a:endParaRPr sz="1100">
                            <a:latin typeface="Calibri"/>
                            <a:ea typeface="Calibri"/>
                            <a:cs typeface="Calibri"/>
                            <a:sym typeface="Calibri"/>
                          </a:endParaRPr>
                        </a:p>
                      </a:txBody>
                      <a:tcPr marL="68575" marR="68575" marT="0" marB="0">
                        <a:solidFill>
                          <a:srgbClr val="9CC3E5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lvl="0" indent="0" algn="ctr" rtl="0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None/>
                          </a:pPr>
                          <a:r>
                            <a:rPr lang="en" sz="1100">
                              <a:latin typeface="Calibri"/>
                              <a:ea typeface="Calibri"/>
                              <a:cs typeface="Calibri"/>
                              <a:sym typeface="Calibri"/>
                            </a:rPr>
                            <a:t>0</a:t>
                          </a:r>
                          <a:endParaRPr sz="1100">
                            <a:latin typeface="Calibri"/>
                            <a:ea typeface="Calibri"/>
                            <a:cs typeface="Calibri"/>
                            <a:sym typeface="Calibri"/>
                          </a:endParaRPr>
                        </a:p>
                      </a:txBody>
                      <a:tcPr marL="68575" marR="68575" marT="0" marB="0">
                        <a:solidFill>
                          <a:srgbClr val="00B0F0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lvl="0" indent="0" algn="ctr" rtl="0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None/>
                          </a:pPr>
                          <a:r>
                            <a:rPr lang="en" sz="1100">
                              <a:latin typeface="Calibri"/>
                              <a:ea typeface="Calibri"/>
                              <a:cs typeface="Calibri"/>
                              <a:sym typeface="Calibri"/>
                            </a:rPr>
                            <a:t>1</a:t>
                          </a:r>
                          <a:endParaRPr sz="1100">
                            <a:latin typeface="Calibri"/>
                            <a:ea typeface="Calibri"/>
                            <a:cs typeface="Calibri"/>
                            <a:sym typeface="Calibri"/>
                          </a:endParaRPr>
                        </a:p>
                      </a:txBody>
                      <a:tcPr marL="68575" marR="68575" marT="0" marB="0">
                        <a:solidFill>
                          <a:srgbClr val="00B0F0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lvl="0" indent="0" algn="ctr" rtl="0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None/>
                          </a:pPr>
                          <a:r>
                            <a:rPr lang="en" sz="1100">
                              <a:latin typeface="Calibri"/>
                              <a:ea typeface="Calibri"/>
                              <a:cs typeface="Calibri"/>
                              <a:sym typeface="Calibri"/>
                            </a:rPr>
                            <a:t>0</a:t>
                          </a:r>
                          <a:endParaRPr sz="1100">
                            <a:latin typeface="Calibri"/>
                            <a:ea typeface="Calibri"/>
                            <a:cs typeface="Calibri"/>
                            <a:sym typeface="Calibri"/>
                          </a:endParaRPr>
                        </a:p>
                      </a:txBody>
                      <a:tcPr marL="68575" marR="68575" marT="0" marB="0">
                        <a:solidFill>
                          <a:srgbClr val="00B0F0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lvl="0" indent="0" algn="ctr" rtl="0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None/>
                          </a:pPr>
                          <a:r>
                            <a:rPr lang="en" sz="1100">
                              <a:latin typeface="Calibri"/>
                              <a:ea typeface="Calibri"/>
                              <a:cs typeface="Calibri"/>
                              <a:sym typeface="Calibri"/>
                            </a:rPr>
                            <a:t>0</a:t>
                          </a:r>
                          <a:endParaRPr sz="1100">
                            <a:latin typeface="Calibri"/>
                            <a:ea typeface="Calibri"/>
                            <a:cs typeface="Calibri"/>
                            <a:sym typeface="Calibri"/>
                          </a:endParaRPr>
                        </a:p>
                      </a:txBody>
                      <a:tcPr marL="68575" marR="68575" marT="0" marB="0">
                        <a:solidFill>
                          <a:srgbClr val="00B0F0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lvl="0" indent="0" algn="ctr" rtl="0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None/>
                          </a:pPr>
                          <a:r>
                            <a:rPr lang="en" sz="1100">
                              <a:latin typeface="Calibri"/>
                              <a:ea typeface="Calibri"/>
                              <a:cs typeface="Calibri"/>
                              <a:sym typeface="Calibri"/>
                            </a:rPr>
                            <a:t>0</a:t>
                          </a:r>
                          <a:endParaRPr sz="1100">
                            <a:latin typeface="Calibri"/>
                            <a:ea typeface="Calibri"/>
                            <a:cs typeface="Calibri"/>
                            <a:sym typeface="Calibri"/>
                          </a:endParaRPr>
                        </a:p>
                      </a:txBody>
                      <a:tcPr marL="68575" marR="68575" marT="0" marB="0">
                        <a:solidFill>
                          <a:srgbClr val="0070C0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lvl="0" indent="0" algn="ctr" rtl="0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None/>
                          </a:pPr>
                          <a:r>
                            <a:rPr lang="en" sz="1100">
                              <a:latin typeface="Calibri"/>
                              <a:ea typeface="Calibri"/>
                              <a:cs typeface="Calibri"/>
                              <a:sym typeface="Calibri"/>
                            </a:rPr>
                            <a:t>1</a:t>
                          </a:r>
                          <a:endParaRPr sz="1100">
                            <a:latin typeface="Calibri"/>
                            <a:ea typeface="Calibri"/>
                            <a:cs typeface="Calibri"/>
                            <a:sym typeface="Calibri"/>
                          </a:endParaRPr>
                        </a:p>
                      </a:txBody>
                      <a:tcPr marL="68575" marR="68575" marT="0" marB="0">
                        <a:solidFill>
                          <a:srgbClr val="0070C0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lvl="0" indent="0" algn="ctr" rtl="0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None/>
                          </a:pPr>
                          <a:r>
                            <a:rPr lang="en" sz="1100">
                              <a:latin typeface="Calibri"/>
                              <a:ea typeface="Calibri"/>
                              <a:cs typeface="Calibri"/>
                              <a:sym typeface="Calibri"/>
                            </a:rPr>
                            <a:t>0</a:t>
                          </a:r>
                          <a:endParaRPr sz="1100">
                            <a:latin typeface="Calibri"/>
                            <a:ea typeface="Calibri"/>
                            <a:cs typeface="Calibri"/>
                            <a:sym typeface="Calibri"/>
                          </a:endParaRPr>
                        </a:p>
                      </a:txBody>
                      <a:tcPr marL="68575" marR="68575" marT="0" marB="0">
                        <a:solidFill>
                          <a:srgbClr val="0070C0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lvl="0" indent="0" algn="ctr" rtl="0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None/>
                          </a:pPr>
                          <a:r>
                            <a:rPr lang="en" sz="1100">
                              <a:latin typeface="Calibri"/>
                              <a:ea typeface="Calibri"/>
                              <a:cs typeface="Calibri"/>
                              <a:sym typeface="Calibri"/>
                            </a:rPr>
                            <a:t>0</a:t>
                          </a:r>
                          <a:endParaRPr sz="1100">
                            <a:latin typeface="Calibri"/>
                            <a:ea typeface="Calibri"/>
                            <a:cs typeface="Calibri"/>
                            <a:sym typeface="Calibri"/>
                          </a:endParaRPr>
                        </a:p>
                      </a:txBody>
                      <a:tcPr marL="68575" marR="68575" marT="0" marB="0">
                        <a:solidFill>
                          <a:srgbClr val="0070C0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lvl="0" indent="0" algn="ctr" rtl="0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None/>
                          </a:pPr>
                          <a:r>
                            <a:rPr lang="en" sz="1100">
                              <a:latin typeface="Calibri"/>
                              <a:ea typeface="Calibri"/>
                              <a:cs typeface="Calibri"/>
                              <a:sym typeface="Calibri"/>
                            </a:rPr>
                            <a:t>0</a:t>
                          </a:r>
                          <a:endParaRPr sz="1100">
                            <a:latin typeface="Calibri"/>
                            <a:ea typeface="Calibri"/>
                            <a:cs typeface="Calibri"/>
                            <a:sym typeface="Calibri"/>
                          </a:endParaRPr>
                        </a:p>
                      </a:txBody>
                      <a:tcPr marL="68575" marR="68575" marT="0" marB="0">
                        <a:solidFill>
                          <a:srgbClr val="0070C0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lvl="0" indent="0" algn="ctr" rtl="0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None/>
                          </a:pPr>
                          <a:r>
                            <a:rPr lang="en" sz="1100">
                              <a:latin typeface="Calibri"/>
                              <a:ea typeface="Calibri"/>
                              <a:cs typeface="Calibri"/>
                              <a:sym typeface="Calibri"/>
                            </a:rPr>
                            <a:t>1</a:t>
                          </a:r>
                          <a:endParaRPr sz="1100">
                            <a:latin typeface="Calibri"/>
                            <a:ea typeface="Calibri"/>
                            <a:cs typeface="Calibri"/>
                            <a:sym typeface="Calibri"/>
                          </a:endParaRPr>
                        </a:p>
                      </a:txBody>
                      <a:tcPr marL="68575" marR="68575" marT="0" marB="0">
                        <a:solidFill>
                          <a:srgbClr val="0070C0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9"/>
                      </a:ext>
                    </a:extLst>
                  </a:tr>
                  <a:tr h="186325">
                    <a:tc>
                      <a:txBody>
                        <a:bodyPr/>
                        <a:lstStyle/>
                        <a:p>
                          <a:pPr marL="0" lvl="0" indent="0" algn="ctr" rtl="0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None/>
                          </a:pPr>
                          <a:r>
                            <a:rPr lang="en" sz="1100">
                              <a:latin typeface="Calibri"/>
                              <a:ea typeface="Calibri"/>
                              <a:cs typeface="Calibri"/>
                              <a:sym typeface="Calibri"/>
                            </a:rPr>
                            <a:t>S12</a:t>
                          </a:r>
                          <a:endParaRPr sz="1100">
                            <a:latin typeface="Calibri"/>
                            <a:ea typeface="Calibri"/>
                            <a:cs typeface="Calibri"/>
                            <a:sym typeface="Calibri"/>
                          </a:endParaRPr>
                        </a:p>
                      </a:txBody>
                      <a:tcPr marL="68575" marR="68575" marT="0" marB="0"/>
                    </a:tc>
                    <a:tc>
                      <a:txBody>
                        <a:bodyPr/>
                        <a:lstStyle/>
                        <a:p>
                          <a:pPr marL="0" lvl="0" indent="0" algn="ctr" rtl="0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None/>
                          </a:pPr>
                          <a:r>
                            <a:rPr lang="en" sz="1100">
                              <a:latin typeface="Calibri"/>
                              <a:ea typeface="Calibri"/>
                              <a:cs typeface="Calibri"/>
                              <a:sym typeface="Calibri"/>
                            </a:rPr>
                            <a:t>000111</a:t>
                          </a:r>
                          <a:endParaRPr sz="1100">
                            <a:latin typeface="Calibri"/>
                            <a:ea typeface="Calibri"/>
                            <a:cs typeface="Calibri"/>
                            <a:sym typeface="Calibri"/>
                          </a:endParaRPr>
                        </a:p>
                      </a:txBody>
                      <a:tcPr marL="68575" marR="68575" marT="0" marB="0"/>
                    </a:tc>
                    <a:tc>
                      <a:txBody>
                        <a:bodyPr/>
                        <a:lstStyle/>
                        <a:p>
                          <a:pPr marL="0" lvl="0" indent="0" algn="ctr" rtl="0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None/>
                          </a:pPr>
                          <a:r>
                            <a:rPr lang="en" sz="1100">
                              <a:latin typeface="Calibri"/>
                              <a:ea typeface="Calibri"/>
                              <a:cs typeface="Calibri"/>
                              <a:sym typeface="Calibri"/>
                            </a:rPr>
                            <a:t>1</a:t>
                          </a:r>
                          <a:endParaRPr sz="1100">
                            <a:latin typeface="Calibri"/>
                            <a:ea typeface="Calibri"/>
                            <a:cs typeface="Calibri"/>
                            <a:sym typeface="Calibri"/>
                          </a:endParaRPr>
                        </a:p>
                      </a:txBody>
                      <a:tcPr marL="68575" marR="68575" marT="0" marB="0">
                        <a:solidFill>
                          <a:srgbClr val="FFD965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lvl="0" indent="0" algn="ctr" rtl="0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None/>
                          </a:pPr>
                          <a:r>
                            <a:rPr lang="en" sz="1100">
                              <a:latin typeface="Calibri"/>
                              <a:ea typeface="Calibri"/>
                              <a:cs typeface="Calibri"/>
                              <a:sym typeface="Calibri"/>
                            </a:rPr>
                            <a:t>0</a:t>
                          </a:r>
                          <a:endParaRPr sz="1100">
                            <a:latin typeface="Calibri"/>
                            <a:ea typeface="Calibri"/>
                            <a:cs typeface="Calibri"/>
                            <a:sym typeface="Calibri"/>
                          </a:endParaRPr>
                        </a:p>
                      </a:txBody>
                      <a:tcPr marL="68575" marR="68575" marT="0" marB="0">
                        <a:solidFill>
                          <a:srgbClr val="FFC000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lvl="0" indent="0" algn="ctr" rtl="0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None/>
                          </a:pPr>
                          <a:r>
                            <a:rPr lang="en" sz="1100">
                              <a:latin typeface="Calibri"/>
                              <a:ea typeface="Calibri"/>
                              <a:cs typeface="Calibri"/>
                              <a:sym typeface="Calibri"/>
                            </a:rPr>
                            <a:t>0</a:t>
                          </a:r>
                          <a:endParaRPr sz="1100">
                            <a:latin typeface="Calibri"/>
                            <a:ea typeface="Calibri"/>
                            <a:cs typeface="Calibri"/>
                            <a:sym typeface="Calibri"/>
                          </a:endParaRPr>
                        </a:p>
                      </a:txBody>
                      <a:tcPr marL="68575" marR="68575" marT="0" marB="0">
                        <a:solidFill>
                          <a:srgbClr val="FFC000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lvl="0" indent="0" algn="ctr" rtl="0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None/>
                          </a:pPr>
                          <a:r>
                            <a:rPr lang="en" sz="1100">
                              <a:latin typeface="Calibri"/>
                              <a:ea typeface="Calibri"/>
                              <a:cs typeface="Calibri"/>
                              <a:sym typeface="Calibri"/>
                            </a:rPr>
                            <a:t>0</a:t>
                          </a:r>
                          <a:endParaRPr sz="1100">
                            <a:latin typeface="Calibri"/>
                            <a:ea typeface="Calibri"/>
                            <a:cs typeface="Calibri"/>
                            <a:sym typeface="Calibri"/>
                          </a:endParaRPr>
                        </a:p>
                      </a:txBody>
                      <a:tcPr marL="68575" marR="68575" marT="0" marB="0">
                        <a:solidFill>
                          <a:srgbClr val="FFC000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lvl="0" indent="0" algn="ctr" rtl="0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None/>
                          </a:pPr>
                          <a:r>
                            <a:rPr lang="en" sz="1100">
                              <a:latin typeface="Calibri"/>
                              <a:ea typeface="Calibri"/>
                              <a:cs typeface="Calibri"/>
                              <a:sym typeface="Calibri"/>
                            </a:rPr>
                            <a:t>0</a:t>
                          </a:r>
                          <a:endParaRPr sz="1100">
                            <a:latin typeface="Calibri"/>
                            <a:ea typeface="Calibri"/>
                            <a:cs typeface="Calibri"/>
                            <a:sym typeface="Calibri"/>
                          </a:endParaRPr>
                        </a:p>
                      </a:txBody>
                      <a:tcPr marL="68575" marR="68575" marT="0" marB="0">
                        <a:solidFill>
                          <a:srgbClr val="FFC000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lvl="0" indent="0" algn="ctr" rtl="0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None/>
                          </a:pPr>
                          <a:r>
                            <a:rPr lang="en" sz="1100">
                              <a:latin typeface="Calibri"/>
                              <a:ea typeface="Calibri"/>
                              <a:cs typeface="Calibri"/>
                              <a:sym typeface="Calibri"/>
                            </a:rPr>
                            <a:t>0</a:t>
                          </a:r>
                          <a:endParaRPr sz="1100">
                            <a:latin typeface="Calibri"/>
                            <a:ea typeface="Calibri"/>
                            <a:cs typeface="Calibri"/>
                            <a:sym typeface="Calibri"/>
                          </a:endParaRPr>
                        </a:p>
                      </a:txBody>
                      <a:tcPr marL="68575" marR="68575" marT="0" marB="0">
                        <a:solidFill>
                          <a:srgbClr val="FFC000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lvl="0" indent="0" algn="ctr" rtl="0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None/>
                          </a:pPr>
                          <a:r>
                            <a:rPr lang="en" sz="1100">
                              <a:latin typeface="Calibri"/>
                              <a:ea typeface="Calibri"/>
                              <a:cs typeface="Calibri"/>
                              <a:sym typeface="Calibri"/>
                            </a:rPr>
                            <a:t>0</a:t>
                          </a:r>
                          <a:endParaRPr sz="1100">
                            <a:latin typeface="Calibri"/>
                            <a:ea typeface="Calibri"/>
                            <a:cs typeface="Calibri"/>
                            <a:sym typeface="Calibri"/>
                          </a:endParaRPr>
                        </a:p>
                      </a:txBody>
                      <a:tcPr marL="68575" marR="68575" marT="0" marB="0">
                        <a:solidFill>
                          <a:srgbClr val="FFC000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lvl="0" indent="0" algn="ctr" rtl="0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None/>
                          </a:pPr>
                          <a:r>
                            <a:rPr lang="en" sz="1100">
                              <a:latin typeface="Calibri"/>
                              <a:ea typeface="Calibri"/>
                              <a:cs typeface="Calibri"/>
                              <a:sym typeface="Calibri"/>
                            </a:rPr>
                            <a:t>0</a:t>
                          </a:r>
                          <a:endParaRPr sz="1100">
                            <a:latin typeface="Calibri"/>
                            <a:ea typeface="Calibri"/>
                            <a:cs typeface="Calibri"/>
                            <a:sym typeface="Calibri"/>
                          </a:endParaRPr>
                        </a:p>
                      </a:txBody>
                      <a:tcPr marL="68575" marR="68575" marT="0" marB="0">
                        <a:solidFill>
                          <a:srgbClr val="FFC000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lvl="0" indent="0" algn="ctr" rtl="0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None/>
                          </a:pPr>
                          <a:r>
                            <a:rPr lang="en" sz="1100">
                              <a:latin typeface="Calibri"/>
                              <a:ea typeface="Calibri"/>
                              <a:cs typeface="Calibri"/>
                              <a:sym typeface="Calibri"/>
                            </a:rPr>
                            <a:t>1</a:t>
                          </a:r>
                          <a:endParaRPr sz="1100">
                            <a:latin typeface="Calibri"/>
                            <a:ea typeface="Calibri"/>
                            <a:cs typeface="Calibri"/>
                            <a:sym typeface="Calibri"/>
                          </a:endParaRPr>
                        </a:p>
                      </a:txBody>
                      <a:tcPr marL="68575" marR="68575" marT="0" marB="0">
                        <a:solidFill>
                          <a:srgbClr val="FFC000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lvl="0" indent="0" algn="ctr" rtl="0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None/>
                          </a:pPr>
                          <a:r>
                            <a:rPr lang="en" sz="1100">
                              <a:latin typeface="Calibri"/>
                              <a:ea typeface="Calibri"/>
                              <a:cs typeface="Calibri"/>
                              <a:sym typeface="Calibri"/>
                            </a:rPr>
                            <a:t>0</a:t>
                          </a:r>
                          <a:endParaRPr sz="1100">
                            <a:latin typeface="Calibri"/>
                            <a:ea typeface="Calibri"/>
                            <a:cs typeface="Calibri"/>
                            <a:sym typeface="Calibri"/>
                          </a:endParaRPr>
                        </a:p>
                      </a:txBody>
                      <a:tcPr marL="68575" marR="68575" marT="0" marB="0">
                        <a:solidFill>
                          <a:srgbClr val="FFC000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lvl="0" indent="0" algn="ctr" rtl="0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None/>
                          </a:pPr>
                          <a:r>
                            <a:rPr lang="en" sz="1100">
                              <a:latin typeface="Calibri"/>
                              <a:ea typeface="Calibri"/>
                              <a:cs typeface="Calibri"/>
                              <a:sym typeface="Calibri"/>
                            </a:rPr>
                            <a:t>0</a:t>
                          </a:r>
                          <a:endParaRPr sz="1100">
                            <a:latin typeface="Calibri"/>
                            <a:ea typeface="Calibri"/>
                            <a:cs typeface="Calibri"/>
                            <a:sym typeface="Calibri"/>
                          </a:endParaRPr>
                        </a:p>
                      </a:txBody>
                      <a:tcPr marL="68575" marR="68575" marT="0" marB="0">
                        <a:solidFill>
                          <a:srgbClr val="FFC000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10"/>
                      </a:ext>
                    </a:extLst>
                  </a:tr>
                  <a:tr h="180975">
                    <a:tc>
                      <a:txBody>
                        <a:bodyPr/>
                        <a:lstStyle/>
                        <a:p>
                          <a:pPr marL="0" lvl="0" indent="0" algn="ctr" rtl="0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None/>
                          </a:pPr>
                          <a:r>
                            <a:rPr lang="en" sz="1100">
                              <a:latin typeface="Calibri"/>
                              <a:ea typeface="Calibri"/>
                              <a:cs typeface="Calibri"/>
                              <a:sym typeface="Calibri"/>
                            </a:rPr>
                            <a:t>S7</a:t>
                          </a:r>
                          <a:endParaRPr sz="1100">
                            <a:latin typeface="Calibri"/>
                            <a:ea typeface="Calibri"/>
                            <a:cs typeface="Calibri"/>
                            <a:sym typeface="Calibri"/>
                          </a:endParaRPr>
                        </a:p>
                      </a:txBody>
                      <a:tcPr marL="68575" marR="68575" marT="0" marB="0"/>
                    </a:tc>
                    <a:tc>
                      <a:txBody>
                        <a:bodyPr/>
                        <a:lstStyle/>
                        <a:p>
                          <a:pPr marL="0" lvl="0" indent="0" algn="ctr" rtl="0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None/>
                          </a:pPr>
                          <a:r>
                            <a:rPr lang="en" sz="1100">
                              <a:latin typeface="Calibri"/>
                              <a:ea typeface="Calibri"/>
                              <a:cs typeface="Calibri"/>
                              <a:sym typeface="Calibri"/>
                            </a:rPr>
                            <a:t>001000</a:t>
                          </a:r>
                          <a:endParaRPr sz="1100">
                            <a:latin typeface="Calibri"/>
                            <a:ea typeface="Calibri"/>
                            <a:cs typeface="Calibri"/>
                            <a:sym typeface="Calibri"/>
                          </a:endParaRPr>
                        </a:p>
                      </a:txBody>
                      <a:tcPr marL="68575" marR="68575" marT="0" marB="0"/>
                    </a:tc>
                    <a:tc>
                      <a:txBody>
                        <a:bodyPr/>
                        <a:lstStyle/>
                        <a:p>
                          <a:pPr marL="0" lvl="0" indent="0" algn="ctr" rtl="0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None/>
                          </a:pPr>
                          <a:r>
                            <a:rPr lang="en" sz="1100">
                              <a:latin typeface="Calibri"/>
                              <a:ea typeface="Calibri"/>
                              <a:cs typeface="Calibri"/>
                              <a:sym typeface="Calibri"/>
                            </a:rPr>
                            <a:t>0</a:t>
                          </a:r>
                          <a:endParaRPr sz="1100">
                            <a:latin typeface="Calibri"/>
                            <a:ea typeface="Calibri"/>
                            <a:cs typeface="Calibri"/>
                            <a:sym typeface="Calibri"/>
                          </a:endParaRPr>
                        </a:p>
                      </a:txBody>
                      <a:tcPr marL="68575" marR="68575" marT="0" marB="0">
                        <a:solidFill>
                          <a:srgbClr val="9CC3E5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lvl="0" indent="0" algn="ctr" rtl="0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None/>
                          </a:pPr>
                          <a:r>
                            <a:rPr lang="en" sz="1100">
                              <a:latin typeface="Calibri"/>
                              <a:ea typeface="Calibri"/>
                              <a:cs typeface="Calibri"/>
                              <a:sym typeface="Calibri"/>
                            </a:rPr>
                            <a:t>0</a:t>
                          </a:r>
                          <a:endParaRPr sz="1100">
                            <a:latin typeface="Calibri"/>
                            <a:ea typeface="Calibri"/>
                            <a:cs typeface="Calibri"/>
                            <a:sym typeface="Calibri"/>
                          </a:endParaRPr>
                        </a:p>
                      </a:txBody>
                      <a:tcPr marL="68575" marR="68575" marT="0" marB="0">
                        <a:solidFill>
                          <a:srgbClr val="00B0F0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lvl="0" indent="0" algn="ctr" rtl="0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None/>
                          </a:pPr>
                          <a:r>
                            <a:rPr lang="en" sz="1100">
                              <a:latin typeface="Calibri"/>
                              <a:ea typeface="Calibri"/>
                              <a:cs typeface="Calibri"/>
                              <a:sym typeface="Calibri"/>
                            </a:rPr>
                            <a:t>1</a:t>
                          </a:r>
                          <a:endParaRPr sz="1100">
                            <a:latin typeface="Calibri"/>
                            <a:ea typeface="Calibri"/>
                            <a:cs typeface="Calibri"/>
                            <a:sym typeface="Calibri"/>
                          </a:endParaRPr>
                        </a:p>
                      </a:txBody>
                      <a:tcPr marL="68575" marR="68575" marT="0" marB="0">
                        <a:solidFill>
                          <a:srgbClr val="00B0F0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lvl="0" indent="0" algn="ctr" rtl="0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None/>
                          </a:pPr>
                          <a:r>
                            <a:rPr lang="en" sz="1100">
                              <a:latin typeface="Calibri"/>
                              <a:ea typeface="Calibri"/>
                              <a:cs typeface="Calibri"/>
                              <a:sym typeface="Calibri"/>
                            </a:rPr>
                            <a:t>0</a:t>
                          </a:r>
                          <a:endParaRPr sz="1100">
                            <a:latin typeface="Calibri"/>
                            <a:ea typeface="Calibri"/>
                            <a:cs typeface="Calibri"/>
                            <a:sym typeface="Calibri"/>
                          </a:endParaRPr>
                        </a:p>
                      </a:txBody>
                      <a:tcPr marL="68575" marR="68575" marT="0" marB="0">
                        <a:solidFill>
                          <a:srgbClr val="00B0F0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lvl="0" indent="0" algn="ctr" rtl="0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None/>
                          </a:pPr>
                          <a:r>
                            <a:rPr lang="en" sz="1100">
                              <a:latin typeface="Calibri"/>
                              <a:ea typeface="Calibri"/>
                              <a:cs typeface="Calibri"/>
                              <a:sym typeface="Calibri"/>
                            </a:rPr>
                            <a:t>1</a:t>
                          </a:r>
                          <a:endParaRPr sz="1100">
                            <a:latin typeface="Calibri"/>
                            <a:ea typeface="Calibri"/>
                            <a:cs typeface="Calibri"/>
                            <a:sym typeface="Calibri"/>
                          </a:endParaRPr>
                        </a:p>
                      </a:txBody>
                      <a:tcPr marL="68575" marR="68575" marT="0" marB="0">
                        <a:solidFill>
                          <a:srgbClr val="00B0F0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lvl="0" indent="0" algn="ctr" rtl="0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None/>
                          </a:pPr>
                          <a:r>
                            <a:rPr lang="en" sz="1100">
                              <a:latin typeface="Calibri"/>
                              <a:ea typeface="Calibri"/>
                              <a:cs typeface="Calibri"/>
                              <a:sym typeface="Calibri"/>
                            </a:rPr>
                            <a:t>0</a:t>
                          </a:r>
                          <a:endParaRPr sz="1100">
                            <a:latin typeface="Calibri"/>
                            <a:ea typeface="Calibri"/>
                            <a:cs typeface="Calibri"/>
                            <a:sym typeface="Calibri"/>
                          </a:endParaRPr>
                        </a:p>
                      </a:txBody>
                      <a:tcPr marL="68575" marR="68575" marT="0" marB="0">
                        <a:solidFill>
                          <a:srgbClr val="0070C0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lvl="0" indent="0" algn="ctr" rtl="0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None/>
                          </a:pPr>
                          <a:r>
                            <a:rPr lang="en" sz="1100">
                              <a:latin typeface="Calibri"/>
                              <a:ea typeface="Calibri"/>
                              <a:cs typeface="Calibri"/>
                              <a:sym typeface="Calibri"/>
                            </a:rPr>
                            <a:t>1</a:t>
                          </a:r>
                          <a:endParaRPr sz="1100">
                            <a:latin typeface="Calibri"/>
                            <a:ea typeface="Calibri"/>
                            <a:cs typeface="Calibri"/>
                            <a:sym typeface="Calibri"/>
                          </a:endParaRPr>
                        </a:p>
                      </a:txBody>
                      <a:tcPr marL="68575" marR="68575" marT="0" marB="0">
                        <a:solidFill>
                          <a:srgbClr val="0070C0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lvl="0" indent="0" algn="ctr" rtl="0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None/>
                          </a:pPr>
                          <a:r>
                            <a:rPr lang="en" sz="1100">
                              <a:latin typeface="Calibri"/>
                              <a:ea typeface="Calibri"/>
                              <a:cs typeface="Calibri"/>
                              <a:sym typeface="Calibri"/>
                            </a:rPr>
                            <a:t>0</a:t>
                          </a:r>
                          <a:endParaRPr sz="1100">
                            <a:latin typeface="Calibri"/>
                            <a:ea typeface="Calibri"/>
                            <a:cs typeface="Calibri"/>
                            <a:sym typeface="Calibri"/>
                          </a:endParaRPr>
                        </a:p>
                      </a:txBody>
                      <a:tcPr marL="68575" marR="68575" marT="0" marB="0">
                        <a:solidFill>
                          <a:srgbClr val="0070C0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lvl="0" indent="0" algn="ctr" rtl="0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None/>
                          </a:pPr>
                          <a:r>
                            <a:rPr lang="en" sz="1100">
                              <a:latin typeface="Calibri"/>
                              <a:ea typeface="Calibri"/>
                              <a:cs typeface="Calibri"/>
                              <a:sym typeface="Calibri"/>
                            </a:rPr>
                            <a:t>0</a:t>
                          </a:r>
                          <a:endParaRPr sz="1100">
                            <a:latin typeface="Calibri"/>
                            <a:ea typeface="Calibri"/>
                            <a:cs typeface="Calibri"/>
                            <a:sym typeface="Calibri"/>
                          </a:endParaRPr>
                        </a:p>
                      </a:txBody>
                      <a:tcPr marL="68575" marR="68575" marT="0" marB="0">
                        <a:solidFill>
                          <a:srgbClr val="0070C0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lvl="0" indent="0" algn="ctr" rtl="0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None/>
                          </a:pPr>
                          <a:r>
                            <a:rPr lang="en" sz="1100">
                              <a:latin typeface="Calibri"/>
                              <a:ea typeface="Calibri"/>
                              <a:cs typeface="Calibri"/>
                              <a:sym typeface="Calibri"/>
                            </a:rPr>
                            <a:t>0</a:t>
                          </a:r>
                          <a:endParaRPr sz="1100">
                            <a:latin typeface="Calibri"/>
                            <a:ea typeface="Calibri"/>
                            <a:cs typeface="Calibri"/>
                            <a:sym typeface="Calibri"/>
                          </a:endParaRPr>
                        </a:p>
                      </a:txBody>
                      <a:tcPr marL="68575" marR="68575" marT="0" marB="0">
                        <a:solidFill>
                          <a:srgbClr val="0070C0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lvl="0" indent="0" algn="ctr" rtl="0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None/>
                          </a:pPr>
                          <a:r>
                            <a:rPr lang="en" sz="1100">
                              <a:latin typeface="Calibri"/>
                              <a:ea typeface="Calibri"/>
                              <a:cs typeface="Calibri"/>
                              <a:sym typeface="Calibri"/>
                            </a:rPr>
                            <a:t>0</a:t>
                          </a:r>
                          <a:endParaRPr sz="1100">
                            <a:latin typeface="Calibri"/>
                            <a:ea typeface="Calibri"/>
                            <a:cs typeface="Calibri"/>
                            <a:sym typeface="Calibri"/>
                          </a:endParaRPr>
                        </a:p>
                      </a:txBody>
                      <a:tcPr marL="68575" marR="68575" marT="0" marB="0">
                        <a:solidFill>
                          <a:srgbClr val="0070C0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11"/>
                      </a:ext>
                    </a:extLst>
                  </a:tr>
                  <a:tr h="186325">
                    <a:tc>
                      <a:txBody>
                        <a:bodyPr/>
                        <a:lstStyle/>
                        <a:p>
                          <a:pPr marL="0" lvl="0" indent="0" algn="ctr" rtl="0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None/>
                          </a:pPr>
                          <a:r>
                            <a:rPr lang="en" sz="1100">
                              <a:latin typeface="Calibri"/>
                              <a:ea typeface="Calibri"/>
                              <a:cs typeface="Calibri"/>
                              <a:sym typeface="Calibri"/>
                            </a:rPr>
                            <a:t>S14</a:t>
                          </a:r>
                          <a:endParaRPr sz="1100">
                            <a:latin typeface="Calibri"/>
                            <a:ea typeface="Calibri"/>
                            <a:cs typeface="Calibri"/>
                            <a:sym typeface="Calibri"/>
                          </a:endParaRPr>
                        </a:p>
                      </a:txBody>
                      <a:tcPr marL="68575" marR="68575" marT="0" marB="0"/>
                    </a:tc>
                    <a:tc>
                      <a:txBody>
                        <a:bodyPr/>
                        <a:lstStyle/>
                        <a:p>
                          <a:pPr marL="0" lvl="0" indent="0" algn="ctr" rtl="0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None/>
                          </a:pPr>
                          <a:r>
                            <a:rPr lang="en" sz="1100">
                              <a:latin typeface="Calibri"/>
                              <a:ea typeface="Calibri"/>
                              <a:cs typeface="Calibri"/>
                              <a:sym typeface="Calibri"/>
                            </a:rPr>
                            <a:t>001001</a:t>
                          </a:r>
                          <a:endParaRPr sz="1100">
                            <a:latin typeface="Calibri"/>
                            <a:ea typeface="Calibri"/>
                            <a:cs typeface="Calibri"/>
                            <a:sym typeface="Calibri"/>
                          </a:endParaRPr>
                        </a:p>
                      </a:txBody>
                      <a:tcPr marL="68575" marR="68575" marT="0" marB="0"/>
                    </a:tc>
                    <a:tc>
                      <a:txBody>
                        <a:bodyPr/>
                        <a:lstStyle/>
                        <a:p>
                          <a:pPr marL="0" lvl="0" indent="0" algn="ctr" rtl="0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None/>
                          </a:pPr>
                          <a:r>
                            <a:rPr lang="en" sz="1100" dirty="0">
                              <a:latin typeface="Calibri"/>
                              <a:ea typeface="Calibri"/>
                              <a:cs typeface="Calibri"/>
                              <a:sym typeface="Calibri"/>
                            </a:rPr>
                            <a:t>1</a:t>
                          </a:r>
                          <a:endParaRPr sz="1100" dirty="0">
                            <a:latin typeface="Calibri"/>
                            <a:ea typeface="Calibri"/>
                            <a:cs typeface="Calibri"/>
                            <a:sym typeface="Calibri"/>
                          </a:endParaRPr>
                        </a:p>
                      </a:txBody>
                      <a:tcPr marL="68575" marR="68575" marT="0" marB="0">
                        <a:solidFill>
                          <a:srgbClr val="FFD965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lvl="0" indent="0" algn="ctr" rtl="0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None/>
                          </a:pPr>
                          <a:r>
                            <a:rPr lang="en" sz="1100">
                              <a:latin typeface="Calibri"/>
                              <a:ea typeface="Calibri"/>
                              <a:cs typeface="Calibri"/>
                              <a:sym typeface="Calibri"/>
                            </a:rPr>
                            <a:t>0</a:t>
                          </a:r>
                          <a:endParaRPr sz="1100">
                            <a:latin typeface="Calibri"/>
                            <a:ea typeface="Calibri"/>
                            <a:cs typeface="Calibri"/>
                            <a:sym typeface="Calibri"/>
                          </a:endParaRPr>
                        </a:p>
                      </a:txBody>
                      <a:tcPr marL="68575" marR="68575" marT="0" marB="0">
                        <a:solidFill>
                          <a:srgbClr val="FFC000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lvl="0" indent="0" algn="ctr" rtl="0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None/>
                          </a:pPr>
                          <a:r>
                            <a:rPr lang="en" sz="1100">
                              <a:latin typeface="Calibri"/>
                              <a:ea typeface="Calibri"/>
                              <a:cs typeface="Calibri"/>
                              <a:sym typeface="Calibri"/>
                            </a:rPr>
                            <a:t>0</a:t>
                          </a:r>
                          <a:endParaRPr sz="1100">
                            <a:latin typeface="Calibri"/>
                            <a:ea typeface="Calibri"/>
                            <a:cs typeface="Calibri"/>
                            <a:sym typeface="Calibri"/>
                          </a:endParaRPr>
                        </a:p>
                      </a:txBody>
                      <a:tcPr marL="68575" marR="68575" marT="0" marB="0">
                        <a:solidFill>
                          <a:srgbClr val="FFC000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lvl="0" indent="0" algn="ctr" rtl="0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None/>
                          </a:pPr>
                          <a:r>
                            <a:rPr lang="en" sz="1100">
                              <a:latin typeface="Calibri"/>
                              <a:ea typeface="Calibri"/>
                              <a:cs typeface="Calibri"/>
                              <a:sym typeface="Calibri"/>
                            </a:rPr>
                            <a:t>0</a:t>
                          </a:r>
                          <a:endParaRPr sz="1100">
                            <a:latin typeface="Calibri"/>
                            <a:ea typeface="Calibri"/>
                            <a:cs typeface="Calibri"/>
                            <a:sym typeface="Calibri"/>
                          </a:endParaRPr>
                        </a:p>
                      </a:txBody>
                      <a:tcPr marL="68575" marR="68575" marT="0" marB="0">
                        <a:solidFill>
                          <a:srgbClr val="FFC000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lvl="0" indent="0" algn="ctr" rtl="0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None/>
                          </a:pPr>
                          <a:r>
                            <a:rPr lang="en" sz="1100">
                              <a:latin typeface="Calibri"/>
                              <a:ea typeface="Calibri"/>
                              <a:cs typeface="Calibri"/>
                              <a:sym typeface="Calibri"/>
                            </a:rPr>
                            <a:t>0</a:t>
                          </a:r>
                          <a:endParaRPr sz="1100">
                            <a:latin typeface="Calibri"/>
                            <a:ea typeface="Calibri"/>
                            <a:cs typeface="Calibri"/>
                            <a:sym typeface="Calibri"/>
                          </a:endParaRPr>
                        </a:p>
                      </a:txBody>
                      <a:tcPr marL="68575" marR="68575" marT="0" marB="0">
                        <a:solidFill>
                          <a:srgbClr val="FFC000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lvl="0" indent="0" algn="ctr" rtl="0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None/>
                          </a:pPr>
                          <a:r>
                            <a:rPr lang="en" sz="1100">
                              <a:latin typeface="Calibri"/>
                              <a:ea typeface="Calibri"/>
                              <a:cs typeface="Calibri"/>
                              <a:sym typeface="Calibri"/>
                            </a:rPr>
                            <a:t>0</a:t>
                          </a:r>
                          <a:endParaRPr sz="1100">
                            <a:latin typeface="Calibri"/>
                            <a:ea typeface="Calibri"/>
                            <a:cs typeface="Calibri"/>
                            <a:sym typeface="Calibri"/>
                          </a:endParaRPr>
                        </a:p>
                      </a:txBody>
                      <a:tcPr marL="68575" marR="68575" marT="0" marB="0">
                        <a:solidFill>
                          <a:srgbClr val="FFC000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lvl="0" indent="0" algn="ctr" rtl="0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None/>
                          </a:pPr>
                          <a:r>
                            <a:rPr lang="en" sz="1100">
                              <a:latin typeface="Calibri"/>
                              <a:ea typeface="Calibri"/>
                              <a:cs typeface="Calibri"/>
                              <a:sym typeface="Calibri"/>
                            </a:rPr>
                            <a:t>1</a:t>
                          </a:r>
                          <a:endParaRPr sz="1100">
                            <a:latin typeface="Calibri"/>
                            <a:ea typeface="Calibri"/>
                            <a:cs typeface="Calibri"/>
                            <a:sym typeface="Calibri"/>
                          </a:endParaRPr>
                        </a:p>
                      </a:txBody>
                      <a:tcPr marL="68575" marR="68575" marT="0" marB="0">
                        <a:solidFill>
                          <a:srgbClr val="FFC000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lvl="0" indent="0" algn="ctr" rtl="0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None/>
                          </a:pPr>
                          <a:r>
                            <a:rPr lang="en" sz="1100">
                              <a:latin typeface="Calibri"/>
                              <a:ea typeface="Calibri"/>
                              <a:cs typeface="Calibri"/>
                              <a:sym typeface="Calibri"/>
                            </a:rPr>
                            <a:t>0</a:t>
                          </a:r>
                          <a:endParaRPr sz="1100">
                            <a:latin typeface="Calibri"/>
                            <a:ea typeface="Calibri"/>
                            <a:cs typeface="Calibri"/>
                            <a:sym typeface="Calibri"/>
                          </a:endParaRPr>
                        </a:p>
                      </a:txBody>
                      <a:tcPr marL="68575" marR="68575" marT="0" marB="0">
                        <a:solidFill>
                          <a:srgbClr val="FFC000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lvl="0" indent="0" algn="ctr" rtl="0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None/>
                          </a:pPr>
                          <a:r>
                            <a:rPr lang="en" sz="1100">
                              <a:latin typeface="Calibri"/>
                              <a:ea typeface="Calibri"/>
                              <a:cs typeface="Calibri"/>
                              <a:sym typeface="Calibri"/>
                            </a:rPr>
                            <a:t>0</a:t>
                          </a:r>
                          <a:endParaRPr sz="1100">
                            <a:latin typeface="Calibri"/>
                            <a:ea typeface="Calibri"/>
                            <a:cs typeface="Calibri"/>
                            <a:sym typeface="Calibri"/>
                          </a:endParaRPr>
                        </a:p>
                      </a:txBody>
                      <a:tcPr marL="68575" marR="68575" marT="0" marB="0">
                        <a:solidFill>
                          <a:srgbClr val="FFC000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lvl="0" indent="0" algn="ctr" rtl="0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None/>
                          </a:pPr>
                          <a:r>
                            <a:rPr lang="en" sz="1100">
                              <a:latin typeface="Calibri"/>
                              <a:ea typeface="Calibri"/>
                              <a:cs typeface="Calibri"/>
                              <a:sym typeface="Calibri"/>
                            </a:rPr>
                            <a:t>0</a:t>
                          </a:r>
                          <a:endParaRPr sz="1100">
                            <a:latin typeface="Calibri"/>
                            <a:ea typeface="Calibri"/>
                            <a:cs typeface="Calibri"/>
                            <a:sym typeface="Calibri"/>
                          </a:endParaRPr>
                        </a:p>
                      </a:txBody>
                      <a:tcPr marL="68575" marR="68575" marT="0" marB="0">
                        <a:solidFill>
                          <a:srgbClr val="FFC000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lvl="0" indent="0" algn="ctr" rtl="0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None/>
                          </a:pPr>
                          <a:r>
                            <a:rPr lang="en" sz="1100">
                              <a:latin typeface="Calibri"/>
                              <a:ea typeface="Calibri"/>
                              <a:cs typeface="Calibri"/>
                              <a:sym typeface="Calibri"/>
                            </a:rPr>
                            <a:t>0</a:t>
                          </a:r>
                          <a:endParaRPr sz="1100">
                            <a:latin typeface="Calibri"/>
                            <a:ea typeface="Calibri"/>
                            <a:cs typeface="Calibri"/>
                            <a:sym typeface="Calibri"/>
                          </a:endParaRPr>
                        </a:p>
                      </a:txBody>
                      <a:tcPr marL="68575" marR="68575" marT="0" marB="0">
                        <a:solidFill>
                          <a:srgbClr val="FFC000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12"/>
                      </a:ext>
                    </a:extLst>
                  </a:tr>
                  <a:tr h="180975">
                    <a:tc>
                      <a:txBody>
                        <a:bodyPr/>
                        <a:lstStyle/>
                        <a:p>
                          <a:pPr marL="0" lvl="0" indent="0" algn="ctr" rtl="0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None/>
                          </a:pPr>
                          <a:r>
                            <a:rPr lang="en" sz="1100">
                              <a:latin typeface="Calibri"/>
                              <a:ea typeface="Calibri"/>
                              <a:cs typeface="Calibri"/>
                              <a:sym typeface="Calibri"/>
                            </a:rPr>
                            <a:t>S5</a:t>
                          </a:r>
                          <a:endParaRPr sz="1100">
                            <a:latin typeface="Calibri"/>
                            <a:ea typeface="Calibri"/>
                            <a:cs typeface="Calibri"/>
                            <a:sym typeface="Calibri"/>
                          </a:endParaRPr>
                        </a:p>
                      </a:txBody>
                      <a:tcPr marL="68575" marR="68575" marT="0" marB="0"/>
                    </a:tc>
                    <a:tc>
                      <a:txBody>
                        <a:bodyPr/>
                        <a:lstStyle/>
                        <a:p>
                          <a:pPr marL="0" lvl="0" indent="0" algn="ctr" rtl="0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None/>
                          </a:pPr>
                          <a:r>
                            <a:rPr lang="en" sz="1100">
                              <a:latin typeface="Calibri"/>
                              <a:ea typeface="Calibri"/>
                              <a:cs typeface="Calibri"/>
                              <a:sym typeface="Calibri"/>
                            </a:rPr>
                            <a:t>001010</a:t>
                          </a:r>
                          <a:endParaRPr sz="1100">
                            <a:latin typeface="Calibri"/>
                            <a:ea typeface="Calibri"/>
                            <a:cs typeface="Calibri"/>
                            <a:sym typeface="Calibri"/>
                          </a:endParaRPr>
                        </a:p>
                      </a:txBody>
                      <a:tcPr marL="68575" marR="68575" marT="0" marB="0"/>
                    </a:tc>
                    <a:tc>
                      <a:txBody>
                        <a:bodyPr/>
                        <a:lstStyle/>
                        <a:p>
                          <a:pPr marL="0" lvl="0" indent="0" algn="ctr" rtl="0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None/>
                          </a:pPr>
                          <a:r>
                            <a:rPr lang="en" sz="1100">
                              <a:latin typeface="Calibri"/>
                              <a:ea typeface="Calibri"/>
                              <a:cs typeface="Calibri"/>
                              <a:sym typeface="Calibri"/>
                            </a:rPr>
                            <a:t>0</a:t>
                          </a:r>
                          <a:endParaRPr sz="1100">
                            <a:latin typeface="Calibri"/>
                            <a:ea typeface="Calibri"/>
                            <a:cs typeface="Calibri"/>
                            <a:sym typeface="Calibri"/>
                          </a:endParaRPr>
                        </a:p>
                      </a:txBody>
                      <a:tcPr marL="68575" marR="68575" marT="0" marB="0">
                        <a:solidFill>
                          <a:srgbClr val="9CC3E5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lvl="0" indent="0" algn="ctr" rtl="0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None/>
                          </a:pPr>
                          <a:r>
                            <a:rPr lang="en" sz="1100">
                              <a:latin typeface="Calibri"/>
                              <a:ea typeface="Calibri"/>
                              <a:cs typeface="Calibri"/>
                              <a:sym typeface="Calibri"/>
                            </a:rPr>
                            <a:t>0</a:t>
                          </a:r>
                          <a:endParaRPr sz="1100">
                            <a:latin typeface="Calibri"/>
                            <a:ea typeface="Calibri"/>
                            <a:cs typeface="Calibri"/>
                            <a:sym typeface="Calibri"/>
                          </a:endParaRPr>
                        </a:p>
                      </a:txBody>
                      <a:tcPr marL="68575" marR="68575" marT="0" marB="0">
                        <a:solidFill>
                          <a:srgbClr val="00B0F0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lvl="0" indent="0" algn="ctr" rtl="0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None/>
                          </a:pPr>
                          <a:r>
                            <a:rPr lang="en" sz="1100">
                              <a:latin typeface="Calibri"/>
                              <a:ea typeface="Calibri"/>
                              <a:cs typeface="Calibri"/>
                              <a:sym typeface="Calibri"/>
                            </a:rPr>
                            <a:t>0</a:t>
                          </a:r>
                          <a:endParaRPr sz="1100">
                            <a:latin typeface="Calibri"/>
                            <a:ea typeface="Calibri"/>
                            <a:cs typeface="Calibri"/>
                            <a:sym typeface="Calibri"/>
                          </a:endParaRPr>
                        </a:p>
                      </a:txBody>
                      <a:tcPr marL="68575" marR="68575" marT="0" marB="0">
                        <a:solidFill>
                          <a:srgbClr val="00B0F0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lvl="0" indent="0" algn="ctr" rtl="0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None/>
                          </a:pPr>
                          <a:r>
                            <a:rPr lang="en" sz="1100">
                              <a:latin typeface="Calibri"/>
                              <a:ea typeface="Calibri"/>
                              <a:cs typeface="Calibri"/>
                              <a:sym typeface="Calibri"/>
                            </a:rPr>
                            <a:t>1</a:t>
                          </a:r>
                          <a:endParaRPr sz="1100">
                            <a:latin typeface="Calibri"/>
                            <a:ea typeface="Calibri"/>
                            <a:cs typeface="Calibri"/>
                            <a:sym typeface="Calibri"/>
                          </a:endParaRPr>
                        </a:p>
                      </a:txBody>
                      <a:tcPr marL="68575" marR="68575" marT="0" marB="0">
                        <a:solidFill>
                          <a:srgbClr val="00B0F0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lvl="0" indent="0" algn="ctr" rtl="0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None/>
                          </a:pPr>
                          <a:r>
                            <a:rPr lang="en" sz="1100">
                              <a:latin typeface="Calibri"/>
                              <a:ea typeface="Calibri"/>
                              <a:cs typeface="Calibri"/>
                              <a:sym typeface="Calibri"/>
                            </a:rPr>
                            <a:t>1</a:t>
                          </a:r>
                          <a:endParaRPr sz="1100">
                            <a:latin typeface="Calibri"/>
                            <a:ea typeface="Calibri"/>
                            <a:cs typeface="Calibri"/>
                            <a:sym typeface="Calibri"/>
                          </a:endParaRPr>
                        </a:p>
                      </a:txBody>
                      <a:tcPr marL="68575" marR="68575" marT="0" marB="0">
                        <a:solidFill>
                          <a:srgbClr val="00B0F0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lvl="0" indent="0" algn="ctr" rtl="0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None/>
                          </a:pPr>
                          <a:r>
                            <a:rPr lang="en" sz="1100">
                              <a:latin typeface="Calibri"/>
                              <a:ea typeface="Calibri"/>
                              <a:cs typeface="Calibri"/>
                              <a:sym typeface="Calibri"/>
                            </a:rPr>
                            <a:t>0</a:t>
                          </a:r>
                          <a:endParaRPr sz="1100">
                            <a:latin typeface="Calibri"/>
                            <a:ea typeface="Calibri"/>
                            <a:cs typeface="Calibri"/>
                            <a:sym typeface="Calibri"/>
                          </a:endParaRPr>
                        </a:p>
                      </a:txBody>
                      <a:tcPr marL="68575" marR="68575" marT="0" marB="0">
                        <a:solidFill>
                          <a:srgbClr val="0070C0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lvl="0" indent="0" algn="ctr" rtl="0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None/>
                          </a:pPr>
                          <a:r>
                            <a:rPr lang="en" sz="1100">
                              <a:latin typeface="Calibri"/>
                              <a:ea typeface="Calibri"/>
                              <a:cs typeface="Calibri"/>
                              <a:sym typeface="Calibri"/>
                            </a:rPr>
                            <a:t>1</a:t>
                          </a:r>
                          <a:endParaRPr sz="1100">
                            <a:latin typeface="Calibri"/>
                            <a:ea typeface="Calibri"/>
                            <a:cs typeface="Calibri"/>
                            <a:sym typeface="Calibri"/>
                          </a:endParaRPr>
                        </a:p>
                      </a:txBody>
                      <a:tcPr marL="68575" marR="68575" marT="0" marB="0">
                        <a:solidFill>
                          <a:srgbClr val="0070C0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lvl="0" indent="0" algn="ctr" rtl="0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None/>
                          </a:pPr>
                          <a:r>
                            <a:rPr lang="en" sz="1100">
                              <a:latin typeface="Calibri"/>
                              <a:ea typeface="Calibri"/>
                              <a:cs typeface="Calibri"/>
                              <a:sym typeface="Calibri"/>
                            </a:rPr>
                            <a:t>0</a:t>
                          </a:r>
                          <a:endParaRPr sz="1100">
                            <a:latin typeface="Calibri"/>
                            <a:ea typeface="Calibri"/>
                            <a:cs typeface="Calibri"/>
                            <a:sym typeface="Calibri"/>
                          </a:endParaRPr>
                        </a:p>
                      </a:txBody>
                      <a:tcPr marL="68575" marR="68575" marT="0" marB="0">
                        <a:solidFill>
                          <a:srgbClr val="0070C0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lvl="0" indent="0" algn="ctr" rtl="0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None/>
                          </a:pPr>
                          <a:r>
                            <a:rPr lang="en" sz="1100">
                              <a:latin typeface="Calibri"/>
                              <a:ea typeface="Calibri"/>
                              <a:cs typeface="Calibri"/>
                              <a:sym typeface="Calibri"/>
                            </a:rPr>
                            <a:t>0</a:t>
                          </a:r>
                          <a:endParaRPr sz="1100">
                            <a:latin typeface="Calibri"/>
                            <a:ea typeface="Calibri"/>
                            <a:cs typeface="Calibri"/>
                            <a:sym typeface="Calibri"/>
                          </a:endParaRPr>
                        </a:p>
                      </a:txBody>
                      <a:tcPr marL="68575" marR="68575" marT="0" marB="0">
                        <a:solidFill>
                          <a:srgbClr val="0070C0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lvl="0" indent="0" algn="ctr" rtl="0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None/>
                          </a:pPr>
                          <a:r>
                            <a:rPr lang="en" sz="1100">
                              <a:latin typeface="Calibri"/>
                              <a:ea typeface="Calibri"/>
                              <a:cs typeface="Calibri"/>
                              <a:sym typeface="Calibri"/>
                            </a:rPr>
                            <a:t>1</a:t>
                          </a:r>
                          <a:endParaRPr sz="1100">
                            <a:latin typeface="Calibri"/>
                            <a:ea typeface="Calibri"/>
                            <a:cs typeface="Calibri"/>
                            <a:sym typeface="Calibri"/>
                          </a:endParaRPr>
                        </a:p>
                      </a:txBody>
                      <a:tcPr marL="68575" marR="68575" marT="0" marB="0">
                        <a:solidFill>
                          <a:srgbClr val="0070C0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lvl="0" indent="0" algn="ctr" rtl="0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None/>
                          </a:pPr>
                          <a:r>
                            <a:rPr lang="en" sz="1100">
                              <a:latin typeface="Calibri"/>
                              <a:ea typeface="Calibri"/>
                              <a:cs typeface="Calibri"/>
                              <a:sym typeface="Calibri"/>
                            </a:rPr>
                            <a:t>0</a:t>
                          </a:r>
                          <a:endParaRPr sz="1100">
                            <a:latin typeface="Calibri"/>
                            <a:ea typeface="Calibri"/>
                            <a:cs typeface="Calibri"/>
                            <a:sym typeface="Calibri"/>
                          </a:endParaRPr>
                        </a:p>
                      </a:txBody>
                      <a:tcPr marL="68575" marR="68575" marT="0" marB="0">
                        <a:solidFill>
                          <a:srgbClr val="0070C0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13"/>
                      </a:ext>
                    </a:extLst>
                  </a:tr>
                  <a:tr h="186325">
                    <a:tc>
                      <a:txBody>
                        <a:bodyPr/>
                        <a:lstStyle/>
                        <a:p>
                          <a:pPr marL="0" lvl="0" indent="0" algn="ctr" rtl="0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None/>
                          </a:pPr>
                          <a:r>
                            <a:rPr lang="en" sz="1100">
                              <a:latin typeface="Calibri"/>
                              <a:ea typeface="Calibri"/>
                              <a:cs typeface="Calibri"/>
                              <a:sym typeface="Calibri"/>
                            </a:rPr>
                            <a:t>S10</a:t>
                          </a:r>
                          <a:endParaRPr sz="1100">
                            <a:latin typeface="Calibri"/>
                            <a:ea typeface="Calibri"/>
                            <a:cs typeface="Calibri"/>
                            <a:sym typeface="Calibri"/>
                          </a:endParaRPr>
                        </a:p>
                      </a:txBody>
                      <a:tcPr marL="68575" marR="68575" marT="0" marB="0"/>
                    </a:tc>
                    <a:tc>
                      <a:txBody>
                        <a:bodyPr/>
                        <a:lstStyle/>
                        <a:p>
                          <a:pPr marL="0" lvl="0" indent="0" algn="ctr" rtl="0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None/>
                          </a:pPr>
                          <a:r>
                            <a:rPr lang="en" sz="1100">
                              <a:latin typeface="Calibri"/>
                              <a:ea typeface="Calibri"/>
                              <a:cs typeface="Calibri"/>
                              <a:sym typeface="Calibri"/>
                            </a:rPr>
                            <a:t>001011</a:t>
                          </a:r>
                          <a:endParaRPr sz="1100">
                            <a:latin typeface="Calibri"/>
                            <a:ea typeface="Calibri"/>
                            <a:cs typeface="Calibri"/>
                            <a:sym typeface="Calibri"/>
                          </a:endParaRPr>
                        </a:p>
                      </a:txBody>
                      <a:tcPr marL="68575" marR="68575" marT="0" marB="0"/>
                    </a:tc>
                    <a:tc>
                      <a:txBody>
                        <a:bodyPr/>
                        <a:lstStyle/>
                        <a:p>
                          <a:pPr marL="0" lvl="0" indent="0" algn="ctr" rtl="0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None/>
                          </a:pPr>
                          <a:r>
                            <a:rPr lang="en" sz="1100">
                              <a:latin typeface="Calibri"/>
                              <a:ea typeface="Calibri"/>
                              <a:cs typeface="Calibri"/>
                              <a:sym typeface="Calibri"/>
                            </a:rPr>
                            <a:t>0</a:t>
                          </a:r>
                          <a:endParaRPr sz="1100">
                            <a:latin typeface="Calibri"/>
                            <a:ea typeface="Calibri"/>
                            <a:cs typeface="Calibri"/>
                            <a:sym typeface="Calibri"/>
                          </a:endParaRPr>
                        </a:p>
                      </a:txBody>
                      <a:tcPr marL="68575" marR="68575" marT="0" marB="0">
                        <a:solidFill>
                          <a:srgbClr val="9CC3E5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lvl="0" indent="0" algn="ctr" rtl="0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None/>
                          </a:pPr>
                          <a:r>
                            <a:rPr lang="en" sz="1100">
                              <a:latin typeface="Calibri"/>
                              <a:ea typeface="Calibri"/>
                              <a:cs typeface="Calibri"/>
                              <a:sym typeface="Calibri"/>
                            </a:rPr>
                            <a:t>0</a:t>
                          </a:r>
                          <a:endParaRPr sz="1100">
                            <a:latin typeface="Calibri"/>
                            <a:ea typeface="Calibri"/>
                            <a:cs typeface="Calibri"/>
                            <a:sym typeface="Calibri"/>
                          </a:endParaRPr>
                        </a:p>
                      </a:txBody>
                      <a:tcPr marL="68575" marR="68575" marT="0" marB="0">
                        <a:solidFill>
                          <a:srgbClr val="00B0F0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lvl="0" indent="0" algn="ctr" rtl="0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None/>
                          </a:pPr>
                          <a:r>
                            <a:rPr lang="en" sz="1100">
                              <a:latin typeface="Calibri"/>
                              <a:ea typeface="Calibri"/>
                              <a:cs typeface="Calibri"/>
                              <a:sym typeface="Calibri"/>
                            </a:rPr>
                            <a:t>1</a:t>
                          </a:r>
                          <a:endParaRPr sz="1100">
                            <a:latin typeface="Calibri"/>
                            <a:ea typeface="Calibri"/>
                            <a:cs typeface="Calibri"/>
                            <a:sym typeface="Calibri"/>
                          </a:endParaRPr>
                        </a:p>
                      </a:txBody>
                      <a:tcPr marL="68575" marR="68575" marT="0" marB="0">
                        <a:solidFill>
                          <a:srgbClr val="00B0F0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lvl="0" indent="0" algn="ctr" rtl="0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None/>
                          </a:pPr>
                          <a:r>
                            <a:rPr lang="en" sz="1100">
                              <a:latin typeface="Calibri"/>
                              <a:ea typeface="Calibri"/>
                              <a:cs typeface="Calibri"/>
                              <a:sym typeface="Calibri"/>
                            </a:rPr>
                            <a:t>1</a:t>
                          </a:r>
                          <a:endParaRPr sz="1100">
                            <a:latin typeface="Calibri"/>
                            <a:ea typeface="Calibri"/>
                            <a:cs typeface="Calibri"/>
                            <a:sym typeface="Calibri"/>
                          </a:endParaRPr>
                        </a:p>
                      </a:txBody>
                      <a:tcPr marL="68575" marR="68575" marT="0" marB="0">
                        <a:solidFill>
                          <a:srgbClr val="00B0F0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lvl="0" indent="0" algn="ctr" rtl="0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None/>
                          </a:pPr>
                          <a:r>
                            <a:rPr lang="en" sz="1100">
                              <a:latin typeface="Calibri"/>
                              <a:ea typeface="Calibri"/>
                              <a:cs typeface="Calibri"/>
                              <a:sym typeface="Calibri"/>
                            </a:rPr>
                            <a:t>1</a:t>
                          </a:r>
                          <a:endParaRPr sz="1100">
                            <a:latin typeface="Calibri"/>
                            <a:ea typeface="Calibri"/>
                            <a:cs typeface="Calibri"/>
                            <a:sym typeface="Calibri"/>
                          </a:endParaRPr>
                        </a:p>
                      </a:txBody>
                      <a:tcPr marL="68575" marR="68575" marT="0" marB="0">
                        <a:solidFill>
                          <a:srgbClr val="00B0F0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lvl="0" indent="0" algn="ctr" rtl="0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None/>
                          </a:pPr>
                          <a:r>
                            <a:rPr lang="en" sz="1100">
                              <a:latin typeface="Calibri"/>
                              <a:ea typeface="Calibri"/>
                              <a:cs typeface="Calibri"/>
                              <a:sym typeface="Calibri"/>
                            </a:rPr>
                            <a:t>0</a:t>
                          </a:r>
                          <a:endParaRPr sz="1100">
                            <a:latin typeface="Calibri"/>
                            <a:ea typeface="Calibri"/>
                            <a:cs typeface="Calibri"/>
                            <a:sym typeface="Calibri"/>
                          </a:endParaRPr>
                        </a:p>
                      </a:txBody>
                      <a:tcPr marL="68575" marR="68575" marT="0" marB="0">
                        <a:solidFill>
                          <a:srgbClr val="0070C0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lvl="0" indent="0" algn="ctr" rtl="0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None/>
                          </a:pPr>
                          <a:r>
                            <a:rPr lang="en" sz="1100">
                              <a:latin typeface="Calibri"/>
                              <a:ea typeface="Calibri"/>
                              <a:cs typeface="Calibri"/>
                              <a:sym typeface="Calibri"/>
                            </a:rPr>
                            <a:t>1</a:t>
                          </a:r>
                          <a:endParaRPr sz="1100">
                            <a:latin typeface="Calibri"/>
                            <a:ea typeface="Calibri"/>
                            <a:cs typeface="Calibri"/>
                            <a:sym typeface="Calibri"/>
                          </a:endParaRPr>
                        </a:p>
                      </a:txBody>
                      <a:tcPr marL="68575" marR="68575" marT="0" marB="0">
                        <a:solidFill>
                          <a:srgbClr val="0070C0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lvl="0" indent="0" algn="ctr" rtl="0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None/>
                          </a:pPr>
                          <a:r>
                            <a:rPr lang="en" sz="1100">
                              <a:latin typeface="Calibri"/>
                              <a:ea typeface="Calibri"/>
                              <a:cs typeface="Calibri"/>
                              <a:sym typeface="Calibri"/>
                            </a:rPr>
                            <a:t>0</a:t>
                          </a:r>
                          <a:endParaRPr sz="1100">
                            <a:latin typeface="Calibri"/>
                            <a:ea typeface="Calibri"/>
                            <a:cs typeface="Calibri"/>
                            <a:sym typeface="Calibri"/>
                          </a:endParaRPr>
                        </a:p>
                      </a:txBody>
                      <a:tcPr marL="68575" marR="68575" marT="0" marB="0">
                        <a:solidFill>
                          <a:srgbClr val="0070C0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lvl="0" indent="0" algn="ctr" rtl="0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None/>
                          </a:pPr>
                          <a:r>
                            <a:rPr lang="en" sz="1100">
                              <a:latin typeface="Calibri"/>
                              <a:ea typeface="Calibri"/>
                              <a:cs typeface="Calibri"/>
                              <a:sym typeface="Calibri"/>
                            </a:rPr>
                            <a:t>0</a:t>
                          </a:r>
                          <a:endParaRPr sz="1100">
                            <a:latin typeface="Calibri"/>
                            <a:ea typeface="Calibri"/>
                            <a:cs typeface="Calibri"/>
                            <a:sym typeface="Calibri"/>
                          </a:endParaRPr>
                        </a:p>
                      </a:txBody>
                      <a:tcPr marL="68575" marR="68575" marT="0" marB="0">
                        <a:solidFill>
                          <a:srgbClr val="0070C0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lvl="0" indent="0" algn="ctr" rtl="0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None/>
                          </a:pPr>
                          <a:r>
                            <a:rPr lang="en" sz="1100">
                              <a:latin typeface="Calibri"/>
                              <a:ea typeface="Calibri"/>
                              <a:cs typeface="Calibri"/>
                              <a:sym typeface="Calibri"/>
                            </a:rPr>
                            <a:t>1</a:t>
                          </a:r>
                          <a:endParaRPr sz="1100">
                            <a:latin typeface="Calibri"/>
                            <a:ea typeface="Calibri"/>
                            <a:cs typeface="Calibri"/>
                            <a:sym typeface="Calibri"/>
                          </a:endParaRPr>
                        </a:p>
                      </a:txBody>
                      <a:tcPr marL="68575" marR="68575" marT="0" marB="0">
                        <a:solidFill>
                          <a:srgbClr val="0070C0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lvl="0" indent="0" algn="ctr" rtl="0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None/>
                          </a:pPr>
                          <a:r>
                            <a:rPr lang="en" sz="1100">
                              <a:latin typeface="Calibri"/>
                              <a:ea typeface="Calibri"/>
                              <a:cs typeface="Calibri"/>
                              <a:sym typeface="Calibri"/>
                            </a:rPr>
                            <a:t>1</a:t>
                          </a:r>
                          <a:endParaRPr sz="1100">
                            <a:latin typeface="Calibri"/>
                            <a:ea typeface="Calibri"/>
                            <a:cs typeface="Calibri"/>
                            <a:sym typeface="Calibri"/>
                          </a:endParaRPr>
                        </a:p>
                      </a:txBody>
                      <a:tcPr marL="68575" marR="68575" marT="0" marB="0">
                        <a:solidFill>
                          <a:srgbClr val="0070C0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14"/>
                      </a:ext>
                    </a:extLst>
                  </a:tr>
                  <a:tr h="180975">
                    <a:tc>
                      <a:txBody>
                        <a:bodyPr/>
                        <a:lstStyle/>
                        <a:p>
                          <a:pPr marL="0" lvl="0" indent="0" algn="ctr" rtl="0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None/>
                          </a:pPr>
                          <a:r>
                            <a:rPr lang="en" sz="1100">
                              <a:latin typeface="Calibri"/>
                              <a:ea typeface="Calibri"/>
                              <a:cs typeface="Calibri"/>
                              <a:sym typeface="Calibri"/>
                            </a:rPr>
                            <a:t>S18</a:t>
                          </a:r>
                          <a:endParaRPr sz="1100">
                            <a:latin typeface="Calibri"/>
                            <a:ea typeface="Calibri"/>
                            <a:cs typeface="Calibri"/>
                            <a:sym typeface="Calibri"/>
                          </a:endParaRPr>
                        </a:p>
                      </a:txBody>
                      <a:tcPr marL="68575" marR="68575" marT="0" marB="0"/>
                    </a:tc>
                    <a:tc>
                      <a:txBody>
                        <a:bodyPr/>
                        <a:lstStyle/>
                        <a:p>
                          <a:pPr marL="0" lvl="0" indent="0" algn="ctr" rtl="0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None/>
                          </a:pPr>
                          <a:r>
                            <a:rPr lang="en" sz="1100">
                              <a:latin typeface="Calibri"/>
                              <a:ea typeface="Calibri"/>
                              <a:cs typeface="Calibri"/>
                              <a:sym typeface="Calibri"/>
                            </a:rPr>
                            <a:t>001100</a:t>
                          </a:r>
                          <a:endParaRPr sz="1100">
                            <a:latin typeface="Calibri"/>
                            <a:ea typeface="Calibri"/>
                            <a:cs typeface="Calibri"/>
                            <a:sym typeface="Calibri"/>
                          </a:endParaRPr>
                        </a:p>
                      </a:txBody>
                      <a:tcPr marL="68575" marR="68575" marT="0" marB="0"/>
                    </a:tc>
                    <a:tc>
                      <a:txBody>
                        <a:bodyPr/>
                        <a:lstStyle/>
                        <a:p>
                          <a:pPr marL="0" lvl="0" indent="0" algn="ctr" rtl="0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None/>
                          </a:pPr>
                          <a:r>
                            <a:rPr lang="en" sz="1100">
                              <a:latin typeface="Calibri"/>
                              <a:ea typeface="Calibri"/>
                              <a:cs typeface="Calibri"/>
                              <a:sym typeface="Calibri"/>
                            </a:rPr>
                            <a:t>0</a:t>
                          </a:r>
                          <a:endParaRPr sz="1100">
                            <a:latin typeface="Calibri"/>
                            <a:ea typeface="Calibri"/>
                            <a:cs typeface="Calibri"/>
                            <a:sym typeface="Calibri"/>
                          </a:endParaRPr>
                        </a:p>
                      </a:txBody>
                      <a:tcPr marL="68575" marR="68575" marT="0" marB="0">
                        <a:solidFill>
                          <a:srgbClr val="9CC3E5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lvl="0" indent="0" algn="ctr" rtl="0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None/>
                          </a:pPr>
                          <a:r>
                            <a:rPr lang="en" sz="1100">
                              <a:latin typeface="Calibri"/>
                              <a:ea typeface="Calibri"/>
                              <a:cs typeface="Calibri"/>
                              <a:sym typeface="Calibri"/>
                            </a:rPr>
                            <a:t>1</a:t>
                          </a:r>
                          <a:endParaRPr sz="1100">
                            <a:latin typeface="Calibri"/>
                            <a:ea typeface="Calibri"/>
                            <a:cs typeface="Calibri"/>
                            <a:sym typeface="Calibri"/>
                          </a:endParaRPr>
                        </a:p>
                      </a:txBody>
                      <a:tcPr marL="68575" marR="68575" marT="0" marB="0">
                        <a:solidFill>
                          <a:srgbClr val="00B0F0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lvl="0" indent="0" algn="ctr" rtl="0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None/>
                          </a:pPr>
                          <a:r>
                            <a:rPr lang="en" sz="1100">
                              <a:latin typeface="Calibri"/>
                              <a:ea typeface="Calibri"/>
                              <a:cs typeface="Calibri"/>
                              <a:sym typeface="Calibri"/>
                            </a:rPr>
                            <a:t>0</a:t>
                          </a:r>
                          <a:endParaRPr sz="1100">
                            <a:latin typeface="Calibri"/>
                            <a:ea typeface="Calibri"/>
                            <a:cs typeface="Calibri"/>
                            <a:sym typeface="Calibri"/>
                          </a:endParaRPr>
                        </a:p>
                      </a:txBody>
                      <a:tcPr marL="68575" marR="68575" marT="0" marB="0">
                        <a:solidFill>
                          <a:srgbClr val="00B0F0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lvl="0" indent="0" algn="ctr" rtl="0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None/>
                          </a:pPr>
                          <a:r>
                            <a:rPr lang="en" sz="1100">
                              <a:latin typeface="Calibri"/>
                              <a:ea typeface="Calibri"/>
                              <a:cs typeface="Calibri"/>
                              <a:sym typeface="Calibri"/>
                            </a:rPr>
                            <a:t>0</a:t>
                          </a:r>
                          <a:endParaRPr sz="1100">
                            <a:latin typeface="Calibri"/>
                            <a:ea typeface="Calibri"/>
                            <a:cs typeface="Calibri"/>
                            <a:sym typeface="Calibri"/>
                          </a:endParaRPr>
                        </a:p>
                      </a:txBody>
                      <a:tcPr marL="68575" marR="68575" marT="0" marB="0">
                        <a:solidFill>
                          <a:srgbClr val="00B0F0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lvl="0" indent="0" algn="ctr" rtl="0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None/>
                          </a:pPr>
                          <a:r>
                            <a:rPr lang="en" sz="1100">
                              <a:latin typeface="Calibri"/>
                              <a:ea typeface="Calibri"/>
                              <a:cs typeface="Calibri"/>
                              <a:sym typeface="Calibri"/>
                            </a:rPr>
                            <a:t>0</a:t>
                          </a:r>
                          <a:endParaRPr sz="1100">
                            <a:latin typeface="Calibri"/>
                            <a:ea typeface="Calibri"/>
                            <a:cs typeface="Calibri"/>
                            <a:sym typeface="Calibri"/>
                          </a:endParaRPr>
                        </a:p>
                      </a:txBody>
                      <a:tcPr marL="68575" marR="68575" marT="0" marB="0">
                        <a:solidFill>
                          <a:srgbClr val="00B0F0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lvl="0" indent="0" algn="ctr" rtl="0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None/>
                          </a:pPr>
                          <a:r>
                            <a:rPr lang="en" sz="1100">
                              <a:latin typeface="Calibri"/>
                              <a:ea typeface="Calibri"/>
                              <a:cs typeface="Calibri"/>
                              <a:sym typeface="Calibri"/>
                            </a:rPr>
                            <a:t>0</a:t>
                          </a:r>
                          <a:endParaRPr sz="1100">
                            <a:latin typeface="Calibri"/>
                            <a:ea typeface="Calibri"/>
                            <a:cs typeface="Calibri"/>
                            <a:sym typeface="Calibri"/>
                          </a:endParaRPr>
                        </a:p>
                      </a:txBody>
                      <a:tcPr marL="68575" marR="68575" marT="0" marB="0">
                        <a:solidFill>
                          <a:srgbClr val="0070C0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lvl="0" indent="0" algn="ctr" rtl="0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None/>
                          </a:pPr>
                          <a:r>
                            <a:rPr lang="en" sz="1100">
                              <a:latin typeface="Calibri"/>
                              <a:ea typeface="Calibri"/>
                              <a:cs typeface="Calibri"/>
                              <a:sym typeface="Calibri"/>
                            </a:rPr>
                            <a:t>1</a:t>
                          </a:r>
                          <a:endParaRPr sz="1100">
                            <a:latin typeface="Calibri"/>
                            <a:ea typeface="Calibri"/>
                            <a:cs typeface="Calibri"/>
                            <a:sym typeface="Calibri"/>
                          </a:endParaRPr>
                        </a:p>
                      </a:txBody>
                      <a:tcPr marL="68575" marR="68575" marT="0" marB="0">
                        <a:solidFill>
                          <a:srgbClr val="0070C0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lvl="0" indent="0" algn="ctr" rtl="0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None/>
                          </a:pPr>
                          <a:r>
                            <a:rPr lang="en" sz="1100">
                              <a:latin typeface="Calibri"/>
                              <a:ea typeface="Calibri"/>
                              <a:cs typeface="Calibri"/>
                              <a:sym typeface="Calibri"/>
                            </a:rPr>
                            <a:t>0</a:t>
                          </a:r>
                          <a:endParaRPr sz="1100">
                            <a:latin typeface="Calibri"/>
                            <a:ea typeface="Calibri"/>
                            <a:cs typeface="Calibri"/>
                            <a:sym typeface="Calibri"/>
                          </a:endParaRPr>
                        </a:p>
                      </a:txBody>
                      <a:tcPr marL="68575" marR="68575" marT="0" marB="0">
                        <a:solidFill>
                          <a:srgbClr val="0070C0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lvl="0" indent="0" algn="ctr" rtl="0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None/>
                          </a:pPr>
                          <a:r>
                            <a:rPr lang="en" sz="1100">
                              <a:latin typeface="Calibri"/>
                              <a:ea typeface="Calibri"/>
                              <a:cs typeface="Calibri"/>
                              <a:sym typeface="Calibri"/>
                            </a:rPr>
                            <a:t>1</a:t>
                          </a:r>
                          <a:endParaRPr sz="1100">
                            <a:latin typeface="Calibri"/>
                            <a:ea typeface="Calibri"/>
                            <a:cs typeface="Calibri"/>
                            <a:sym typeface="Calibri"/>
                          </a:endParaRPr>
                        </a:p>
                      </a:txBody>
                      <a:tcPr marL="68575" marR="68575" marT="0" marB="0">
                        <a:solidFill>
                          <a:srgbClr val="0070C0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lvl="0" indent="0" algn="ctr" rtl="0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None/>
                          </a:pPr>
                          <a:r>
                            <a:rPr lang="en" sz="1100">
                              <a:latin typeface="Calibri"/>
                              <a:ea typeface="Calibri"/>
                              <a:cs typeface="Calibri"/>
                              <a:sym typeface="Calibri"/>
                            </a:rPr>
                            <a:t>0</a:t>
                          </a:r>
                          <a:endParaRPr sz="1100">
                            <a:latin typeface="Calibri"/>
                            <a:ea typeface="Calibri"/>
                            <a:cs typeface="Calibri"/>
                            <a:sym typeface="Calibri"/>
                          </a:endParaRPr>
                        </a:p>
                      </a:txBody>
                      <a:tcPr marL="68575" marR="68575" marT="0" marB="0">
                        <a:solidFill>
                          <a:srgbClr val="0070C0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lvl="0" indent="0" algn="ctr" rtl="0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None/>
                          </a:pPr>
                          <a:r>
                            <a:rPr lang="en" sz="1100">
                              <a:latin typeface="Calibri"/>
                              <a:ea typeface="Calibri"/>
                              <a:cs typeface="Calibri"/>
                              <a:sym typeface="Calibri"/>
                            </a:rPr>
                            <a:t>0</a:t>
                          </a:r>
                          <a:endParaRPr sz="1100">
                            <a:latin typeface="Calibri"/>
                            <a:ea typeface="Calibri"/>
                            <a:cs typeface="Calibri"/>
                            <a:sym typeface="Calibri"/>
                          </a:endParaRPr>
                        </a:p>
                      </a:txBody>
                      <a:tcPr marL="68575" marR="68575" marT="0" marB="0">
                        <a:solidFill>
                          <a:srgbClr val="0070C0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15"/>
                      </a:ext>
                    </a:extLst>
                  </a:tr>
                  <a:tr h="186325">
                    <a:tc>
                      <a:txBody>
                        <a:bodyPr/>
                        <a:lstStyle/>
                        <a:p>
                          <a:pPr marL="0" lvl="0" indent="0" algn="ctr" rtl="0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None/>
                          </a:pPr>
                          <a:r>
                            <a:rPr lang="en" sz="1100">
                              <a:latin typeface="Calibri"/>
                              <a:ea typeface="Calibri"/>
                              <a:cs typeface="Calibri"/>
                              <a:sym typeface="Calibri"/>
                            </a:rPr>
                            <a:t>S20</a:t>
                          </a:r>
                          <a:endParaRPr sz="1100">
                            <a:latin typeface="Calibri"/>
                            <a:ea typeface="Calibri"/>
                            <a:cs typeface="Calibri"/>
                            <a:sym typeface="Calibri"/>
                          </a:endParaRPr>
                        </a:p>
                      </a:txBody>
                      <a:tcPr marL="68575" marR="68575" marT="0" marB="0"/>
                    </a:tc>
                    <a:tc>
                      <a:txBody>
                        <a:bodyPr/>
                        <a:lstStyle/>
                        <a:p>
                          <a:pPr marL="0" lvl="0" indent="0" algn="ctr" rtl="0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None/>
                          </a:pPr>
                          <a:r>
                            <a:rPr lang="en" sz="1100">
                              <a:latin typeface="Calibri"/>
                              <a:ea typeface="Calibri"/>
                              <a:cs typeface="Calibri"/>
                              <a:sym typeface="Calibri"/>
                            </a:rPr>
                            <a:t>001101</a:t>
                          </a:r>
                          <a:endParaRPr sz="1100">
                            <a:latin typeface="Calibri"/>
                            <a:ea typeface="Calibri"/>
                            <a:cs typeface="Calibri"/>
                            <a:sym typeface="Calibri"/>
                          </a:endParaRPr>
                        </a:p>
                      </a:txBody>
                      <a:tcPr marL="68575" marR="68575" marT="0" marB="0"/>
                    </a:tc>
                    <a:tc>
                      <a:txBody>
                        <a:bodyPr/>
                        <a:lstStyle/>
                        <a:p>
                          <a:pPr marL="0" lvl="0" indent="0" algn="ctr" rtl="0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None/>
                          </a:pPr>
                          <a:r>
                            <a:rPr lang="en" sz="1100">
                              <a:latin typeface="Calibri"/>
                              <a:ea typeface="Calibri"/>
                              <a:cs typeface="Calibri"/>
                              <a:sym typeface="Calibri"/>
                            </a:rPr>
                            <a:t>0</a:t>
                          </a:r>
                          <a:endParaRPr sz="1100">
                            <a:latin typeface="Calibri"/>
                            <a:ea typeface="Calibri"/>
                            <a:cs typeface="Calibri"/>
                            <a:sym typeface="Calibri"/>
                          </a:endParaRPr>
                        </a:p>
                      </a:txBody>
                      <a:tcPr marL="68575" marR="68575" marT="0" marB="0">
                        <a:solidFill>
                          <a:srgbClr val="9CC3E5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lvl="0" indent="0" algn="ctr" rtl="0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None/>
                          </a:pPr>
                          <a:r>
                            <a:rPr lang="en" sz="1100">
                              <a:latin typeface="Calibri"/>
                              <a:ea typeface="Calibri"/>
                              <a:cs typeface="Calibri"/>
                              <a:sym typeface="Calibri"/>
                            </a:rPr>
                            <a:t>1</a:t>
                          </a:r>
                          <a:endParaRPr sz="1100">
                            <a:latin typeface="Calibri"/>
                            <a:ea typeface="Calibri"/>
                            <a:cs typeface="Calibri"/>
                            <a:sym typeface="Calibri"/>
                          </a:endParaRPr>
                        </a:p>
                      </a:txBody>
                      <a:tcPr marL="68575" marR="68575" marT="0" marB="0">
                        <a:solidFill>
                          <a:srgbClr val="00B0F0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lvl="0" indent="0" algn="ctr" rtl="0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None/>
                          </a:pPr>
                          <a:r>
                            <a:rPr lang="en" sz="1100">
                              <a:latin typeface="Calibri"/>
                              <a:ea typeface="Calibri"/>
                              <a:cs typeface="Calibri"/>
                              <a:sym typeface="Calibri"/>
                            </a:rPr>
                            <a:t>0</a:t>
                          </a:r>
                          <a:endParaRPr sz="1100">
                            <a:latin typeface="Calibri"/>
                            <a:ea typeface="Calibri"/>
                            <a:cs typeface="Calibri"/>
                            <a:sym typeface="Calibri"/>
                          </a:endParaRPr>
                        </a:p>
                      </a:txBody>
                      <a:tcPr marL="68575" marR="68575" marT="0" marB="0">
                        <a:solidFill>
                          <a:srgbClr val="00B0F0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lvl="0" indent="0" algn="ctr" rtl="0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None/>
                          </a:pPr>
                          <a:r>
                            <a:rPr lang="en" sz="1100">
                              <a:latin typeface="Calibri"/>
                              <a:ea typeface="Calibri"/>
                              <a:cs typeface="Calibri"/>
                              <a:sym typeface="Calibri"/>
                            </a:rPr>
                            <a:t>0</a:t>
                          </a:r>
                          <a:endParaRPr sz="1100">
                            <a:latin typeface="Calibri"/>
                            <a:ea typeface="Calibri"/>
                            <a:cs typeface="Calibri"/>
                            <a:sym typeface="Calibri"/>
                          </a:endParaRPr>
                        </a:p>
                      </a:txBody>
                      <a:tcPr marL="68575" marR="68575" marT="0" marB="0">
                        <a:solidFill>
                          <a:srgbClr val="00B0F0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lvl="0" indent="0" algn="ctr" rtl="0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None/>
                          </a:pPr>
                          <a:r>
                            <a:rPr lang="en" sz="1100">
                              <a:latin typeface="Calibri"/>
                              <a:ea typeface="Calibri"/>
                              <a:cs typeface="Calibri"/>
                              <a:sym typeface="Calibri"/>
                            </a:rPr>
                            <a:t>1</a:t>
                          </a:r>
                          <a:endParaRPr sz="1100">
                            <a:latin typeface="Calibri"/>
                            <a:ea typeface="Calibri"/>
                            <a:cs typeface="Calibri"/>
                            <a:sym typeface="Calibri"/>
                          </a:endParaRPr>
                        </a:p>
                      </a:txBody>
                      <a:tcPr marL="68575" marR="68575" marT="0" marB="0">
                        <a:solidFill>
                          <a:srgbClr val="00B0F0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lvl="0" indent="0" algn="ctr" rtl="0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None/>
                          </a:pPr>
                          <a:r>
                            <a:rPr lang="en" sz="1100">
                              <a:latin typeface="Calibri"/>
                              <a:ea typeface="Calibri"/>
                              <a:cs typeface="Calibri"/>
                              <a:sym typeface="Calibri"/>
                            </a:rPr>
                            <a:t>0</a:t>
                          </a:r>
                          <a:endParaRPr sz="1100">
                            <a:latin typeface="Calibri"/>
                            <a:ea typeface="Calibri"/>
                            <a:cs typeface="Calibri"/>
                            <a:sym typeface="Calibri"/>
                          </a:endParaRPr>
                        </a:p>
                      </a:txBody>
                      <a:tcPr marL="68575" marR="68575" marT="0" marB="0">
                        <a:solidFill>
                          <a:srgbClr val="0070C0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lvl="0" indent="0" algn="ctr" rtl="0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None/>
                          </a:pPr>
                          <a:r>
                            <a:rPr lang="en" sz="1100">
                              <a:latin typeface="Calibri"/>
                              <a:ea typeface="Calibri"/>
                              <a:cs typeface="Calibri"/>
                              <a:sym typeface="Calibri"/>
                            </a:rPr>
                            <a:t>1</a:t>
                          </a:r>
                          <a:endParaRPr sz="1100">
                            <a:latin typeface="Calibri"/>
                            <a:ea typeface="Calibri"/>
                            <a:cs typeface="Calibri"/>
                            <a:sym typeface="Calibri"/>
                          </a:endParaRPr>
                        </a:p>
                      </a:txBody>
                      <a:tcPr marL="68575" marR="68575" marT="0" marB="0">
                        <a:solidFill>
                          <a:srgbClr val="0070C0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lvl="0" indent="0" algn="ctr" rtl="0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None/>
                          </a:pPr>
                          <a:r>
                            <a:rPr lang="en" sz="1100">
                              <a:latin typeface="Calibri"/>
                              <a:ea typeface="Calibri"/>
                              <a:cs typeface="Calibri"/>
                              <a:sym typeface="Calibri"/>
                            </a:rPr>
                            <a:t>0</a:t>
                          </a:r>
                          <a:endParaRPr sz="1100">
                            <a:latin typeface="Calibri"/>
                            <a:ea typeface="Calibri"/>
                            <a:cs typeface="Calibri"/>
                            <a:sym typeface="Calibri"/>
                          </a:endParaRPr>
                        </a:p>
                      </a:txBody>
                      <a:tcPr marL="68575" marR="68575" marT="0" marB="0">
                        <a:solidFill>
                          <a:srgbClr val="0070C0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lvl="0" indent="0" algn="ctr" rtl="0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None/>
                          </a:pPr>
                          <a:r>
                            <a:rPr lang="en" sz="1100">
                              <a:latin typeface="Calibri"/>
                              <a:ea typeface="Calibri"/>
                              <a:cs typeface="Calibri"/>
                              <a:sym typeface="Calibri"/>
                            </a:rPr>
                            <a:t>1</a:t>
                          </a:r>
                          <a:endParaRPr sz="1100">
                            <a:latin typeface="Calibri"/>
                            <a:ea typeface="Calibri"/>
                            <a:cs typeface="Calibri"/>
                            <a:sym typeface="Calibri"/>
                          </a:endParaRPr>
                        </a:p>
                      </a:txBody>
                      <a:tcPr marL="68575" marR="68575" marT="0" marB="0">
                        <a:solidFill>
                          <a:srgbClr val="0070C0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lvl="0" indent="0" algn="ctr" rtl="0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None/>
                          </a:pPr>
                          <a:r>
                            <a:rPr lang="en" sz="1100">
                              <a:latin typeface="Calibri"/>
                              <a:ea typeface="Calibri"/>
                              <a:cs typeface="Calibri"/>
                              <a:sym typeface="Calibri"/>
                            </a:rPr>
                            <a:t>0</a:t>
                          </a:r>
                          <a:endParaRPr sz="1100">
                            <a:latin typeface="Calibri"/>
                            <a:ea typeface="Calibri"/>
                            <a:cs typeface="Calibri"/>
                            <a:sym typeface="Calibri"/>
                          </a:endParaRPr>
                        </a:p>
                      </a:txBody>
                      <a:tcPr marL="68575" marR="68575" marT="0" marB="0">
                        <a:solidFill>
                          <a:srgbClr val="0070C0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lvl="0" indent="0" algn="ctr" rtl="0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None/>
                          </a:pPr>
                          <a:r>
                            <a:rPr lang="en" sz="1100">
                              <a:latin typeface="Calibri"/>
                              <a:ea typeface="Calibri"/>
                              <a:cs typeface="Calibri"/>
                              <a:sym typeface="Calibri"/>
                            </a:rPr>
                            <a:t>1</a:t>
                          </a:r>
                          <a:endParaRPr sz="1100">
                            <a:latin typeface="Calibri"/>
                            <a:ea typeface="Calibri"/>
                            <a:cs typeface="Calibri"/>
                            <a:sym typeface="Calibri"/>
                          </a:endParaRPr>
                        </a:p>
                      </a:txBody>
                      <a:tcPr marL="68575" marR="68575" marT="0" marB="0">
                        <a:solidFill>
                          <a:srgbClr val="0070C0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16"/>
                      </a:ext>
                    </a:extLst>
                  </a:tr>
                  <a:tr h="180975">
                    <a:tc>
                      <a:txBody>
                        <a:bodyPr/>
                        <a:lstStyle/>
                        <a:p>
                          <a:pPr marL="0" lvl="0" indent="0" algn="ctr" rtl="0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None/>
                          </a:pPr>
                          <a:r>
                            <a:rPr lang="en" sz="1100">
                              <a:latin typeface="Calibri"/>
                              <a:ea typeface="Calibri"/>
                              <a:cs typeface="Calibri"/>
                              <a:sym typeface="Calibri"/>
                            </a:rPr>
                            <a:t>S22</a:t>
                          </a:r>
                          <a:endParaRPr sz="1100">
                            <a:latin typeface="Calibri"/>
                            <a:ea typeface="Calibri"/>
                            <a:cs typeface="Calibri"/>
                            <a:sym typeface="Calibri"/>
                          </a:endParaRPr>
                        </a:p>
                      </a:txBody>
                      <a:tcPr marL="68575" marR="68575" marT="0" marB="0"/>
                    </a:tc>
                    <a:tc>
                      <a:txBody>
                        <a:bodyPr/>
                        <a:lstStyle/>
                        <a:p>
                          <a:pPr marL="0" lvl="0" indent="0" algn="ctr" rtl="0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None/>
                          </a:pPr>
                          <a:r>
                            <a:rPr lang="en" sz="1100">
                              <a:latin typeface="Calibri"/>
                              <a:ea typeface="Calibri"/>
                              <a:cs typeface="Calibri"/>
                              <a:sym typeface="Calibri"/>
                            </a:rPr>
                            <a:t>001110</a:t>
                          </a:r>
                          <a:endParaRPr sz="1100">
                            <a:latin typeface="Calibri"/>
                            <a:ea typeface="Calibri"/>
                            <a:cs typeface="Calibri"/>
                            <a:sym typeface="Calibri"/>
                          </a:endParaRPr>
                        </a:p>
                      </a:txBody>
                      <a:tcPr marL="68575" marR="68575" marT="0" marB="0"/>
                    </a:tc>
                    <a:tc>
                      <a:txBody>
                        <a:bodyPr/>
                        <a:lstStyle/>
                        <a:p>
                          <a:pPr marL="0" lvl="0" indent="0" algn="ctr" rtl="0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None/>
                          </a:pPr>
                          <a:r>
                            <a:rPr lang="en" sz="1100">
                              <a:latin typeface="Calibri"/>
                              <a:ea typeface="Calibri"/>
                              <a:cs typeface="Calibri"/>
                              <a:sym typeface="Calibri"/>
                            </a:rPr>
                            <a:t>1</a:t>
                          </a:r>
                          <a:endParaRPr sz="1100">
                            <a:latin typeface="Calibri"/>
                            <a:ea typeface="Calibri"/>
                            <a:cs typeface="Calibri"/>
                            <a:sym typeface="Calibri"/>
                          </a:endParaRPr>
                        </a:p>
                      </a:txBody>
                      <a:tcPr marL="68575" marR="68575" marT="0" marB="0">
                        <a:solidFill>
                          <a:srgbClr val="FFD965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lvl="0" indent="0" algn="ctr" rtl="0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None/>
                          </a:pPr>
                          <a:r>
                            <a:rPr lang="en" sz="1100">
                              <a:latin typeface="Calibri"/>
                              <a:ea typeface="Calibri"/>
                              <a:cs typeface="Calibri"/>
                              <a:sym typeface="Calibri"/>
                            </a:rPr>
                            <a:t>0</a:t>
                          </a:r>
                          <a:endParaRPr sz="1100">
                            <a:latin typeface="Calibri"/>
                            <a:ea typeface="Calibri"/>
                            <a:cs typeface="Calibri"/>
                            <a:sym typeface="Calibri"/>
                          </a:endParaRPr>
                        </a:p>
                      </a:txBody>
                      <a:tcPr marL="68575" marR="68575" marT="0" marB="0">
                        <a:solidFill>
                          <a:srgbClr val="FFC000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lvl="0" indent="0" algn="ctr" rtl="0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None/>
                          </a:pPr>
                          <a:r>
                            <a:rPr lang="en" sz="1100">
                              <a:latin typeface="Calibri"/>
                              <a:ea typeface="Calibri"/>
                              <a:cs typeface="Calibri"/>
                              <a:sym typeface="Calibri"/>
                            </a:rPr>
                            <a:t>1</a:t>
                          </a:r>
                          <a:endParaRPr sz="1100">
                            <a:latin typeface="Calibri"/>
                            <a:ea typeface="Calibri"/>
                            <a:cs typeface="Calibri"/>
                            <a:sym typeface="Calibri"/>
                          </a:endParaRPr>
                        </a:p>
                      </a:txBody>
                      <a:tcPr marL="68575" marR="68575" marT="0" marB="0">
                        <a:solidFill>
                          <a:srgbClr val="FFC000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lvl="0" indent="0" algn="ctr" rtl="0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None/>
                          </a:pPr>
                          <a:r>
                            <a:rPr lang="en" sz="1100">
                              <a:latin typeface="Calibri"/>
                              <a:ea typeface="Calibri"/>
                              <a:cs typeface="Calibri"/>
                              <a:sym typeface="Calibri"/>
                            </a:rPr>
                            <a:t>0</a:t>
                          </a:r>
                          <a:endParaRPr sz="1100">
                            <a:latin typeface="Calibri"/>
                            <a:ea typeface="Calibri"/>
                            <a:cs typeface="Calibri"/>
                            <a:sym typeface="Calibri"/>
                          </a:endParaRPr>
                        </a:p>
                      </a:txBody>
                      <a:tcPr marL="68575" marR="68575" marT="0" marB="0">
                        <a:solidFill>
                          <a:srgbClr val="FFC000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lvl="0" indent="0" algn="ctr" rtl="0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None/>
                          </a:pPr>
                          <a:r>
                            <a:rPr lang="en" sz="1100">
                              <a:latin typeface="Calibri"/>
                              <a:ea typeface="Calibri"/>
                              <a:cs typeface="Calibri"/>
                              <a:sym typeface="Calibri"/>
                            </a:rPr>
                            <a:t>0</a:t>
                          </a:r>
                          <a:endParaRPr sz="1100">
                            <a:latin typeface="Calibri"/>
                            <a:ea typeface="Calibri"/>
                            <a:cs typeface="Calibri"/>
                            <a:sym typeface="Calibri"/>
                          </a:endParaRPr>
                        </a:p>
                      </a:txBody>
                      <a:tcPr marL="68575" marR="68575" marT="0" marB="0">
                        <a:solidFill>
                          <a:srgbClr val="FFC000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lvl="0" indent="0" algn="ctr" rtl="0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None/>
                          </a:pPr>
                          <a:r>
                            <a:rPr lang="en" sz="1100">
                              <a:latin typeface="Calibri"/>
                              <a:ea typeface="Calibri"/>
                              <a:cs typeface="Calibri"/>
                              <a:sym typeface="Calibri"/>
                            </a:rPr>
                            <a:t>0</a:t>
                          </a:r>
                          <a:endParaRPr sz="1100">
                            <a:latin typeface="Calibri"/>
                            <a:ea typeface="Calibri"/>
                            <a:cs typeface="Calibri"/>
                            <a:sym typeface="Calibri"/>
                          </a:endParaRPr>
                        </a:p>
                      </a:txBody>
                      <a:tcPr marL="68575" marR="68575" marT="0" marB="0">
                        <a:solidFill>
                          <a:srgbClr val="FFC000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lvl="0" indent="0" algn="ctr" rtl="0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None/>
                          </a:pPr>
                          <a:r>
                            <a:rPr lang="en" sz="1100">
                              <a:latin typeface="Calibri"/>
                              <a:ea typeface="Calibri"/>
                              <a:cs typeface="Calibri"/>
                              <a:sym typeface="Calibri"/>
                            </a:rPr>
                            <a:t>0</a:t>
                          </a:r>
                          <a:endParaRPr sz="1100">
                            <a:latin typeface="Calibri"/>
                            <a:ea typeface="Calibri"/>
                            <a:cs typeface="Calibri"/>
                            <a:sym typeface="Calibri"/>
                          </a:endParaRPr>
                        </a:p>
                      </a:txBody>
                      <a:tcPr marL="68575" marR="68575" marT="0" marB="0">
                        <a:solidFill>
                          <a:srgbClr val="FFC000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lvl="0" indent="0" algn="ctr" rtl="0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None/>
                          </a:pPr>
                          <a:r>
                            <a:rPr lang="en" sz="1100">
                              <a:latin typeface="Calibri"/>
                              <a:ea typeface="Calibri"/>
                              <a:cs typeface="Calibri"/>
                              <a:sym typeface="Calibri"/>
                            </a:rPr>
                            <a:t>0</a:t>
                          </a:r>
                          <a:endParaRPr sz="1100">
                            <a:latin typeface="Calibri"/>
                            <a:ea typeface="Calibri"/>
                            <a:cs typeface="Calibri"/>
                            <a:sym typeface="Calibri"/>
                          </a:endParaRPr>
                        </a:p>
                      </a:txBody>
                      <a:tcPr marL="68575" marR="68575" marT="0" marB="0">
                        <a:solidFill>
                          <a:srgbClr val="FFC000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lvl="0" indent="0" algn="ctr" rtl="0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None/>
                          </a:pPr>
                          <a:r>
                            <a:rPr lang="en" sz="1100">
                              <a:latin typeface="Calibri"/>
                              <a:ea typeface="Calibri"/>
                              <a:cs typeface="Calibri"/>
                              <a:sym typeface="Calibri"/>
                            </a:rPr>
                            <a:t>0</a:t>
                          </a:r>
                          <a:endParaRPr sz="1100">
                            <a:latin typeface="Calibri"/>
                            <a:ea typeface="Calibri"/>
                            <a:cs typeface="Calibri"/>
                            <a:sym typeface="Calibri"/>
                          </a:endParaRPr>
                        </a:p>
                      </a:txBody>
                      <a:tcPr marL="68575" marR="68575" marT="0" marB="0">
                        <a:solidFill>
                          <a:srgbClr val="FFC000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lvl="0" indent="0" algn="ctr" rtl="0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None/>
                          </a:pPr>
                          <a:r>
                            <a:rPr lang="en" sz="1100">
                              <a:latin typeface="Calibri"/>
                              <a:ea typeface="Calibri"/>
                              <a:cs typeface="Calibri"/>
                              <a:sym typeface="Calibri"/>
                            </a:rPr>
                            <a:t>0</a:t>
                          </a:r>
                          <a:endParaRPr sz="1100">
                            <a:latin typeface="Calibri"/>
                            <a:ea typeface="Calibri"/>
                            <a:cs typeface="Calibri"/>
                            <a:sym typeface="Calibri"/>
                          </a:endParaRPr>
                        </a:p>
                      </a:txBody>
                      <a:tcPr marL="68575" marR="68575" marT="0" marB="0">
                        <a:solidFill>
                          <a:srgbClr val="FFC000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lvl="0" indent="0" algn="ctr" rtl="0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None/>
                          </a:pPr>
                          <a:r>
                            <a:rPr lang="en" sz="1100">
                              <a:latin typeface="Calibri"/>
                              <a:ea typeface="Calibri"/>
                              <a:cs typeface="Calibri"/>
                              <a:sym typeface="Calibri"/>
                            </a:rPr>
                            <a:t>0</a:t>
                          </a:r>
                          <a:endParaRPr sz="1100">
                            <a:latin typeface="Calibri"/>
                            <a:ea typeface="Calibri"/>
                            <a:cs typeface="Calibri"/>
                            <a:sym typeface="Calibri"/>
                          </a:endParaRPr>
                        </a:p>
                      </a:txBody>
                      <a:tcPr marL="68575" marR="68575" marT="0" marB="0">
                        <a:solidFill>
                          <a:srgbClr val="FFC000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17"/>
                      </a:ext>
                    </a:extLst>
                  </a:tr>
                  <a:tr h="186325">
                    <a:tc>
                      <a:txBody>
                        <a:bodyPr/>
                        <a:lstStyle/>
                        <a:p>
                          <a:pPr marL="0" lvl="0" indent="0" algn="ctr" rtl="0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None/>
                          </a:pPr>
                          <a:r>
                            <a:rPr lang="en" sz="1100">
                              <a:latin typeface="Calibri"/>
                              <a:ea typeface="Calibri"/>
                              <a:cs typeface="Calibri"/>
                              <a:sym typeface="Calibri"/>
                            </a:rPr>
                            <a:t>S15</a:t>
                          </a:r>
                          <a:endParaRPr sz="1100">
                            <a:latin typeface="Calibri"/>
                            <a:ea typeface="Calibri"/>
                            <a:cs typeface="Calibri"/>
                            <a:sym typeface="Calibri"/>
                          </a:endParaRPr>
                        </a:p>
                      </a:txBody>
                      <a:tcPr marL="68575" marR="68575" marT="0" marB="0"/>
                    </a:tc>
                    <a:tc>
                      <a:txBody>
                        <a:bodyPr/>
                        <a:lstStyle/>
                        <a:p>
                          <a:pPr marL="0" lvl="0" indent="0" algn="ctr" rtl="0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None/>
                          </a:pPr>
                          <a:r>
                            <a:rPr lang="en" sz="1100">
                              <a:latin typeface="Calibri"/>
                              <a:ea typeface="Calibri"/>
                              <a:cs typeface="Calibri"/>
                              <a:sym typeface="Calibri"/>
                            </a:rPr>
                            <a:t>001111</a:t>
                          </a:r>
                          <a:endParaRPr sz="1100">
                            <a:latin typeface="Calibri"/>
                            <a:ea typeface="Calibri"/>
                            <a:cs typeface="Calibri"/>
                            <a:sym typeface="Calibri"/>
                          </a:endParaRPr>
                        </a:p>
                      </a:txBody>
                      <a:tcPr marL="68575" marR="68575" marT="0" marB="0"/>
                    </a:tc>
                    <a:tc>
                      <a:txBody>
                        <a:bodyPr/>
                        <a:lstStyle/>
                        <a:p>
                          <a:pPr marL="0" lvl="0" indent="0" algn="ctr" rtl="0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None/>
                          </a:pPr>
                          <a:r>
                            <a:rPr lang="en" sz="1100">
                              <a:latin typeface="Calibri"/>
                              <a:ea typeface="Calibri"/>
                              <a:cs typeface="Calibri"/>
                              <a:sym typeface="Calibri"/>
                            </a:rPr>
                            <a:t>1</a:t>
                          </a:r>
                          <a:endParaRPr sz="1100">
                            <a:latin typeface="Calibri"/>
                            <a:ea typeface="Calibri"/>
                            <a:cs typeface="Calibri"/>
                            <a:sym typeface="Calibri"/>
                          </a:endParaRPr>
                        </a:p>
                      </a:txBody>
                      <a:tcPr marL="68575" marR="68575" marT="0" marB="0">
                        <a:solidFill>
                          <a:srgbClr val="FFD965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lvl="0" indent="0" algn="ctr" rtl="0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None/>
                          </a:pPr>
                          <a:r>
                            <a:rPr lang="en" sz="1100">
                              <a:latin typeface="Calibri"/>
                              <a:ea typeface="Calibri"/>
                              <a:cs typeface="Calibri"/>
                              <a:sym typeface="Calibri"/>
                            </a:rPr>
                            <a:t>0</a:t>
                          </a:r>
                          <a:endParaRPr sz="1100">
                            <a:latin typeface="Calibri"/>
                            <a:ea typeface="Calibri"/>
                            <a:cs typeface="Calibri"/>
                            <a:sym typeface="Calibri"/>
                          </a:endParaRPr>
                        </a:p>
                      </a:txBody>
                      <a:tcPr marL="68575" marR="68575" marT="0" marB="0">
                        <a:solidFill>
                          <a:srgbClr val="FFC000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lvl="0" indent="0" algn="ctr" rtl="0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None/>
                          </a:pPr>
                          <a:r>
                            <a:rPr lang="en" sz="1100">
                              <a:latin typeface="Calibri"/>
                              <a:ea typeface="Calibri"/>
                              <a:cs typeface="Calibri"/>
                              <a:sym typeface="Calibri"/>
                            </a:rPr>
                            <a:t>0</a:t>
                          </a:r>
                          <a:endParaRPr sz="1100">
                            <a:latin typeface="Calibri"/>
                            <a:ea typeface="Calibri"/>
                            <a:cs typeface="Calibri"/>
                            <a:sym typeface="Calibri"/>
                          </a:endParaRPr>
                        </a:p>
                      </a:txBody>
                      <a:tcPr marL="68575" marR="68575" marT="0" marB="0">
                        <a:solidFill>
                          <a:srgbClr val="FFC000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lvl="0" indent="0" algn="ctr" rtl="0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None/>
                          </a:pPr>
                          <a:r>
                            <a:rPr lang="en" sz="1100">
                              <a:latin typeface="Calibri"/>
                              <a:ea typeface="Calibri"/>
                              <a:cs typeface="Calibri"/>
                              <a:sym typeface="Calibri"/>
                            </a:rPr>
                            <a:t>0</a:t>
                          </a:r>
                          <a:endParaRPr sz="1100">
                            <a:latin typeface="Calibri"/>
                            <a:ea typeface="Calibri"/>
                            <a:cs typeface="Calibri"/>
                            <a:sym typeface="Calibri"/>
                          </a:endParaRPr>
                        </a:p>
                      </a:txBody>
                      <a:tcPr marL="68575" marR="68575" marT="0" marB="0">
                        <a:solidFill>
                          <a:srgbClr val="FFC000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lvl="0" indent="0" algn="ctr" rtl="0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None/>
                          </a:pPr>
                          <a:r>
                            <a:rPr lang="en" sz="1100">
                              <a:latin typeface="Calibri"/>
                              <a:ea typeface="Calibri"/>
                              <a:cs typeface="Calibri"/>
                              <a:sym typeface="Calibri"/>
                            </a:rPr>
                            <a:t>0</a:t>
                          </a:r>
                          <a:endParaRPr sz="1100">
                            <a:latin typeface="Calibri"/>
                            <a:ea typeface="Calibri"/>
                            <a:cs typeface="Calibri"/>
                            <a:sym typeface="Calibri"/>
                          </a:endParaRPr>
                        </a:p>
                      </a:txBody>
                      <a:tcPr marL="68575" marR="68575" marT="0" marB="0">
                        <a:solidFill>
                          <a:srgbClr val="FFC000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lvl="0" indent="0" algn="ctr" rtl="0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None/>
                          </a:pPr>
                          <a:r>
                            <a:rPr lang="en" sz="1100">
                              <a:latin typeface="Calibri"/>
                              <a:ea typeface="Calibri"/>
                              <a:cs typeface="Calibri"/>
                              <a:sym typeface="Calibri"/>
                            </a:rPr>
                            <a:t>1</a:t>
                          </a:r>
                          <a:endParaRPr sz="1100">
                            <a:latin typeface="Calibri"/>
                            <a:ea typeface="Calibri"/>
                            <a:cs typeface="Calibri"/>
                            <a:sym typeface="Calibri"/>
                          </a:endParaRPr>
                        </a:p>
                      </a:txBody>
                      <a:tcPr marL="68575" marR="68575" marT="0" marB="0">
                        <a:solidFill>
                          <a:srgbClr val="FFC000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lvl="0" indent="0" algn="ctr" rtl="0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None/>
                          </a:pPr>
                          <a:r>
                            <a:rPr lang="en" sz="1100">
                              <a:latin typeface="Calibri"/>
                              <a:ea typeface="Calibri"/>
                              <a:cs typeface="Calibri"/>
                              <a:sym typeface="Calibri"/>
                            </a:rPr>
                            <a:t>0</a:t>
                          </a:r>
                          <a:endParaRPr sz="1100">
                            <a:latin typeface="Calibri"/>
                            <a:ea typeface="Calibri"/>
                            <a:cs typeface="Calibri"/>
                            <a:sym typeface="Calibri"/>
                          </a:endParaRPr>
                        </a:p>
                      </a:txBody>
                      <a:tcPr marL="68575" marR="68575" marT="0" marB="0">
                        <a:solidFill>
                          <a:srgbClr val="FFC000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lvl="0" indent="0" algn="ctr" rtl="0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None/>
                          </a:pPr>
                          <a:r>
                            <a:rPr lang="en" sz="1100">
                              <a:latin typeface="Calibri"/>
                              <a:ea typeface="Calibri"/>
                              <a:cs typeface="Calibri"/>
                              <a:sym typeface="Calibri"/>
                            </a:rPr>
                            <a:t>0</a:t>
                          </a:r>
                          <a:endParaRPr sz="1100">
                            <a:latin typeface="Calibri"/>
                            <a:ea typeface="Calibri"/>
                            <a:cs typeface="Calibri"/>
                            <a:sym typeface="Calibri"/>
                          </a:endParaRPr>
                        </a:p>
                      </a:txBody>
                      <a:tcPr marL="68575" marR="68575" marT="0" marB="0">
                        <a:solidFill>
                          <a:srgbClr val="FFC000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lvl="0" indent="0" algn="ctr" rtl="0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None/>
                          </a:pPr>
                          <a:r>
                            <a:rPr lang="en" sz="1100">
                              <a:latin typeface="Calibri"/>
                              <a:ea typeface="Calibri"/>
                              <a:cs typeface="Calibri"/>
                              <a:sym typeface="Calibri"/>
                            </a:rPr>
                            <a:t>0</a:t>
                          </a:r>
                          <a:endParaRPr sz="1100">
                            <a:latin typeface="Calibri"/>
                            <a:ea typeface="Calibri"/>
                            <a:cs typeface="Calibri"/>
                            <a:sym typeface="Calibri"/>
                          </a:endParaRPr>
                        </a:p>
                      </a:txBody>
                      <a:tcPr marL="68575" marR="68575" marT="0" marB="0">
                        <a:solidFill>
                          <a:srgbClr val="FFC000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lvl="0" indent="0" algn="ctr" rtl="0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None/>
                          </a:pPr>
                          <a:r>
                            <a:rPr lang="en" sz="1100">
                              <a:latin typeface="Calibri"/>
                              <a:ea typeface="Calibri"/>
                              <a:cs typeface="Calibri"/>
                              <a:sym typeface="Calibri"/>
                            </a:rPr>
                            <a:t>0</a:t>
                          </a:r>
                          <a:endParaRPr sz="1100">
                            <a:latin typeface="Calibri"/>
                            <a:ea typeface="Calibri"/>
                            <a:cs typeface="Calibri"/>
                            <a:sym typeface="Calibri"/>
                          </a:endParaRPr>
                        </a:p>
                      </a:txBody>
                      <a:tcPr marL="68575" marR="68575" marT="0" marB="0">
                        <a:solidFill>
                          <a:srgbClr val="FFC000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lvl="0" indent="0" algn="ctr" rtl="0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None/>
                          </a:pPr>
                          <a:r>
                            <a:rPr lang="en" sz="1100">
                              <a:latin typeface="Calibri"/>
                              <a:ea typeface="Calibri"/>
                              <a:cs typeface="Calibri"/>
                              <a:sym typeface="Calibri"/>
                            </a:rPr>
                            <a:t>0</a:t>
                          </a:r>
                          <a:endParaRPr sz="1100">
                            <a:latin typeface="Calibri"/>
                            <a:ea typeface="Calibri"/>
                            <a:cs typeface="Calibri"/>
                            <a:sym typeface="Calibri"/>
                          </a:endParaRPr>
                        </a:p>
                      </a:txBody>
                      <a:tcPr marL="68575" marR="68575" marT="0" marB="0">
                        <a:solidFill>
                          <a:srgbClr val="FFC000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18"/>
                      </a:ext>
                    </a:extLst>
                  </a:tr>
                  <a:tr h="180975">
                    <a:tc>
                      <a:txBody>
                        <a:bodyPr/>
                        <a:lstStyle/>
                        <a:p>
                          <a:pPr marL="0" lvl="0" indent="0" algn="ctr" rtl="0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None/>
                          </a:pPr>
                          <a:r>
                            <a:rPr lang="en" sz="1100">
                              <a:latin typeface="Calibri"/>
                              <a:ea typeface="Calibri"/>
                              <a:cs typeface="Calibri"/>
                              <a:sym typeface="Calibri"/>
                            </a:rPr>
                            <a:t>S13</a:t>
                          </a:r>
                          <a:endParaRPr sz="1100">
                            <a:latin typeface="Calibri"/>
                            <a:ea typeface="Calibri"/>
                            <a:cs typeface="Calibri"/>
                            <a:sym typeface="Calibri"/>
                          </a:endParaRPr>
                        </a:p>
                      </a:txBody>
                      <a:tcPr marL="68575" marR="68575" marT="0" marB="0"/>
                    </a:tc>
                    <a:tc>
                      <a:txBody>
                        <a:bodyPr/>
                        <a:lstStyle/>
                        <a:p>
                          <a:pPr marL="0" lvl="0" indent="0" algn="ctr" rtl="0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None/>
                          </a:pPr>
                          <a:r>
                            <a:rPr lang="en" sz="1100">
                              <a:latin typeface="Calibri"/>
                              <a:ea typeface="Calibri"/>
                              <a:cs typeface="Calibri"/>
                              <a:sym typeface="Calibri"/>
                            </a:rPr>
                            <a:t>010000</a:t>
                          </a:r>
                          <a:endParaRPr sz="1100">
                            <a:latin typeface="Calibri"/>
                            <a:ea typeface="Calibri"/>
                            <a:cs typeface="Calibri"/>
                            <a:sym typeface="Calibri"/>
                          </a:endParaRPr>
                        </a:p>
                      </a:txBody>
                      <a:tcPr marL="68575" marR="68575" marT="0" marB="0"/>
                    </a:tc>
                    <a:tc>
                      <a:txBody>
                        <a:bodyPr/>
                        <a:lstStyle/>
                        <a:p>
                          <a:pPr marL="0" lvl="0" indent="0" algn="ctr" rtl="0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None/>
                          </a:pPr>
                          <a:r>
                            <a:rPr lang="en" sz="1100">
                              <a:latin typeface="Calibri"/>
                              <a:ea typeface="Calibri"/>
                              <a:cs typeface="Calibri"/>
                              <a:sym typeface="Calibri"/>
                            </a:rPr>
                            <a:t>1</a:t>
                          </a:r>
                          <a:endParaRPr sz="1100">
                            <a:latin typeface="Calibri"/>
                            <a:ea typeface="Calibri"/>
                            <a:cs typeface="Calibri"/>
                            <a:sym typeface="Calibri"/>
                          </a:endParaRPr>
                        </a:p>
                      </a:txBody>
                      <a:tcPr marL="68575" marR="68575" marT="0" marB="0">
                        <a:solidFill>
                          <a:srgbClr val="FFD965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lvl="0" indent="0" algn="ctr" rtl="0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None/>
                          </a:pPr>
                          <a:r>
                            <a:rPr lang="en" sz="1100">
                              <a:latin typeface="Calibri"/>
                              <a:ea typeface="Calibri"/>
                              <a:cs typeface="Calibri"/>
                              <a:sym typeface="Calibri"/>
                            </a:rPr>
                            <a:t>0</a:t>
                          </a:r>
                          <a:endParaRPr sz="1100">
                            <a:latin typeface="Calibri"/>
                            <a:ea typeface="Calibri"/>
                            <a:cs typeface="Calibri"/>
                            <a:sym typeface="Calibri"/>
                          </a:endParaRPr>
                        </a:p>
                      </a:txBody>
                      <a:tcPr marL="68575" marR="68575" marT="0" marB="0">
                        <a:solidFill>
                          <a:srgbClr val="FFC000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lvl="0" indent="0" algn="ctr" rtl="0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None/>
                          </a:pPr>
                          <a:r>
                            <a:rPr lang="en" sz="1100">
                              <a:latin typeface="Calibri"/>
                              <a:ea typeface="Calibri"/>
                              <a:cs typeface="Calibri"/>
                              <a:sym typeface="Calibri"/>
                            </a:rPr>
                            <a:t>0</a:t>
                          </a:r>
                          <a:endParaRPr sz="1100">
                            <a:latin typeface="Calibri"/>
                            <a:ea typeface="Calibri"/>
                            <a:cs typeface="Calibri"/>
                            <a:sym typeface="Calibri"/>
                          </a:endParaRPr>
                        </a:p>
                      </a:txBody>
                      <a:tcPr marL="68575" marR="68575" marT="0" marB="0">
                        <a:solidFill>
                          <a:srgbClr val="FFC000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lvl="0" indent="0" algn="ctr" rtl="0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None/>
                          </a:pPr>
                          <a:r>
                            <a:rPr lang="en" sz="1100">
                              <a:latin typeface="Calibri"/>
                              <a:ea typeface="Calibri"/>
                              <a:cs typeface="Calibri"/>
                              <a:sym typeface="Calibri"/>
                            </a:rPr>
                            <a:t>0</a:t>
                          </a:r>
                          <a:endParaRPr sz="1100">
                            <a:latin typeface="Calibri"/>
                            <a:ea typeface="Calibri"/>
                            <a:cs typeface="Calibri"/>
                            <a:sym typeface="Calibri"/>
                          </a:endParaRPr>
                        </a:p>
                      </a:txBody>
                      <a:tcPr marL="68575" marR="68575" marT="0" marB="0">
                        <a:solidFill>
                          <a:srgbClr val="FFC000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lvl="0" indent="0" algn="ctr" rtl="0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None/>
                          </a:pPr>
                          <a:r>
                            <a:rPr lang="en" sz="1100">
                              <a:latin typeface="Calibri"/>
                              <a:ea typeface="Calibri"/>
                              <a:cs typeface="Calibri"/>
                              <a:sym typeface="Calibri"/>
                            </a:rPr>
                            <a:t>0</a:t>
                          </a:r>
                          <a:endParaRPr sz="1100">
                            <a:latin typeface="Calibri"/>
                            <a:ea typeface="Calibri"/>
                            <a:cs typeface="Calibri"/>
                            <a:sym typeface="Calibri"/>
                          </a:endParaRPr>
                        </a:p>
                      </a:txBody>
                      <a:tcPr marL="68575" marR="68575" marT="0" marB="0">
                        <a:solidFill>
                          <a:srgbClr val="FFC000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lvl="0" indent="0" algn="ctr" rtl="0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None/>
                          </a:pPr>
                          <a:r>
                            <a:rPr lang="en" sz="1100">
                              <a:latin typeface="Calibri"/>
                              <a:ea typeface="Calibri"/>
                              <a:cs typeface="Calibri"/>
                              <a:sym typeface="Calibri"/>
                            </a:rPr>
                            <a:t>0</a:t>
                          </a:r>
                          <a:endParaRPr sz="1100">
                            <a:latin typeface="Calibri"/>
                            <a:ea typeface="Calibri"/>
                            <a:cs typeface="Calibri"/>
                            <a:sym typeface="Calibri"/>
                          </a:endParaRPr>
                        </a:p>
                      </a:txBody>
                      <a:tcPr marL="68575" marR="68575" marT="0" marB="0">
                        <a:solidFill>
                          <a:srgbClr val="FFC000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lvl="0" indent="0" algn="ctr" rtl="0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None/>
                          </a:pPr>
                          <a:r>
                            <a:rPr lang="en" sz="1100">
                              <a:latin typeface="Calibri"/>
                              <a:ea typeface="Calibri"/>
                              <a:cs typeface="Calibri"/>
                              <a:sym typeface="Calibri"/>
                            </a:rPr>
                            <a:t>0</a:t>
                          </a:r>
                          <a:endParaRPr sz="1100">
                            <a:latin typeface="Calibri"/>
                            <a:ea typeface="Calibri"/>
                            <a:cs typeface="Calibri"/>
                            <a:sym typeface="Calibri"/>
                          </a:endParaRPr>
                        </a:p>
                      </a:txBody>
                      <a:tcPr marL="68575" marR="68575" marT="0" marB="0">
                        <a:solidFill>
                          <a:srgbClr val="FFC000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lvl="0" indent="0" algn="ctr" rtl="0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None/>
                          </a:pPr>
                          <a:r>
                            <a:rPr lang="en" sz="1100">
                              <a:latin typeface="Calibri"/>
                              <a:ea typeface="Calibri"/>
                              <a:cs typeface="Calibri"/>
                              <a:sym typeface="Calibri"/>
                            </a:rPr>
                            <a:t>1</a:t>
                          </a:r>
                          <a:endParaRPr sz="1100">
                            <a:latin typeface="Calibri"/>
                            <a:ea typeface="Calibri"/>
                            <a:cs typeface="Calibri"/>
                            <a:sym typeface="Calibri"/>
                          </a:endParaRPr>
                        </a:p>
                      </a:txBody>
                      <a:tcPr marL="68575" marR="68575" marT="0" marB="0">
                        <a:solidFill>
                          <a:srgbClr val="FFC000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lvl="0" indent="0" algn="ctr" rtl="0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None/>
                          </a:pPr>
                          <a:r>
                            <a:rPr lang="en" sz="1100">
                              <a:latin typeface="Calibri"/>
                              <a:ea typeface="Calibri"/>
                              <a:cs typeface="Calibri"/>
                              <a:sym typeface="Calibri"/>
                            </a:rPr>
                            <a:t>0</a:t>
                          </a:r>
                          <a:endParaRPr sz="1100">
                            <a:latin typeface="Calibri"/>
                            <a:ea typeface="Calibri"/>
                            <a:cs typeface="Calibri"/>
                            <a:sym typeface="Calibri"/>
                          </a:endParaRPr>
                        </a:p>
                      </a:txBody>
                      <a:tcPr marL="68575" marR="68575" marT="0" marB="0">
                        <a:solidFill>
                          <a:srgbClr val="FFC000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lvl="0" indent="0" algn="ctr" rtl="0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None/>
                          </a:pPr>
                          <a:r>
                            <a:rPr lang="en" sz="1100">
                              <a:latin typeface="Calibri"/>
                              <a:ea typeface="Calibri"/>
                              <a:cs typeface="Calibri"/>
                              <a:sym typeface="Calibri"/>
                            </a:rPr>
                            <a:t>0</a:t>
                          </a:r>
                          <a:endParaRPr sz="1100">
                            <a:latin typeface="Calibri"/>
                            <a:ea typeface="Calibri"/>
                            <a:cs typeface="Calibri"/>
                            <a:sym typeface="Calibri"/>
                          </a:endParaRPr>
                        </a:p>
                      </a:txBody>
                      <a:tcPr marL="68575" marR="68575" marT="0" marB="0">
                        <a:solidFill>
                          <a:srgbClr val="FFC000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lvl="0" indent="0" algn="ctr" rtl="0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None/>
                          </a:pPr>
                          <a:r>
                            <a:rPr lang="en" sz="1100">
                              <a:latin typeface="Calibri"/>
                              <a:ea typeface="Calibri"/>
                              <a:cs typeface="Calibri"/>
                              <a:sym typeface="Calibri"/>
                            </a:rPr>
                            <a:t>0</a:t>
                          </a:r>
                          <a:endParaRPr sz="1100">
                            <a:latin typeface="Calibri"/>
                            <a:ea typeface="Calibri"/>
                            <a:cs typeface="Calibri"/>
                            <a:sym typeface="Calibri"/>
                          </a:endParaRPr>
                        </a:p>
                      </a:txBody>
                      <a:tcPr marL="68575" marR="68575" marT="0" marB="0">
                        <a:solidFill>
                          <a:srgbClr val="FFC000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19"/>
                      </a:ext>
                    </a:extLst>
                  </a:tr>
                  <a:tr h="186325">
                    <a:tc>
                      <a:txBody>
                        <a:bodyPr/>
                        <a:lstStyle/>
                        <a:p>
                          <a:pPr marL="0" lvl="0" indent="0" algn="ctr" rtl="0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None/>
                          </a:pPr>
                          <a:r>
                            <a:rPr lang="en" sz="1100">
                              <a:latin typeface="Calibri"/>
                              <a:ea typeface="Calibri"/>
                              <a:cs typeface="Calibri"/>
                              <a:sym typeface="Calibri"/>
                            </a:rPr>
                            <a:t>S11</a:t>
                          </a:r>
                          <a:endParaRPr sz="1100">
                            <a:latin typeface="Calibri"/>
                            <a:ea typeface="Calibri"/>
                            <a:cs typeface="Calibri"/>
                            <a:sym typeface="Calibri"/>
                          </a:endParaRPr>
                        </a:p>
                      </a:txBody>
                      <a:tcPr marL="68575" marR="68575" marT="0" marB="0"/>
                    </a:tc>
                    <a:tc>
                      <a:txBody>
                        <a:bodyPr/>
                        <a:lstStyle/>
                        <a:p>
                          <a:pPr marL="0" lvl="0" indent="0" algn="ctr" rtl="0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None/>
                          </a:pPr>
                          <a:r>
                            <a:rPr lang="en" sz="1100">
                              <a:latin typeface="Calibri"/>
                              <a:ea typeface="Calibri"/>
                              <a:cs typeface="Calibri"/>
                              <a:sym typeface="Calibri"/>
                            </a:rPr>
                            <a:t>010001</a:t>
                          </a:r>
                          <a:endParaRPr sz="1100">
                            <a:latin typeface="Calibri"/>
                            <a:ea typeface="Calibri"/>
                            <a:cs typeface="Calibri"/>
                            <a:sym typeface="Calibri"/>
                          </a:endParaRPr>
                        </a:p>
                      </a:txBody>
                      <a:tcPr marL="68575" marR="68575" marT="0" marB="0"/>
                    </a:tc>
                    <a:tc>
                      <a:txBody>
                        <a:bodyPr/>
                        <a:lstStyle/>
                        <a:p>
                          <a:pPr marL="0" lvl="0" indent="0" algn="ctr" rtl="0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None/>
                          </a:pPr>
                          <a:r>
                            <a:rPr lang="en" sz="1100">
                              <a:latin typeface="Calibri"/>
                              <a:ea typeface="Calibri"/>
                              <a:cs typeface="Calibri"/>
                              <a:sym typeface="Calibri"/>
                            </a:rPr>
                            <a:t>1</a:t>
                          </a:r>
                          <a:endParaRPr sz="1100">
                            <a:latin typeface="Calibri"/>
                            <a:ea typeface="Calibri"/>
                            <a:cs typeface="Calibri"/>
                            <a:sym typeface="Calibri"/>
                          </a:endParaRPr>
                        </a:p>
                      </a:txBody>
                      <a:tcPr marL="68575" marR="68575" marT="0" marB="0">
                        <a:solidFill>
                          <a:srgbClr val="FFD965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lvl="0" indent="0" algn="ctr" rtl="0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None/>
                          </a:pPr>
                          <a:r>
                            <a:rPr lang="en" sz="1100">
                              <a:latin typeface="Calibri"/>
                              <a:ea typeface="Calibri"/>
                              <a:cs typeface="Calibri"/>
                              <a:sym typeface="Calibri"/>
                            </a:rPr>
                            <a:t>0</a:t>
                          </a:r>
                          <a:endParaRPr sz="1100">
                            <a:latin typeface="Calibri"/>
                            <a:ea typeface="Calibri"/>
                            <a:cs typeface="Calibri"/>
                            <a:sym typeface="Calibri"/>
                          </a:endParaRPr>
                        </a:p>
                      </a:txBody>
                      <a:tcPr marL="68575" marR="68575" marT="0" marB="0">
                        <a:solidFill>
                          <a:srgbClr val="FFC000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lvl="0" indent="0" algn="ctr" rtl="0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None/>
                          </a:pPr>
                          <a:r>
                            <a:rPr lang="en" sz="1100">
                              <a:latin typeface="Calibri"/>
                              <a:ea typeface="Calibri"/>
                              <a:cs typeface="Calibri"/>
                              <a:sym typeface="Calibri"/>
                            </a:rPr>
                            <a:t>0</a:t>
                          </a:r>
                          <a:endParaRPr sz="1100">
                            <a:latin typeface="Calibri"/>
                            <a:ea typeface="Calibri"/>
                            <a:cs typeface="Calibri"/>
                            <a:sym typeface="Calibri"/>
                          </a:endParaRPr>
                        </a:p>
                      </a:txBody>
                      <a:tcPr marL="68575" marR="68575" marT="0" marB="0">
                        <a:solidFill>
                          <a:srgbClr val="FFC000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lvl="0" indent="0" algn="ctr" rtl="0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None/>
                          </a:pPr>
                          <a:r>
                            <a:rPr lang="en" sz="1100">
                              <a:latin typeface="Calibri"/>
                              <a:ea typeface="Calibri"/>
                              <a:cs typeface="Calibri"/>
                              <a:sym typeface="Calibri"/>
                            </a:rPr>
                            <a:t>0</a:t>
                          </a:r>
                          <a:endParaRPr sz="1100">
                            <a:latin typeface="Calibri"/>
                            <a:ea typeface="Calibri"/>
                            <a:cs typeface="Calibri"/>
                            <a:sym typeface="Calibri"/>
                          </a:endParaRPr>
                        </a:p>
                      </a:txBody>
                      <a:tcPr marL="68575" marR="68575" marT="0" marB="0">
                        <a:solidFill>
                          <a:srgbClr val="FFC000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lvl="0" indent="0" algn="ctr" rtl="0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None/>
                          </a:pPr>
                          <a:r>
                            <a:rPr lang="en" sz="1100">
                              <a:latin typeface="Calibri"/>
                              <a:ea typeface="Calibri"/>
                              <a:cs typeface="Calibri"/>
                              <a:sym typeface="Calibri"/>
                            </a:rPr>
                            <a:t>0</a:t>
                          </a:r>
                          <a:endParaRPr sz="1100">
                            <a:latin typeface="Calibri"/>
                            <a:ea typeface="Calibri"/>
                            <a:cs typeface="Calibri"/>
                            <a:sym typeface="Calibri"/>
                          </a:endParaRPr>
                        </a:p>
                      </a:txBody>
                      <a:tcPr marL="68575" marR="68575" marT="0" marB="0">
                        <a:solidFill>
                          <a:srgbClr val="FFC000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lvl="0" indent="0" algn="ctr" rtl="0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None/>
                          </a:pPr>
                          <a:r>
                            <a:rPr lang="en" sz="1100">
                              <a:latin typeface="Calibri"/>
                              <a:ea typeface="Calibri"/>
                              <a:cs typeface="Calibri"/>
                              <a:sym typeface="Calibri"/>
                            </a:rPr>
                            <a:t>0</a:t>
                          </a:r>
                          <a:endParaRPr sz="1100">
                            <a:latin typeface="Calibri"/>
                            <a:ea typeface="Calibri"/>
                            <a:cs typeface="Calibri"/>
                            <a:sym typeface="Calibri"/>
                          </a:endParaRPr>
                        </a:p>
                      </a:txBody>
                      <a:tcPr marL="68575" marR="68575" marT="0" marB="0">
                        <a:solidFill>
                          <a:srgbClr val="FFC000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lvl="0" indent="0" algn="ctr" rtl="0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None/>
                          </a:pPr>
                          <a:r>
                            <a:rPr lang="en" sz="1100">
                              <a:latin typeface="Calibri"/>
                              <a:ea typeface="Calibri"/>
                              <a:cs typeface="Calibri"/>
                              <a:sym typeface="Calibri"/>
                            </a:rPr>
                            <a:t>0</a:t>
                          </a:r>
                          <a:endParaRPr sz="1100">
                            <a:latin typeface="Calibri"/>
                            <a:ea typeface="Calibri"/>
                            <a:cs typeface="Calibri"/>
                            <a:sym typeface="Calibri"/>
                          </a:endParaRPr>
                        </a:p>
                      </a:txBody>
                      <a:tcPr marL="68575" marR="68575" marT="0" marB="0">
                        <a:solidFill>
                          <a:srgbClr val="FFC000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lvl="0" indent="0" algn="ctr" rtl="0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None/>
                          </a:pPr>
                          <a:r>
                            <a:rPr lang="en" sz="1100">
                              <a:latin typeface="Calibri"/>
                              <a:ea typeface="Calibri"/>
                              <a:cs typeface="Calibri"/>
                              <a:sym typeface="Calibri"/>
                            </a:rPr>
                            <a:t>0</a:t>
                          </a:r>
                          <a:endParaRPr sz="1100">
                            <a:latin typeface="Calibri"/>
                            <a:ea typeface="Calibri"/>
                            <a:cs typeface="Calibri"/>
                            <a:sym typeface="Calibri"/>
                          </a:endParaRPr>
                        </a:p>
                      </a:txBody>
                      <a:tcPr marL="68575" marR="68575" marT="0" marB="0">
                        <a:solidFill>
                          <a:srgbClr val="FFC000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lvl="0" indent="0" algn="ctr" rtl="0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None/>
                          </a:pPr>
                          <a:r>
                            <a:rPr lang="en" sz="1100">
                              <a:latin typeface="Calibri"/>
                              <a:ea typeface="Calibri"/>
                              <a:cs typeface="Calibri"/>
                              <a:sym typeface="Calibri"/>
                            </a:rPr>
                            <a:t>0</a:t>
                          </a:r>
                          <a:endParaRPr sz="1100">
                            <a:latin typeface="Calibri"/>
                            <a:ea typeface="Calibri"/>
                            <a:cs typeface="Calibri"/>
                            <a:sym typeface="Calibri"/>
                          </a:endParaRPr>
                        </a:p>
                      </a:txBody>
                      <a:tcPr marL="68575" marR="68575" marT="0" marB="0">
                        <a:solidFill>
                          <a:srgbClr val="FFC000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lvl="0" indent="0" algn="ctr" rtl="0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None/>
                          </a:pPr>
                          <a:r>
                            <a:rPr lang="en" sz="1100">
                              <a:latin typeface="Calibri"/>
                              <a:ea typeface="Calibri"/>
                              <a:cs typeface="Calibri"/>
                              <a:sym typeface="Calibri"/>
                            </a:rPr>
                            <a:t>1</a:t>
                          </a:r>
                          <a:endParaRPr sz="1100">
                            <a:latin typeface="Calibri"/>
                            <a:ea typeface="Calibri"/>
                            <a:cs typeface="Calibri"/>
                            <a:sym typeface="Calibri"/>
                          </a:endParaRPr>
                        </a:p>
                      </a:txBody>
                      <a:tcPr marL="68575" marR="68575" marT="0" marB="0">
                        <a:solidFill>
                          <a:srgbClr val="FFC000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lvl="0" indent="0" algn="ctr" rtl="0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None/>
                          </a:pPr>
                          <a:r>
                            <a:rPr lang="en" sz="1100">
                              <a:latin typeface="Calibri"/>
                              <a:ea typeface="Calibri"/>
                              <a:cs typeface="Calibri"/>
                              <a:sym typeface="Calibri"/>
                            </a:rPr>
                            <a:t>0</a:t>
                          </a:r>
                          <a:endParaRPr sz="1100">
                            <a:latin typeface="Calibri"/>
                            <a:ea typeface="Calibri"/>
                            <a:cs typeface="Calibri"/>
                            <a:sym typeface="Calibri"/>
                          </a:endParaRPr>
                        </a:p>
                      </a:txBody>
                      <a:tcPr marL="68575" marR="68575" marT="0" marB="0">
                        <a:solidFill>
                          <a:srgbClr val="FFC000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20"/>
                      </a:ext>
                    </a:extLst>
                  </a:tr>
                  <a:tr h="180975">
                    <a:tc>
                      <a:txBody>
                        <a:bodyPr/>
                        <a:lstStyle/>
                        <a:p>
                          <a:pPr marL="0" lvl="0" indent="0" algn="ctr" rtl="0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None/>
                          </a:pPr>
                          <a:r>
                            <a:rPr lang="en" sz="1100">
                              <a:latin typeface="Calibri"/>
                              <a:ea typeface="Calibri"/>
                              <a:cs typeface="Calibri"/>
                              <a:sym typeface="Calibri"/>
                            </a:rPr>
                            <a:t>S9</a:t>
                          </a:r>
                          <a:endParaRPr sz="1100">
                            <a:latin typeface="Calibri"/>
                            <a:ea typeface="Calibri"/>
                            <a:cs typeface="Calibri"/>
                            <a:sym typeface="Calibri"/>
                          </a:endParaRPr>
                        </a:p>
                      </a:txBody>
                      <a:tcPr marL="68575" marR="68575" marT="0" marB="0"/>
                    </a:tc>
                    <a:tc>
                      <a:txBody>
                        <a:bodyPr/>
                        <a:lstStyle/>
                        <a:p>
                          <a:pPr marL="0" lvl="0" indent="0" algn="ctr" rtl="0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None/>
                          </a:pPr>
                          <a:r>
                            <a:rPr lang="en" sz="1100">
                              <a:latin typeface="Calibri"/>
                              <a:ea typeface="Calibri"/>
                              <a:cs typeface="Calibri"/>
                              <a:sym typeface="Calibri"/>
                            </a:rPr>
                            <a:t>010010</a:t>
                          </a:r>
                          <a:endParaRPr sz="1100">
                            <a:latin typeface="Calibri"/>
                            <a:ea typeface="Calibri"/>
                            <a:cs typeface="Calibri"/>
                            <a:sym typeface="Calibri"/>
                          </a:endParaRPr>
                        </a:p>
                      </a:txBody>
                      <a:tcPr marL="68575" marR="68575" marT="0" marB="0"/>
                    </a:tc>
                    <a:tc>
                      <a:txBody>
                        <a:bodyPr/>
                        <a:lstStyle/>
                        <a:p>
                          <a:pPr marL="0" lvl="0" indent="0" algn="ctr" rtl="0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None/>
                          </a:pPr>
                          <a:r>
                            <a:rPr lang="en" sz="1100">
                              <a:latin typeface="Calibri"/>
                              <a:ea typeface="Calibri"/>
                              <a:cs typeface="Calibri"/>
                              <a:sym typeface="Calibri"/>
                            </a:rPr>
                            <a:t>0</a:t>
                          </a:r>
                          <a:endParaRPr sz="1100">
                            <a:latin typeface="Calibri"/>
                            <a:ea typeface="Calibri"/>
                            <a:cs typeface="Calibri"/>
                            <a:sym typeface="Calibri"/>
                          </a:endParaRPr>
                        </a:p>
                      </a:txBody>
                      <a:tcPr marL="68575" marR="68575" marT="0" marB="0">
                        <a:solidFill>
                          <a:srgbClr val="9CC3E5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lvl="0" indent="0" algn="ctr" rtl="0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None/>
                          </a:pPr>
                          <a:r>
                            <a:rPr lang="en" sz="1100">
                              <a:latin typeface="Calibri"/>
                              <a:ea typeface="Calibri"/>
                              <a:cs typeface="Calibri"/>
                              <a:sym typeface="Calibri"/>
                            </a:rPr>
                            <a:t>0</a:t>
                          </a:r>
                          <a:endParaRPr sz="1100">
                            <a:latin typeface="Calibri"/>
                            <a:ea typeface="Calibri"/>
                            <a:cs typeface="Calibri"/>
                            <a:sym typeface="Calibri"/>
                          </a:endParaRPr>
                        </a:p>
                      </a:txBody>
                      <a:tcPr marL="68575" marR="68575" marT="0" marB="0">
                        <a:solidFill>
                          <a:srgbClr val="00B0F0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lvl="0" indent="0" algn="ctr" rtl="0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None/>
                          </a:pPr>
                          <a:r>
                            <a:rPr lang="en" sz="1100">
                              <a:latin typeface="Calibri"/>
                              <a:ea typeface="Calibri"/>
                              <a:cs typeface="Calibri"/>
                              <a:sym typeface="Calibri"/>
                            </a:rPr>
                            <a:t>1</a:t>
                          </a:r>
                          <a:endParaRPr sz="1100">
                            <a:latin typeface="Calibri"/>
                            <a:ea typeface="Calibri"/>
                            <a:cs typeface="Calibri"/>
                            <a:sym typeface="Calibri"/>
                          </a:endParaRPr>
                        </a:p>
                      </a:txBody>
                      <a:tcPr marL="68575" marR="68575" marT="0" marB="0">
                        <a:solidFill>
                          <a:srgbClr val="00B0F0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lvl="0" indent="0" algn="ctr" rtl="0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None/>
                          </a:pPr>
                          <a:r>
                            <a:rPr lang="en" sz="1100">
                              <a:latin typeface="Calibri"/>
                              <a:ea typeface="Calibri"/>
                              <a:cs typeface="Calibri"/>
                              <a:sym typeface="Calibri"/>
                            </a:rPr>
                            <a:t>1</a:t>
                          </a:r>
                          <a:endParaRPr sz="1100">
                            <a:latin typeface="Calibri"/>
                            <a:ea typeface="Calibri"/>
                            <a:cs typeface="Calibri"/>
                            <a:sym typeface="Calibri"/>
                          </a:endParaRPr>
                        </a:p>
                      </a:txBody>
                      <a:tcPr marL="68575" marR="68575" marT="0" marB="0">
                        <a:solidFill>
                          <a:srgbClr val="00B0F0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lvl="0" indent="0" algn="ctr" rtl="0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None/>
                          </a:pPr>
                          <a:r>
                            <a:rPr lang="en" sz="1100">
                              <a:latin typeface="Calibri"/>
                              <a:ea typeface="Calibri"/>
                              <a:cs typeface="Calibri"/>
                              <a:sym typeface="Calibri"/>
                            </a:rPr>
                            <a:t>1</a:t>
                          </a:r>
                          <a:endParaRPr sz="1100">
                            <a:latin typeface="Calibri"/>
                            <a:ea typeface="Calibri"/>
                            <a:cs typeface="Calibri"/>
                            <a:sym typeface="Calibri"/>
                          </a:endParaRPr>
                        </a:p>
                      </a:txBody>
                      <a:tcPr marL="68575" marR="68575" marT="0" marB="0">
                        <a:solidFill>
                          <a:srgbClr val="00B0F0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lvl="0" indent="0" algn="ctr" rtl="0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None/>
                          </a:pPr>
                          <a:r>
                            <a:rPr lang="en" sz="1100">
                              <a:latin typeface="Calibri"/>
                              <a:ea typeface="Calibri"/>
                              <a:cs typeface="Calibri"/>
                              <a:sym typeface="Calibri"/>
                            </a:rPr>
                            <a:t>0</a:t>
                          </a:r>
                          <a:endParaRPr sz="1100">
                            <a:latin typeface="Calibri"/>
                            <a:ea typeface="Calibri"/>
                            <a:cs typeface="Calibri"/>
                            <a:sym typeface="Calibri"/>
                          </a:endParaRPr>
                        </a:p>
                      </a:txBody>
                      <a:tcPr marL="68575" marR="68575" marT="0" marB="0">
                        <a:solidFill>
                          <a:srgbClr val="0070C0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lvl="0" indent="0" algn="ctr" rtl="0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None/>
                          </a:pPr>
                          <a:r>
                            <a:rPr lang="en" sz="1100">
                              <a:latin typeface="Calibri"/>
                              <a:ea typeface="Calibri"/>
                              <a:cs typeface="Calibri"/>
                              <a:sym typeface="Calibri"/>
                            </a:rPr>
                            <a:t>1</a:t>
                          </a:r>
                          <a:endParaRPr sz="1100">
                            <a:latin typeface="Calibri"/>
                            <a:ea typeface="Calibri"/>
                            <a:cs typeface="Calibri"/>
                            <a:sym typeface="Calibri"/>
                          </a:endParaRPr>
                        </a:p>
                      </a:txBody>
                      <a:tcPr marL="68575" marR="68575" marT="0" marB="0">
                        <a:solidFill>
                          <a:srgbClr val="0070C0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lvl="0" indent="0" algn="ctr" rtl="0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None/>
                          </a:pPr>
                          <a:r>
                            <a:rPr lang="en" sz="1100">
                              <a:latin typeface="Calibri"/>
                              <a:ea typeface="Calibri"/>
                              <a:cs typeface="Calibri"/>
                              <a:sym typeface="Calibri"/>
                            </a:rPr>
                            <a:t>0</a:t>
                          </a:r>
                          <a:endParaRPr sz="1100">
                            <a:latin typeface="Calibri"/>
                            <a:ea typeface="Calibri"/>
                            <a:cs typeface="Calibri"/>
                            <a:sym typeface="Calibri"/>
                          </a:endParaRPr>
                        </a:p>
                      </a:txBody>
                      <a:tcPr marL="68575" marR="68575" marT="0" marB="0">
                        <a:solidFill>
                          <a:srgbClr val="0070C0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lvl="0" indent="0" algn="ctr" rtl="0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None/>
                          </a:pPr>
                          <a:r>
                            <a:rPr lang="en" sz="1100">
                              <a:latin typeface="Calibri"/>
                              <a:ea typeface="Calibri"/>
                              <a:cs typeface="Calibri"/>
                              <a:sym typeface="Calibri"/>
                            </a:rPr>
                            <a:t>0</a:t>
                          </a:r>
                          <a:endParaRPr sz="1100">
                            <a:latin typeface="Calibri"/>
                            <a:ea typeface="Calibri"/>
                            <a:cs typeface="Calibri"/>
                            <a:sym typeface="Calibri"/>
                          </a:endParaRPr>
                        </a:p>
                      </a:txBody>
                      <a:tcPr marL="68575" marR="68575" marT="0" marB="0">
                        <a:solidFill>
                          <a:srgbClr val="0070C0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lvl="0" indent="0" algn="ctr" rtl="0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None/>
                          </a:pPr>
                          <a:r>
                            <a:rPr lang="en" sz="1100">
                              <a:latin typeface="Calibri"/>
                              <a:ea typeface="Calibri"/>
                              <a:cs typeface="Calibri"/>
                              <a:sym typeface="Calibri"/>
                            </a:rPr>
                            <a:t>1</a:t>
                          </a:r>
                          <a:endParaRPr sz="1100">
                            <a:latin typeface="Calibri"/>
                            <a:ea typeface="Calibri"/>
                            <a:cs typeface="Calibri"/>
                            <a:sym typeface="Calibri"/>
                          </a:endParaRPr>
                        </a:p>
                      </a:txBody>
                      <a:tcPr marL="68575" marR="68575" marT="0" marB="0">
                        <a:solidFill>
                          <a:srgbClr val="0070C0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lvl="0" indent="0" algn="ctr" rtl="0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None/>
                          </a:pPr>
                          <a:r>
                            <a:rPr lang="en" sz="1100">
                              <a:latin typeface="Calibri"/>
                              <a:ea typeface="Calibri"/>
                              <a:cs typeface="Calibri"/>
                              <a:sym typeface="Calibri"/>
                            </a:rPr>
                            <a:t>1</a:t>
                          </a:r>
                          <a:endParaRPr sz="1100">
                            <a:latin typeface="Calibri"/>
                            <a:ea typeface="Calibri"/>
                            <a:cs typeface="Calibri"/>
                            <a:sym typeface="Calibri"/>
                          </a:endParaRPr>
                        </a:p>
                      </a:txBody>
                      <a:tcPr marL="68575" marR="68575" marT="0" marB="0">
                        <a:solidFill>
                          <a:srgbClr val="0070C0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21"/>
                      </a:ext>
                    </a:extLst>
                  </a:tr>
                  <a:tr h="186325">
                    <a:tc>
                      <a:txBody>
                        <a:bodyPr/>
                        <a:lstStyle/>
                        <a:p>
                          <a:pPr marL="0" lvl="0" indent="0" algn="ctr" rtl="0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None/>
                          </a:pPr>
                          <a:r>
                            <a:rPr lang="en" sz="1100">
                              <a:latin typeface="Calibri"/>
                              <a:ea typeface="Calibri"/>
                              <a:cs typeface="Calibri"/>
                              <a:sym typeface="Calibri"/>
                            </a:rPr>
                            <a:t>S17</a:t>
                          </a:r>
                          <a:endParaRPr sz="1100">
                            <a:latin typeface="Calibri"/>
                            <a:ea typeface="Calibri"/>
                            <a:cs typeface="Calibri"/>
                            <a:sym typeface="Calibri"/>
                          </a:endParaRPr>
                        </a:p>
                      </a:txBody>
                      <a:tcPr marL="68575" marR="68575" marT="0" marB="0"/>
                    </a:tc>
                    <a:tc>
                      <a:txBody>
                        <a:bodyPr/>
                        <a:lstStyle/>
                        <a:p>
                          <a:pPr marL="0" lvl="0" indent="0" algn="ctr" rtl="0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None/>
                          </a:pPr>
                          <a:r>
                            <a:rPr lang="en" sz="1100">
                              <a:latin typeface="Calibri"/>
                              <a:ea typeface="Calibri"/>
                              <a:cs typeface="Calibri"/>
                              <a:sym typeface="Calibri"/>
                            </a:rPr>
                            <a:t>010011</a:t>
                          </a:r>
                          <a:endParaRPr sz="1100">
                            <a:latin typeface="Calibri"/>
                            <a:ea typeface="Calibri"/>
                            <a:cs typeface="Calibri"/>
                            <a:sym typeface="Calibri"/>
                          </a:endParaRPr>
                        </a:p>
                      </a:txBody>
                      <a:tcPr marL="68575" marR="68575" marT="0" marB="0"/>
                    </a:tc>
                    <a:tc>
                      <a:txBody>
                        <a:bodyPr/>
                        <a:lstStyle/>
                        <a:p>
                          <a:pPr marL="0" lvl="0" indent="0" algn="ctr" rtl="0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None/>
                          </a:pPr>
                          <a:r>
                            <a:rPr lang="en" sz="1100">
                              <a:latin typeface="Calibri"/>
                              <a:ea typeface="Calibri"/>
                              <a:cs typeface="Calibri"/>
                              <a:sym typeface="Calibri"/>
                            </a:rPr>
                            <a:t>0</a:t>
                          </a:r>
                          <a:endParaRPr sz="1100">
                            <a:latin typeface="Calibri"/>
                            <a:ea typeface="Calibri"/>
                            <a:cs typeface="Calibri"/>
                            <a:sym typeface="Calibri"/>
                          </a:endParaRPr>
                        </a:p>
                      </a:txBody>
                      <a:tcPr marL="68575" marR="68575" marT="0" marB="0">
                        <a:solidFill>
                          <a:srgbClr val="9CC3E5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lvl="0" indent="0" algn="ctr" rtl="0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None/>
                          </a:pPr>
                          <a:r>
                            <a:rPr lang="en" sz="1100">
                              <a:latin typeface="Calibri"/>
                              <a:ea typeface="Calibri"/>
                              <a:cs typeface="Calibri"/>
                              <a:sym typeface="Calibri"/>
                            </a:rPr>
                            <a:t>1</a:t>
                          </a:r>
                          <a:endParaRPr sz="1100">
                            <a:latin typeface="Calibri"/>
                            <a:ea typeface="Calibri"/>
                            <a:cs typeface="Calibri"/>
                            <a:sym typeface="Calibri"/>
                          </a:endParaRPr>
                        </a:p>
                      </a:txBody>
                      <a:tcPr marL="68575" marR="68575" marT="0" marB="0">
                        <a:solidFill>
                          <a:srgbClr val="00B0F0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lvl="0" indent="0" algn="ctr" rtl="0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None/>
                          </a:pPr>
                          <a:r>
                            <a:rPr lang="en" sz="1100">
                              <a:latin typeface="Calibri"/>
                              <a:ea typeface="Calibri"/>
                              <a:cs typeface="Calibri"/>
                              <a:sym typeface="Calibri"/>
                            </a:rPr>
                            <a:t>0</a:t>
                          </a:r>
                          <a:endParaRPr sz="1100">
                            <a:latin typeface="Calibri"/>
                            <a:ea typeface="Calibri"/>
                            <a:cs typeface="Calibri"/>
                            <a:sym typeface="Calibri"/>
                          </a:endParaRPr>
                        </a:p>
                      </a:txBody>
                      <a:tcPr marL="68575" marR="68575" marT="0" marB="0">
                        <a:solidFill>
                          <a:srgbClr val="00B0F0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lvl="0" indent="0" algn="ctr" rtl="0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None/>
                          </a:pPr>
                          <a:r>
                            <a:rPr lang="en" sz="1100">
                              <a:latin typeface="Calibri"/>
                              <a:ea typeface="Calibri"/>
                              <a:cs typeface="Calibri"/>
                              <a:sym typeface="Calibri"/>
                            </a:rPr>
                            <a:t>0</a:t>
                          </a:r>
                          <a:endParaRPr sz="1100">
                            <a:latin typeface="Calibri"/>
                            <a:ea typeface="Calibri"/>
                            <a:cs typeface="Calibri"/>
                            <a:sym typeface="Calibri"/>
                          </a:endParaRPr>
                        </a:p>
                      </a:txBody>
                      <a:tcPr marL="68575" marR="68575" marT="0" marB="0">
                        <a:solidFill>
                          <a:srgbClr val="00B0F0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lvl="0" indent="0" algn="ctr" rtl="0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None/>
                          </a:pPr>
                          <a:r>
                            <a:rPr lang="en" sz="1100">
                              <a:latin typeface="Calibri"/>
                              <a:ea typeface="Calibri"/>
                              <a:cs typeface="Calibri"/>
                              <a:sym typeface="Calibri"/>
                            </a:rPr>
                            <a:t>0</a:t>
                          </a:r>
                          <a:endParaRPr sz="1100">
                            <a:latin typeface="Calibri"/>
                            <a:ea typeface="Calibri"/>
                            <a:cs typeface="Calibri"/>
                            <a:sym typeface="Calibri"/>
                          </a:endParaRPr>
                        </a:p>
                      </a:txBody>
                      <a:tcPr marL="68575" marR="68575" marT="0" marB="0">
                        <a:solidFill>
                          <a:srgbClr val="00B0F0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lvl="0" indent="0" algn="ctr" rtl="0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None/>
                          </a:pPr>
                          <a:r>
                            <a:rPr lang="en" sz="1100">
                              <a:latin typeface="Calibri"/>
                              <a:ea typeface="Calibri"/>
                              <a:cs typeface="Calibri"/>
                              <a:sym typeface="Calibri"/>
                            </a:rPr>
                            <a:t>0</a:t>
                          </a:r>
                          <a:endParaRPr sz="1100">
                            <a:latin typeface="Calibri"/>
                            <a:ea typeface="Calibri"/>
                            <a:cs typeface="Calibri"/>
                            <a:sym typeface="Calibri"/>
                          </a:endParaRPr>
                        </a:p>
                      </a:txBody>
                      <a:tcPr marL="68575" marR="68575" marT="0" marB="0">
                        <a:solidFill>
                          <a:srgbClr val="0070C0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lvl="0" indent="0" algn="ctr" rtl="0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None/>
                          </a:pPr>
                          <a:r>
                            <a:rPr lang="en" sz="1100">
                              <a:latin typeface="Calibri"/>
                              <a:ea typeface="Calibri"/>
                              <a:cs typeface="Calibri"/>
                              <a:sym typeface="Calibri"/>
                            </a:rPr>
                            <a:t>1</a:t>
                          </a:r>
                          <a:endParaRPr sz="1100">
                            <a:latin typeface="Calibri"/>
                            <a:ea typeface="Calibri"/>
                            <a:cs typeface="Calibri"/>
                            <a:sym typeface="Calibri"/>
                          </a:endParaRPr>
                        </a:p>
                      </a:txBody>
                      <a:tcPr marL="68575" marR="68575" marT="0" marB="0">
                        <a:solidFill>
                          <a:srgbClr val="0070C0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lvl="0" indent="0" algn="ctr" rtl="0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None/>
                          </a:pPr>
                          <a:r>
                            <a:rPr lang="en" sz="1100">
                              <a:latin typeface="Calibri"/>
                              <a:ea typeface="Calibri"/>
                              <a:cs typeface="Calibri"/>
                              <a:sym typeface="Calibri"/>
                            </a:rPr>
                            <a:t>0</a:t>
                          </a:r>
                          <a:endParaRPr sz="1100">
                            <a:latin typeface="Calibri"/>
                            <a:ea typeface="Calibri"/>
                            <a:cs typeface="Calibri"/>
                            <a:sym typeface="Calibri"/>
                          </a:endParaRPr>
                        </a:p>
                      </a:txBody>
                      <a:tcPr marL="68575" marR="68575" marT="0" marB="0">
                        <a:solidFill>
                          <a:srgbClr val="0070C0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lvl="0" indent="0" algn="ctr" rtl="0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None/>
                          </a:pPr>
                          <a:r>
                            <a:rPr lang="en" sz="1100">
                              <a:latin typeface="Calibri"/>
                              <a:ea typeface="Calibri"/>
                              <a:cs typeface="Calibri"/>
                              <a:sym typeface="Calibri"/>
                            </a:rPr>
                            <a:t>1</a:t>
                          </a:r>
                          <a:endParaRPr sz="1100">
                            <a:latin typeface="Calibri"/>
                            <a:ea typeface="Calibri"/>
                            <a:cs typeface="Calibri"/>
                            <a:sym typeface="Calibri"/>
                          </a:endParaRPr>
                        </a:p>
                      </a:txBody>
                      <a:tcPr marL="68575" marR="68575" marT="0" marB="0">
                        <a:solidFill>
                          <a:srgbClr val="0070C0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lvl="0" indent="0" algn="ctr" rtl="0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None/>
                          </a:pPr>
                          <a:r>
                            <a:rPr lang="en" sz="1100">
                              <a:latin typeface="Calibri"/>
                              <a:ea typeface="Calibri"/>
                              <a:cs typeface="Calibri"/>
                              <a:sym typeface="Calibri"/>
                            </a:rPr>
                            <a:t>0</a:t>
                          </a:r>
                          <a:endParaRPr sz="1100">
                            <a:latin typeface="Calibri"/>
                            <a:ea typeface="Calibri"/>
                            <a:cs typeface="Calibri"/>
                            <a:sym typeface="Calibri"/>
                          </a:endParaRPr>
                        </a:p>
                      </a:txBody>
                      <a:tcPr marL="68575" marR="68575" marT="0" marB="0">
                        <a:solidFill>
                          <a:srgbClr val="0070C0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lvl="0" indent="0" algn="ctr" rtl="0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None/>
                          </a:pPr>
                          <a:r>
                            <a:rPr lang="en" sz="1100">
                              <a:latin typeface="Calibri"/>
                              <a:ea typeface="Calibri"/>
                              <a:cs typeface="Calibri"/>
                              <a:sym typeface="Calibri"/>
                            </a:rPr>
                            <a:t>0</a:t>
                          </a:r>
                          <a:endParaRPr sz="1100">
                            <a:latin typeface="Calibri"/>
                            <a:ea typeface="Calibri"/>
                            <a:cs typeface="Calibri"/>
                            <a:sym typeface="Calibri"/>
                          </a:endParaRPr>
                        </a:p>
                      </a:txBody>
                      <a:tcPr marL="68575" marR="68575" marT="0" marB="0">
                        <a:solidFill>
                          <a:srgbClr val="0070C0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22"/>
                      </a:ext>
                    </a:extLst>
                  </a:tr>
                  <a:tr h="180975">
                    <a:tc>
                      <a:txBody>
                        <a:bodyPr/>
                        <a:lstStyle/>
                        <a:p>
                          <a:pPr marL="0" lvl="0" indent="0" algn="ctr" rtl="0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None/>
                          </a:pPr>
                          <a:r>
                            <a:rPr lang="en" sz="1100">
                              <a:latin typeface="Calibri"/>
                              <a:ea typeface="Calibri"/>
                              <a:cs typeface="Calibri"/>
                              <a:sym typeface="Calibri"/>
                            </a:rPr>
                            <a:t>S19</a:t>
                          </a:r>
                          <a:endParaRPr sz="1100">
                            <a:latin typeface="Calibri"/>
                            <a:ea typeface="Calibri"/>
                            <a:cs typeface="Calibri"/>
                            <a:sym typeface="Calibri"/>
                          </a:endParaRPr>
                        </a:p>
                      </a:txBody>
                      <a:tcPr marL="68575" marR="68575" marT="0" marB="0"/>
                    </a:tc>
                    <a:tc>
                      <a:txBody>
                        <a:bodyPr/>
                        <a:lstStyle/>
                        <a:p>
                          <a:pPr marL="0" lvl="0" indent="0" algn="ctr" rtl="0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None/>
                          </a:pPr>
                          <a:r>
                            <a:rPr lang="en" sz="1100">
                              <a:latin typeface="Calibri"/>
                              <a:ea typeface="Calibri"/>
                              <a:cs typeface="Calibri"/>
                              <a:sym typeface="Calibri"/>
                            </a:rPr>
                            <a:t>010100</a:t>
                          </a:r>
                          <a:endParaRPr sz="1100">
                            <a:latin typeface="Calibri"/>
                            <a:ea typeface="Calibri"/>
                            <a:cs typeface="Calibri"/>
                            <a:sym typeface="Calibri"/>
                          </a:endParaRPr>
                        </a:p>
                      </a:txBody>
                      <a:tcPr marL="68575" marR="68575" marT="0" marB="0"/>
                    </a:tc>
                    <a:tc>
                      <a:txBody>
                        <a:bodyPr/>
                        <a:lstStyle/>
                        <a:p>
                          <a:pPr marL="0" lvl="0" indent="0" algn="ctr" rtl="0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None/>
                          </a:pPr>
                          <a:r>
                            <a:rPr lang="en" sz="1100">
                              <a:latin typeface="Calibri"/>
                              <a:ea typeface="Calibri"/>
                              <a:cs typeface="Calibri"/>
                              <a:sym typeface="Calibri"/>
                            </a:rPr>
                            <a:t>0</a:t>
                          </a:r>
                          <a:endParaRPr sz="1100">
                            <a:latin typeface="Calibri"/>
                            <a:ea typeface="Calibri"/>
                            <a:cs typeface="Calibri"/>
                            <a:sym typeface="Calibri"/>
                          </a:endParaRPr>
                        </a:p>
                      </a:txBody>
                      <a:tcPr marL="68575" marR="68575" marT="0" marB="0">
                        <a:solidFill>
                          <a:srgbClr val="9CC3E5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lvl="0" indent="0" algn="ctr" rtl="0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None/>
                          </a:pPr>
                          <a:r>
                            <a:rPr lang="en" sz="1100">
                              <a:latin typeface="Calibri"/>
                              <a:ea typeface="Calibri"/>
                              <a:cs typeface="Calibri"/>
                              <a:sym typeface="Calibri"/>
                            </a:rPr>
                            <a:t>1</a:t>
                          </a:r>
                          <a:endParaRPr sz="1100">
                            <a:latin typeface="Calibri"/>
                            <a:ea typeface="Calibri"/>
                            <a:cs typeface="Calibri"/>
                            <a:sym typeface="Calibri"/>
                          </a:endParaRPr>
                        </a:p>
                      </a:txBody>
                      <a:tcPr marL="68575" marR="68575" marT="0" marB="0">
                        <a:solidFill>
                          <a:srgbClr val="00B0F0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lvl="0" indent="0" algn="ctr" rtl="0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None/>
                          </a:pPr>
                          <a:r>
                            <a:rPr lang="en" sz="1100">
                              <a:latin typeface="Calibri"/>
                              <a:ea typeface="Calibri"/>
                              <a:cs typeface="Calibri"/>
                              <a:sym typeface="Calibri"/>
                            </a:rPr>
                            <a:t>0</a:t>
                          </a:r>
                          <a:endParaRPr sz="1100">
                            <a:latin typeface="Calibri"/>
                            <a:ea typeface="Calibri"/>
                            <a:cs typeface="Calibri"/>
                            <a:sym typeface="Calibri"/>
                          </a:endParaRPr>
                        </a:p>
                      </a:txBody>
                      <a:tcPr marL="68575" marR="68575" marT="0" marB="0">
                        <a:solidFill>
                          <a:srgbClr val="00B0F0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lvl="0" indent="0" algn="ctr" rtl="0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None/>
                          </a:pPr>
                          <a:r>
                            <a:rPr lang="en" sz="1100">
                              <a:latin typeface="Calibri"/>
                              <a:ea typeface="Calibri"/>
                              <a:cs typeface="Calibri"/>
                              <a:sym typeface="Calibri"/>
                            </a:rPr>
                            <a:t>0</a:t>
                          </a:r>
                          <a:endParaRPr sz="1100">
                            <a:latin typeface="Calibri"/>
                            <a:ea typeface="Calibri"/>
                            <a:cs typeface="Calibri"/>
                            <a:sym typeface="Calibri"/>
                          </a:endParaRPr>
                        </a:p>
                      </a:txBody>
                      <a:tcPr marL="68575" marR="68575" marT="0" marB="0">
                        <a:solidFill>
                          <a:srgbClr val="00B0F0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lvl="0" indent="0" algn="ctr" rtl="0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None/>
                          </a:pPr>
                          <a:r>
                            <a:rPr lang="en" sz="1100">
                              <a:latin typeface="Calibri"/>
                              <a:ea typeface="Calibri"/>
                              <a:cs typeface="Calibri"/>
                              <a:sym typeface="Calibri"/>
                            </a:rPr>
                            <a:t>1</a:t>
                          </a:r>
                          <a:endParaRPr sz="1100">
                            <a:latin typeface="Calibri"/>
                            <a:ea typeface="Calibri"/>
                            <a:cs typeface="Calibri"/>
                            <a:sym typeface="Calibri"/>
                          </a:endParaRPr>
                        </a:p>
                      </a:txBody>
                      <a:tcPr marL="68575" marR="68575" marT="0" marB="0">
                        <a:solidFill>
                          <a:srgbClr val="00B0F0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lvl="0" indent="0" algn="ctr" rtl="0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None/>
                          </a:pPr>
                          <a:r>
                            <a:rPr lang="en" sz="1100">
                              <a:latin typeface="Calibri"/>
                              <a:ea typeface="Calibri"/>
                              <a:cs typeface="Calibri"/>
                              <a:sym typeface="Calibri"/>
                            </a:rPr>
                            <a:t>0</a:t>
                          </a:r>
                          <a:endParaRPr sz="1100">
                            <a:latin typeface="Calibri"/>
                            <a:ea typeface="Calibri"/>
                            <a:cs typeface="Calibri"/>
                            <a:sym typeface="Calibri"/>
                          </a:endParaRPr>
                        </a:p>
                      </a:txBody>
                      <a:tcPr marL="68575" marR="68575" marT="0" marB="0">
                        <a:solidFill>
                          <a:srgbClr val="0070C0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lvl="0" indent="0" algn="ctr" rtl="0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None/>
                          </a:pPr>
                          <a:r>
                            <a:rPr lang="en" sz="1100">
                              <a:latin typeface="Calibri"/>
                              <a:ea typeface="Calibri"/>
                              <a:cs typeface="Calibri"/>
                              <a:sym typeface="Calibri"/>
                            </a:rPr>
                            <a:t>1</a:t>
                          </a:r>
                          <a:endParaRPr sz="1100">
                            <a:latin typeface="Calibri"/>
                            <a:ea typeface="Calibri"/>
                            <a:cs typeface="Calibri"/>
                            <a:sym typeface="Calibri"/>
                          </a:endParaRPr>
                        </a:p>
                      </a:txBody>
                      <a:tcPr marL="68575" marR="68575" marT="0" marB="0">
                        <a:solidFill>
                          <a:srgbClr val="0070C0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lvl="0" indent="0" algn="ctr" rtl="0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None/>
                          </a:pPr>
                          <a:r>
                            <a:rPr lang="en" sz="1100">
                              <a:latin typeface="Calibri"/>
                              <a:ea typeface="Calibri"/>
                              <a:cs typeface="Calibri"/>
                              <a:sym typeface="Calibri"/>
                            </a:rPr>
                            <a:t>0</a:t>
                          </a:r>
                          <a:endParaRPr sz="1100">
                            <a:latin typeface="Calibri"/>
                            <a:ea typeface="Calibri"/>
                            <a:cs typeface="Calibri"/>
                            <a:sym typeface="Calibri"/>
                          </a:endParaRPr>
                        </a:p>
                      </a:txBody>
                      <a:tcPr marL="68575" marR="68575" marT="0" marB="0">
                        <a:solidFill>
                          <a:srgbClr val="0070C0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lvl="0" indent="0" algn="ctr" rtl="0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None/>
                          </a:pPr>
                          <a:r>
                            <a:rPr lang="en" sz="1100">
                              <a:latin typeface="Calibri"/>
                              <a:ea typeface="Calibri"/>
                              <a:cs typeface="Calibri"/>
                              <a:sym typeface="Calibri"/>
                            </a:rPr>
                            <a:t>1</a:t>
                          </a:r>
                          <a:endParaRPr sz="1100">
                            <a:latin typeface="Calibri"/>
                            <a:ea typeface="Calibri"/>
                            <a:cs typeface="Calibri"/>
                            <a:sym typeface="Calibri"/>
                          </a:endParaRPr>
                        </a:p>
                      </a:txBody>
                      <a:tcPr marL="68575" marR="68575" marT="0" marB="0">
                        <a:solidFill>
                          <a:srgbClr val="0070C0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lvl="0" indent="0" algn="ctr" rtl="0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None/>
                          </a:pPr>
                          <a:r>
                            <a:rPr lang="en" sz="1100">
                              <a:latin typeface="Calibri"/>
                              <a:ea typeface="Calibri"/>
                              <a:cs typeface="Calibri"/>
                              <a:sym typeface="Calibri"/>
                            </a:rPr>
                            <a:t>0</a:t>
                          </a:r>
                          <a:endParaRPr sz="1100">
                            <a:latin typeface="Calibri"/>
                            <a:ea typeface="Calibri"/>
                            <a:cs typeface="Calibri"/>
                            <a:sym typeface="Calibri"/>
                          </a:endParaRPr>
                        </a:p>
                      </a:txBody>
                      <a:tcPr marL="68575" marR="68575" marT="0" marB="0">
                        <a:solidFill>
                          <a:srgbClr val="0070C0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lvl="0" indent="0" algn="ctr" rtl="0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None/>
                          </a:pPr>
                          <a:r>
                            <a:rPr lang="en" sz="1100">
                              <a:latin typeface="Calibri"/>
                              <a:ea typeface="Calibri"/>
                              <a:cs typeface="Calibri"/>
                              <a:sym typeface="Calibri"/>
                            </a:rPr>
                            <a:t>1</a:t>
                          </a:r>
                          <a:endParaRPr sz="1100">
                            <a:latin typeface="Calibri"/>
                            <a:ea typeface="Calibri"/>
                            <a:cs typeface="Calibri"/>
                            <a:sym typeface="Calibri"/>
                          </a:endParaRPr>
                        </a:p>
                      </a:txBody>
                      <a:tcPr marL="68575" marR="68575" marT="0" marB="0">
                        <a:solidFill>
                          <a:srgbClr val="0070C0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23"/>
                      </a:ext>
                    </a:extLst>
                  </a:tr>
                  <a:tr h="186325">
                    <a:tc>
                      <a:txBody>
                        <a:bodyPr/>
                        <a:lstStyle/>
                        <a:p>
                          <a:pPr marL="0" lvl="0" indent="0" algn="ctr" rtl="0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None/>
                          </a:pPr>
                          <a:r>
                            <a:rPr lang="en" sz="1100">
                              <a:latin typeface="Calibri"/>
                              <a:ea typeface="Calibri"/>
                              <a:cs typeface="Calibri"/>
                              <a:sym typeface="Calibri"/>
                            </a:rPr>
                            <a:t>S21</a:t>
                          </a:r>
                          <a:endParaRPr sz="1100">
                            <a:latin typeface="Calibri"/>
                            <a:ea typeface="Calibri"/>
                            <a:cs typeface="Calibri"/>
                            <a:sym typeface="Calibri"/>
                          </a:endParaRPr>
                        </a:p>
                      </a:txBody>
                      <a:tcPr marL="68575" marR="68575" marT="0" marB="0"/>
                    </a:tc>
                    <a:tc>
                      <a:txBody>
                        <a:bodyPr/>
                        <a:lstStyle/>
                        <a:p>
                          <a:pPr marL="0" lvl="0" indent="0" algn="ctr" rtl="0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None/>
                          </a:pPr>
                          <a:r>
                            <a:rPr lang="en" sz="1100">
                              <a:latin typeface="Calibri"/>
                              <a:ea typeface="Calibri"/>
                              <a:cs typeface="Calibri"/>
                              <a:sym typeface="Calibri"/>
                            </a:rPr>
                            <a:t>010101</a:t>
                          </a:r>
                          <a:endParaRPr sz="1100">
                            <a:latin typeface="Calibri"/>
                            <a:ea typeface="Calibri"/>
                            <a:cs typeface="Calibri"/>
                            <a:sym typeface="Calibri"/>
                          </a:endParaRPr>
                        </a:p>
                      </a:txBody>
                      <a:tcPr marL="68575" marR="68575" marT="0" marB="0"/>
                    </a:tc>
                    <a:tc>
                      <a:txBody>
                        <a:bodyPr/>
                        <a:lstStyle/>
                        <a:p>
                          <a:pPr marL="0" lvl="0" indent="0" algn="ctr" rtl="0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None/>
                          </a:pPr>
                          <a:r>
                            <a:rPr lang="en" sz="1100">
                              <a:latin typeface="Calibri"/>
                              <a:ea typeface="Calibri"/>
                              <a:cs typeface="Calibri"/>
                              <a:sym typeface="Calibri"/>
                            </a:rPr>
                            <a:t>1</a:t>
                          </a:r>
                          <a:endParaRPr sz="1100">
                            <a:latin typeface="Calibri"/>
                            <a:ea typeface="Calibri"/>
                            <a:cs typeface="Calibri"/>
                            <a:sym typeface="Calibri"/>
                          </a:endParaRPr>
                        </a:p>
                      </a:txBody>
                      <a:tcPr marL="68575" marR="68575" marT="0" marB="0">
                        <a:solidFill>
                          <a:srgbClr val="FFD965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lvl="0" indent="0" algn="ctr" rtl="0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None/>
                          </a:pPr>
                          <a:r>
                            <a:rPr lang="en" sz="1100">
                              <a:latin typeface="Calibri"/>
                              <a:ea typeface="Calibri"/>
                              <a:cs typeface="Calibri"/>
                              <a:sym typeface="Calibri"/>
                            </a:rPr>
                            <a:t>0</a:t>
                          </a:r>
                          <a:endParaRPr sz="1100">
                            <a:latin typeface="Calibri"/>
                            <a:ea typeface="Calibri"/>
                            <a:cs typeface="Calibri"/>
                            <a:sym typeface="Calibri"/>
                          </a:endParaRPr>
                        </a:p>
                      </a:txBody>
                      <a:tcPr marL="68575" marR="68575" marT="0" marB="0">
                        <a:solidFill>
                          <a:srgbClr val="FFC000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lvl="0" indent="0" algn="ctr" rtl="0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None/>
                          </a:pPr>
                          <a:r>
                            <a:rPr lang="en" sz="1100">
                              <a:latin typeface="Calibri"/>
                              <a:ea typeface="Calibri"/>
                              <a:cs typeface="Calibri"/>
                              <a:sym typeface="Calibri"/>
                            </a:rPr>
                            <a:t>0</a:t>
                          </a:r>
                          <a:endParaRPr sz="1100">
                            <a:latin typeface="Calibri"/>
                            <a:ea typeface="Calibri"/>
                            <a:cs typeface="Calibri"/>
                            <a:sym typeface="Calibri"/>
                          </a:endParaRPr>
                        </a:p>
                      </a:txBody>
                      <a:tcPr marL="68575" marR="68575" marT="0" marB="0">
                        <a:solidFill>
                          <a:srgbClr val="FFC000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lvl="0" indent="0" algn="ctr" rtl="0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None/>
                          </a:pPr>
                          <a:r>
                            <a:rPr lang="en" sz="1100">
                              <a:latin typeface="Calibri"/>
                              <a:ea typeface="Calibri"/>
                              <a:cs typeface="Calibri"/>
                              <a:sym typeface="Calibri"/>
                            </a:rPr>
                            <a:t>1</a:t>
                          </a:r>
                          <a:endParaRPr sz="1100">
                            <a:latin typeface="Calibri"/>
                            <a:ea typeface="Calibri"/>
                            <a:cs typeface="Calibri"/>
                            <a:sym typeface="Calibri"/>
                          </a:endParaRPr>
                        </a:p>
                      </a:txBody>
                      <a:tcPr marL="68575" marR="68575" marT="0" marB="0">
                        <a:solidFill>
                          <a:srgbClr val="FFC000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lvl="0" indent="0" algn="ctr" rtl="0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None/>
                          </a:pPr>
                          <a:r>
                            <a:rPr lang="en" sz="1100">
                              <a:latin typeface="Calibri"/>
                              <a:ea typeface="Calibri"/>
                              <a:cs typeface="Calibri"/>
                              <a:sym typeface="Calibri"/>
                            </a:rPr>
                            <a:t>0</a:t>
                          </a:r>
                          <a:endParaRPr sz="1100">
                            <a:latin typeface="Calibri"/>
                            <a:ea typeface="Calibri"/>
                            <a:cs typeface="Calibri"/>
                            <a:sym typeface="Calibri"/>
                          </a:endParaRPr>
                        </a:p>
                      </a:txBody>
                      <a:tcPr marL="68575" marR="68575" marT="0" marB="0">
                        <a:solidFill>
                          <a:srgbClr val="FFC000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lvl="0" indent="0" algn="ctr" rtl="0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None/>
                          </a:pPr>
                          <a:r>
                            <a:rPr lang="en" sz="1100">
                              <a:latin typeface="Calibri"/>
                              <a:ea typeface="Calibri"/>
                              <a:cs typeface="Calibri"/>
                              <a:sym typeface="Calibri"/>
                            </a:rPr>
                            <a:t>0</a:t>
                          </a:r>
                          <a:endParaRPr sz="1100">
                            <a:latin typeface="Calibri"/>
                            <a:ea typeface="Calibri"/>
                            <a:cs typeface="Calibri"/>
                            <a:sym typeface="Calibri"/>
                          </a:endParaRPr>
                        </a:p>
                      </a:txBody>
                      <a:tcPr marL="68575" marR="68575" marT="0" marB="0">
                        <a:solidFill>
                          <a:srgbClr val="FFC000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lvl="0" indent="0" algn="ctr" rtl="0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None/>
                          </a:pPr>
                          <a:r>
                            <a:rPr lang="en" sz="1100">
                              <a:latin typeface="Calibri"/>
                              <a:ea typeface="Calibri"/>
                              <a:cs typeface="Calibri"/>
                              <a:sym typeface="Calibri"/>
                            </a:rPr>
                            <a:t>0</a:t>
                          </a:r>
                          <a:endParaRPr sz="1100">
                            <a:latin typeface="Calibri"/>
                            <a:ea typeface="Calibri"/>
                            <a:cs typeface="Calibri"/>
                            <a:sym typeface="Calibri"/>
                          </a:endParaRPr>
                        </a:p>
                      </a:txBody>
                      <a:tcPr marL="68575" marR="68575" marT="0" marB="0">
                        <a:solidFill>
                          <a:srgbClr val="FFC000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lvl="0" indent="0" algn="ctr" rtl="0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None/>
                          </a:pPr>
                          <a:r>
                            <a:rPr lang="en" sz="1100">
                              <a:latin typeface="Calibri"/>
                              <a:ea typeface="Calibri"/>
                              <a:cs typeface="Calibri"/>
                              <a:sym typeface="Calibri"/>
                            </a:rPr>
                            <a:t>0</a:t>
                          </a:r>
                          <a:endParaRPr sz="1100">
                            <a:latin typeface="Calibri"/>
                            <a:ea typeface="Calibri"/>
                            <a:cs typeface="Calibri"/>
                            <a:sym typeface="Calibri"/>
                          </a:endParaRPr>
                        </a:p>
                      </a:txBody>
                      <a:tcPr marL="68575" marR="68575" marT="0" marB="0">
                        <a:solidFill>
                          <a:srgbClr val="FFC000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lvl="0" indent="0" algn="ctr" rtl="0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None/>
                          </a:pPr>
                          <a:r>
                            <a:rPr lang="en" sz="1100">
                              <a:latin typeface="Calibri"/>
                              <a:ea typeface="Calibri"/>
                              <a:cs typeface="Calibri"/>
                              <a:sym typeface="Calibri"/>
                            </a:rPr>
                            <a:t>0</a:t>
                          </a:r>
                          <a:endParaRPr sz="1100">
                            <a:latin typeface="Calibri"/>
                            <a:ea typeface="Calibri"/>
                            <a:cs typeface="Calibri"/>
                            <a:sym typeface="Calibri"/>
                          </a:endParaRPr>
                        </a:p>
                      </a:txBody>
                      <a:tcPr marL="68575" marR="68575" marT="0" marB="0">
                        <a:solidFill>
                          <a:srgbClr val="FFC000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lvl="0" indent="0" algn="ctr" rtl="0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None/>
                          </a:pPr>
                          <a:r>
                            <a:rPr lang="en" sz="1100">
                              <a:latin typeface="Calibri"/>
                              <a:ea typeface="Calibri"/>
                              <a:cs typeface="Calibri"/>
                              <a:sym typeface="Calibri"/>
                            </a:rPr>
                            <a:t>0</a:t>
                          </a:r>
                          <a:endParaRPr sz="1100">
                            <a:latin typeface="Calibri"/>
                            <a:ea typeface="Calibri"/>
                            <a:cs typeface="Calibri"/>
                            <a:sym typeface="Calibri"/>
                          </a:endParaRPr>
                        </a:p>
                      </a:txBody>
                      <a:tcPr marL="68575" marR="68575" marT="0" marB="0">
                        <a:solidFill>
                          <a:srgbClr val="FFC000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lvl="0" indent="0" algn="ctr" rtl="0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None/>
                          </a:pPr>
                          <a:r>
                            <a:rPr lang="en" sz="1100">
                              <a:latin typeface="Calibri"/>
                              <a:ea typeface="Calibri"/>
                              <a:cs typeface="Calibri"/>
                              <a:sym typeface="Calibri"/>
                            </a:rPr>
                            <a:t>0</a:t>
                          </a:r>
                          <a:endParaRPr sz="1100">
                            <a:latin typeface="Calibri"/>
                            <a:ea typeface="Calibri"/>
                            <a:cs typeface="Calibri"/>
                            <a:sym typeface="Calibri"/>
                          </a:endParaRPr>
                        </a:p>
                      </a:txBody>
                      <a:tcPr marL="68575" marR="68575" marT="0" marB="0">
                        <a:solidFill>
                          <a:srgbClr val="FFC000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24"/>
                      </a:ext>
                    </a:extLst>
                  </a:tr>
                  <a:tr h="180975">
                    <a:tc>
                      <a:txBody>
                        <a:bodyPr/>
                        <a:lstStyle/>
                        <a:p>
                          <a:pPr marL="0" lvl="0" indent="0" algn="ctr" rtl="0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None/>
                          </a:pPr>
                          <a:r>
                            <a:rPr lang="en" sz="1100">
                              <a:latin typeface="Calibri"/>
                              <a:ea typeface="Calibri"/>
                              <a:cs typeface="Calibri"/>
                              <a:sym typeface="Calibri"/>
                            </a:rPr>
                            <a:t>S23</a:t>
                          </a:r>
                          <a:endParaRPr sz="1100">
                            <a:latin typeface="Calibri"/>
                            <a:ea typeface="Calibri"/>
                            <a:cs typeface="Calibri"/>
                            <a:sym typeface="Calibri"/>
                          </a:endParaRPr>
                        </a:p>
                      </a:txBody>
                      <a:tcPr marL="68575" marR="68575" marT="0" marB="0"/>
                    </a:tc>
                    <a:tc>
                      <a:txBody>
                        <a:bodyPr/>
                        <a:lstStyle/>
                        <a:p>
                          <a:pPr marL="0" lvl="0" indent="0" algn="ctr" rtl="0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None/>
                          </a:pPr>
                          <a:r>
                            <a:rPr lang="en" sz="1100">
                              <a:latin typeface="Calibri"/>
                              <a:ea typeface="Calibri"/>
                              <a:cs typeface="Calibri"/>
                              <a:sym typeface="Calibri"/>
                            </a:rPr>
                            <a:t>010110</a:t>
                          </a:r>
                          <a:endParaRPr sz="1100">
                            <a:latin typeface="Calibri"/>
                            <a:ea typeface="Calibri"/>
                            <a:cs typeface="Calibri"/>
                            <a:sym typeface="Calibri"/>
                          </a:endParaRPr>
                        </a:p>
                      </a:txBody>
                      <a:tcPr marL="68575" marR="68575" marT="0" marB="0"/>
                    </a:tc>
                    <a:tc>
                      <a:txBody>
                        <a:bodyPr/>
                        <a:lstStyle/>
                        <a:p>
                          <a:pPr marL="0" lvl="0" indent="0" algn="ctr" rtl="0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None/>
                          </a:pPr>
                          <a:r>
                            <a:rPr lang="en" sz="1100">
                              <a:latin typeface="Calibri"/>
                              <a:ea typeface="Calibri"/>
                              <a:cs typeface="Calibri"/>
                              <a:sym typeface="Calibri"/>
                            </a:rPr>
                            <a:t>1</a:t>
                          </a:r>
                          <a:endParaRPr sz="1100">
                            <a:latin typeface="Calibri"/>
                            <a:ea typeface="Calibri"/>
                            <a:cs typeface="Calibri"/>
                            <a:sym typeface="Calibri"/>
                          </a:endParaRPr>
                        </a:p>
                      </a:txBody>
                      <a:tcPr marL="68575" marR="68575" marT="0" marB="0">
                        <a:solidFill>
                          <a:srgbClr val="FFD965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lvl="0" indent="0" algn="ctr" rtl="0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None/>
                          </a:pPr>
                          <a:r>
                            <a:rPr lang="en" sz="1100">
                              <a:latin typeface="Calibri"/>
                              <a:ea typeface="Calibri"/>
                              <a:cs typeface="Calibri"/>
                              <a:sym typeface="Calibri"/>
                            </a:rPr>
                            <a:t>1</a:t>
                          </a:r>
                          <a:endParaRPr sz="1100">
                            <a:latin typeface="Calibri"/>
                            <a:ea typeface="Calibri"/>
                            <a:cs typeface="Calibri"/>
                            <a:sym typeface="Calibri"/>
                          </a:endParaRPr>
                        </a:p>
                      </a:txBody>
                      <a:tcPr marL="68575" marR="68575" marT="0" marB="0">
                        <a:solidFill>
                          <a:srgbClr val="FFC000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lvl="0" indent="0" algn="ctr" rtl="0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None/>
                          </a:pPr>
                          <a:r>
                            <a:rPr lang="en" sz="1100">
                              <a:latin typeface="Calibri"/>
                              <a:ea typeface="Calibri"/>
                              <a:cs typeface="Calibri"/>
                              <a:sym typeface="Calibri"/>
                            </a:rPr>
                            <a:t>0</a:t>
                          </a:r>
                          <a:endParaRPr sz="1100">
                            <a:latin typeface="Calibri"/>
                            <a:ea typeface="Calibri"/>
                            <a:cs typeface="Calibri"/>
                            <a:sym typeface="Calibri"/>
                          </a:endParaRPr>
                        </a:p>
                      </a:txBody>
                      <a:tcPr marL="68575" marR="68575" marT="0" marB="0">
                        <a:solidFill>
                          <a:srgbClr val="FFC000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lvl="0" indent="0" algn="ctr" rtl="0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None/>
                          </a:pPr>
                          <a:r>
                            <a:rPr lang="en" sz="1100">
                              <a:latin typeface="Calibri"/>
                              <a:ea typeface="Calibri"/>
                              <a:cs typeface="Calibri"/>
                              <a:sym typeface="Calibri"/>
                            </a:rPr>
                            <a:t>0</a:t>
                          </a:r>
                          <a:endParaRPr sz="1100">
                            <a:latin typeface="Calibri"/>
                            <a:ea typeface="Calibri"/>
                            <a:cs typeface="Calibri"/>
                            <a:sym typeface="Calibri"/>
                          </a:endParaRPr>
                        </a:p>
                      </a:txBody>
                      <a:tcPr marL="68575" marR="68575" marT="0" marB="0">
                        <a:solidFill>
                          <a:srgbClr val="FFC000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lvl="0" indent="0" algn="ctr" rtl="0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None/>
                          </a:pPr>
                          <a:r>
                            <a:rPr lang="en" sz="1100">
                              <a:latin typeface="Calibri"/>
                              <a:ea typeface="Calibri"/>
                              <a:cs typeface="Calibri"/>
                              <a:sym typeface="Calibri"/>
                            </a:rPr>
                            <a:t>0</a:t>
                          </a:r>
                          <a:endParaRPr sz="1100">
                            <a:latin typeface="Calibri"/>
                            <a:ea typeface="Calibri"/>
                            <a:cs typeface="Calibri"/>
                            <a:sym typeface="Calibri"/>
                          </a:endParaRPr>
                        </a:p>
                      </a:txBody>
                      <a:tcPr marL="68575" marR="68575" marT="0" marB="0">
                        <a:solidFill>
                          <a:srgbClr val="FFC000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lvl="0" indent="0" algn="ctr" rtl="0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None/>
                          </a:pPr>
                          <a:r>
                            <a:rPr lang="en" sz="1100">
                              <a:latin typeface="Calibri"/>
                              <a:ea typeface="Calibri"/>
                              <a:cs typeface="Calibri"/>
                              <a:sym typeface="Calibri"/>
                            </a:rPr>
                            <a:t>0</a:t>
                          </a:r>
                          <a:endParaRPr sz="1100">
                            <a:latin typeface="Calibri"/>
                            <a:ea typeface="Calibri"/>
                            <a:cs typeface="Calibri"/>
                            <a:sym typeface="Calibri"/>
                          </a:endParaRPr>
                        </a:p>
                      </a:txBody>
                      <a:tcPr marL="68575" marR="68575" marT="0" marB="0">
                        <a:solidFill>
                          <a:srgbClr val="FFC000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lvl="0" indent="0" algn="ctr" rtl="0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None/>
                          </a:pPr>
                          <a:r>
                            <a:rPr lang="en" sz="1100">
                              <a:latin typeface="Calibri"/>
                              <a:ea typeface="Calibri"/>
                              <a:cs typeface="Calibri"/>
                              <a:sym typeface="Calibri"/>
                            </a:rPr>
                            <a:t>0</a:t>
                          </a:r>
                          <a:endParaRPr sz="1100">
                            <a:latin typeface="Calibri"/>
                            <a:ea typeface="Calibri"/>
                            <a:cs typeface="Calibri"/>
                            <a:sym typeface="Calibri"/>
                          </a:endParaRPr>
                        </a:p>
                      </a:txBody>
                      <a:tcPr marL="68575" marR="68575" marT="0" marB="0">
                        <a:solidFill>
                          <a:srgbClr val="FFC000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lvl="0" indent="0" algn="ctr" rtl="0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None/>
                          </a:pPr>
                          <a:r>
                            <a:rPr lang="en" sz="1100">
                              <a:latin typeface="Calibri"/>
                              <a:ea typeface="Calibri"/>
                              <a:cs typeface="Calibri"/>
                              <a:sym typeface="Calibri"/>
                            </a:rPr>
                            <a:t>0</a:t>
                          </a:r>
                          <a:endParaRPr sz="1100">
                            <a:latin typeface="Calibri"/>
                            <a:ea typeface="Calibri"/>
                            <a:cs typeface="Calibri"/>
                            <a:sym typeface="Calibri"/>
                          </a:endParaRPr>
                        </a:p>
                      </a:txBody>
                      <a:tcPr marL="68575" marR="68575" marT="0" marB="0">
                        <a:solidFill>
                          <a:srgbClr val="FFC000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lvl="0" indent="0" algn="ctr" rtl="0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None/>
                          </a:pPr>
                          <a:r>
                            <a:rPr lang="en" sz="1100">
                              <a:latin typeface="Calibri"/>
                              <a:ea typeface="Calibri"/>
                              <a:cs typeface="Calibri"/>
                              <a:sym typeface="Calibri"/>
                            </a:rPr>
                            <a:t>0</a:t>
                          </a:r>
                          <a:endParaRPr sz="1100">
                            <a:latin typeface="Calibri"/>
                            <a:ea typeface="Calibri"/>
                            <a:cs typeface="Calibri"/>
                            <a:sym typeface="Calibri"/>
                          </a:endParaRPr>
                        </a:p>
                      </a:txBody>
                      <a:tcPr marL="68575" marR="68575" marT="0" marB="0">
                        <a:solidFill>
                          <a:srgbClr val="FFC000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lvl="0" indent="0" algn="ctr" rtl="0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None/>
                          </a:pPr>
                          <a:r>
                            <a:rPr lang="en" sz="1100">
                              <a:latin typeface="Calibri"/>
                              <a:ea typeface="Calibri"/>
                              <a:cs typeface="Calibri"/>
                              <a:sym typeface="Calibri"/>
                            </a:rPr>
                            <a:t>0</a:t>
                          </a:r>
                          <a:endParaRPr sz="1100">
                            <a:latin typeface="Calibri"/>
                            <a:ea typeface="Calibri"/>
                            <a:cs typeface="Calibri"/>
                            <a:sym typeface="Calibri"/>
                          </a:endParaRPr>
                        </a:p>
                      </a:txBody>
                      <a:tcPr marL="68575" marR="68575" marT="0" marB="0">
                        <a:solidFill>
                          <a:srgbClr val="FFC000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lvl="0" indent="0" algn="ctr" rtl="0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None/>
                          </a:pPr>
                          <a:r>
                            <a:rPr lang="en" sz="1100" dirty="0">
                              <a:latin typeface="Calibri"/>
                              <a:ea typeface="Calibri"/>
                              <a:cs typeface="Calibri"/>
                              <a:sym typeface="Calibri"/>
                            </a:rPr>
                            <a:t>0</a:t>
                          </a:r>
                          <a:endParaRPr sz="1100" dirty="0">
                            <a:latin typeface="Calibri"/>
                            <a:ea typeface="Calibri"/>
                            <a:cs typeface="Calibri"/>
                            <a:sym typeface="Calibri"/>
                          </a:endParaRPr>
                        </a:p>
                      </a:txBody>
                      <a:tcPr marL="68575" marR="68575" marT="0" marB="0">
                        <a:solidFill>
                          <a:srgbClr val="FFC000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25"/>
                      </a:ext>
                    </a:extLst>
                  </a:tr>
                </a:tbl>
              </a:graphicData>
            </a:graphic>
          </p:graphicFrame>
        </mc:Fallback>
      </mc:AlternateContent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Google Shape;115;p20"/>
          <p:cNvSpPr txBox="1">
            <a:spLocks noGrp="1"/>
          </p:cNvSpPr>
          <p:nvPr>
            <p:ph type="title" idx="4294967295"/>
          </p:nvPr>
        </p:nvSpPr>
        <p:spPr>
          <a:xfrm>
            <a:off x="1590150" y="0"/>
            <a:ext cx="5963700" cy="768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1600"/>
              </a:spcAft>
              <a:buNone/>
            </a:pPr>
            <a:r>
              <a:rPr lang="en" sz="3600">
                <a:solidFill>
                  <a:schemeClr val="dk1"/>
                </a:solidFill>
              </a:rPr>
              <a:t>Circuitul de memorie</a:t>
            </a:r>
            <a:endParaRPr sz="2400"/>
          </a:p>
        </p:txBody>
      </p:sp>
      <p:pic>
        <p:nvPicPr>
          <p:cNvPr id="116" name="Google Shape;116;p20" descr="Diagram&#10;&#10;Description automatically generated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95438" y="976425"/>
            <a:ext cx="5953125" cy="26955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Google Shape;121;p21"/>
          <p:cNvSpPr txBox="1">
            <a:spLocks noGrp="1"/>
          </p:cNvSpPr>
          <p:nvPr>
            <p:ph type="title" idx="4294967295"/>
          </p:nvPr>
        </p:nvSpPr>
        <p:spPr>
          <a:xfrm>
            <a:off x="745200" y="0"/>
            <a:ext cx="7653600" cy="768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1600"/>
              </a:spcAft>
              <a:buNone/>
            </a:pPr>
            <a:r>
              <a:rPr lang="en" sz="3600">
                <a:solidFill>
                  <a:schemeClr val="dk1"/>
                </a:solidFill>
              </a:rPr>
              <a:t>Legenda circuitului de memorie</a:t>
            </a:r>
            <a:endParaRPr sz="2400"/>
          </a:p>
        </p:txBody>
      </p:sp>
      <p:sp>
        <p:nvSpPr>
          <p:cNvPr id="122" name="Google Shape;122;p21"/>
          <p:cNvSpPr txBox="1"/>
          <p:nvPr/>
        </p:nvSpPr>
        <p:spPr>
          <a:xfrm>
            <a:off x="134475" y="851650"/>
            <a:ext cx="8953500" cy="3751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lnSpc>
                <a:spcPct val="107916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Arial"/>
              <a:buNone/>
            </a:pPr>
            <a:r>
              <a:rPr lang="en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1 – tipul de instrucțiune (Tip 1 sau Tip 0)</a:t>
            </a:r>
            <a:endParaRPr>
              <a:solidFill>
                <a:schemeClr val="dk2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lvl="0" indent="0" algn="l" rtl="0">
              <a:lnSpc>
                <a:spcPct val="107916"/>
              </a:lnSpc>
              <a:spcBef>
                <a:spcPts val="80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Arial"/>
              <a:buNone/>
            </a:pPr>
            <a:r>
              <a:rPr lang="en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2 – cel mai semnificativ bit pentru INPCOD (Tip 0) /  </a:t>
            </a:r>
            <a:r>
              <a:rPr lang="en">
                <a:solidFill>
                  <a:schemeClr val="dk2"/>
                </a:solidFill>
                <a:latin typeface="Cambria Math"/>
                <a:ea typeface="Cambria Math"/>
                <a:cs typeface="Cambria Math"/>
                <a:sym typeface="Cambria Math"/>
              </a:rPr>
              <a:t>C10</a:t>
            </a:r>
            <a:r>
              <a:rPr lang="en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 (Tip 1)</a:t>
            </a:r>
            <a:endParaRPr>
              <a:solidFill>
                <a:schemeClr val="dk2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lvl="0" indent="0" algn="l" rtl="0">
              <a:lnSpc>
                <a:spcPct val="107916"/>
              </a:lnSpc>
              <a:spcBef>
                <a:spcPts val="80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Arial"/>
              <a:buNone/>
            </a:pPr>
            <a:r>
              <a:rPr lang="en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3 – al doilea cel mai semnificativ bit pentru INPCOD (Tip 0) /  </a:t>
            </a:r>
            <a:r>
              <a:rPr lang="en">
                <a:solidFill>
                  <a:schemeClr val="dk2"/>
                </a:solidFill>
                <a:latin typeface="Cambria Math"/>
                <a:ea typeface="Cambria Math"/>
                <a:cs typeface="Cambria Math"/>
                <a:sym typeface="Cambria Math"/>
              </a:rPr>
              <a:t>C9</a:t>
            </a:r>
            <a:r>
              <a:rPr lang="en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 (Tip 1)</a:t>
            </a:r>
            <a:endParaRPr>
              <a:solidFill>
                <a:schemeClr val="dk2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lvl="0" indent="0" algn="l" rtl="0">
              <a:lnSpc>
                <a:spcPct val="107916"/>
              </a:lnSpc>
              <a:spcBef>
                <a:spcPts val="80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Arial"/>
              <a:buNone/>
            </a:pPr>
            <a:r>
              <a:rPr lang="en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4 – al treilea cel mai semnificativ bit pentru INPCOD (Tip 0) /  </a:t>
            </a:r>
            <a:r>
              <a:rPr lang="en">
                <a:solidFill>
                  <a:schemeClr val="dk2"/>
                </a:solidFill>
                <a:latin typeface="Cambria Math"/>
                <a:ea typeface="Cambria Math"/>
                <a:cs typeface="Cambria Math"/>
                <a:sym typeface="Cambria Math"/>
              </a:rPr>
              <a:t>C8</a:t>
            </a:r>
            <a:r>
              <a:rPr lang="en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 (Tip 1)</a:t>
            </a:r>
            <a:endParaRPr>
              <a:solidFill>
                <a:schemeClr val="dk2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lvl="0" indent="0" algn="l" rtl="0">
              <a:lnSpc>
                <a:spcPct val="107916"/>
              </a:lnSpc>
              <a:spcBef>
                <a:spcPts val="80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Arial"/>
              <a:buNone/>
            </a:pPr>
            <a:r>
              <a:rPr lang="en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5 – cel mai puțin semnificativ bit pentru INPCOD (Tip 0) /  </a:t>
            </a:r>
            <a:r>
              <a:rPr lang="en">
                <a:solidFill>
                  <a:schemeClr val="dk2"/>
                </a:solidFill>
                <a:latin typeface="Cambria Math"/>
                <a:ea typeface="Cambria Math"/>
                <a:cs typeface="Cambria Math"/>
                <a:sym typeface="Cambria Math"/>
              </a:rPr>
              <a:t>C7</a:t>
            </a:r>
            <a:r>
              <a:rPr lang="en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 (Tip 1)</a:t>
            </a:r>
            <a:endParaRPr>
              <a:solidFill>
                <a:schemeClr val="dk2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lvl="0" indent="0" algn="l" rtl="0">
              <a:lnSpc>
                <a:spcPct val="107916"/>
              </a:lnSpc>
              <a:spcBef>
                <a:spcPts val="80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Arial"/>
              <a:buNone/>
            </a:pPr>
            <a:r>
              <a:rPr lang="en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6 – cel mai semnificativ bit pentru ADR0 (Tip 0) /  </a:t>
            </a:r>
            <a:r>
              <a:rPr lang="en">
                <a:solidFill>
                  <a:schemeClr val="dk2"/>
                </a:solidFill>
                <a:latin typeface="Cambria Math"/>
                <a:ea typeface="Cambria Math"/>
                <a:cs typeface="Cambria Math"/>
                <a:sym typeface="Cambria Math"/>
              </a:rPr>
              <a:t>C6</a:t>
            </a:r>
            <a:r>
              <a:rPr lang="en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 (Tip 1)</a:t>
            </a:r>
            <a:endParaRPr>
              <a:solidFill>
                <a:schemeClr val="dk2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lvl="0" indent="0" algn="l" rtl="0">
              <a:lnSpc>
                <a:spcPct val="107916"/>
              </a:lnSpc>
              <a:spcBef>
                <a:spcPts val="80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Arial"/>
              <a:buNone/>
            </a:pPr>
            <a:r>
              <a:rPr lang="en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7 – al doilea cel mai semnificativ bit pentru ADR0 (Tip 0) /  </a:t>
            </a:r>
            <a:r>
              <a:rPr lang="en">
                <a:solidFill>
                  <a:schemeClr val="dk2"/>
                </a:solidFill>
                <a:latin typeface="Cambria Math"/>
                <a:ea typeface="Cambria Math"/>
                <a:cs typeface="Cambria Math"/>
                <a:sym typeface="Cambria Math"/>
              </a:rPr>
              <a:t>C5</a:t>
            </a:r>
            <a:r>
              <a:rPr lang="en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 (Tip 1)</a:t>
            </a:r>
            <a:endParaRPr>
              <a:solidFill>
                <a:schemeClr val="dk2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lvl="0" indent="0" algn="l" rtl="0">
              <a:lnSpc>
                <a:spcPct val="107916"/>
              </a:lnSpc>
              <a:spcBef>
                <a:spcPts val="80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Arial"/>
              <a:buNone/>
            </a:pPr>
            <a:r>
              <a:rPr lang="en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8 – al treilea cel mai semnificativ bit pentru ADR0 (Tip 0) /  </a:t>
            </a:r>
            <a:r>
              <a:rPr lang="en">
                <a:solidFill>
                  <a:schemeClr val="dk2"/>
                </a:solidFill>
                <a:latin typeface="Cambria Math"/>
                <a:ea typeface="Cambria Math"/>
                <a:cs typeface="Cambria Math"/>
                <a:sym typeface="Cambria Math"/>
              </a:rPr>
              <a:t>C4</a:t>
            </a:r>
            <a:r>
              <a:rPr lang="en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 (Tip 1)</a:t>
            </a:r>
            <a:endParaRPr>
              <a:solidFill>
                <a:schemeClr val="dk2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lvl="0" indent="0" algn="l" rtl="0">
              <a:lnSpc>
                <a:spcPct val="107916"/>
              </a:lnSpc>
              <a:spcBef>
                <a:spcPts val="80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Arial"/>
              <a:buNone/>
            </a:pPr>
            <a:r>
              <a:rPr lang="en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9 – al patrulea cel mai semnificativ bit pentru ADR0 (Tip 0) /  </a:t>
            </a:r>
            <a:r>
              <a:rPr lang="en">
                <a:solidFill>
                  <a:schemeClr val="dk2"/>
                </a:solidFill>
                <a:latin typeface="Cambria Math"/>
                <a:ea typeface="Cambria Math"/>
                <a:cs typeface="Cambria Math"/>
                <a:sym typeface="Cambria Math"/>
              </a:rPr>
              <a:t>C3</a:t>
            </a:r>
            <a:r>
              <a:rPr lang="en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 (Tip 1)</a:t>
            </a:r>
            <a:endParaRPr>
              <a:solidFill>
                <a:schemeClr val="dk2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lvl="0" indent="0" algn="l" rtl="0">
              <a:lnSpc>
                <a:spcPct val="107916"/>
              </a:lnSpc>
              <a:spcBef>
                <a:spcPts val="80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Arial"/>
              <a:buNone/>
            </a:pPr>
            <a:r>
              <a:rPr lang="en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10 – al cincilea cel mai semnificativ bit pentru ADR0 (Tip 0) /  </a:t>
            </a:r>
            <a:r>
              <a:rPr lang="en">
                <a:solidFill>
                  <a:schemeClr val="dk2"/>
                </a:solidFill>
                <a:latin typeface="Cambria Math"/>
                <a:ea typeface="Cambria Math"/>
                <a:cs typeface="Cambria Math"/>
                <a:sym typeface="Cambria Math"/>
              </a:rPr>
              <a:t>C2</a:t>
            </a:r>
            <a:r>
              <a:rPr lang="en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 (Tip 1)</a:t>
            </a:r>
            <a:endParaRPr>
              <a:solidFill>
                <a:schemeClr val="dk2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lvl="0" indent="0" algn="l" rtl="0">
              <a:lnSpc>
                <a:spcPct val="107916"/>
              </a:lnSpc>
              <a:spcBef>
                <a:spcPts val="800"/>
              </a:spcBef>
              <a:spcAft>
                <a:spcPts val="800"/>
              </a:spcAft>
              <a:buClr>
                <a:schemeClr val="dk2"/>
              </a:buClr>
              <a:buSzPts val="1100"/>
              <a:buFont typeface="Arial"/>
              <a:buNone/>
            </a:pPr>
            <a:r>
              <a:rPr lang="en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11 – cel mai puțin semnificativ bit pentru ADR0 (Tip 0) /  </a:t>
            </a:r>
            <a:r>
              <a:rPr lang="en">
                <a:solidFill>
                  <a:schemeClr val="dk2"/>
                </a:solidFill>
                <a:latin typeface="Cambria Math"/>
                <a:ea typeface="Cambria Math"/>
                <a:cs typeface="Cambria Math"/>
                <a:sym typeface="Cambria Math"/>
              </a:rPr>
              <a:t>C1</a:t>
            </a:r>
            <a:r>
              <a:rPr lang="en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 (Tip 1)</a:t>
            </a:r>
            <a:endParaRPr>
              <a:latin typeface="Lato"/>
              <a:ea typeface="Lato"/>
              <a:cs typeface="Lato"/>
              <a:sym typeface="Lato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Google Shape;127;p22"/>
          <p:cNvSpPr txBox="1">
            <a:spLocks noGrp="1"/>
          </p:cNvSpPr>
          <p:nvPr>
            <p:ph type="title" idx="4294967295"/>
          </p:nvPr>
        </p:nvSpPr>
        <p:spPr>
          <a:xfrm>
            <a:off x="745200" y="0"/>
            <a:ext cx="7653600" cy="768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1600"/>
              </a:spcAft>
              <a:buNone/>
            </a:pPr>
            <a:r>
              <a:rPr lang="en" sz="3600" dirty="0">
                <a:solidFill>
                  <a:schemeClr val="dk1"/>
                </a:solidFill>
              </a:rPr>
              <a:t>Multiplexor 16:1 (implementarea intr</a:t>
            </a:r>
            <a:r>
              <a:rPr lang="ro-RO" sz="3600" dirty="0">
                <a:solidFill>
                  <a:schemeClr val="dk1"/>
                </a:solidFill>
              </a:rPr>
              <a:t>ă</a:t>
            </a:r>
            <a:r>
              <a:rPr lang="en" sz="3600" dirty="0">
                <a:solidFill>
                  <a:schemeClr val="dk1"/>
                </a:solidFill>
              </a:rPr>
              <a:t>rilor)</a:t>
            </a:r>
            <a:endParaRPr sz="3600" dirty="0">
              <a:solidFill>
                <a:schemeClr val="dk1"/>
              </a:solidFill>
            </a:endParaRPr>
          </a:p>
        </p:txBody>
      </p:sp>
      <p:pic>
        <p:nvPicPr>
          <p:cNvPr id="128" name="Google Shape;128;p22" descr="Diagram&#10;&#10;Description automatically generated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782425" y="1335800"/>
            <a:ext cx="3579150" cy="36553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" name="Google Shape;133;p23"/>
          <p:cNvSpPr txBox="1">
            <a:spLocks noGrp="1"/>
          </p:cNvSpPr>
          <p:nvPr>
            <p:ph type="title" idx="4294967295"/>
          </p:nvPr>
        </p:nvSpPr>
        <p:spPr>
          <a:xfrm>
            <a:off x="745200" y="0"/>
            <a:ext cx="7653600" cy="768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3600" dirty="0">
                <a:solidFill>
                  <a:schemeClr val="dk1"/>
                </a:solidFill>
              </a:rPr>
              <a:t>Registrul de adrese</a:t>
            </a:r>
            <a:endParaRPr sz="3600" dirty="0">
              <a:solidFill>
                <a:schemeClr val="dk1"/>
              </a:solidFill>
            </a:endParaRPr>
          </a:p>
          <a:p>
            <a:pPr marL="0" lvl="0" indent="0" algn="ctr" rtl="0">
              <a:spcBef>
                <a:spcPts val="1600"/>
              </a:spcBef>
              <a:spcAft>
                <a:spcPts val="1600"/>
              </a:spcAft>
              <a:buNone/>
            </a:pPr>
            <a:r>
              <a:rPr lang="en" sz="3600" dirty="0">
                <a:solidFill>
                  <a:schemeClr val="dk1"/>
                </a:solidFill>
              </a:rPr>
              <a:t>Num</a:t>
            </a:r>
            <a:r>
              <a:rPr lang="ro-RO" sz="3600" dirty="0">
                <a:solidFill>
                  <a:schemeClr val="dk1"/>
                </a:solidFill>
              </a:rPr>
              <a:t>ă</a:t>
            </a:r>
            <a:r>
              <a:rPr lang="en" sz="3600" dirty="0">
                <a:solidFill>
                  <a:schemeClr val="dk1"/>
                </a:solidFill>
              </a:rPr>
              <a:t>r</a:t>
            </a:r>
            <a:r>
              <a:rPr lang="ro-RO" sz="3600" dirty="0">
                <a:solidFill>
                  <a:schemeClr val="dk1"/>
                </a:solidFill>
              </a:rPr>
              <a:t>ă</a:t>
            </a:r>
            <a:r>
              <a:rPr lang="en" sz="3600" dirty="0">
                <a:solidFill>
                  <a:schemeClr val="dk1"/>
                </a:solidFill>
              </a:rPr>
              <a:t>tor SN 74193</a:t>
            </a:r>
            <a:endParaRPr sz="3600" dirty="0">
              <a:solidFill>
                <a:schemeClr val="dk1"/>
              </a:solidFill>
            </a:endParaRPr>
          </a:p>
        </p:txBody>
      </p:sp>
      <p:pic>
        <p:nvPicPr>
          <p:cNvPr id="134" name="Google Shape;134;p23" descr="Diagram&#10;&#10;Description automatically generated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227725" y="1669675"/>
            <a:ext cx="4688550" cy="315334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" name="Google Shape;139;p24"/>
          <p:cNvSpPr txBox="1">
            <a:spLocks noGrp="1"/>
          </p:cNvSpPr>
          <p:nvPr>
            <p:ph type="title" idx="4294967295"/>
          </p:nvPr>
        </p:nvSpPr>
        <p:spPr>
          <a:xfrm>
            <a:off x="745200" y="0"/>
            <a:ext cx="7653600" cy="768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3600">
                <a:solidFill>
                  <a:schemeClr val="dk1"/>
                </a:solidFill>
              </a:rPr>
              <a:t>Registrul de adrese</a:t>
            </a:r>
            <a:endParaRPr sz="3600">
              <a:solidFill>
                <a:schemeClr val="dk1"/>
              </a:solidFill>
            </a:endParaRPr>
          </a:p>
          <a:p>
            <a:pPr marL="0" lvl="0" indent="0" algn="ctr" rtl="0">
              <a:spcBef>
                <a:spcPts val="1600"/>
              </a:spcBef>
              <a:spcAft>
                <a:spcPts val="1600"/>
              </a:spcAft>
              <a:buNone/>
            </a:pPr>
            <a:r>
              <a:rPr lang="en" sz="3600">
                <a:solidFill>
                  <a:schemeClr val="dk1"/>
                </a:solidFill>
              </a:rPr>
              <a:t>Numarator SN 74193</a:t>
            </a:r>
            <a:endParaRPr sz="3600">
              <a:solidFill>
                <a:schemeClr val="dk1"/>
              </a:solidFill>
            </a:endParaRPr>
          </a:p>
        </p:txBody>
      </p:sp>
      <p:pic>
        <p:nvPicPr>
          <p:cNvPr id="140" name="Google Shape;140;p24" descr="Diagram&#10;&#10;Description automatically generated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227725" y="1669675"/>
            <a:ext cx="4688550" cy="315334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" name="Google Shape;145;p25"/>
          <p:cNvSpPr txBox="1">
            <a:spLocks noGrp="1"/>
          </p:cNvSpPr>
          <p:nvPr>
            <p:ph type="title" idx="4294967295"/>
          </p:nvPr>
        </p:nvSpPr>
        <p:spPr>
          <a:xfrm>
            <a:off x="745200" y="0"/>
            <a:ext cx="7653600" cy="768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1600"/>
              </a:spcAft>
              <a:buNone/>
            </a:pPr>
            <a:r>
              <a:rPr lang="en" sz="3600" dirty="0">
                <a:solidFill>
                  <a:schemeClr val="dk1"/>
                </a:solidFill>
              </a:rPr>
              <a:t>Masca pentru ie</a:t>
            </a:r>
            <a:r>
              <a:rPr lang="ro-RO" sz="3600" dirty="0">
                <a:solidFill>
                  <a:schemeClr val="dk1"/>
                </a:solidFill>
              </a:rPr>
              <a:t>ș</a:t>
            </a:r>
            <a:r>
              <a:rPr lang="en" sz="3600" dirty="0">
                <a:solidFill>
                  <a:schemeClr val="dk1"/>
                </a:solidFill>
              </a:rPr>
              <a:t>iri</a:t>
            </a:r>
            <a:endParaRPr sz="3600" dirty="0">
              <a:solidFill>
                <a:schemeClr val="dk1"/>
              </a:solidFill>
            </a:endParaRPr>
          </a:p>
        </p:txBody>
      </p:sp>
      <p:pic>
        <p:nvPicPr>
          <p:cNvPr id="146" name="Google Shape;146;p25" descr="Diagram&#10;&#10;Description automatically generated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846375" y="875600"/>
            <a:ext cx="3451246" cy="4070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" name="Google Shape;151;p26"/>
          <p:cNvSpPr txBox="1">
            <a:spLocks noGrp="1"/>
          </p:cNvSpPr>
          <p:nvPr>
            <p:ph type="title" idx="4294967295"/>
          </p:nvPr>
        </p:nvSpPr>
        <p:spPr>
          <a:xfrm>
            <a:off x="745200" y="0"/>
            <a:ext cx="7653600" cy="768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1600"/>
              </a:spcAft>
              <a:buNone/>
            </a:pPr>
            <a:r>
              <a:rPr lang="en" sz="3600" dirty="0">
                <a:solidFill>
                  <a:schemeClr val="dk1"/>
                </a:solidFill>
              </a:rPr>
              <a:t>Proiectarea schemei unit</a:t>
            </a:r>
            <a:r>
              <a:rPr lang="ro-RO" sz="3600" dirty="0">
                <a:solidFill>
                  <a:schemeClr val="dk1"/>
                </a:solidFill>
              </a:rPr>
              <a:t>ăț</a:t>
            </a:r>
            <a:r>
              <a:rPr lang="en" sz="3600" dirty="0">
                <a:solidFill>
                  <a:schemeClr val="dk1"/>
                </a:solidFill>
              </a:rPr>
              <a:t>ii de microprogramare</a:t>
            </a:r>
            <a:endParaRPr sz="3600" dirty="0">
              <a:solidFill>
                <a:schemeClr val="dk1"/>
              </a:solidFill>
            </a:endParaRPr>
          </a:p>
        </p:txBody>
      </p:sp>
      <p:pic>
        <p:nvPicPr>
          <p:cNvPr id="152" name="Google Shape;152;p26" descr="Diagram&#10;&#10;Description automatically generated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266950" y="1166950"/>
            <a:ext cx="4610101" cy="379052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" name="Google Shape;157;p27"/>
          <p:cNvSpPr txBox="1">
            <a:spLocks noGrp="1"/>
          </p:cNvSpPr>
          <p:nvPr>
            <p:ph type="title" idx="4294967295"/>
          </p:nvPr>
        </p:nvSpPr>
        <p:spPr>
          <a:xfrm>
            <a:off x="745200" y="0"/>
            <a:ext cx="7653600" cy="768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3600">
                <a:solidFill>
                  <a:schemeClr val="dk1"/>
                </a:solidFill>
              </a:rPr>
              <a:t>Alegerea componentelor digitale</a:t>
            </a:r>
            <a:endParaRPr sz="3600">
              <a:solidFill>
                <a:schemeClr val="dk1"/>
              </a:solidFill>
            </a:endParaRPr>
          </a:p>
          <a:p>
            <a:pPr marL="0" lvl="0" indent="0" algn="ctr" rtl="0">
              <a:spcBef>
                <a:spcPts val="1600"/>
              </a:spcBef>
              <a:spcAft>
                <a:spcPts val="1600"/>
              </a:spcAft>
              <a:buNone/>
            </a:pPr>
            <a:r>
              <a:rPr lang="en" sz="3600">
                <a:solidFill>
                  <a:schemeClr val="dk1"/>
                </a:solidFill>
              </a:rPr>
              <a:t>Memorie CAT22C10 ( 64 x 4 )</a:t>
            </a:r>
            <a:endParaRPr sz="3600">
              <a:solidFill>
                <a:schemeClr val="dk1"/>
              </a:solidFill>
            </a:endParaRPr>
          </a:p>
        </p:txBody>
      </p:sp>
      <p:pic>
        <p:nvPicPr>
          <p:cNvPr id="158" name="Google Shape;158;p27" descr="Chart, histogram&#10;&#10;Description automatically generated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692775" y="1646425"/>
            <a:ext cx="3758449" cy="333347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" name="Google Shape;163;p28"/>
          <p:cNvSpPr txBox="1">
            <a:spLocks noGrp="1"/>
          </p:cNvSpPr>
          <p:nvPr>
            <p:ph type="title" idx="4294967295"/>
          </p:nvPr>
        </p:nvSpPr>
        <p:spPr>
          <a:xfrm>
            <a:off x="745200" y="0"/>
            <a:ext cx="7653600" cy="768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3600">
                <a:solidFill>
                  <a:schemeClr val="dk1"/>
                </a:solidFill>
              </a:rPr>
              <a:t>Multiplexor DM54150</a:t>
            </a:r>
            <a:endParaRPr sz="3600">
              <a:solidFill>
                <a:schemeClr val="dk1"/>
              </a:solidFill>
            </a:endParaRPr>
          </a:p>
          <a:p>
            <a:pPr marL="0" lvl="0" indent="0" algn="ctr" rtl="0">
              <a:spcBef>
                <a:spcPts val="1600"/>
              </a:spcBef>
              <a:spcAft>
                <a:spcPts val="1600"/>
              </a:spcAft>
              <a:buNone/>
            </a:pPr>
            <a:r>
              <a:rPr lang="en" sz="3600">
                <a:solidFill>
                  <a:schemeClr val="dk1"/>
                </a:solidFill>
              </a:rPr>
              <a:t>MUX 16:1</a:t>
            </a:r>
            <a:endParaRPr sz="3600">
              <a:solidFill>
                <a:schemeClr val="dk1"/>
              </a:solidFill>
            </a:endParaRPr>
          </a:p>
        </p:txBody>
      </p:sp>
      <p:pic>
        <p:nvPicPr>
          <p:cNvPr id="164" name="Google Shape;164;p28" descr="A picture containing chart&#10;&#10;Description automatically generated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317375" y="1552275"/>
            <a:ext cx="4509251" cy="34052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" name="Google Shape;169;p29"/>
          <p:cNvSpPr txBox="1">
            <a:spLocks noGrp="1"/>
          </p:cNvSpPr>
          <p:nvPr>
            <p:ph type="title" idx="4294967295"/>
          </p:nvPr>
        </p:nvSpPr>
        <p:spPr>
          <a:xfrm>
            <a:off x="745200" y="0"/>
            <a:ext cx="7653600" cy="768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1600"/>
              </a:spcAft>
              <a:buNone/>
            </a:pPr>
            <a:r>
              <a:rPr lang="en" sz="3600" dirty="0">
                <a:solidFill>
                  <a:schemeClr val="dk1"/>
                </a:solidFill>
              </a:rPr>
              <a:t>Num</a:t>
            </a:r>
            <a:r>
              <a:rPr lang="ro-RO" sz="3600" dirty="0">
                <a:solidFill>
                  <a:schemeClr val="dk1"/>
                </a:solidFill>
              </a:rPr>
              <a:t>ă</a:t>
            </a:r>
            <a:r>
              <a:rPr lang="en" sz="3600" dirty="0">
                <a:solidFill>
                  <a:schemeClr val="dk1"/>
                </a:solidFill>
              </a:rPr>
              <a:t>r</a:t>
            </a:r>
            <a:r>
              <a:rPr lang="ro-RO" sz="3600" dirty="0">
                <a:solidFill>
                  <a:schemeClr val="dk1"/>
                </a:solidFill>
              </a:rPr>
              <a:t>ă</a:t>
            </a:r>
            <a:r>
              <a:rPr lang="en" sz="3600" dirty="0">
                <a:solidFill>
                  <a:schemeClr val="dk1"/>
                </a:solidFill>
              </a:rPr>
              <a:t>tor SN74193</a:t>
            </a:r>
            <a:endParaRPr sz="3600" dirty="0">
              <a:solidFill>
                <a:schemeClr val="dk1"/>
              </a:solidFill>
            </a:endParaRPr>
          </a:p>
        </p:txBody>
      </p:sp>
      <p:pic>
        <p:nvPicPr>
          <p:cNvPr id="170" name="Google Shape;170;p29" descr="Diagram, schematic&#10;&#10;Description automatically generated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578688" y="987625"/>
            <a:ext cx="3986623" cy="4070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5" name="Google Shape;175;p30"/>
          <p:cNvSpPr txBox="1">
            <a:spLocks noGrp="1"/>
          </p:cNvSpPr>
          <p:nvPr>
            <p:ph type="title" idx="4294967295"/>
          </p:nvPr>
        </p:nvSpPr>
        <p:spPr>
          <a:xfrm>
            <a:off x="745200" y="0"/>
            <a:ext cx="7653600" cy="768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1600"/>
              </a:spcAft>
              <a:buNone/>
            </a:pPr>
            <a:r>
              <a:rPr lang="en" sz="3600">
                <a:solidFill>
                  <a:schemeClr val="dk1"/>
                </a:solidFill>
              </a:rPr>
              <a:t>AND DM7408</a:t>
            </a:r>
            <a:endParaRPr sz="3600">
              <a:solidFill>
                <a:schemeClr val="dk1"/>
              </a:solidFill>
            </a:endParaRPr>
          </a:p>
        </p:txBody>
      </p:sp>
      <p:pic>
        <p:nvPicPr>
          <p:cNvPr id="176" name="Google Shape;176;p30" descr="Diagram, schematic&#10;&#10;Description automatically generated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760488" y="909200"/>
            <a:ext cx="5623015" cy="4070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Swiss">
  <a:themeElements>
    <a:clrScheme name="Swiss">
      <a:dk1>
        <a:srgbClr val="F46524"/>
      </a:dk1>
      <a:lt1>
        <a:srgbClr val="FFFFFF"/>
      </a:lt1>
      <a:dk2>
        <a:srgbClr val="000000"/>
      </a:dk2>
      <a:lt2>
        <a:srgbClr val="757575"/>
      </a:lt2>
      <a:accent1>
        <a:srgbClr val="01579B"/>
      </a:accent1>
      <a:accent2>
        <a:srgbClr val="27C7BD"/>
      </a:accent2>
      <a:accent3>
        <a:srgbClr val="0099E8"/>
      </a:accent3>
      <a:accent4>
        <a:srgbClr val="51B9A3"/>
      </a:accent4>
      <a:accent5>
        <a:srgbClr val="FB8C00"/>
      </a:accent5>
      <a:accent6>
        <a:srgbClr val="FFAE88"/>
      </a:accent6>
      <a:hlink>
        <a:srgbClr val="0277BD"/>
      </a:hlink>
      <a:folHlink>
        <a:srgbClr val="0277BD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5</TotalTime>
  <Words>873</Words>
  <Application>Microsoft Office PowerPoint</Application>
  <PresentationFormat>On-screen Show (16:9)</PresentationFormat>
  <Paragraphs>396</Paragraphs>
  <Slides>18</Slides>
  <Notes>18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18</vt:i4>
      </vt:variant>
    </vt:vector>
  </HeadingPairs>
  <TitlesOfParts>
    <vt:vector size="25" baseType="lpstr">
      <vt:lpstr>Cambria Math</vt:lpstr>
      <vt:lpstr>Times New Roman</vt:lpstr>
      <vt:lpstr>Lato</vt:lpstr>
      <vt:lpstr>Raleway</vt:lpstr>
      <vt:lpstr>Arial</vt:lpstr>
      <vt:lpstr>Calibri</vt:lpstr>
      <vt:lpstr>Swiss</vt:lpstr>
      <vt:lpstr>Aparat pentru prepararea produselor de panificație</vt:lpstr>
      <vt:lpstr>Descrierea funcționalității</vt:lpstr>
      <vt:lpstr>Schema bloc</vt:lpstr>
      <vt:lpstr>Organigrama</vt:lpstr>
      <vt:lpstr>Codificarea intrarilor</vt:lpstr>
      <vt:lpstr>Calculul lungimii microinstrucțiunii</vt:lpstr>
      <vt:lpstr>Completarea memoriei conținutului de microprogram</vt:lpstr>
      <vt:lpstr>Circuitul de memorie</vt:lpstr>
      <vt:lpstr>Legenda circuitului de memorie</vt:lpstr>
      <vt:lpstr>Multiplexor 16:1 (implementarea intrărilor)</vt:lpstr>
      <vt:lpstr>Registrul de adrese Numărător SN 74193</vt:lpstr>
      <vt:lpstr>Registrul de adrese Numarator SN 74193</vt:lpstr>
      <vt:lpstr>Masca pentru ieșiri</vt:lpstr>
      <vt:lpstr>Proiectarea schemei unității de microprogramare</vt:lpstr>
      <vt:lpstr>Alegerea componentelor digitale Memorie CAT22C10 ( 64 x 4 )</vt:lpstr>
      <vt:lpstr>Multiplexor DM54150 MUX 16:1</vt:lpstr>
      <vt:lpstr>Numărător SN74193</vt:lpstr>
      <vt:lpstr>AND DM7408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Aparat pentru prepararea produselor de panificație</dc:title>
  <cp:lastModifiedBy>Florin-Ioan SUBȚIRICĂ (123781)</cp:lastModifiedBy>
  <cp:revision>7</cp:revision>
  <dcterms:modified xsi:type="dcterms:W3CDTF">2022-01-24T16:41:46Z</dcterms:modified>
</cp:coreProperties>
</file>