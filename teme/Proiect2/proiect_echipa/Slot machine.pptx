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5" r:id="rId4"/>
    <p:sldMasterId id="214748370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Ubuntu"/>
      <p:regular r:id="rId22"/>
      <p:bold r:id="rId23"/>
      <p:italic r:id="rId24"/>
      <p:boldItalic r:id="rId25"/>
    </p:embeddedFont>
    <p:embeddedFont>
      <p:font typeface="Proxima Nova"/>
      <p:regular r:id="rId26"/>
      <p:bold r:id="rId27"/>
      <p:italic r:id="rId28"/>
      <p:boldItalic r:id="rId29"/>
    </p:embeddedFont>
    <p:embeddedFont>
      <p:font typeface="Fira Sans Extra Condensed Medium"/>
      <p:regular r:id="rId30"/>
      <p:bold r:id="rId31"/>
      <p:italic r:id="rId32"/>
      <p:boldItalic r:id="rId33"/>
    </p:embeddedFont>
    <p:embeddedFont>
      <p:font typeface="Yanone Kaffeesatz"/>
      <p:regular r:id="rId34"/>
      <p:bold r:id="rId35"/>
    </p:embeddedFont>
    <p:embeddedFont>
      <p:font typeface="Alfa Slab One"/>
      <p:regular r:id="rId36"/>
    </p:embeddedFont>
    <p:embeddedFont>
      <p:font typeface="Montserrat SemiBold"/>
      <p:regular r:id="rId37"/>
      <p:bold r:id="rId38"/>
      <p:italic r:id="rId39"/>
      <p:boldItalic r:id="rId40"/>
    </p:embeddedFont>
    <p:embeddedFont>
      <p:font typeface="Montserrat Alternates Light"/>
      <p:regular r:id="rId41"/>
      <p:bold r:id="rId42"/>
      <p:italic r:id="rId43"/>
      <p:boldItalic r:id="rId44"/>
    </p:embeddedFont>
    <p:embeddedFont>
      <p:font typeface="Montserrat"/>
      <p:regular r:id="rId45"/>
      <p:bold r:id="rId46"/>
      <p:italic r:id="rId47"/>
      <p:boldItalic r:id="rId48"/>
    </p:embeddedFont>
    <p:embeddedFont>
      <p:font typeface="Didact Gothic"/>
      <p:regular r:id="rId49"/>
    </p:embeddedFont>
    <p:embeddedFont>
      <p:font typeface="Montserrat Alternates"/>
      <p:regular r:id="rId50"/>
      <p:bold r:id="rId51"/>
      <p:italic r:id="rId52"/>
      <p:boldItalic r:id="rId53"/>
    </p:embeddedFont>
    <p:embeddedFont>
      <p:font typeface="Fira Sans Condensed"/>
      <p:regular r:id="rId54"/>
      <p:bold r:id="rId55"/>
      <p:italic r:id="rId56"/>
      <p:boldItalic r:id="rId57"/>
    </p:embeddedFont>
    <p:embeddedFont>
      <p:font typeface="Montserrat ExtraBold"/>
      <p:bold r:id="rId58"/>
      <p:boldItalic r:id="rId59"/>
    </p:embeddedFont>
    <p:embeddedFont>
      <p:font typeface="Montserrat Alternates ExtraBold"/>
      <p:bold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SemiBold-boldItalic.fntdata"/><Relationship Id="rId42" Type="http://schemas.openxmlformats.org/officeDocument/2006/relationships/font" Target="fonts/MontserratAlternatesLight-bold.fntdata"/><Relationship Id="rId41" Type="http://schemas.openxmlformats.org/officeDocument/2006/relationships/font" Target="fonts/MontserratAlternatesLight-regular.fntdata"/><Relationship Id="rId44" Type="http://schemas.openxmlformats.org/officeDocument/2006/relationships/font" Target="fonts/MontserratAlternatesLight-boldItalic.fntdata"/><Relationship Id="rId43" Type="http://schemas.openxmlformats.org/officeDocument/2006/relationships/font" Target="fonts/MontserratAlternatesLight-italic.fntdata"/><Relationship Id="rId46" Type="http://schemas.openxmlformats.org/officeDocument/2006/relationships/font" Target="fonts/Montserrat-bold.fntdata"/><Relationship Id="rId45" Type="http://schemas.openxmlformats.org/officeDocument/2006/relationships/font" Target="fonts/Montserra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Montserrat-boldItalic.fntdata"/><Relationship Id="rId47" Type="http://schemas.openxmlformats.org/officeDocument/2006/relationships/font" Target="fonts/Montserrat-italic.fntdata"/><Relationship Id="rId49" Type="http://schemas.openxmlformats.org/officeDocument/2006/relationships/font" Target="fonts/DidactGothic-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FiraSansExtraCondensedMedium-bold.fntdata"/><Relationship Id="rId30" Type="http://schemas.openxmlformats.org/officeDocument/2006/relationships/font" Target="fonts/FiraSansExtraCondensedMedium-regular.fntdata"/><Relationship Id="rId33" Type="http://schemas.openxmlformats.org/officeDocument/2006/relationships/font" Target="fonts/FiraSansExtraCondensedMedium-boldItalic.fntdata"/><Relationship Id="rId32" Type="http://schemas.openxmlformats.org/officeDocument/2006/relationships/font" Target="fonts/FiraSansExtraCondensedMedium-italic.fntdata"/><Relationship Id="rId35" Type="http://schemas.openxmlformats.org/officeDocument/2006/relationships/font" Target="fonts/YanoneKaffeesatz-bold.fntdata"/><Relationship Id="rId34" Type="http://schemas.openxmlformats.org/officeDocument/2006/relationships/font" Target="fonts/YanoneKaffeesatz-regular.fntdata"/><Relationship Id="rId37" Type="http://schemas.openxmlformats.org/officeDocument/2006/relationships/font" Target="fonts/MontserratSemiBold-regular.fntdata"/><Relationship Id="rId36" Type="http://schemas.openxmlformats.org/officeDocument/2006/relationships/font" Target="fonts/AlfaSlabOne-regular.fntdata"/><Relationship Id="rId39" Type="http://schemas.openxmlformats.org/officeDocument/2006/relationships/font" Target="fonts/MontserratSemiBold-italic.fntdata"/><Relationship Id="rId38" Type="http://schemas.openxmlformats.org/officeDocument/2006/relationships/font" Target="fonts/MontserratSemiBold-bold.fntdata"/><Relationship Id="rId61" Type="http://schemas.openxmlformats.org/officeDocument/2006/relationships/font" Target="fonts/MontserratAlternatesExtraBold-boldItalic.fntdata"/><Relationship Id="rId20" Type="http://schemas.openxmlformats.org/officeDocument/2006/relationships/slide" Target="slides/slide14.xml"/><Relationship Id="rId22" Type="http://schemas.openxmlformats.org/officeDocument/2006/relationships/font" Target="fonts/Ubuntu-regular.fntdata"/><Relationship Id="rId21" Type="http://schemas.openxmlformats.org/officeDocument/2006/relationships/slide" Target="slides/slide15.xml"/><Relationship Id="rId24" Type="http://schemas.openxmlformats.org/officeDocument/2006/relationships/font" Target="fonts/Ubuntu-italic.fntdata"/><Relationship Id="rId23" Type="http://schemas.openxmlformats.org/officeDocument/2006/relationships/font" Target="fonts/Ubuntu-bold.fntdata"/><Relationship Id="rId60" Type="http://schemas.openxmlformats.org/officeDocument/2006/relationships/font" Target="fonts/MontserratAlternatesExtraBold-bold.fntdata"/><Relationship Id="rId26" Type="http://schemas.openxmlformats.org/officeDocument/2006/relationships/font" Target="fonts/ProximaNova-regular.fntdata"/><Relationship Id="rId25" Type="http://schemas.openxmlformats.org/officeDocument/2006/relationships/font" Target="fonts/Ubuntu-boldItalic.fntdata"/><Relationship Id="rId28" Type="http://schemas.openxmlformats.org/officeDocument/2006/relationships/font" Target="fonts/ProximaNova-italic.fntdata"/><Relationship Id="rId27" Type="http://schemas.openxmlformats.org/officeDocument/2006/relationships/font" Target="fonts/ProximaNova-bold.fntdata"/><Relationship Id="rId29" Type="http://schemas.openxmlformats.org/officeDocument/2006/relationships/font" Target="fonts/ProximaNova-boldItalic.fntdata"/><Relationship Id="rId51" Type="http://schemas.openxmlformats.org/officeDocument/2006/relationships/font" Target="fonts/MontserratAlternates-bold.fntdata"/><Relationship Id="rId50" Type="http://schemas.openxmlformats.org/officeDocument/2006/relationships/font" Target="fonts/MontserratAlternates-regular.fntdata"/><Relationship Id="rId53" Type="http://schemas.openxmlformats.org/officeDocument/2006/relationships/font" Target="fonts/MontserratAlternates-boldItalic.fntdata"/><Relationship Id="rId52" Type="http://schemas.openxmlformats.org/officeDocument/2006/relationships/font" Target="fonts/MontserratAlternates-italic.fntdata"/><Relationship Id="rId11" Type="http://schemas.openxmlformats.org/officeDocument/2006/relationships/slide" Target="slides/slide5.xml"/><Relationship Id="rId55" Type="http://schemas.openxmlformats.org/officeDocument/2006/relationships/font" Target="fonts/FiraSansCondensed-bold.fntdata"/><Relationship Id="rId10" Type="http://schemas.openxmlformats.org/officeDocument/2006/relationships/slide" Target="slides/slide4.xml"/><Relationship Id="rId54" Type="http://schemas.openxmlformats.org/officeDocument/2006/relationships/font" Target="fonts/FiraSansCondensed-regular.fntdata"/><Relationship Id="rId13" Type="http://schemas.openxmlformats.org/officeDocument/2006/relationships/slide" Target="slides/slide7.xml"/><Relationship Id="rId57" Type="http://schemas.openxmlformats.org/officeDocument/2006/relationships/font" Target="fonts/FiraSansCondensed-boldItalic.fntdata"/><Relationship Id="rId12" Type="http://schemas.openxmlformats.org/officeDocument/2006/relationships/slide" Target="slides/slide6.xml"/><Relationship Id="rId56" Type="http://schemas.openxmlformats.org/officeDocument/2006/relationships/font" Target="fonts/FiraSansCondensed-italic.fntdata"/><Relationship Id="rId15" Type="http://schemas.openxmlformats.org/officeDocument/2006/relationships/slide" Target="slides/slide9.xml"/><Relationship Id="rId59" Type="http://schemas.openxmlformats.org/officeDocument/2006/relationships/font" Target="fonts/MontserratExtraBold-boldItalic.fntdata"/><Relationship Id="rId14" Type="http://schemas.openxmlformats.org/officeDocument/2006/relationships/slide" Target="slides/slide8.xml"/><Relationship Id="rId58" Type="http://schemas.openxmlformats.org/officeDocument/2006/relationships/font" Target="fonts/MontserratExtraBold-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22893fdbd0_2_1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22893fdbd0_2_1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Dispozitiv electronic de jocuri de noroc.</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22893fdbd0_2_1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22893fdbd0_2_1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22893fdbd0_2_1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22893fdbd0_2_1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22893fdbd0_2_1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22893fdbd0_2_1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22893fdbd0_2_1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22893fdbd0_2_1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a4d9aedc44_2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a4d9aedc44_2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a4d9aedc44_2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a4d9aedc44_2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a4d9aedc44_2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a4d9aedc44_2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22893fdbd0_2_1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22893fdbd0_2_1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22893fdbd0_2_1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22893fdbd0_2_1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22893fdbd0_2_1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22893fdbd0_2_1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22893fdbd0_2_1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22893fdbd0_2_1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22893fdbd0_2_18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22893fdbd0_2_18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24cb328423_3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24cb328423_3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24cb328423_3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24cb328423_3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5" name="Shape 55"/>
        <p:cNvGrpSpPr/>
        <p:nvPr/>
      </p:nvGrpSpPr>
      <p:grpSpPr>
        <a:xfrm>
          <a:off x="0" y="0"/>
          <a:ext cx="0" cy="0"/>
          <a:chOff x="0" y="0"/>
          <a:chExt cx="0" cy="0"/>
        </a:xfrm>
      </p:grpSpPr>
      <p:sp>
        <p:nvSpPr>
          <p:cNvPr id="56" name="Google Shape;56;p14"/>
          <p:cNvSpPr txBox="1"/>
          <p:nvPr>
            <p:ph type="ctrTitle"/>
          </p:nvPr>
        </p:nvSpPr>
        <p:spPr>
          <a:xfrm>
            <a:off x="311700" y="1779300"/>
            <a:ext cx="8520600" cy="975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3000"/>
              <a:buFont typeface="Montserrat ExtraBold"/>
              <a:buNone/>
              <a:defRPr b="0" sz="3000">
                <a:solidFill>
                  <a:schemeClr val="lt1"/>
                </a:solidFill>
                <a:latin typeface="Montserrat ExtraBold"/>
                <a:ea typeface="Montserrat ExtraBold"/>
                <a:cs typeface="Montserrat ExtraBold"/>
                <a:sym typeface="Montserrat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7" name="Google Shape;57;p14"/>
          <p:cNvSpPr txBox="1"/>
          <p:nvPr>
            <p:ph idx="1" type="subTitle"/>
          </p:nvPr>
        </p:nvSpPr>
        <p:spPr>
          <a:xfrm>
            <a:off x="2743050" y="2888250"/>
            <a:ext cx="36579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Font typeface="Montserrat"/>
              <a:buNone/>
              <a:defRPr>
                <a:latin typeface="Montserrat"/>
                <a:ea typeface="Montserrat"/>
                <a:cs typeface="Montserrat"/>
                <a:sym typeface="Montserra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 name="Google Shape;60;p15"/>
          <p:cNvPicPr preferRelativeResize="0"/>
          <p:nvPr/>
        </p:nvPicPr>
        <p:blipFill>
          <a:blip r:embed="rId2">
            <a:alphaModFix/>
          </a:blip>
          <a:stretch>
            <a:fillRect/>
          </a:stretch>
        </p:blipFill>
        <p:spPr>
          <a:xfrm>
            <a:off x="-76672" y="-827887"/>
            <a:ext cx="6153101" cy="6799271"/>
          </a:xfrm>
          <a:prstGeom prst="rect">
            <a:avLst/>
          </a:prstGeom>
          <a:noFill/>
          <a:ln>
            <a:noFill/>
          </a:ln>
        </p:spPr>
      </p:pic>
      <p:sp>
        <p:nvSpPr>
          <p:cNvPr id="61" name="Google Shape;61;p15"/>
          <p:cNvSpPr txBox="1"/>
          <p:nvPr>
            <p:ph type="title"/>
          </p:nvPr>
        </p:nvSpPr>
        <p:spPr>
          <a:xfrm>
            <a:off x="5112425" y="2227050"/>
            <a:ext cx="28767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2" name="Google Shape;62;p15"/>
          <p:cNvSpPr txBox="1"/>
          <p:nvPr>
            <p:ph hasCustomPrompt="1" idx="2" type="title"/>
          </p:nvPr>
        </p:nvSpPr>
        <p:spPr>
          <a:xfrm>
            <a:off x="5112425" y="1027125"/>
            <a:ext cx="2445000" cy="841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4800"/>
              <a:buNone/>
              <a:defRPr sz="4800">
                <a:solidFill>
                  <a:schemeClr val="accent2"/>
                </a:solidFill>
              </a:defRPr>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63" name="Google Shape;63;p15"/>
          <p:cNvSpPr txBox="1"/>
          <p:nvPr>
            <p:ph idx="1" type="subTitle"/>
          </p:nvPr>
        </p:nvSpPr>
        <p:spPr>
          <a:xfrm>
            <a:off x="5112425" y="3194925"/>
            <a:ext cx="31566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4" name="Shape 64"/>
        <p:cNvGrpSpPr/>
        <p:nvPr/>
      </p:nvGrpSpPr>
      <p:grpSpPr>
        <a:xfrm>
          <a:off x="0" y="0"/>
          <a:ext cx="0" cy="0"/>
          <a:chOff x="0" y="0"/>
          <a:chExt cx="0" cy="0"/>
        </a:xfrm>
      </p:grpSpPr>
      <p:pic>
        <p:nvPicPr>
          <p:cNvPr id="65" name="Google Shape;65;p16"/>
          <p:cNvPicPr preferRelativeResize="0"/>
          <p:nvPr/>
        </p:nvPicPr>
        <p:blipFill>
          <a:blip r:embed="rId2">
            <a:alphaModFix amt="56000"/>
          </a:blip>
          <a:stretch>
            <a:fillRect/>
          </a:stretch>
        </p:blipFill>
        <p:spPr>
          <a:xfrm rot="-7199997">
            <a:off x="4531704" y="539794"/>
            <a:ext cx="5918750" cy="6540301"/>
          </a:xfrm>
          <a:prstGeom prst="rect">
            <a:avLst/>
          </a:prstGeom>
          <a:noFill/>
          <a:ln>
            <a:noFill/>
          </a:ln>
        </p:spPr>
      </p:pic>
      <p:sp>
        <p:nvSpPr>
          <p:cNvPr id="66" name="Google Shape;66;p16"/>
          <p:cNvSpPr txBox="1"/>
          <p:nvPr>
            <p:ph idx="1" type="body"/>
          </p:nvPr>
        </p:nvSpPr>
        <p:spPr>
          <a:xfrm>
            <a:off x="686700" y="1076275"/>
            <a:ext cx="7684500" cy="3265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accent2"/>
              </a:buClr>
              <a:buSzPts val="1100"/>
              <a:buAutoNum type="arabicPeriod"/>
              <a:defRPr sz="1250"/>
            </a:lvl1pPr>
            <a:lvl2pPr indent="-298450" lvl="1" marL="914400">
              <a:spcBef>
                <a:spcPts val="1600"/>
              </a:spcBef>
              <a:spcAft>
                <a:spcPts val="0"/>
              </a:spcAft>
              <a:buClr>
                <a:schemeClr val="dk1"/>
              </a:buClr>
              <a:buSzPts val="1100"/>
              <a:buFont typeface="Muli"/>
              <a:buAutoNum type="alphaLcPeriod"/>
              <a:defRPr sz="1250"/>
            </a:lvl2pPr>
            <a:lvl3pPr indent="-298450" lvl="2" marL="1371600">
              <a:spcBef>
                <a:spcPts val="1600"/>
              </a:spcBef>
              <a:spcAft>
                <a:spcPts val="0"/>
              </a:spcAft>
              <a:buClr>
                <a:schemeClr val="dk1"/>
              </a:buClr>
              <a:buSzPts val="1100"/>
              <a:buFont typeface="Muli"/>
              <a:buAutoNum type="romanLcPeriod"/>
              <a:defRPr sz="1250"/>
            </a:lvl3pPr>
            <a:lvl4pPr indent="-298450" lvl="3" marL="1828800">
              <a:spcBef>
                <a:spcPts val="1600"/>
              </a:spcBef>
              <a:spcAft>
                <a:spcPts val="0"/>
              </a:spcAft>
              <a:buClr>
                <a:schemeClr val="dk1"/>
              </a:buClr>
              <a:buSzPts val="1100"/>
              <a:buFont typeface="Muli"/>
              <a:buAutoNum type="arabicPeriod"/>
              <a:defRPr sz="1250"/>
            </a:lvl4pPr>
            <a:lvl5pPr indent="-298450" lvl="4" marL="2286000">
              <a:spcBef>
                <a:spcPts val="1600"/>
              </a:spcBef>
              <a:spcAft>
                <a:spcPts val="0"/>
              </a:spcAft>
              <a:buClr>
                <a:schemeClr val="dk1"/>
              </a:buClr>
              <a:buSzPts val="1100"/>
              <a:buFont typeface="Muli"/>
              <a:buAutoNum type="alphaLcPeriod"/>
              <a:defRPr sz="1250"/>
            </a:lvl5pPr>
            <a:lvl6pPr indent="-298450" lvl="5" marL="2743200">
              <a:spcBef>
                <a:spcPts val="1600"/>
              </a:spcBef>
              <a:spcAft>
                <a:spcPts val="0"/>
              </a:spcAft>
              <a:buClr>
                <a:schemeClr val="dk1"/>
              </a:buClr>
              <a:buSzPts val="1100"/>
              <a:buFont typeface="Muli"/>
              <a:buAutoNum type="romanLcPeriod"/>
              <a:defRPr sz="1250"/>
            </a:lvl6pPr>
            <a:lvl7pPr indent="-298450" lvl="6" marL="3200400">
              <a:spcBef>
                <a:spcPts val="1600"/>
              </a:spcBef>
              <a:spcAft>
                <a:spcPts val="0"/>
              </a:spcAft>
              <a:buClr>
                <a:schemeClr val="dk1"/>
              </a:buClr>
              <a:buSzPts val="1100"/>
              <a:buFont typeface="Muli"/>
              <a:buAutoNum type="arabicPeriod"/>
              <a:defRPr sz="1250"/>
            </a:lvl7pPr>
            <a:lvl8pPr indent="-298450" lvl="7" marL="3657600">
              <a:spcBef>
                <a:spcPts val="1600"/>
              </a:spcBef>
              <a:spcAft>
                <a:spcPts val="0"/>
              </a:spcAft>
              <a:buClr>
                <a:schemeClr val="dk1"/>
              </a:buClr>
              <a:buSzPts val="1100"/>
              <a:buFont typeface="Muli"/>
              <a:buAutoNum type="alphaLcPeriod"/>
              <a:defRPr sz="1250"/>
            </a:lvl8pPr>
            <a:lvl9pPr indent="-298450" lvl="8" marL="4114800">
              <a:spcBef>
                <a:spcPts val="1600"/>
              </a:spcBef>
              <a:spcAft>
                <a:spcPts val="1600"/>
              </a:spcAft>
              <a:buClr>
                <a:schemeClr val="dk1"/>
              </a:buClr>
              <a:buSzPts val="1100"/>
              <a:buFont typeface="Muli"/>
              <a:buAutoNum type="romanLcPeriod"/>
              <a:defRPr sz="1250"/>
            </a:lvl9pPr>
          </a:lstStyle>
          <a:p/>
        </p:txBody>
      </p:sp>
      <p:sp>
        <p:nvSpPr>
          <p:cNvPr id="67" name="Google Shape;67;p16"/>
          <p:cNvSpPr txBox="1"/>
          <p:nvPr>
            <p:ph type="title"/>
          </p:nvPr>
        </p:nvSpPr>
        <p:spPr>
          <a:xfrm>
            <a:off x="1781425" y="378225"/>
            <a:ext cx="65898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pic>
        <p:nvPicPr>
          <p:cNvPr id="69" name="Google Shape;69;p17"/>
          <p:cNvPicPr preferRelativeResize="0"/>
          <p:nvPr/>
        </p:nvPicPr>
        <p:blipFill rotWithShape="1">
          <a:blip r:embed="rId2">
            <a:alphaModFix/>
          </a:blip>
          <a:srcRect b="0" l="0" r="8214" t="0"/>
          <a:stretch/>
        </p:blipFill>
        <p:spPr>
          <a:xfrm>
            <a:off x="658750" y="-1397100"/>
            <a:ext cx="7826501" cy="7437298"/>
          </a:xfrm>
          <a:prstGeom prst="rect">
            <a:avLst/>
          </a:prstGeom>
          <a:noFill/>
          <a:ln>
            <a:noFill/>
          </a:ln>
        </p:spPr>
      </p:pic>
      <p:sp>
        <p:nvSpPr>
          <p:cNvPr id="70" name="Google Shape;70;p17"/>
          <p:cNvSpPr txBox="1"/>
          <p:nvPr>
            <p:ph idx="1" type="body"/>
          </p:nvPr>
        </p:nvSpPr>
        <p:spPr>
          <a:xfrm>
            <a:off x="775144" y="1313000"/>
            <a:ext cx="3564900" cy="3255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71" name="Google Shape;71;p17"/>
          <p:cNvSpPr txBox="1"/>
          <p:nvPr>
            <p:ph idx="2" type="body"/>
          </p:nvPr>
        </p:nvSpPr>
        <p:spPr>
          <a:xfrm>
            <a:off x="4803956" y="1313000"/>
            <a:ext cx="3564900" cy="3255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72" name="Google Shape;72;p17"/>
          <p:cNvSpPr txBox="1"/>
          <p:nvPr>
            <p:ph type="title"/>
          </p:nvPr>
        </p:nvSpPr>
        <p:spPr>
          <a:xfrm>
            <a:off x="3972475" y="378225"/>
            <a:ext cx="43986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pic>
        <p:nvPicPr>
          <p:cNvPr id="74" name="Google Shape;74;p18"/>
          <p:cNvPicPr preferRelativeResize="0"/>
          <p:nvPr/>
        </p:nvPicPr>
        <p:blipFill rotWithShape="1">
          <a:blip r:embed="rId2">
            <a:alphaModFix/>
          </a:blip>
          <a:srcRect b="0" l="0" r="8214" t="0"/>
          <a:stretch/>
        </p:blipFill>
        <p:spPr>
          <a:xfrm>
            <a:off x="658750" y="-1397100"/>
            <a:ext cx="7826501" cy="7437298"/>
          </a:xfrm>
          <a:prstGeom prst="rect">
            <a:avLst/>
          </a:prstGeom>
          <a:noFill/>
          <a:ln>
            <a:noFill/>
          </a:ln>
        </p:spPr>
      </p:pic>
      <p:sp>
        <p:nvSpPr>
          <p:cNvPr id="75" name="Google Shape;75;p18"/>
          <p:cNvSpPr txBox="1"/>
          <p:nvPr>
            <p:ph type="title"/>
          </p:nvPr>
        </p:nvSpPr>
        <p:spPr>
          <a:xfrm>
            <a:off x="2400850" y="378225"/>
            <a:ext cx="59703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19"/>
          <p:cNvSpPr txBox="1"/>
          <p:nvPr>
            <p:ph type="title"/>
          </p:nvPr>
        </p:nvSpPr>
        <p:spPr>
          <a:xfrm>
            <a:off x="1008350" y="1460450"/>
            <a:ext cx="2808000" cy="7557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8" name="Google Shape;78;p19"/>
          <p:cNvSpPr txBox="1"/>
          <p:nvPr>
            <p:ph idx="1" type="body"/>
          </p:nvPr>
        </p:nvSpPr>
        <p:spPr>
          <a:xfrm>
            <a:off x="1008350" y="2183050"/>
            <a:ext cx="3015900" cy="1500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pic>
        <p:nvPicPr>
          <p:cNvPr id="79" name="Google Shape;79;p19"/>
          <p:cNvPicPr preferRelativeResize="0"/>
          <p:nvPr/>
        </p:nvPicPr>
        <p:blipFill>
          <a:blip r:embed="rId2">
            <a:alphaModFix/>
          </a:blip>
          <a:stretch>
            <a:fillRect/>
          </a:stretch>
        </p:blipFill>
        <p:spPr>
          <a:xfrm rot="-5400000">
            <a:off x="4647114" y="1532427"/>
            <a:ext cx="6751897" cy="224187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0" name="Shape 80"/>
        <p:cNvGrpSpPr/>
        <p:nvPr/>
      </p:nvGrpSpPr>
      <p:grpSpPr>
        <a:xfrm>
          <a:off x="0" y="0"/>
          <a:ext cx="0" cy="0"/>
          <a:chOff x="0" y="0"/>
          <a:chExt cx="0" cy="0"/>
        </a:xfrm>
      </p:grpSpPr>
      <p:sp>
        <p:nvSpPr>
          <p:cNvPr id="81" name="Google Shape;81;p20"/>
          <p:cNvSpPr/>
          <p:nvPr/>
        </p:nvSpPr>
        <p:spPr>
          <a:xfrm rot="10800000">
            <a:off x="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0"/>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 name="Google Shape;83;p20"/>
          <p:cNvPicPr preferRelativeResize="0"/>
          <p:nvPr/>
        </p:nvPicPr>
        <p:blipFill rotWithShape="1">
          <a:blip r:embed="rId2">
            <a:alphaModFix/>
          </a:blip>
          <a:srcRect b="0" l="0" r="0" t="0"/>
          <a:stretch/>
        </p:blipFill>
        <p:spPr>
          <a:xfrm>
            <a:off x="240625" y="3354737"/>
            <a:ext cx="8662743" cy="2601674"/>
          </a:xfrm>
          <a:prstGeom prst="rect">
            <a:avLst/>
          </a:prstGeom>
          <a:noFill/>
          <a:ln>
            <a:noFill/>
          </a:ln>
        </p:spPr>
      </p:pic>
      <p:pic>
        <p:nvPicPr>
          <p:cNvPr id="84" name="Google Shape;84;p20"/>
          <p:cNvPicPr preferRelativeResize="0"/>
          <p:nvPr/>
        </p:nvPicPr>
        <p:blipFill rotWithShape="1">
          <a:blip r:embed="rId2">
            <a:alphaModFix/>
          </a:blip>
          <a:srcRect b="0" l="0" r="0" t="0"/>
          <a:stretch/>
        </p:blipFill>
        <p:spPr>
          <a:xfrm rot="10800000">
            <a:off x="240625" y="-812913"/>
            <a:ext cx="8662743" cy="2601674"/>
          </a:xfrm>
          <a:prstGeom prst="rect">
            <a:avLst/>
          </a:prstGeom>
          <a:noFill/>
          <a:ln>
            <a:noFill/>
          </a:ln>
        </p:spPr>
      </p:pic>
      <p:sp>
        <p:nvSpPr>
          <p:cNvPr id="85" name="Google Shape;85;p20"/>
          <p:cNvSpPr txBox="1"/>
          <p:nvPr>
            <p:ph type="title"/>
          </p:nvPr>
        </p:nvSpPr>
        <p:spPr>
          <a:xfrm>
            <a:off x="1301375" y="1417650"/>
            <a:ext cx="6541200" cy="23082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6" name="Shape 86"/>
        <p:cNvGrpSpPr/>
        <p:nvPr/>
      </p:nvGrpSpPr>
      <p:grpSpPr>
        <a:xfrm>
          <a:off x="0" y="0"/>
          <a:ext cx="0" cy="0"/>
          <a:chOff x="0" y="0"/>
          <a:chExt cx="0" cy="0"/>
        </a:xfrm>
      </p:grpSpPr>
      <p:pic>
        <p:nvPicPr>
          <p:cNvPr id="87" name="Google Shape;87;p21"/>
          <p:cNvPicPr preferRelativeResize="0"/>
          <p:nvPr/>
        </p:nvPicPr>
        <p:blipFill>
          <a:blip r:embed="rId2">
            <a:alphaModFix amt="50000"/>
          </a:blip>
          <a:stretch>
            <a:fillRect/>
          </a:stretch>
        </p:blipFill>
        <p:spPr>
          <a:xfrm>
            <a:off x="-3192424" y="1047350"/>
            <a:ext cx="12336426" cy="4096149"/>
          </a:xfrm>
          <a:prstGeom prst="rect">
            <a:avLst/>
          </a:prstGeom>
          <a:noFill/>
          <a:ln>
            <a:noFill/>
          </a:ln>
        </p:spPr>
      </p:pic>
      <p:sp>
        <p:nvSpPr>
          <p:cNvPr id="88" name="Google Shape;88;p21"/>
          <p:cNvSpPr txBox="1"/>
          <p:nvPr>
            <p:ph type="title"/>
          </p:nvPr>
        </p:nvSpPr>
        <p:spPr>
          <a:xfrm>
            <a:off x="4998775" y="1276500"/>
            <a:ext cx="33552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3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9" name="Google Shape;89;p21"/>
          <p:cNvSpPr txBox="1"/>
          <p:nvPr>
            <p:ph idx="1" type="subTitle"/>
          </p:nvPr>
        </p:nvSpPr>
        <p:spPr>
          <a:xfrm>
            <a:off x="4998775" y="2110500"/>
            <a:ext cx="3355200" cy="16656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0" name="Shape 90"/>
        <p:cNvGrpSpPr/>
        <p:nvPr/>
      </p:nvGrpSpPr>
      <p:grpSpPr>
        <a:xfrm>
          <a:off x="0" y="0"/>
          <a:ext cx="0" cy="0"/>
          <a:chOff x="0" y="0"/>
          <a:chExt cx="0" cy="0"/>
        </a:xfrm>
      </p:grpSpPr>
      <p:sp>
        <p:nvSpPr>
          <p:cNvPr id="91" name="Google Shape;91;p22"/>
          <p:cNvSpPr txBox="1"/>
          <p:nvPr>
            <p:ph type="title"/>
          </p:nvPr>
        </p:nvSpPr>
        <p:spPr>
          <a:xfrm>
            <a:off x="1528650" y="450150"/>
            <a:ext cx="4029300" cy="1078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2" name="Google Shape;92;p22"/>
          <p:cNvPicPr preferRelativeResize="0"/>
          <p:nvPr/>
        </p:nvPicPr>
        <p:blipFill>
          <a:blip r:embed="rId2">
            <a:alphaModFix amt="56000"/>
          </a:blip>
          <a:stretch>
            <a:fillRect/>
          </a:stretch>
        </p:blipFill>
        <p:spPr>
          <a:xfrm rot="-3651880">
            <a:off x="-1772274" y="-44184"/>
            <a:ext cx="5918752" cy="6540298"/>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3" name="Shape 93"/>
        <p:cNvGrpSpPr/>
        <p:nvPr/>
      </p:nvGrpSpPr>
      <p:grpSpPr>
        <a:xfrm>
          <a:off x="0" y="0"/>
          <a:ext cx="0" cy="0"/>
          <a:chOff x="0" y="0"/>
          <a:chExt cx="0" cy="0"/>
        </a:xfrm>
      </p:grpSpPr>
      <p:pic>
        <p:nvPicPr>
          <p:cNvPr id="94" name="Google Shape;94;p23"/>
          <p:cNvPicPr preferRelativeResize="0"/>
          <p:nvPr/>
        </p:nvPicPr>
        <p:blipFill>
          <a:blip r:embed="rId2">
            <a:alphaModFix amt="56000"/>
          </a:blip>
          <a:stretch>
            <a:fillRect/>
          </a:stretch>
        </p:blipFill>
        <p:spPr>
          <a:xfrm rot="-7199997">
            <a:off x="4531704" y="539794"/>
            <a:ext cx="5918750" cy="6540301"/>
          </a:xfrm>
          <a:prstGeom prst="rect">
            <a:avLst/>
          </a:prstGeom>
          <a:noFill/>
          <a:ln>
            <a:noFill/>
          </a:ln>
        </p:spPr>
      </p:pic>
      <p:pic>
        <p:nvPicPr>
          <p:cNvPr id="95" name="Google Shape;95;p23"/>
          <p:cNvPicPr preferRelativeResize="0"/>
          <p:nvPr/>
        </p:nvPicPr>
        <p:blipFill>
          <a:blip r:embed="rId2">
            <a:alphaModFix amt="56000"/>
          </a:blip>
          <a:stretch>
            <a:fillRect/>
          </a:stretch>
        </p:blipFill>
        <p:spPr>
          <a:xfrm rot="-1365984">
            <a:off x="-1959971" y="118698"/>
            <a:ext cx="5918748" cy="6540298"/>
          </a:xfrm>
          <a:prstGeom prst="rect">
            <a:avLst/>
          </a:prstGeom>
          <a:noFill/>
          <a:ln>
            <a:noFill/>
          </a:ln>
        </p:spPr>
      </p:pic>
      <p:sp>
        <p:nvSpPr>
          <p:cNvPr id="96" name="Google Shape;96;p23"/>
          <p:cNvSpPr txBox="1"/>
          <p:nvPr>
            <p:ph hasCustomPrompt="1" type="title"/>
          </p:nvPr>
        </p:nvSpPr>
        <p:spPr>
          <a:xfrm>
            <a:off x="2028150" y="1598125"/>
            <a:ext cx="5087700" cy="1178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200"/>
              <a:buNone/>
              <a:defRPr sz="7200">
                <a:solidFill>
                  <a:schemeClr val="accent2"/>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7" name="Google Shape;97;p23"/>
          <p:cNvSpPr txBox="1"/>
          <p:nvPr>
            <p:ph idx="1" type="subTitle"/>
          </p:nvPr>
        </p:nvSpPr>
        <p:spPr>
          <a:xfrm>
            <a:off x="2618725" y="2840075"/>
            <a:ext cx="3906600" cy="8211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98" name="Shape 98"/>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SECTION_TITLE_AND_DESCRIPTION_1">
    <p:spTree>
      <p:nvGrpSpPr>
        <p:cNvPr id="99" name="Shape 99"/>
        <p:cNvGrpSpPr/>
        <p:nvPr/>
      </p:nvGrpSpPr>
      <p:grpSpPr>
        <a:xfrm>
          <a:off x="0" y="0"/>
          <a:ext cx="0" cy="0"/>
          <a:chOff x="0" y="0"/>
          <a:chExt cx="0" cy="0"/>
        </a:xfrm>
      </p:grpSpPr>
      <p:pic>
        <p:nvPicPr>
          <p:cNvPr id="100" name="Google Shape;100;p25"/>
          <p:cNvPicPr preferRelativeResize="0"/>
          <p:nvPr/>
        </p:nvPicPr>
        <p:blipFill rotWithShape="1">
          <a:blip r:embed="rId2">
            <a:alphaModFix/>
          </a:blip>
          <a:srcRect b="0" l="0" r="8214" t="0"/>
          <a:stretch/>
        </p:blipFill>
        <p:spPr>
          <a:xfrm>
            <a:off x="658750" y="-1397100"/>
            <a:ext cx="7826501" cy="7437298"/>
          </a:xfrm>
          <a:prstGeom prst="rect">
            <a:avLst/>
          </a:prstGeom>
          <a:noFill/>
          <a:ln>
            <a:noFill/>
          </a:ln>
        </p:spPr>
      </p:pic>
      <p:sp>
        <p:nvSpPr>
          <p:cNvPr id="101" name="Google Shape;101;p25"/>
          <p:cNvSpPr txBox="1"/>
          <p:nvPr>
            <p:ph type="title"/>
          </p:nvPr>
        </p:nvSpPr>
        <p:spPr>
          <a:xfrm>
            <a:off x="702450" y="1773225"/>
            <a:ext cx="1946700" cy="3819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02" name="Google Shape;102;p25"/>
          <p:cNvSpPr txBox="1"/>
          <p:nvPr>
            <p:ph idx="1" type="subTitle"/>
          </p:nvPr>
        </p:nvSpPr>
        <p:spPr>
          <a:xfrm>
            <a:off x="702450" y="2070300"/>
            <a:ext cx="19467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3" name="Google Shape;103;p25"/>
          <p:cNvSpPr txBox="1"/>
          <p:nvPr>
            <p:ph idx="2" type="title"/>
          </p:nvPr>
        </p:nvSpPr>
        <p:spPr>
          <a:xfrm>
            <a:off x="3598650" y="1773225"/>
            <a:ext cx="1946700" cy="3819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04" name="Google Shape;104;p25"/>
          <p:cNvSpPr txBox="1"/>
          <p:nvPr>
            <p:ph idx="3" type="subTitle"/>
          </p:nvPr>
        </p:nvSpPr>
        <p:spPr>
          <a:xfrm>
            <a:off x="3598650" y="2070300"/>
            <a:ext cx="19467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5" name="Google Shape;105;p25"/>
          <p:cNvSpPr txBox="1"/>
          <p:nvPr>
            <p:ph idx="4" type="title"/>
          </p:nvPr>
        </p:nvSpPr>
        <p:spPr>
          <a:xfrm>
            <a:off x="6494850" y="1773225"/>
            <a:ext cx="1946700" cy="3819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06" name="Google Shape;106;p25"/>
          <p:cNvSpPr txBox="1"/>
          <p:nvPr>
            <p:ph idx="5" type="subTitle"/>
          </p:nvPr>
        </p:nvSpPr>
        <p:spPr>
          <a:xfrm>
            <a:off x="6494850" y="2070300"/>
            <a:ext cx="19467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7" name="Google Shape;107;p25"/>
          <p:cNvSpPr txBox="1"/>
          <p:nvPr>
            <p:ph idx="6" type="title"/>
          </p:nvPr>
        </p:nvSpPr>
        <p:spPr>
          <a:xfrm>
            <a:off x="5039900" y="3501280"/>
            <a:ext cx="1946700" cy="3819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08" name="Google Shape;108;p25"/>
          <p:cNvSpPr txBox="1"/>
          <p:nvPr>
            <p:ph idx="7" type="subTitle"/>
          </p:nvPr>
        </p:nvSpPr>
        <p:spPr>
          <a:xfrm>
            <a:off x="5039888" y="3798230"/>
            <a:ext cx="19467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9" name="Google Shape;109;p25"/>
          <p:cNvSpPr txBox="1"/>
          <p:nvPr>
            <p:ph idx="8" type="title"/>
          </p:nvPr>
        </p:nvSpPr>
        <p:spPr>
          <a:xfrm>
            <a:off x="2157425" y="3501280"/>
            <a:ext cx="1946700" cy="3819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10" name="Google Shape;110;p25"/>
          <p:cNvSpPr txBox="1"/>
          <p:nvPr>
            <p:ph idx="9" type="subTitle"/>
          </p:nvPr>
        </p:nvSpPr>
        <p:spPr>
          <a:xfrm>
            <a:off x="2157413" y="3798230"/>
            <a:ext cx="19467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1" name="Google Shape;111;p25"/>
          <p:cNvSpPr txBox="1"/>
          <p:nvPr>
            <p:ph hasCustomPrompt="1" idx="13" type="title"/>
          </p:nvPr>
        </p:nvSpPr>
        <p:spPr>
          <a:xfrm>
            <a:off x="1139400" y="1283325"/>
            <a:ext cx="1072800" cy="489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None/>
              <a:defRPr sz="2400">
                <a:solidFill>
                  <a:schemeClr val="accent2"/>
                </a:solidFill>
              </a:defRPr>
            </a:lvl1pPr>
            <a:lvl2pPr lvl="1" algn="ctr">
              <a:spcBef>
                <a:spcPts val="0"/>
              </a:spcBef>
              <a:spcAft>
                <a:spcPts val="0"/>
              </a:spcAft>
              <a:buClr>
                <a:schemeClr val="accent2"/>
              </a:buClr>
              <a:buSzPts val="2400"/>
              <a:buNone/>
              <a:defRPr sz="2400">
                <a:solidFill>
                  <a:schemeClr val="accent2"/>
                </a:solidFill>
              </a:defRPr>
            </a:lvl2pPr>
            <a:lvl3pPr lvl="2" algn="ctr">
              <a:spcBef>
                <a:spcPts val="0"/>
              </a:spcBef>
              <a:spcAft>
                <a:spcPts val="0"/>
              </a:spcAft>
              <a:buClr>
                <a:schemeClr val="accent2"/>
              </a:buClr>
              <a:buSzPts val="2400"/>
              <a:buNone/>
              <a:defRPr sz="2400">
                <a:solidFill>
                  <a:schemeClr val="accent2"/>
                </a:solidFill>
              </a:defRPr>
            </a:lvl3pPr>
            <a:lvl4pPr lvl="3" algn="ctr">
              <a:spcBef>
                <a:spcPts val="0"/>
              </a:spcBef>
              <a:spcAft>
                <a:spcPts val="0"/>
              </a:spcAft>
              <a:buClr>
                <a:schemeClr val="accent2"/>
              </a:buClr>
              <a:buSzPts val="2400"/>
              <a:buNone/>
              <a:defRPr sz="2400">
                <a:solidFill>
                  <a:schemeClr val="accent2"/>
                </a:solidFill>
              </a:defRPr>
            </a:lvl4pPr>
            <a:lvl5pPr lvl="4" algn="ctr">
              <a:spcBef>
                <a:spcPts val="0"/>
              </a:spcBef>
              <a:spcAft>
                <a:spcPts val="0"/>
              </a:spcAft>
              <a:buClr>
                <a:schemeClr val="accent2"/>
              </a:buClr>
              <a:buSzPts val="2400"/>
              <a:buNone/>
              <a:defRPr sz="2400">
                <a:solidFill>
                  <a:schemeClr val="accent2"/>
                </a:solidFill>
              </a:defRPr>
            </a:lvl5pPr>
            <a:lvl6pPr lvl="5" algn="ctr">
              <a:spcBef>
                <a:spcPts val="0"/>
              </a:spcBef>
              <a:spcAft>
                <a:spcPts val="0"/>
              </a:spcAft>
              <a:buClr>
                <a:schemeClr val="accent2"/>
              </a:buClr>
              <a:buSzPts val="2400"/>
              <a:buNone/>
              <a:defRPr sz="2400">
                <a:solidFill>
                  <a:schemeClr val="accent2"/>
                </a:solidFill>
              </a:defRPr>
            </a:lvl6pPr>
            <a:lvl7pPr lvl="6" algn="ctr">
              <a:spcBef>
                <a:spcPts val="0"/>
              </a:spcBef>
              <a:spcAft>
                <a:spcPts val="0"/>
              </a:spcAft>
              <a:buClr>
                <a:schemeClr val="accent2"/>
              </a:buClr>
              <a:buSzPts val="2400"/>
              <a:buNone/>
              <a:defRPr sz="2400">
                <a:solidFill>
                  <a:schemeClr val="accent2"/>
                </a:solidFill>
              </a:defRPr>
            </a:lvl7pPr>
            <a:lvl8pPr lvl="7" algn="ctr">
              <a:spcBef>
                <a:spcPts val="0"/>
              </a:spcBef>
              <a:spcAft>
                <a:spcPts val="0"/>
              </a:spcAft>
              <a:buClr>
                <a:schemeClr val="accent2"/>
              </a:buClr>
              <a:buSzPts val="2400"/>
              <a:buNone/>
              <a:defRPr sz="2400">
                <a:solidFill>
                  <a:schemeClr val="accent2"/>
                </a:solidFill>
              </a:defRPr>
            </a:lvl8pPr>
            <a:lvl9pPr lvl="8" algn="ctr">
              <a:spcBef>
                <a:spcPts val="0"/>
              </a:spcBef>
              <a:spcAft>
                <a:spcPts val="0"/>
              </a:spcAft>
              <a:buClr>
                <a:schemeClr val="accent2"/>
              </a:buClr>
              <a:buSzPts val="2400"/>
              <a:buNone/>
              <a:defRPr sz="2400">
                <a:solidFill>
                  <a:schemeClr val="accent2"/>
                </a:solidFill>
              </a:defRPr>
            </a:lvl9pPr>
          </a:lstStyle>
          <a:p>
            <a:r>
              <a:t>xx%</a:t>
            </a:r>
          </a:p>
        </p:txBody>
      </p:sp>
      <p:sp>
        <p:nvSpPr>
          <p:cNvPr id="112" name="Google Shape;112;p25"/>
          <p:cNvSpPr txBox="1"/>
          <p:nvPr>
            <p:ph hasCustomPrompt="1" idx="14" type="title"/>
          </p:nvPr>
        </p:nvSpPr>
        <p:spPr>
          <a:xfrm>
            <a:off x="4035600" y="1283325"/>
            <a:ext cx="1072800" cy="489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None/>
              <a:defRPr sz="2400">
                <a:solidFill>
                  <a:schemeClr val="accent2"/>
                </a:solidFill>
              </a:defRPr>
            </a:lvl1pPr>
            <a:lvl2pPr lvl="1" algn="ctr">
              <a:spcBef>
                <a:spcPts val="0"/>
              </a:spcBef>
              <a:spcAft>
                <a:spcPts val="0"/>
              </a:spcAft>
              <a:buClr>
                <a:schemeClr val="accent2"/>
              </a:buClr>
              <a:buSzPts val="2400"/>
              <a:buNone/>
              <a:defRPr sz="2400">
                <a:solidFill>
                  <a:schemeClr val="accent2"/>
                </a:solidFill>
              </a:defRPr>
            </a:lvl2pPr>
            <a:lvl3pPr lvl="2" algn="ctr">
              <a:spcBef>
                <a:spcPts val="0"/>
              </a:spcBef>
              <a:spcAft>
                <a:spcPts val="0"/>
              </a:spcAft>
              <a:buClr>
                <a:schemeClr val="accent2"/>
              </a:buClr>
              <a:buSzPts val="2400"/>
              <a:buNone/>
              <a:defRPr sz="2400">
                <a:solidFill>
                  <a:schemeClr val="accent2"/>
                </a:solidFill>
              </a:defRPr>
            </a:lvl3pPr>
            <a:lvl4pPr lvl="3" algn="ctr">
              <a:spcBef>
                <a:spcPts val="0"/>
              </a:spcBef>
              <a:spcAft>
                <a:spcPts val="0"/>
              </a:spcAft>
              <a:buClr>
                <a:schemeClr val="accent2"/>
              </a:buClr>
              <a:buSzPts val="2400"/>
              <a:buNone/>
              <a:defRPr sz="2400">
                <a:solidFill>
                  <a:schemeClr val="accent2"/>
                </a:solidFill>
              </a:defRPr>
            </a:lvl4pPr>
            <a:lvl5pPr lvl="4" algn="ctr">
              <a:spcBef>
                <a:spcPts val="0"/>
              </a:spcBef>
              <a:spcAft>
                <a:spcPts val="0"/>
              </a:spcAft>
              <a:buClr>
                <a:schemeClr val="accent2"/>
              </a:buClr>
              <a:buSzPts val="2400"/>
              <a:buNone/>
              <a:defRPr sz="2400">
                <a:solidFill>
                  <a:schemeClr val="accent2"/>
                </a:solidFill>
              </a:defRPr>
            </a:lvl5pPr>
            <a:lvl6pPr lvl="5" algn="ctr">
              <a:spcBef>
                <a:spcPts val="0"/>
              </a:spcBef>
              <a:spcAft>
                <a:spcPts val="0"/>
              </a:spcAft>
              <a:buClr>
                <a:schemeClr val="accent2"/>
              </a:buClr>
              <a:buSzPts val="2400"/>
              <a:buNone/>
              <a:defRPr sz="2400">
                <a:solidFill>
                  <a:schemeClr val="accent2"/>
                </a:solidFill>
              </a:defRPr>
            </a:lvl6pPr>
            <a:lvl7pPr lvl="6" algn="ctr">
              <a:spcBef>
                <a:spcPts val="0"/>
              </a:spcBef>
              <a:spcAft>
                <a:spcPts val="0"/>
              </a:spcAft>
              <a:buClr>
                <a:schemeClr val="accent2"/>
              </a:buClr>
              <a:buSzPts val="2400"/>
              <a:buNone/>
              <a:defRPr sz="2400">
                <a:solidFill>
                  <a:schemeClr val="accent2"/>
                </a:solidFill>
              </a:defRPr>
            </a:lvl7pPr>
            <a:lvl8pPr lvl="7" algn="ctr">
              <a:spcBef>
                <a:spcPts val="0"/>
              </a:spcBef>
              <a:spcAft>
                <a:spcPts val="0"/>
              </a:spcAft>
              <a:buClr>
                <a:schemeClr val="accent2"/>
              </a:buClr>
              <a:buSzPts val="2400"/>
              <a:buNone/>
              <a:defRPr sz="2400">
                <a:solidFill>
                  <a:schemeClr val="accent2"/>
                </a:solidFill>
              </a:defRPr>
            </a:lvl8pPr>
            <a:lvl9pPr lvl="8" algn="ctr">
              <a:spcBef>
                <a:spcPts val="0"/>
              </a:spcBef>
              <a:spcAft>
                <a:spcPts val="0"/>
              </a:spcAft>
              <a:buClr>
                <a:schemeClr val="accent2"/>
              </a:buClr>
              <a:buSzPts val="2400"/>
              <a:buNone/>
              <a:defRPr sz="2400">
                <a:solidFill>
                  <a:schemeClr val="accent2"/>
                </a:solidFill>
              </a:defRPr>
            </a:lvl9pPr>
          </a:lstStyle>
          <a:p>
            <a:r>
              <a:t>xx%</a:t>
            </a:r>
          </a:p>
        </p:txBody>
      </p:sp>
      <p:sp>
        <p:nvSpPr>
          <p:cNvPr id="113" name="Google Shape;113;p25"/>
          <p:cNvSpPr txBox="1"/>
          <p:nvPr>
            <p:ph hasCustomPrompt="1" idx="15" type="title"/>
          </p:nvPr>
        </p:nvSpPr>
        <p:spPr>
          <a:xfrm>
            <a:off x="6931800" y="1283325"/>
            <a:ext cx="1072800" cy="489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None/>
              <a:defRPr sz="2400">
                <a:solidFill>
                  <a:schemeClr val="accent2"/>
                </a:solidFill>
              </a:defRPr>
            </a:lvl1pPr>
            <a:lvl2pPr lvl="1" algn="ctr">
              <a:spcBef>
                <a:spcPts val="0"/>
              </a:spcBef>
              <a:spcAft>
                <a:spcPts val="0"/>
              </a:spcAft>
              <a:buClr>
                <a:schemeClr val="accent2"/>
              </a:buClr>
              <a:buSzPts val="2400"/>
              <a:buNone/>
              <a:defRPr sz="2400">
                <a:solidFill>
                  <a:schemeClr val="accent2"/>
                </a:solidFill>
              </a:defRPr>
            </a:lvl2pPr>
            <a:lvl3pPr lvl="2" algn="ctr">
              <a:spcBef>
                <a:spcPts val="0"/>
              </a:spcBef>
              <a:spcAft>
                <a:spcPts val="0"/>
              </a:spcAft>
              <a:buClr>
                <a:schemeClr val="accent2"/>
              </a:buClr>
              <a:buSzPts val="2400"/>
              <a:buNone/>
              <a:defRPr sz="2400">
                <a:solidFill>
                  <a:schemeClr val="accent2"/>
                </a:solidFill>
              </a:defRPr>
            </a:lvl3pPr>
            <a:lvl4pPr lvl="3" algn="ctr">
              <a:spcBef>
                <a:spcPts val="0"/>
              </a:spcBef>
              <a:spcAft>
                <a:spcPts val="0"/>
              </a:spcAft>
              <a:buClr>
                <a:schemeClr val="accent2"/>
              </a:buClr>
              <a:buSzPts val="2400"/>
              <a:buNone/>
              <a:defRPr sz="2400">
                <a:solidFill>
                  <a:schemeClr val="accent2"/>
                </a:solidFill>
              </a:defRPr>
            </a:lvl4pPr>
            <a:lvl5pPr lvl="4" algn="ctr">
              <a:spcBef>
                <a:spcPts val="0"/>
              </a:spcBef>
              <a:spcAft>
                <a:spcPts val="0"/>
              </a:spcAft>
              <a:buClr>
                <a:schemeClr val="accent2"/>
              </a:buClr>
              <a:buSzPts val="2400"/>
              <a:buNone/>
              <a:defRPr sz="2400">
                <a:solidFill>
                  <a:schemeClr val="accent2"/>
                </a:solidFill>
              </a:defRPr>
            </a:lvl5pPr>
            <a:lvl6pPr lvl="5" algn="ctr">
              <a:spcBef>
                <a:spcPts val="0"/>
              </a:spcBef>
              <a:spcAft>
                <a:spcPts val="0"/>
              </a:spcAft>
              <a:buClr>
                <a:schemeClr val="accent2"/>
              </a:buClr>
              <a:buSzPts val="2400"/>
              <a:buNone/>
              <a:defRPr sz="2400">
                <a:solidFill>
                  <a:schemeClr val="accent2"/>
                </a:solidFill>
              </a:defRPr>
            </a:lvl6pPr>
            <a:lvl7pPr lvl="6" algn="ctr">
              <a:spcBef>
                <a:spcPts val="0"/>
              </a:spcBef>
              <a:spcAft>
                <a:spcPts val="0"/>
              </a:spcAft>
              <a:buClr>
                <a:schemeClr val="accent2"/>
              </a:buClr>
              <a:buSzPts val="2400"/>
              <a:buNone/>
              <a:defRPr sz="2400">
                <a:solidFill>
                  <a:schemeClr val="accent2"/>
                </a:solidFill>
              </a:defRPr>
            </a:lvl7pPr>
            <a:lvl8pPr lvl="7" algn="ctr">
              <a:spcBef>
                <a:spcPts val="0"/>
              </a:spcBef>
              <a:spcAft>
                <a:spcPts val="0"/>
              </a:spcAft>
              <a:buClr>
                <a:schemeClr val="accent2"/>
              </a:buClr>
              <a:buSzPts val="2400"/>
              <a:buNone/>
              <a:defRPr sz="2400">
                <a:solidFill>
                  <a:schemeClr val="accent2"/>
                </a:solidFill>
              </a:defRPr>
            </a:lvl8pPr>
            <a:lvl9pPr lvl="8" algn="ctr">
              <a:spcBef>
                <a:spcPts val="0"/>
              </a:spcBef>
              <a:spcAft>
                <a:spcPts val="0"/>
              </a:spcAft>
              <a:buClr>
                <a:schemeClr val="accent2"/>
              </a:buClr>
              <a:buSzPts val="2400"/>
              <a:buNone/>
              <a:defRPr sz="2400">
                <a:solidFill>
                  <a:schemeClr val="accent2"/>
                </a:solidFill>
              </a:defRPr>
            </a:lvl9pPr>
          </a:lstStyle>
          <a:p>
            <a:r>
              <a:t>xx%</a:t>
            </a:r>
          </a:p>
        </p:txBody>
      </p:sp>
      <p:sp>
        <p:nvSpPr>
          <p:cNvPr id="114" name="Google Shape;114;p25"/>
          <p:cNvSpPr txBox="1"/>
          <p:nvPr>
            <p:ph hasCustomPrompt="1" idx="16" type="title"/>
          </p:nvPr>
        </p:nvSpPr>
        <p:spPr>
          <a:xfrm>
            <a:off x="5476850" y="3007778"/>
            <a:ext cx="1072800" cy="489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None/>
              <a:defRPr sz="2400">
                <a:solidFill>
                  <a:schemeClr val="accent2"/>
                </a:solidFill>
              </a:defRPr>
            </a:lvl1pPr>
            <a:lvl2pPr lvl="1" algn="ctr">
              <a:spcBef>
                <a:spcPts val="0"/>
              </a:spcBef>
              <a:spcAft>
                <a:spcPts val="0"/>
              </a:spcAft>
              <a:buClr>
                <a:schemeClr val="accent2"/>
              </a:buClr>
              <a:buSzPts val="2400"/>
              <a:buNone/>
              <a:defRPr sz="2400">
                <a:solidFill>
                  <a:schemeClr val="accent2"/>
                </a:solidFill>
              </a:defRPr>
            </a:lvl2pPr>
            <a:lvl3pPr lvl="2" algn="ctr">
              <a:spcBef>
                <a:spcPts val="0"/>
              </a:spcBef>
              <a:spcAft>
                <a:spcPts val="0"/>
              </a:spcAft>
              <a:buClr>
                <a:schemeClr val="accent2"/>
              </a:buClr>
              <a:buSzPts val="2400"/>
              <a:buNone/>
              <a:defRPr sz="2400">
                <a:solidFill>
                  <a:schemeClr val="accent2"/>
                </a:solidFill>
              </a:defRPr>
            </a:lvl3pPr>
            <a:lvl4pPr lvl="3" algn="ctr">
              <a:spcBef>
                <a:spcPts val="0"/>
              </a:spcBef>
              <a:spcAft>
                <a:spcPts val="0"/>
              </a:spcAft>
              <a:buClr>
                <a:schemeClr val="accent2"/>
              </a:buClr>
              <a:buSzPts val="2400"/>
              <a:buNone/>
              <a:defRPr sz="2400">
                <a:solidFill>
                  <a:schemeClr val="accent2"/>
                </a:solidFill>
              </a:defRPr>
            </a:lvl4pPr>
            <a:lvl5pPr lvl="4" algn="ctr">
              <a:spcBef>
                <a:spcPts val="0"/>
              </a:spcBef>
              <a:spcAft>
                <a:spcPts val="0"/>
              </a:spcAft>
              <a:buClr>
                <a:schemeClr val="accent2"/>
              </a:buClr>
              <a:buSzPts val="2400"/>
              <a:buNone/>
              <a:defRPr sz="2400">
                <a:solidFill>
                  <a:schemeClr val="accent2"/>
                </a:solidFill>
              </a:defRPr>
            </a:lvl5pPr>
            <a:lvl6pPr lvl="5" algn="ctr">
              <a:spcBef>
                <a:spcPts val="0"/>
              </a:spcBef>
              <a:spcAft>
                <a:spcPts val="0"/>
              </a:spcAft>
              <a:buClr>
                <a:schemeClr val="accent2"/>
              </a:buClr>
              <a:buSzPts val="2400"/>
              <a:buNone/>
              <a:defRPr sz="2400">
                <a:solidFill>
                  <a:schemeClr val="accent2"/>
                </a:solidFill>
              </a:defRPr>
            </a:lvl6pPr>
            <a:lvl7pPr lvl="6" algn="ctr">
              <a:spcBef>
                <a:spcPts val="0"/>
              </a:spcBef>
              <a:spcAft>
                <a:spcPts val="0"/>
              </a:spcAft>
              <a:buClr>
                <a:schemeClr val="accent2"/>
              </a:buClr>
              <a:buSzPts val="2400"/>
              <a:buNone/>
              <a:defRPr sz="2400">
                <a:solidFill>
                  <a:schemeClr val="accent2"/>
                </a:solidFill>
              </a:defRPr>
            </a:lvl7pPr>
            <a:lvl8pPr lvl="7" algn="ctr">
              <a:spcBef>
                <a:spcPts val="0"/>
              </a:spcBef>
              <a:spcAft>
                <a:spcPts val="0"/>
              </a:spcAft>
              <a:buClr>
                <a:schemeClr val="accent2"/>
              </a:buClr>
              <a:buSzPts val="2400"/>
              <a:buNone/>
              <a:defRPr sz="2400">
                <a:solidFill>
                  <a:schemeClr val="accent2"/>
                </a:solidFill>
              </a:defRPr>
            </a:lvl8pPr>
            <a:lvl9pPr lvl="8" algn="ctr">
              <a:spcBef>
                <a:spcPts val="0"/>
              </a:spcBef>
              <a:spcAft>
                <a:spcPts val="0"/>
              </a:spcAft>
              <a:buClr>
                <a:schemeClr val="accent2"/>
              </a:buClr>
              <a:buSzPts val="2400"/>
              <a:buNone/>
              <a:defRPr sz="2400">
                <a:solidFill>
                  <a:schemeClr val="accent2"/>
                </a:solidFill>
              </a:defRPr>
            </a:lvl9pPr>
          </a:lstStyle>
          <a:p>
            <a:r>
              <a:t>xx%</a:t>
            </a:r>
          </a:p>
        </p:txBody>
      </p:sp>
      <p:sp>
        <p:nvSpPr>
          <p:cNvPr id="115" name="Google Shape;115;p25"/>
          <p:cNvSpPr txBox="1"/>
          <p:nvPr>
            <p:ph hasCustomPrompt="1" idx="17" type="title"/>
          </p:nvPr>
        </p:nvSpPr>
        <p:spPr>
          <a:xfrm>
            <a:off x="2594375" y="3015515"/>
            <a:ext cx="1072800" cy="489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None/>
              <a:defRPr sz="2400">
                <a:solidFill>
                  <a:schemeClr val="accent2"/>
                </a:solidFill>
              </a:defRPr>
            </a:lvl1pPr>
            <a:lvl2pPr lvl="1" algn="ctr">
              <a:spcBef>
                <a:spcPts val="0"/>
              </a:spcBef>
              <a:spcAft>
                <a:spcPts val="0"/>
              </a:spcAft>
              <a:buClr>
                <a:schemeClr val="accent2"/>
              </a:buClr>
              <a:buSzPts val="2400"/>
              <a:buNone/>
              <a:defRPr sz="2400">
                <a:solidFill>
                  <a:schemeClr val="accent2"/>
                </a:solidFill>
              </a:defRPr>
            </a:lvl2pPr>
            <a:lvl3pPr lvl="2" algn="ctr">
              <a:spcBef>
                <a:spcPts val="0"/>
              </a:spcBef>
              <a:spcAft>
                <a:spcPts val="0"/>
              </a:spcAft>
              <a:buClr>
                <a:schemeClr val="accent2"/>
              </a:buClr>
              <a:buSzPts val="2400"/>
              <a:buNone/>
              <a:defRPr sz="2400">
                <a:solidFill>
                  <a:schemeClr val="accent2"/>
                </a:solidFill>
              </a:defRPr>
            </a:lvl3pPr>
            <a:lvl4pPr lvl="3" algn="ctr">
              <a:spcBef>
                <a:spcPts val="0"/>
              </a:spcBef>
              <a:spcAft>
                <a:spcPts val="0"/>
              </a:spcAft>
              <a:buClr>
                <a:schemeClr val="accent2"/>
              </a:buClr>
              <a:buSzPts val="2400"/>
              <a:buNone/>
              <a:defRPr sz="2400">
                <a:solidFill>
                  <a:schemeClr val="accent2"/>
                </a:solidFill>
              </a:defRPr>
            </a:lvl4pPr>
            <a:lvl5pPr lvl="4" algn="ctr">
              <a:spcBef>
                <a:spcPts val="0"/>
              </a:spcBef>
              <a:spcAft>
                <a:spcPts val="0"/>
              </a:spcAft>
              <a:buClr>
                <a:schemeClr val="accent2"/>
              </a:buClr>
              <a:buSzPts val="2400"/>
              <a:buNone/>
              <a:defRPr sz="2400">
                <a:solidFill>
                  <a:schemeClr val="accent2"/>
                </a:solidFill>
              </a:defRPr>
            </a:lvl5pPr>
            <a:lvl6pPr lvl="5" algn="ctr">
              <a:spcBef>
                <a:spcPts val="0"/>
              </a:spcBef>
              <a:spcAft>
                <a:spcPts val="0"/>
              </a:spcAft>
              <a:buClr>
                <a:schemeClr val="accent2"/>
              </a:buClr>
              <a:buSzPts val="2400"/>
              <a:buNone/>
              <a:defRPr sz="2400">
                <a:solidFill>
                  <a:schemeClr val="accent2"/>
                </a:solidFill>
              </a:defRPr>
            </a:lvl6pPr>
            <a:lvl7pPr lvl="6" algn="ctr">
              <a:spcBef>
                <a:spcPts val="0"/>
              </a:spcBef>
              <a:spcAft>
                <a:spcPts val="0"/>
              </a:spcAft>
              <a:buClr>
                <a:schemeClr val="accent2"/>
              </a:buClr>
              <a:buSzPts val="2400"/>
              <a:buNone/>
              <a:defRPr sz="2400">
                <a:solidFill>
                  <a:schemeClr val="accent2"/>
                </a:solidFill>
              </a:defRPr>
            </a:lvl7pPr>
            <a:lvl8pPr lvl="7" algn="ctr">
              <a:spcBef>
                <a:spcPts val="0"/>
              </a:spcBef>
              <a:spcAft>
                <a:spcPts val="0"/>
              </a:spcAft>
              <a:buClr>
                <a:schemeClr val="accent2"/>
              </a:buClr>
              <a:buSzPts val="2400"/>
              <a:buNone/>
              <a:defRPr sz="2400">
                <a:solidFill>
                  <a:schemeClr val="accent2"/>
                </a:solidFill>
              </a:defRPr>
            </a:lvl8pPr>
            <a:lvl9pPr lvl="8" algn="ctr">
              <a:spcBef>
                <a:spcPts val="0"/>
              </a:spcBef>
              <a:spcAft>
                <a:spcPts val="0"/>
              </a:spcAft>
              <a:buClr>
                <a:schemeClr val="accent2"/>
              </a:buClr>
              <a:buSzPts val="2400"/>
              <a:buNone/>
              <a:defRPr sz="2400">
                <a:solidFill>
                  <a:schemeClr val="accent2"/>
                </a:solidFill>
              </a:defRPr>
            </a:lvl9pPr>
          </a:lstStyle>
          <a:p>
            <a:r>
              <a:t>xx%</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SECTION_TITLE_AND_DESCRIPTION_1_1">
    <p:spTree>
      <p:nvGrpSpPr>
        <p:cNvPr id="116" name="Shape 116"/>
        <p:cNvGrpSpPr/>
        <p:nvPr/>
      </p:nvGrpSpPr>
      <p:grpSpPr>
        <a:xfrm>
          <a:off x="0" y="0"/>
          <a:ext cx="0" cy="0"/>
          <a:chOff x="0" y="0"/>
          <a:chExt cx="0" cy="0"/>
        </a:xfrm>
      </p:grpSpPr>
      <p:sp>
        <p:nvSpPr>
          <p:cNvPr id="117" name="Google Shape;117;p26"/>
          <p:cNvSpPr txBox="1"/>
          <p:nvPr>
            <p:ph type="title"/>
          </p:nvPr>
        </p:nvSpPr>
        <p:spPr>
          <a:xfrm>
            <a:off x="2400850" y="378225"/>
            <a:ext cx="59703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118" name="Google Shape;118;p26"/>
          <p:cNvSpPr txBox="1"/>
          <p:nvPr>
            <p:ph hasCustomPrompt="1" idx="2" type="title"/>
          </p:nvPr>
        </p:nvSpPr>
        <p:spPr>
          <a:xfrm>
            <a:off x="2477100" y="1022775"/>
            <a:ext cx="657000" cy="7572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accent2"/>
              </a:buClr>
              <a:buSzPts val="10000"/>
              <a:buFont typeface="Barlow"/>
              <a:buNone/>
              <a:defRPr b="1" sz="2400">
                <a:solidFill>
                  <a:schemeClr val="accent2"/>
                </a:solidFill>
              </a:defRPr>
            </a:lvl1pPr>
            <a:lvl2pPr lvl="1">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2pPr>
            <a:lvl3pPr lvl="2">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3pPr>
            <a:lvl4pPr lvl="3">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4pPr>
            <a:lvl5pPr lvl="4">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5pPr>
            <a:lvl6pPr lvl="5">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6pPr>
            <a:lvl7pPr lvl="6">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7pPr>
            <a:lvl8pPr lvl="7">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8pPr>
            <a:lvl9pPr lvl="8">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9pPr>
          </a:lstStyle>
          <a:p>
            <a:r>
              <a:t>xx%</a:t>
            </a:r>
          </a:p>
        </p:txBody>
      </p:sp>
      <p:sp>
        <p:nvSpPr>
          <p:cNvPr id="119" name="Google Shape;119;p26"/>
          <p:cNvSpPr txBox="1"/>
          <p:nvPr>
            <p:ph idx="1" type="subTitle"/>
          </p:nvPr>
        </p:nvSpPr>
        <p:spPr>
          <a:xfrm flipH="1">
            <a:off x="3139506" y="1259025"/>
            <a:ext cx="1779300" cy="28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800"/>
              <a:buFont typeface="Caveat"/>
              <a:buNone/>
              <a:defRPr b="1" sz="2000">
                <a:solidFill>
                  <a:schemeClr val="lt1"/>
                </a:solidFill>
                <a:latin typeface="Ubuntu"/>
                <a:ea typeface="Ubuntu"/>
                <a:cs typeface="Ubuntu"/>
                <a:sym typeface="Ubuntu"/>
              </a:defRPr>
            </a:lvl1pPr>
            <a:lvl2pPr lvl="1">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2pPr>
            <a:lvl3pPr lvl="2">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3pPr>
            <a:lvl4pPr lvl="3">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4pPr>
            <a:lvl5pPr lvl="4">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5pPr>
            <a:lvl6pPr lvl="5">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6pPr>
            <a:lvl7pPr lvl="6">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7pPr>
            <a:lvl8pPr lvl="7">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8pPr>
            <a:lvl9pPr lvl="8">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9pPr>
          </a:lstStyle>
          <a:p/>
        </p:txBody>
      </p:sp>
      <p:sp>
        <p:nvSpPr>
          <p:cNvPr id="120" name="Google Shape;120;p26"/>
          <p:cNvSpPr txBox="1"/>
          <p:nvPr>
            <p:ph idx="3" type="subTitle"/>
          </p:nvPr>
        </p:nvSpPr>
        <p:spPr>
          <a:xfrm>
            <a:off x="5152806" y="1220900"/>
            <a:ext cx="3201300" cy="3609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200"/>
              <a:buNone/>
              <a:defRPr sz="1400">
                <a:solidFill>
                  <a:schemeClr val="lt1"/>
                </a:solidFill>
              </a:defRPr>
            </a:lvl1pPr>
            <a:lvl2pPr lvl="1">
              <a:lnSpc>
                <a:spcPct val="100000"/>
              </a:lnSpc>
              <a:spcBef>
                <a:spcPts val="0"/>
              </a:spcBef>
              <a:spcAft>
                <a:spcPts val="0"/>
              </a:spcAft>
              <a:buClr>
                <a:schemeClr val="lt1"/>
              </a:buClr>
              <a:buSzPts val="1200"/>
              <a:buNone/>
              <a:defRPr sz="1200">
                <a:solidFill>
                  <a:schemeClr val="lt1"/>
                </a:solidFill>
              </a:defRPr>
            </a:lvl2pPr>
            <a:lvl3pPr lvl="2">
              <a:lnSpc>
                <a:spcPct val="100000"/>
              </a:lnSpc>
              <a:spcBef>
                <a:spcPts val="0"/>
              </a:spcBef>
              <a:spcAft>
                <a:spcPts val="0"/>
              </a:spcAft>
              <a:buClr>
                <a:schemeClr val="lt1"/>
              </a:buClr>
              <a:buSzPts val="1200"/>
              <a:buNone/>
              <a:defRPr sz="1200">
                <a:solidFill>
                  <a:schemeClr val="lt1"/>
                </a:solidFill>
              </a:defRPr>
            </a:lvl3pPr>
            <a:lvl4pPr lvl="3">
              <a:lnSpc>
                <a:spcPct val="100000"/>
              </a:lnSpc>
              <a:spcBef>
                <a:spcPts val="0"/>
              </a:spcBef>
              <a:spcAft>
                <a:spcPts val="0"/>
              </a:spcAft>
              <a:buClr>
                <a:schemeClr val="lt1"/>
              </a:buClr>
              <a:buSzPts val="1200"/>
              <a:buNone/>
              <a:defRPr sz="1200">
                <a:solidFill>
                  <a:schemeClr val="lt1"/>
                </a:solidFill>
              </a:defRPr>
            </a:lvl4pPr>
            <a:lvl5pPr lvl="4">
              <a:lnSpc>
                <a:spcPct val="100000"/>
              </a:lnSpc>
              <a:spcBef>
                <a:spcPts val="0"/>
              </a:spcBef>
              <a:spcAft>
                <a:spcPts val="0"/>
              </a:spcAft>
              <a:buClr>
                <a:schemeClr val="lt1"/>
              </a:buClr>
              <a:buSzPts val="1200"/>
              <a:buNone/>
              <a:defRPr sz="1200">
                <a:solidFill>
                  <a:schemeClr val="lt1"/>
                </a:solidFill>
              </a:defRPr>
            </a:lvl5pPr>
            <a:lvl6pPr lvl="5">
              <a:lnSpc>
                <a:spcPct val="100000"/>
              </a:lnSpc>
              <a:spcBef>
                <a:spcPts val="0"/>
              </a:spcBef>
              <a:spcAft>
                <a:spcPts val="0"/>
              </a:spcAft>
              <a:buClr>
                <a:schemeClr val="lt1"/>
              </a:buClr>
              <a:buSzPts val="1200"/>
              <a:buNone/>
              <a:defRPr sz="1200">
                <a:solidFill>
                  <a:schemeClr val="lt1"/>
                </a:solidFill>
              </a:defRPr>
            </a:lvl6pPr>
            <a:lvl7pPr lvl="6">
              <a:lnSpc>
                <a:spcPct val="100000"/>
              </a:lnSpc>
              <a:spcBef>
                <a:spcPts val="0"/>
              </a:spcBef>
              <a:spcAft>
                <a:spcPts val="0"/>
              </a:spcAft>
              <a:buClr>
                <a:schemeClr val="lt1"/>
              </a:buClr>
              <a:buSzPts val="1200"/>
              <a:buNone/>
              <a:defRPr sz="1200">
                <a:solidFill>
                  <a:schemeClr val="lt1"/>
                </a:solidFill>
              </a:defRPr>
            </a:lvl7pPr>
            <a:lvl8pPr lvl="7">
              <a:lnSpc>
                <a:spcPct val="100000"/>
              </a:lnSpc>
              <a:spcBef>
                <a:spcPts val="0"/>
              </a:spcBef>
              <a:spcAft>
                <a:spcPts val="0"/>
              </a:spcAft>
              <a:buClr>
                <a:schemeClr val="lt1"/>
              </a:buClr>
              <a:buSzPts val="1200"/>
              <a:buNone/>
              <a:defRPr sz="1200">
                <a:solidFill>
                  <a:schemeClr val="lt1"/>
                </a:solidFill>
              </a:defRPr>
            </a:lvl8pPr>
            <a:lvl9pPr lvl="8">
              <a:lnSpc>
                <a:spcPct val="100000"/>
              </a:lnSpc>
              <a:spcBef>
                <a:spcPts val="0"/>
              </a:spcBef>
              <a:spcAft>
                <a:spcPts val="0"/>
              </a:spcAft>
              <a:buClr>
                <a:schemeClr val="lt1"/>
              </a:buClr>
              <a:buSzPts val="1200"/>
              <a:buNone/>
              <a:defRPr sz="1200">
                <a:solidFill>
                  <a:schemeClr val="lt1"/>
                </a:solidFill>
              </a:defRPr>
            </a:lvl9pPr>
          </a:lstStyle>
          <a:p/>
        </p:txBody>
      </p:sp>
      <p:sp>
        <p:nvSpPr>
          <p:cNvPr id="121" name="Google Shape;121;p26"/>
          <p:cNvSpPr txBox="1"/>
          <p:nvPr>
            <p:ph hasCustomPrompt="1" idx="4" type="title"/>
          </p:nvPr>
        </p:nvSpPr>
        <p:spPr>
          <a:xfrm>
            <a:off x="2477100" y="1772447"/>
            <a:ext cx="657000" cy="7572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accent2"/>
              </a:buClr>
              <a:buSzPts val="10000"/>
              <a:buFont typeface="Barlow"/>
              <a:buNone/>
              <a:defRPr b="1" sz="2400">
                <a:solidFill>
                  <a:schemeClr val="accent2"/>
                </a:solidFill>
              </a:defRPr>
            </a:lvl1pPr>
            <a:lvl2pPr lvl="1">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2pPr>
            <a:lvl3pPr lvl="2">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3pPr>
            <a:lvl4pPr lvl="3">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4pPr>
            <a:lvl5pPr lvl="4">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5pPr>
            <a:lvl6pPr lvl="5">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6pPr>
            <a:lvl7pPr lvl="6">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7pPr>
            <a:lvl8pPr lvl="7">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8pPr>
            <a:lvl9pPr lvl="8">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9pPr>
          </a:lstStyle>
          <a:p>
            <a:r>
              <a:t>xx%</a:t>
            </a:r>
          </a:p>
        </p:txBody>
      </p:sp>
      <p:sp>
        <p:nvSpPr>
          <p:cNvPr id="122" name="Google Shape;122;p26"/>
          <p:cNvSpPr txBox="1"/>
          <p:nvPr>
            <p:ph idx="5" type="subTitle"/>
          </p:nvPr>
        </p:nvSpPr>
        <p:spPr>
          <a:xfrm flipH="1">
            <a:off x="3139506" y="2008700"/>
            <a:ext cx="1777200" cy="28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800"/>
              <a:buFont typeface="Caveat"/>
              <a:buNone/>
              <a:defRPr b="1" sz="2000">
                <a:solidFill>
                  <a:schemeClr val="lt1"/>
                </a:solidFill>
                <a:latin typeface="Ubuntu"/>
                <a:ea typeface="Ubuntu"/>
                <a:cs typeface="Ubuntu"/>
                <a:sym typeface="Ubuntu"/>
              </a:defRPr>
            </a:lvl1pPr>
            <a:lvl2pPr lvl="1">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2pPr>
            <a:lvl3pPr lvl="2">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3pPr>
            <a:lvl4pPr lvl="3">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4pPr>
            <a:lvl5pPr lvl="4">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5pPr>
            <a:lvl6pPr lvl="5">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6pPr>
            <a:lvl7pPr lvl="6">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7pPr>
            <a:lvl8pPr lvl="7">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8pPr>
            <a:lvl9pPr lvl="8">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9pPr>
          </a:lstStyle>
          <a:p/>
        </p:txBody>
      </p:sp>
      <p:sp>
        <p:nvSpPr>
          <p:cNvPr id="123" name="Google Shape;123;p26"/>
          <p:cNvSpPr txBox="1"/>
          <p:nvPr>
            <p:ph idx="6" type="subTitle"/>
          </p:nvPr>
        </p:nvSpPr>
        <p:spPr>
          <a:xfrm>
            <a:off x="5146886" y="1970580"/>
            <a:ext cx="3206400" cy="3609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200"/>
              <a:buNone/>
              <a:defRPr sz="1400">
                <a:solidFill>
                  <a:schemeClr val="lt1"/>
                </a:solidFill>
              </a:defRPr>
            </a:lvl1pPr>
            <a:lvl2pPr lvl="1">
              <a:lnSpc>
                <a:spcPct val="100000"/>
              </a:lnSpc>
              <a:spcBef>
                <a:spcPts val="0"/>
              </a:spcBef>
              <a:spcAft>
                <a:spcPts val="0"/>
              </a:spcAft>
              <a:buClr>
                <a:schemeClr val="lt1"/>
              </a:buClr>
              <a:buSzPts val="1200"/>
              <a:buNone/>
              <a:defRPr sz="1200">
                <a:solidFill>
                  <a:schemeClr val="lt1"/>
                </a:solidFill>
              </a:defRPr>
            </a:lvl2pPr>
            <a:lvl3pPr lvl="2">
              <a:lnSpc>
                <a:spcPct val="100000"/>
              </a:lnSpc>
              <a:spcBef>
                <a:spcPts val="0"/>
              </a:spcBef>
              <a:spcAft>
                <a:spcPts val="0"/>
              </a:spcAft>
              <a:buClr>
                <a:schemeClr val="lt1"/>
              </a:buClr>
              <a:buSzPts val="1200"/>
              <a:buNone/>
              <a:defRPr sz="1200">
                <a:solidFill>
                  <a:schemeClr val="lt1"/>
                </a:solidFill>
              </a:defRPr>
            </a:lvl3pPr>
            <a:lvl4pPr lvl="3">
              <a:lnSpc>
                <a:spcPct val="100000"/>
              </a:lnSpc>
              <a:spcBef>
                <a:spcPts val="0"/>
              </a:spcBef>
              <a:spcAft>
                <a:spcPts val="0"/>
              </a:spcAft>
              <a:buClr>
                <a:schemeClr val="lt1"/>
              </a:buClr>
              <a:buSzPts val="1200"/>
              <a:buNone/>
              <a:defRPr sz="1200">
                <a:solidFill>
                  <a:schemeClr val="lt1"/>
                </a:solidFill>
              </a:defRPr>
            </a:lvl4pPr>
            <a:lvl5pPr lvl="4">
              <a:lnSpc>
                <a:spcPct val="100000"/>
              </a:lnSpc>
              <a:spcBef>
                <a:spcPts val="0"/>
              </a:spcBef>
              <a:spcAft>
                <a:spcPts val="0"/>
              </a:spcAft>
              <a:buClr>
                <a:schemeClr val="lt1"/>
              </a:buClr>
              <a:buSzPts val="1200"/>
              <a:buNone/>
              <a:defRPr sz="1200">
                <a:solidFill>
                  <a:schemeClr val="lt1"/>
                </a:solidFill>
              </a:defRPr>
            </a:lvl5pPr>
            <a:lvl6pPr lvl="5">
              <a:lnSpc>
                <a:spcPct val="100000"/>
              </a:lnSpc>
              <a:spcBef>
                <a:spcPts val="0"/>
              </a:spcBef>
              <a:spcAft>
                <a:spcPts val="0"/>
              </a:spcAft>
              <a:buClr>
                <a:schemeClr val="lt1"/>
              </a:buClr>
              <a:buSzPts val="1200"/>
              <a:buNone/>
              <a:defRPr sz="1200">
                <a:solidFill>
                  <a:schemeClr val="lt1"/>
                </a:solidFill>
              </a:defRPr>
            </a:lvl6pPr>
            <a:lvl7pPr lvl="6">
              <a:lnSpc>
                <a:spcPct val="100000"/>
              </a:lnSpc>
              <a:spcBef>
                <a:spcPts val="0"/>
              </a:spcBef>
              <a:spcAft>
                <a:spcPts val="0"/>
              </a:spcAft>
              <a:buClr>
                <a:schemeClr val="lt1"/>
              </a:buClr>
              <a:buSzPts val="1200"/>
              <a:buNone/>
              <a:defRPr sz="1200">
                <a:solidFill>
                  <a:schemeClr val="lt1"/>
                </a:solidFill>
              </a:defRPr>
            </a:lvl7pPr>
            <a:lvl8pPr lvl="7">
              <a:lnSpc>
                <a:spcPct val="100000"/>
              </a:lnSpc>
              <a:spcBef>
                <a:spcPts val="0"/>
              </a:spcBef>
              <a:spcAft>
                <a:spcPts val="0"/>
              </a:spcAft>
              <a:buClr>
                <a:schemeClr val="lt1"/>
              </a:buClr>
              <a:buSzPts val="1200"/>
              <a:buNone/>
              <a:defRPr sz="1200">
                <a:solidFill>
                  <a:schemeClr val="lt1"/>
                </a:solidFill>
              </a:defRPr>
            </a:lvl8pPr>
            <a:lvl9pPr lvl="8">
              <a:lnSpc>
                <a:spcPct val="100000"/>
              </a:lnSpc>
              <a:spcBef>
                <a:spcPts val="0"/>
              </a:spcBef>
              <a:spcAft>
                <a:spcPts val="0"/>
              </a:spcAft>
              <a:buClr>
                <a:schemeClr val="lt1"/>
              </a:buClr>
              <a:buSzPts val="1200"/>
              <a:buNone/>
              <a:defRPr sz="1200">
                <a:solidFill>
                  <a:schemeClr val="lt1"/>
                </a:solidFill>
              </a:defRPr>
            </a:lvl9pPr>
          </a:lstStyle>
          <a:p/>
        </p:txBody>
      </p:sp>
      <p:sp>
        <p:nvSpPr>
          <p:cNvPr id="124" name="Google Shape;124;p26"/>
          <p:cNvSpPr txBox="1"/>
          <p:nvPr>
            <p:ph hasCustomPrompt="1" idx="7" type="title"/>
          </p:nvPr>
        </p:nvSpPr>
        <p:spPr>
          <a:xfrm>
            <a:off x="2477100" y="2522122"/>
            <a:ext cx="657000" cy="7572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accent2"/>
              </a:buClr>
              <a:buSzPts val="10000"/>
              <a:buFont typeface="Barlow"/>
              <a:buNone/>
              <a:defRPr b="1" sz="2400">
                <a:solidFill>
                  <a:schemeClr val="accent2"/>
                </a:solidFill>
              </a:defRPr>
            </a:lvl1pPr>
            <a:lvl2pPr lvl="1">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2pPr>
            <a:lvl3pPr lvl="2">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3pPr>
            <a:lvl4pPr lvl="3">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4pPr>
            <a:lvl5pPr lvl="4">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5pPr>
            <a:lvl6pPr lvl="5">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6pPr>
            <a:lvl7pPr lvl="6">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7pPr>
            <a:lvl8pPr lvl="7">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8pPr>
            <a:lvl9pPr lvl="8">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9pPr>
          </a:lstStyle>
          <a:p>
            <a:r>
              <a:t>xx%</a:t>
            </a:r>
          </a:p>
        </p:txBody>
      </p:sp>
      <p:sp>
        <p:nvSpPr>
          <p:cNvPr id="125" name="Google Shape;125;p26"/>
          <p:cNvSpPr txBox="1"/>
          <p:nvPr>
            <p:ph idx="8" type="subTitle"/>
          </p:nvPr>
        </p:nvSpPr>
        <p:spPr>
          <a:xfrm flipH="1">
            <a:off x="3139506" y="2759849"/>
            <a:ext cx="1779300" cy="28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800"/>
              <a:buFont typeface="Caveat"/>
              <a:buNone/>
              <a:defRPr b="1" sz="2000">
                <a:solidFill>
                  <a:schemeClr val="lt1"/>
                </a:solidFill>
                <a:latin typeface="Ubuntu"/>
                <a:ea typeface="Ubuntu"/>
                <a:cs typeface="Ubuntu"/>
                <a:sym typeface="Ubuntu"/>
              </a:defRPr>
            </a:lvl1pPr>
            <a:lvl2pPr lvl="1">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2pPr>
            <a:lvl3pPr lvl="2">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3pPr>
            <a:lvl4pPr lvl="3">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4pPr>
            <a:lvl5pPr lvl="4">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5pPr>
            <a:lvl6pPr lvl="5">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6pPr>
            <a:lvl7pPr lvl="6">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7pPr>
            <a:lvl8pPr lvl="7">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8pPr>
            <a:lvl9pPr lvl="8">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9pPr>
          </a:lstStyle>
          <a:p/>
        </p:txBody>
      </p:sp>
      <p:sp>
        <p:nvSpPr>
          <p:cNvPr id="126" name="Google Shape;126;p26"/>
          <p:cNvSpPr txBox="1"/>
          <p:nvPr>
            <p:ph idx="9" type="subTitle"/>
          </p:nvPr>
        </p:nvSpPr>
        <p:spPr>
          <a:xfrm>
            <a:off x="5143119" y="2721733"/>
            <a:ext cx="3201300" cy="3609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200"/>
              <a:buNone/>
              <a:defRPr sz="1400">
                <a:solidFill>
                  <a:schemeClr val="lt1"/>
                </a:solidFill>
              </a:defRPr>
            </a:lvl1pPr>
            <a:lvl2pPr lvl="1">
              <a:lnSpc>
                <a:spcPct val="100000"/>
              </a:lnSpc>
              <a:spcBef>
                <a:spcPts val="0"/>
              </a:spcBef>
              <a:spcAft>
                <a:spcPts val="0"/>
              </a:spcAft>
              <a:buClr>
                <a:schemeClr val="lt1"/>
              </a:buClr>
              <a:buSzPts val="1200"/>
              <a:buNone/>
              <a:defRPr sz="1200">
                <a:solidFill>
                  <a:schemeClr val="lt1"/>
                </a:solidFill>
              </a:defRPr>
            </a:lvl2pPr>
            <a:lvl3pPr lvl="2">
              <a:lnSpc>
                <a:spcPct val="100000"/>
              </a:lnSpc>
              <a:spcBef>
                <a:spcPts val="0"/>
              </a:spcBef>
              <a:spcAft>
                <a:spcPts val="0"/>
              </a:spcAft>
              <a:buClr>
                <a:schemeClr val="lt1"/>
              </a:buClr>
              <a:buSzPts val="1200"/>
              <a:buNone/>
              <a:defRPr sz="1200">
                <a:solidFill>
                  <a:schemeClr val="lt1"/>
                </a:solidFill>
              </a:defRPr>
            </a:lvl3pPr>
            <a:lvl4pPr lvl="3">
              <a:lnSpc>
                <a:spcPct val="100000"/>
              </a:lnSpc>
              <a:spcBef>
                <a:spcPts val="0"/>
              </a:spcBef>
              <a:spcAft>
                <a:spcPts val="0"/>
              </a:spcAft>
              <a:buClr>
                <a:schemeClr val="lt1"/>
              </a:buClr>
              <a:buSzPts val="1200"/>
              <a:buNone/>
              <a:defRPr sz="1200">
                <a:solidFill>
                  <a:schemeClr val="lt1"/>
                </a:solidFill>
              </a:defRPr>
            </a:lvl4pPr>
            <a:lvl5pPr lvl="4">
              <a:lnSpc>
                <a:spcPct val="100000"/>
              </a:lnSpc>
              <a:spcBef>
                <a:spcPts val="0"/>
              </a:spcBef>
              <a:spcAft>
                <a:spcPts val="0"/>
              </a:spcAft>
              <a:buClr>
                <a:schemeClr val="lt1"/>
              </a:buClr>
              <a:buSzPts val="1200"/>
              <a:buNone/>
              <a:defRPr sz="1200">
                <a:solidFill>
                  <a:schemeClr val="lt1"/>
                </a:solidFill>
              </a:defRPr>
            </a:lvl5pPr>
            <a:lvl6pPr lvl="5">
              <a:lnSpc>
                <a:spcPct val="100000"/>
              </a:lnSpc>
              <a:spcBef>
                <a:spcPts val="0"/>
              </a:spcBef>
              <a:spcAft>
                <a:spcPts val="0"/>
              </a:spcAft>
              <a:buClr>
                <a:schemeClr val="lt1"/>
              </a:buClr>
              <a:buSzPts val="1200"/>
              <a:buNone/>
              <a:defRPr sz="1200">
                <a:solidFill>
                  <a:schemeClr val="lt1"/>
                </a:solidFill>
              </a:defRPr>
            </a:lvl6pPr>
            <a:lvl7pPr lvl="6">
              <a:lnSpc>
                <a:spcPct val="100000"/>
              </a:lnSpc>
              <a:spcBef>
                <a:spcPts val="0"/>
              </a:spcBef>
              <a:spcAft>
                <a:spcPts val="0"/>
              </a:spcAft>
              <a:buClr>
                <a:schemeClr val="lt1"/>
              </a:buClr>
              <a:buSzPts val="1200"/>
              <a:buNone/>
              <a:defRPr sz="1200">
                <a:solidFill>
                  <a:schemeClr val="lt1"/>
                </a:solidFill>
              </a:defRPr>
            </a:lvl7pPr>
            <a:lvl8pPr lvl="7">
              <a:lnSpc>
                <a:spcPct val="100000"/>
              </a:lnSpc>
              <a:spcBef>
                <a:spcPts val="0"/>
              </a:spcBef>
              <a:spcAft>
                <a:spcPts val="0"/>
              </a:spcAft>
              <a:buClr>
                <a:schemeClr val="lt1"/>
              </a:buClr>
              <a:buSzPts val="1200"/>
              <a:buNone/>
              <a:defRPr sz="1200">
                <a:solidFill>
                  <a:schemeClr val="lt1"/>
                </a:solidFill>
              </a:defRPr>
            </a:lvl8pPr>
            <a:lvl9pPr lvl="8">
              <a:lnSpc>
                <a:spcPct val="100000"/>
              </a:lnSpc>
              <a:spcBef>
                <a:spcPts val="0"/>
              </a:spcBef>
              <a:spcAft>
                <a:spcPts val="0"/>
              </a:spcAft>
              <a:buClr>
                <a:schemeClr val="lt1"/>
              </a:buClr>
              <a:buSzPts val="1200"/>
              <a:buNone/>
              <a:defRPr sz="1200">
                <a:solidFill>
                  <a:schemeClr val="lt1"/>
                </a:solidFill>
              </a:defRPr>
            </a:lvl9pPr>
          </a:lstStyle>
          <a:p/>
        </p:txBody>
      </p:sp>
      <p:sp>
        <p:nvSpPr>
          <p:cNvPr id="127" name="Google Shape;127;p26"/>
          <p:cNvSpPr txBox="1"/>
          <p:nvPr>
            <p:ph hasCustomPrompt="1" idx="13" type="title"/>
          </p:nvPr>
        </p:nvSpPr>
        <p:spPr>
          <a:xfrm>
            <a:off x="2477100" y="3275277"/>
            <a:ext cx="657000" cy="7572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accent2"/>
              </a:buClr>
              <a:buSzPts val="10000"/>
              <a:buFont typeface="Barlow"/>
              <a:buNone/>
              <a:defRPr b="1" sz="2400">
                <a:solidFill>
                  <a:schemeClr val="accent2"/>
                </a:solidFill>
              </a:defRPr>
            </a:lvl1pPr>
            <a:lvl2pPr lvl="1">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2pPr>
            <a:lvl3pPr lvl="2">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3pPr>
            <a:lvl4pPr lvl="3">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4pPr>
            <a:lvl5pPr lvl="4">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5pPr>
            <a:lvl6pPr lvl="5">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6pPr>
            <a:lvl7pPr lvl="6">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7pPr>
            <a:lvl8pPr lvl="7">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8pPr>
            <a:lvl9pPr lvl="8">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9pPr>
          </a:lstStyle>
          <a:p>
            <a:r>
              <a:t>xx%</a:t>
            </a:r>
          </a:p>
        </p:txBody>
      </p:sp>
      <p:sp>
        <p:nvSpPr>
          <p:cNvPr id="128" name="Google Shape;128;p26"/>
          <p:cNvSpPr txBox="1"/>
          <p:nvPr>
            <p:ph idx="14" type="subTitle"/>
          </p:nvPr>
        </p:nvSpPr>
        <p:spPr>
          <a:xfrm flipH="1">
            <a:off x="3139506" y="3511527"/>
            <a:ext cx="1777200" cy="28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800"/>
              <a:buFont typeface="Caveat"/>
              <a:buNone/>
              <a:defRPr b="1" sz="2000">
                <a:solidFill>
                  <a:schemeClr val="lt1"/>
                </a:solidFill>
                <a:latin typeface="Ubuntu"/>
                <a:ea typeface="Ubuntu"/>
                <a:cs typeface="Ubuntu"/>
                <a:sym typeface="Ubuntu"/>
              </a:defRPr>
            </a:lvl1pPr>
            <a:lvl2pPr lvl="1">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2pPr>
            <a:lvl3pPr lvl="2">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3pPr>
            <a:lvl4pPr lvl="3">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4pPr>
            <a:lvl5pPr lvl="4">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5pPr>
            <a:lvl6pPr lvl="5">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6pPr>
            <a:lvl7pPr lvl="6">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7pPr>
            <a:lvl8pPr lvl="7">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8pPr>
            <a:lvl9pPr lvl="8">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9pPr>
          </a:lstStyle>
          <a:p/>
        </p:txBody>
      </p:sp>
      <p:sp>
        <p:nvSpPr>
          <p:cNvPr id="129" name="Google Shape;129;p26"/>
          <p:cNvSpPr txBox="1"/>
          <p:nvPr>
            <p:ph idx="15" type="subTitle"/>
          </p:nvPr>
        </p:nvSpPr>
        <p:spPr>
          <a:xfrm>
            <a:off x="5142250" y="3473428"/>
            <a:ext cx="3206400" cy="3609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200"/>
              <a:buNone/>
              <a:defRPr sz="1400">
                <a:solidFill>
                  <a:schemeClr val="lt1"/>
                </a:solidFill>
              </a:defRPr>
            </a:lvl1pPr>
            <a:lvl2pPr lvl="1">
              <a:lnSpc>
                <a:spcPct val="100000"/>
              </a:lnSpc>
              <a:spcBef>
                <a:spcPts val="0"/>
              </a:spcBef>
              <a:spcAft>
                <a:spcPts val="0"/>
              </a:spcAft>
              <a:buClr>
                <a:schemeClr val="lt1"/>
              </a:buClr>
              <a:buSzPts val="1200"/>
              <a:buNone/>
              <a:defRPr sz="1200">
                <a:solidFill>
                  <a:schemeClr val="lt1"/>
                </a:solidFill>
              </a:defRPr>
            </a:lvl2pPr>
            <a:lvl3pPr lvl="2">
              <a:lnSpc>
                <a:spcPct val="100000"/>
              </a:lnSpc>
              <a:spcBef>
                <a:spcPts val="0"/>
              </a:spcBef>
              <a:spcAft>
                <a:spcPts val="0"/>
              </a:spcAft>
              <a:buClr>
                <a:schemeClr val="lt1"/>
              </a:buClr>
              <a:buSzPts val="1200"/>
              <a:buNone/>
              <a:defRPr sz="1200">
                <a:solidFill>
                  <a:schemeClr val="lt1"/>
                </a:solidFill>
              </a:defRPr>
            </a:lvl3pPr>
            <a:lvl4pPr lvl="3">
              <a:lnSpc>
                <a:spcPct val="100000"/>
              </a:lnSpc>
              <a:spcBef>
                <a:spcPts val="0"/>
              </a:spcBef>
              <a:spcAft>
                <a:spcPts val="0"/>
              </a:spcAft>
              <a:buClr>
                <a:schemeClr val="lt1"/>
              </a:buClr>
              <a:buSzPts val="1200"/>
              <a:buNone/>
              <a:defRPr sz="1200">
                <a:solidFill>
                  <a:schemeClr val="lt1"/>
                </a:solidFill>
              </a:defRPr>
            </a:lvl4pPr>
            <a:lvl5pPr lvl="4">
              <a:lnSpc>
                <a:spcPct val="100000"/>
              </a:lnSpc>
              <a:spcBef>
                <a:spcPts val="0"/>
              </a:spcBef>
              <a:spcAft>
                <a:spcPts val="0"/>
              </a:spcAft>
              <a:buClr>
                <a:schemeClr val="lt1"/>
              </a:buClr>
              <a:buSzPts val="1200"/>
              <a:buNone/>
              <a:defRPr sz="1200">
                <a:solidFill>
                  <a:schemeClr val="lt1"/>
                </a:solidFill>
              </a:defRPr>
            </a:lvl5pPr>
            <a:lvl6pPr lvl="5">
              <a:lnSpc>
                <a:spcPct val="100000"/>
              </a:lnSpc>
              <a:spcBef>
                <a:spcPts val="0"/>
              </a:spcBef>
              <a:spcAft>
                <a:spcPts val="0"/>
              </a:spcAft>
              <a:buClr>
                <a:schemeClr val="lt1"/>
              </a:buClr>
              <a:buSzPts val="1200"/>
              <a:buNone/>
              <a:defRPr sz="1200">
                <a:solidFill>
                  <a:schemeClr val="lt1"/>
                </a:solidFill>
              </a:defRPr>
            </a:lvl6pPr>
            <a:lvl7pPr lvl="6">
              <a:lnSpc>
                <a:spcPct val="100000"/>
              </a:lnSpc>
              <a:spcBef>
                <a:spcPts val="0"/>
              </a:spcBef>
              <a:spcAft>
                <a:spcPts val="0"/>
              </a:spcAft>
              <a:buClr>
                <a:schemeClr val="lt1"/>
              </a:buClr>
              <a:buSzPts val="1200"/>
              <a:buNone/>
              <a:defRPr sz="1200">
                <a:solidFill>
                  <a:schemeClr val="lt1"/>
                </a:solidFill>
              </a:defRPr>
            </a:lvl7pPr>
            <a:lvl8pPr lvl="7">
              <a:lnSpc>
                <a:spcPct val="100000"/>
              </a:lnSpc>
              <a:spcBef>
                <a:spcPts val="0"/>
              </a:spcBef>
              <a:spcAft>
                <a:spcPts val="0"/>
              </a:spcAft>
              <a:buClr>
                <a:schemeClr val="lt1"/>
              </a:buClr>
              <a:buSzPts val="1200"/>
              <a:buNone/>
              <a:defRPr sz="1200">
                <a:solidFill>
                  <a:schemeClr val="lt1"/>
                </a:solidFill>
              </a:defRPr>
            </a:lvl8pPr>
            <a:lvl9pPr lvl="8">
              <a:lnSpc>
                <a:spcPct val="100000"/>
              </a:lnSpc>
              <a:spcBef>
                <a:spcPts val="0"/>
              </a:spcBef>
              <a:spcAft>
                <a:spcPts val="0"/>
              </a:spcAft>
              <a:buClr>
                <a:schemeClr val="lt1"/>
              </a:buClr>
              <a:buSzPts val="1200"/>
              <a:buNone/>
              <a:defRPr sz="1200">
                <a:solidFill>
                  <a:schemeClr val="lt1"/>
                </a:solidFill>
              </a:defRPr>
            </a:lvl9pPr>
          </a:lstStyle>
          <a:p/>
        </p:txBody>
      </p:sp>
      <p:sp>
        <p:nvSpPr>
          <p:cNvPr id="130" name="Google Shape;130;p26"/>
          <p:cNvSpPr txBox="1"/>
          <p:nvPr>
            <p:ph hasCustomPrompt="1" idx="16" type="title"/>
          </p:nvPr>
        </p:nvSpPr>
        <p:spPr>
          <a:xfrm>
            <a:off x="2477100" y="4021475"/>
            <a:ext cx="657000" cy="7572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accent2"/>
              </a:buClr>
              <a:buSzPts val="10000"/>
              <a:buFont typeface="Barlow"/>
              <a:buNone/>
              <a:defRPr b="1" sz="2400">
                <a:solidFill>
                  <a:schemeClr val="accent2"/>
                </a:solidFill>
              </a:defRPr>
            </a:lvl1pPr>
            <a:lvl2pPr lvl="1">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2pPr>
            <a:lvl3pPr lvl="2">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3pPr>
            <a:lvl4pPr lvl="3">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4pPr>
            <a:lvl5pPr lvl="4">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5pPr>
            <a:lvl6pPr lvl="5">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6pPr>
            <a:lvl7pPr lvl="6">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7pPr>
            <a:lvl8pPr lvl="7">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8pPr>
            <a:lvl9pPr lvl="8">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9pPr>
          </a:lstStyle>
          <a:p>
            <a:r>
              <a:t>xx%</a:t>
            </a:r>
          </a:p>
        </p:txBody>
      </p:sp>
      <p:sp>
        <p:nvSpPr>
          <p:cNvPr id="131" name="Google Shape;131;p26"/>
          <p:cNvSpPr txBox="1"/>
          <p:nvPr>
            <p:ph idx="17" type="subTitle"/>
          </p:nvPr>
        </p:nvSpPr>
        <p:spPr>
          <a:xfrm flipH="1">
            <a:off x="3139506" y="4257750"/>
            <a:ext cx="1777200" cy="28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800"/>
              <a:buFont typeface="Caveat"/>
              <a:buNone/>
              <a:defRPr b="1" sz="2000">
                <a:solidFill>
                  <a:schemeClr val="lt1"/>
                </a:solidFill>
                <a:latin typeface="Ubuntu"/>
                <a:ea typeface="Ubuntu"/>
                <a:cs typeface="Ubuntu"/>
                <a:sym typeface="Ubuntu"/>
              </a:defRPr>
            </a:lvl1pPr>
            <a:lvl2pPr lvl="1">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2pPr>
            <a:lvl3pPr lvl="2">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3pPr>
            <a:lvl4pPr lvl="3">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4pPr>
            <a:lvl5pPr lvl="4">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5pPr>
            <a:lvl6pPr lvl="5">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6pPr>
            <a:lvl7pPr lvl="6">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7pPr>
            <a:lvl8pPr lvl="7">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8pPr>
            <a:lvl9pPr lvl="8">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9pPr>
          </a:lstStyle>
          <a:p/>
        </p:txBody>
      </p:sp>
      <p:sp>
        <p:nvSpPr>
          <p:cNvPr id="132" name="Google Shape;132;p26"/>
          <p:cNvSpPr txBox="1"/>
          <p:nvPr>
            <p:ph idx="18" type="subTitle"/>
          </p:nvPr>
        </p:nvSpPr>
        <p:spPr>
          <a:xfrm>
            <a:off x="5142250" y="4219650"/>
            <a:ext cx="3206400" cy="3609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200"/>
              <a:buNone/>
              <a:defRPr sz="1400">
                <a:solidFill>
                  <a:schemeClr val="lt1"/>
                </a:solidFill>
              </a:defRPr>
            </a:lvl1pPr>
            <a:lvl2pPr lvl="1">
              <a:lnSpc>
                <a:spcPct val="100000"/>
              </a:lnSpc>
              <a:spcBef>
                <a:spcPts val="0"/>
              </a:spcBef>
              <a:spcAft>
                <a:spcPts val="0"/>
              </a:spcAft>
              <a:buClr>
                <a:schemeClr val="lt1"/>
              </a:buClr>
              <a:buSzPts val="1200"/>
              <a:buNone/>
              <a:defRPr sz="1200">
                <a:solidFill>
                  <a:schemeClr val="lt1"/>
                </a:solidFill>
              </a:defRPr>
            </a:lvl2pPr>
            <a:lvl3pPr lvl="2">
              <a:lnSpc>
                <a:spcPct val="100000"/>
              </a:lnSpc>
              <a:spcBef>
                <a:spcPts val="0"/>
              </a:spcBef>
              <a:spcAft>
                <a:spcPts val="0"/>
              </a:spcAft>
              <a:buClr>
                <a:schemeClr val="lt1"/>
              </a:buClr>
              <a:buSzPts val="1200"/>
              <a:buNone/>
              <a:defRPr sz="1200">
                <a:solidFill>
                  <a:schemeClr val="lt1"/>
                </a:solidFill>
              </a:defRPr>
            </a:lvl3pPr>
            <a:lvl4pPr lvl="3">
              <a:lnSpc>
                <a:spcPct val="100000"/>
              </a:lnSpc>
              <a:spcBef>
                <a:spcPts val="0"/>
              </a:spcBef>
              <a:spcAft>
                <a:spcPts val="0"/>
              </a:spcAft>
              <a:buClr>
                <a:schemeClr val="lt1"/>
              </a:buClr>
              <a:buSzPts val="1200"/>
              <a:buNone/>
              <a:defRPr sz="1200">
                <a:solidFill>
                  <a:schemeClr val="lt1"/>
                </a:solidFill>
              </a:defRPr>
            </a:lvl4pPr>
            <a:lvl5pPr lvl="4">
              <a:lnSpc>
                <a:spcPct val="100000"/>
              </a:lnSpc>
              <a:spcBef>
                <a:spcPts val="0"/>
              </a:spcBef>
              <a:spcAft>
                <a:spcPts val="0"/>
              </a:spcAft>
              <a:buClr>
                <a:schemeClr val="lt1"/>
              </a:buClr>
              <a:buSzPts val="1200"/>
              <a:buNone/>
              <a:defRPr sz="1200">
                <a:solidFill>
                  <a:schemeClr val="lt1"/>
                </a:solidFill>
              </a:defRPr>
            </a:lvl5pPr>
            <a:lvl6pPr lvl="5">
              <a:lnSpc>
                <a:spcPct val="100000"/>
              </a:lnSpc>
              <a:spcBef>
                <a:spcPts val="0"/>
              </a:spcBef>
              <a:spcAft>
                <a:spcPts val="0"/>
              </a:spcAft>
              <a:buClr>
                <a:schemeClr val="lt1"/>
              </a:buClr>
              <a:buSzPts val="1200"/>
              <a:buNone/>
              <a:defRPr sz="1200">
                <a:solidFill>
                  <a:schemeClr val="lt1"/>
                </a:solidFill>
              </a:defRPr>
            </a:lvl6pPr>
            <a:lvl7pPr lvl="6">
              <a:lnSpc>
                <a:spcPct val="100000"/>
              </a:lnSpc>
              <a:spcBef>
                <a:spcPts val="0"/>
              </a:spcBef>
              <a:spcAft>
                <a:spcPts val="0"/>
              </a:spcAft>
              <a:buClr>
                <a:schemeClr val="lt1"/>
              </a:buClr>
              <a:buSzPts val="1200"/>
              <a:buNone/>
              <a:defRPr sz="1200">
                <a:solidFill>
                  <a:schemeClr val="lt1"/>
                </a:solidFill>
              </a:defRPr>
            </a:lvl7pPr>
            <a:lvl8pPr lvl="7">
              <a:lnSpc>
                <a:spcPct val="100000"/>
              </a:lnSpc>
              <a:spcBef>
                <a:spcPts val="0"/>
              </a:spcBef>
              <a:spcAft>
                <a:spcPts val="0"/>
              </a:spcAft>
              <a:buClr>
                <a:schemeClr val="lt1"/>
              </a:buClr>
              <a:buSzPts val="1200"/>
              <a:buNone/>
              <a:defRPr sz="1200">
                <a:solidFill>
                  <a:schemeClr val="lt1"/>
                </a:solidFill>
              </a:defRPr>
            </a:lvl8pPr>
            <a:lvl9pPr lvl="8">
              <a:lnSpc>
                <a:spcPct val="100000"/>
              </a:lnSpc>
              <a:spcBef>
                <a:spcPts val="0"/>
              </a:spcBef>
              <a:spcAft>
                <a:spcPts val="0"/>
              </a:spcAft>
              <a:buClr>
                <a:schemeClr val="lt1"/>
              </a:buClr>
              <a:buSzPts val="1200"/>
              <a:buNone/>
              <a:defRPr sz="1200">
                <a:solidFill>
                  <a:schemeClr val="lt1"/>
                </a:solidFill>
              </a:defRPr>
            </a:lvl9pPr>
          </a:lstStyle>
          <a:p/>
        </p:txBody>
      </p:sp>
      <p:pic>
        <p:nvPicPr>
          <p:cNvPr id="133" name="Google Shape;133;p26"/>
          <p:cNvPicPr preferRelativeResize="0"/>
          <p:nvPr/>
        </p:nvPicPr>
        <p:blipFill rotWithShape="1">
          <a:blip r:embed="rId2">
            <a:alphaModFix/>
          </a:blip>
          <a:srcRect b="0" l="0" r="0" t="0"/>
          <a:stretch/>
        </p:blipFill>
        <p:spPr>
          <a:xfrm>
            <a:off x="-12739" y="1960725"/>
            <a:ext cx="1888727" cy="3164927"/>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1">
  <p:cSld name="CUSTOM">
    <p:spTree>
      <p:nvGrpSpPr>
        <p:cNvPr id="134" name="Shape 134"/>
        <p:cNvGrpSpPr/>
        <p:nvPr/>
      </p:nvGrpSpPr>
      <p:grpSpPr>
        <a:xfrm>
          <a:off x="0" y="0"/>
          <a:ext cx="0" cy="0"/>
          <a:chOff x="0" y="0"/>
          <a:chExt cx="0" cy="0"/>
        </a:xfrm>
      </p:grpSpPr>
      <p:pic>
        <p:nvPicPr>
          <p:cNvPr id="135" name="Google Shape;135;p27"/>
          <p:cNvPicPr preferRelativeResize="0"/>
          <p:nvPr/>
        </p:nvPicPr>
        <p:blipFill rotWithShape="1">
          <a:blip r:embed="rId2">
            <a:alphaModFix/>
          </a:blip>
          <a:srcRect b="0" l="29" r="29" t="0"/>
          <a:stretch/>
        </p:blipFill>
        <p:spPr>
          <a:xfrm rot="10800000">
            <a:off x="886002" y="137500"/>
            <a:ext cx="8702104" cy="4868498"/>
          </a:xfrm>
          <a:prstGeom prst="rect">
            <a:avLst/>
          </a:prstGeom>
          <a:noFill/>
          <a:ln>
            <a:noFill/>
          </a:ln>
        </p:spPr>
      </p:pic>
      <p:sp>
        <p:nvSpPr>
          <p:cNvPr id="136" name="Google Shape;136;p27"/>
          <p:cNvSpPr txBox="1"/>
          <p:nvPr>
            <p:ph type="title"/>
          </p:nvPr>
        </p:nvSpPr>
        <p:spPr>
          <a:xfrm>
            <a:off x="1396950" y="1650313"/>
            <a:ext cx="6350100" cy="1289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2100"/>
              <a:buNone/>
              <a:defRPr sz="8000">
                <a:solidFill>
                  <a:schemeClr val="lt1"/>
                </a:solidFill>
              </a:defRPr>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137" name="Google Shape;137;p27"/>
          <p:cNvSpPr txBox="1"/>
          <p:nvPr>
            <p:ph idx="1" type="subTitle"/>
          </p:nvPr>
        </p:nvSpPr>
        <p:spPr>
          <a:xfrm>
            <a:off x="1887750" y="2908788"/>
            <a:ext cx="5368500" cy="584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4">
    <p:spTree>
      <p:nvGrpSpPr>
        <p:cNvPr id="138" name="Shape 138"/>
        <p:cNvGrpSpPr/>
        <p:nvPr/>
      </p:nvGrpSpPr>
      <p:grpSpPr>
        <a:xfrm>
          <a:off x="0" y="0"/>
          <a:ext cx="0" cy="0"/>
          <a:chOff x="0" y="0"/>
          <a:chExt cx="0" cy="0"/>
        </a:xfrm>
      </p:grpSpPr>
      <p:pic>
        <p:nvPicPr>
          <p:cNvPr id="139" name="Google Shape;139;p28"/>
          <p:cNvPicPr preferRelativeResize="0"/>
          <p:nvPr/>
        </p:nvPicPr>
        <p:blipFill>
          <a:blip r:embed="rId2">
            <a:alphaModFix/>
          </a:blip>
          <a:stretch>
            <a:fillRect/>
          </a:stretch>
        </p:blipFill>
        <p:spPr>
          <a:xfrm flipH="1">
            <a:off x="5434928" y="-827887"/>
            <a:ext cx="6153101" cy="6799271"/>
          </a:xfrm>
          <a:prstGeom prst="rect">
            <a:avLst/>
          </a:prstGeom>
          <a:noFill/>
          <a:ln>
            <a:noFill/>
          </a:ln>
        </p:spPr>
      </p:pic>
      <p:sp>
        <p:nvSpPr>
          <p:cNvPr id="140" name="Google Shape;140;p28"/>
          <p:cNvSpPr txBox="1"/>
          <p:nvPr>
            <p:ph type="title"/>
          </p:nvPr>
        </p:nvSpPr>
        <p:spPr>
          <a:xfrm>
            <a:off x="2817900" y="2227050"/>
            <a:ext cx="35082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1" name="Google Shape;141;p28"/>
          <p:cNvSpPr txBox="1"/>
          <p:nvPr>
            <p:ph idx="1" type="subTitle"/>
          </p:nvPr>
        </p:nvSpPr>
        <p:spPr>
          <a:xfrm>
            <a:off x="2817900" y="3194925"/>
            <a:ext cx="35082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160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42" name="Google Shape;142;p28"/>
          <p:cNvPicPr preferRelativeResize="0"/>
          <p:nvPr/>
        </p:nvPicPr>
        <p:blipFill>
          <a:blip r:embed="rId2">
            <a:alphaModFix/>
          </a:blip>
          <a:stretch>
            <a:fillRect/>
          </a:stretch>
        </p:blipFill>
        <p:spPr>
          <a:xfrm flipH="1" rot="10800000">
            <a:off x="-2444022" y="-827887"/>
            <a:ext cx="6153101" cy="6799271"/>
          </a:xfrm>
          <a:prstGeom prst="rect">
            <a:avLst/>
          </a:prstGeom>
          <a:noFill/>
          <a:ln>
            <a:noFill/>
          </a:ln>
        </p:spPr>
      </p:pic>
      <p:sp>
        <p:nvSpPr>
          <p:cNvPr id="143" name="Google Shape;143;p28"/>
          <p:cNvSpPr txBox="1"/>
          <p:nvPr>
            <p:ph hasCustomPrompt="1" idx="2" type="title"/>
          </p:nvPr>
        </p:nvSpPr>
        <p:spPr>
          <a:xfrm>
            <a:off x="3349500" y="1027125"/>
            <a:ext cx="2445000" cy="8418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4800"/>
              <a:buNone/>
              <a:defRPr sz="4800">
                <a:solidFill>
                  <a:schemeClr val="accent2"/>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44" name="Google Shape;144;p28"/>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4_1">
    <p:spTree>
      <p:nvGrpSpPr>
        <p:cNvPr id="145" name="Shape 145"/>
        <p:cNvGrpSpPr/>
        <p:nvPr/>
      </p:nvGrpSpPr>
      <p:grpSpPr>
        <a:xfrm>
          <a:off x="0" y="0"/>
          <a:ext cx="0" cy="0"/>
          <a:chOff x="0" y="0"/>
          <a:chExt cx="0" cy="0"/>
        </a:xfrm>
      </p:grpSpPr>
      <p:pic>
        <p:nvPicPr>
          <p:cNvPr id="146" name="Google Shape;146;p29"/>
          <p:cNvPicPr preferRelativeResize="0"/>
          <p:nvPr/>
        </p:nvPicPr>
        <p:blipFill>
          <a:blip r:embed="rId2">
            <a:alphaModFix/>
          </a:blip>
          <a:stretch>
            <a:fillRect/>
          </a:stretch>
        </p:blipFill>
        <p:spPr>
          <a:xfrm flipH="1">
            <a:off x="3108153" y="-827887"/>
            <a:ext cx="6153101" cy="6799271"/>
          </a:xfrm>
          <a:prstGeom prst="rect">
            <a:avLst/>
          </a:prstGeom>
          <a:noFill/>
          <a:ln>
            <a:noFill/>
          </a:ln>
        </p:spPr>
      </p:pic>
      <p:sp>
        <p:nvSpPr>
          <p:cNvPr id="147" name="Google Shape;147;p29"/>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9"/>
          <p:cNvSpPr txBox="1"/>
          <p:nvPr>
            <p:ph type="title"/>
          </p:nvPr>
        </p:nvSpPr>
        <p:spPr>
          <a:xfrm>
            <a:off x="1212600" y="2227050"/>
            <a:ext cx="35082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9" name="Google Shape;149;p29"/>
          <p:cNvSpPr txBox="1"/>
          <p:nvPr>
            <p:ph idx="1" type="subTitle"/>
          </p:nvPr>
        </p:nvSpPr>
        <p:spPr>
          <a:xfrm>
            <a:off x="1212600" y="3194925"/>
            <a:ext cx="35082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160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sp>
        <p:nvSpPr>
          <p:cNvPr id="150" name="Google Shape;150;p29"/>
          <p:cNvSpPr txBox="1"/>
          <p:nvPr>
            <p:ph hasCustomPrompt="1" idx="2" type="title"/>
          </p:nvPr>
        </p:nvSpPr>
        <p:spPr>
          <a:xfrm>
            <a:off x="1212600" y="1027125"/>
            <a:ext cx="2445000" cy="841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4800"/>
              <a:buNone/>
              <a:defRPr sz="4800">
                <a:solidFill>
                  <a:schemeClr val="accent2"/>
                </a:solidFill>
              </a:defRPr>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4_1_1">
    <p:spTree>
      <p:nvGrpSpPr>
        <p:cNvPr id="151" name="Shape 151"/>
        <p:cNvGrpSpPr/>
        <p:nvPr/>
      </p:nvGrpSpPr>
      <p:grpSpPr>
        <a:xfrm>
          <a:off x="0" y="0"/>
          <a:ext cx="0" cy="0"/>
          <a:chOff x="0" y="0"/>
          <a:chExt cx="0" cy="0"/>
        </a:xfrm>
      </p:grpSpPr>
      <p:sp>
        <p:nvSpPr>
          <p:cNvPr id="152" name="Google Shape;152;p30"/>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0"/>
          <p:cNvSpPr txBox="1"/>
          <p:nvPr>
            <p:ph type="title"/>
          </p:nvPr>
        </p:nvSpPr>
        <p:spPr>
          <a:xfrm>
            <a:off x="5112425" y="2227050"/>
            <a:ext cx="28767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4" name="Google Shape;154;p30"/>
          <p:cNvSpPr txBox="1"/>
          <p:nvPr>
            <p:ph hasCustomPrompt="1" idx="2" type="title"/>
          </p:nvPr>
        </p:nvSpPr>
        <p:spPr>
          <a:xfrm>
            <a:off x="5112425" y="1027125"/>
            <a:ext cx="2445000" cy="841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4800"/>
              <a:buNone/>
              <a:defRPr sz="4800">
                <a:solidFill>
                  <a:schemeClr val="accent2"/>
                </a:solidFill>
              </a:defRPr>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155" name="Google Shape;155;p30"/>
          <p:cNvSpPr txBox="1"/>
          <p:nvPr>
            <p:ph idx="1" type="subTitle"/>
          </p:nvPr>
        </p:nvSpPr>
        <p:spPr>
          <a:xfrm>
            <a:off x="5112425" y="3194925"/>
            <a:ext cx="31566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pic>
        <p:nvPicPr>
          <p:cNvPr id="156" name="Google Shape;156;p30"/>
          <p:cNvPicPr preferRelativeResize="0"/>
          <p:nvPr/>
        </p:nvPicPr>
        <p:blipFill>
          <a:blip r:embed="rId2">
            <a:alphaModFix/>
          </a:blip>
          <a:stretch>
            <a:fillRect/>
          </a:stretch>
        </p:blipFill>
        <p:spPr>
          <a:xfrm flipH="1" rot="7199998">
            <a:off x="-1138410" y="-712063"/>
            <a:ext cx="6153100" cy="6799269"/>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CUSTOM_4_1_1_1">
    <p:spTree>
      <p:nvGrpSpPr>
        <p:cNvPr id="157" name="Shape 157"/>
        <p:cNvGrpSpPr/>
        <p:nvPr/>
      </p:nvGrpSpPr>
      <p:grpSpPr>
        <a:xfrm>
          <a:off x="0" y="0"/>
          <a:ext cx="0" cy="0"/>
          <a:chOff x="0" y="0"/>
          <a:chExt cx="0" cy="0"/>
        </a:xfrm>
      </p:grpSpPr>
      <p:pic>
        <p:nvPicPr>
          <p:cNvPr id="158" name="Google Shape;158;p31"/>
          <p:cNvPicPr preferRelativeResize="0"/>
          <p:nvPr/>
        </p:nvPicPr>
        <p:blipFill>
          <a:blip r:embed="rId2">
            <a:alphaModFix/>
          </a:blip>
          <a:stretch>
            <a:fillRect/>
          </a:stretch>
        </p:blipFill>
        <p:spPr>
          <a:xfrm flipH="1" rot="3600002">
            <a:off x="4129318" y="-712064"/>
            <a:ext cx="6153100" cy="6799269"/>
          </a:xfrm>
          <a:prstGeom prst="rect">
            <a:avLst/>
          </a:prstGeom>
          <a:noFill/>
          <a:ln>
            <a:noFill/>
          </a:ln>
        </p:spPr>
      </p:pic>
      <p:sp>
        <p:nvSpPr>
          <p:cNvPr id="159" name="Google Shape;159;p31"/>
          <p:cNvSpPr txBox="1"/>
          <p:nvPr>
            <p:ph type="title"/>
          </p:nvPr>
        </p:nvSpPr>
        <p:spPr>
          <a:xfrm>
            <a:off x="1212600" y="2227050"/>
            <a:ext cx="35082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0" name="Google Shape;160;p31"/>
          <p:cNvSpPr txBox="1"/>
          <p:nvPr>
            <p:ph idx="1" type="subTitle"/>
          </p:nvPr>
        </p:nvSpPr>
        <p:spPr>
          <a:xfrm>
            <a:off x="1212600" y="3194925"/>
            <a:ext cx="35082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160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sp>
        <p:nvSpPr>
          <p:cNvPr id="161" name="Google Shape;161;p31"/>
          <p:cNvSpPr txBox="1"/>
          <p:nvPr>
            <p:ph hasCustomPrompt="1" idx="2" type="title"/>
          </p:nvPr>
        </p:nvSpPr>
        <p:spPr>
          <a:xfrm>
            <a:off x="1214500" y="1027125"/>
            <a:ext cx="2445000" cy="841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4800"/>
              <a:buNone/>
              <a:defRPr sz="4800">
                <a:solidFill>
                  <a:schemeClr val="accent2"/>
                </a:solidFill>
              </a:defRPr>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162" name="Google Shape;162;p31"/>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11">
    <p:spTree>
      <p:nvGrpSpPr>
        <p:cNvPr id="163" name="Shape 163"/>
        <p:cNvGrpSpPr/>
        <p:nvPr/>
      </p:nvGrpSpPr>
      <p:grpSpPr>
        <a:xfrm>
          <a:off x="0" y="0"/>
          <a:ext cx="0" cy="0"/>
          <a:chOff x="0" y="0"/>
          <a:chExt cx="0" cy="0"/>
        </a:xfrm>
      </p:grpSpPr>
      <p:sp>
        <p:nvSpPr>
          <p:cNvPr id="164" name="Google Shape;164;p32"/>
          <p:cNvSpPr txBox="1"/>
          <p:nvPr>
            <p:ph idx="1" type="subTitle"/>
          </p:nvPr>
        </p:nvSpPr>
        <p:spPr>
          <a:xfrm>
            <a:off x="1990525" y="1322825"/>
            <a:ext cx="5140500" cy="403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65" name="Google Shape;165;p32"/>
          <p:cNvSpPr txBox="1"/>
          <p:nvPr>
            <p:ph hasCustomPrompt="1" type="title"/>
          </p:nvPr>
        </p:nvSpPr>
        <p:spPr>
          <a:xfrm>
            <a:off x="2181870" y="721575"/>
            <a:ext cx="47580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6000"/>
              <a:buNone/>
              <a:defRPr b="1" sz="4000">
                <a:solidFill>
                  <a:schemeClr val="lt1"/>
                </a:solidFill>
                <a:latin typeface="Montserrat"/>
                <a:ea typeface="Montserrat"/>
                <a:cs typeface="Montserrat"/>
                <a:sym typeface="Montserrat"/>
              </a:defRPr>
            </a:lvl1pPr>
            <a:lvl2pPr lvl="1"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sp>
        <p:nvSpPr>
          <p:cNvPr id="166" name="Google Shape;166;p32"/>
          <p:cNvSpPr txBox="1"/>
          <p:nvPr>
            <p:ph idx="2" type="subTitle"/>
          </p:nvPr>
        </p:nvSpPr>
        <p:spPr>
          <a:xfrm>
            <a:off x="1990525" y="2670775"/>
            <a:ext cx="5140500" cy="403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67" name="Google Shape;167;p32"/>
          <p:cNvSpPr txBox="1"/>
          <p:nvPr>
            <p:ph hasCustomPrompt="1" idx="3" type="title"/>
          </p:nvPr>
        </p:nvSpPr>
        <p:spPr>
          <a:xfrm>
            <a:off x="2181870" y="2069525"/>
            <a:ext cx="47580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6000"/>
              <a:buNone/>
              <a:defRPr b="1" sz="4000">
                <a:solidFill>
                  <a:schemeClr val="accent2"/>
                </a:solidFill>
                <a:latin typeface="Montserrat"/>
                <a:ea typeface="Montserrat"/>
                <a:cs typeface="Montserrat"/>
                <a:sym typeface="Montserrat"/>
              </a:defRPr>
            </a:lvl1pPr>
            <a:lvl2pPr lvl="1"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sp>
        <p:nvSpPr>
          <p:cNvPr id="168" name="Google Shape;168;p32"/>
          <p:cNvSpPr txBox="1"/>
          <p:nvPr>
            <p:ph idx="4" type="subTitle"/>
          </p:nvPr>
        </p:nvSpPr>
        <p:spPr>
          <a:xfrm>
            <a:off x="1990525" y="4018725"/>
            <a:ext cx="5140500" cy="403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69" name="Google Shape;169;p32"/>
          <p:cNvSpPr txBox="1"/>
          <p:nvPr>
            <p:ph hasCustomPrompt="1" idx="5" type="title"/>
          </p:nvPr>
        </p:nvSpPr>
        <p:spPr>
          <a:xfrm>
            <a:off x="2181870" y="3417475"/>
            <a:ext cx="47580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6000"/>
              <a:buNone/>
              <a:defRPr b="1" sz="4000">
                <a:solidFill>
                  <a:schemeClr val="lt1"/>
                </a:solidFill>
                <a:latin typeface="Montserrat"/>
                <a:ea typeface="Montserrat"/>
                <a:cs typeface="Montserrat"/>
                <a:sym typeface="Montserrat"/>
              </a:defRPr>
            </a:lvl1pPr>
            <a:lvl2pPr lvl="1"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pic>
        <p:nvPicPr>
          <p:cNvPr id="170" name="Google Shape;170;p32"/>
          <p:cNvPicPr preferRelativeResize="0"/>
          <p:nvPr/>
        </p:nvPicPr>
        <p:blipFill rotWithShape="1">
          <a:blip r:embed="rId2">
            <a:alphaModFix/>
          </a:blip>
          <a:srcRect b="0" l="29" r="29" t="0"/>
          <a:stretch/>
        </p:blipFill>
        <p:spPr>
          <a:xfrm rot="-5400000">
            <a:off x="5392666" y="2531219"/>
            <a:ext cx="7778041" cy="4351520"/>
          </a:xfrm>
          <a:prstGeom prst="rect">
            <a:avLst/>
          </a:prstGeom>
          <a:noFill/>
          <a:ln>
            <a:noFill/>
          </a:ln>
        </p:spPr>
      </p:pic>
      <p:pic>
        <p:nvPicPr>
          <p:cNvPr id="171" name="Google Shape;171;p32"/>
          <p:cNvPicPr preferRelativeResize="0"/>
          <p:nvPr/>
        </p:nvPicPr>
        <p:blipFill rotWithShape="1">
          <a:blip r:embed="rId2">
            <a:alphaModFix/>
          </a:blip>
          <a:srcRect b="0" l="29" r="29" t="0"/>
          <a:stretch/>
        </p:blipFill>
        <p:spPr>
          <a:xfrm rot="5400000">
            <a:off x="-4037883" y="-1739240"/>
            <a:ext cx="7778041" cy="435152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11_1">
    <p:spTree>
      <p:nvGrpSpPr>
        <p:cNvPr id="172" name="Shape 172"/>
        <p:cNvGrpSpPr/>
        <p:nvPr/>
      </p:nvGrpSpPr>
      <p:grpSpPr>
        <a:xfrm>
          <a:off x="0" y="0"/>
          <a:ext cx="0" cy="0"/>
          <a:chOff x="0" y="0"/>
          <a:chExt cx="0" cy="0"/>
        </a:xfrm>
      </p:grpSpPr>
      <p:pic>
        <p:nvPicPr>
          <p:cNvPr id="173" name="Google Shape;173;p33"/>
          <p:cNvPicPr preferRelativeResize="0"/>
          <p:nvPr/>
        </p:nvPicPr>
        <p:blipFill>
          <a:blip r:embed="rId2">
            <a:alphaModFix/>
          </a:blip>
          <a:stretch>
            <a:fillRect/>
          </a:stretch>
        </p:blipFill>
        <p:spPr>
          <a:xfrm rot="10800000">
            <a:off x="675098" y="-14654"/>
            <a:ext cx="1819652" cy="2125526"/>
          </a:xfrm>
          <a:prstGeom prst="rect">
            <a:avLst/>
          </a:prstGeom>
          <a:noFill/>
          <a:ln>
            <a:noFill/>
          </a:ln>
        </p:spPr>
      </p:pic>
      <p:pic>
        <p:nvPicPr>
          <p:cNvPr id="174" name="Google Shape;174;p33"/>
          <p:cNvPicPr preferRelativeResize="0"/>
          <p:nvPr/>
        </p:nvPicPr>
        <p:blipFill>
          <a:blip r:embed="rId3">
            <a:alphaModFix/>
          </a:blip>
          <a:stretch>
            <a:fillRect/>
          </a:stretch>
        </p:blipFill>
        <p:spPr>
          <a:xfrm rot="10800000">
            <a:off x="3888505" y="-1"/>
            <a:ext cx="1453074" cy="2990225"/>
          </a:xfrm>
          <a:prstGeom prst="rect">
            <a:avLst/>
          </a:prstGeom>
          <a:noFill/>
          <a:ln>
            <a:noFill/>
          </a:ln>
        </p:spPr>
      </p:pic>
      <p:sp>
        <p:nvSpPr>
          <p:cNvPr id="175" name="Google Shape;175;p33"/>
          <p:cNvSpPr txBox="1"/>
          <p:nvPr>
            <p:ph idx="1" type="subTitle"/>
          </p:nvPr>
        </p:nvSpPr>
        <p:spPr>
          <a:xfrm>
            <a:off x="789900" y="3889975"/>
            <a:ext cx="3774600" cy="403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76" name="Google Shape;176;p33"/>
          <p:cNvSpPr txBox="1"/>
          <p:nvPr>
            <p:ph hasCustomPrompt="1" type="title"/>
          </p:nvPr>
        </p:nvSpPr>
        <p:spPr>
          <a:xfrm>
            <a:off x="789900" y="3288725"/>
            <a:ext cx="37746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6000"/>
              <a:buNone/>
              <a:defRPr b="1" sz="5000">
                <a:solidFill>
                  <a:schemeClr val="accent2"/>
                </a:solidFill>
                <a:latin typeface="Montserrat"/>
                <a:ea typeface="Montserrat"/>
                <a:cs typeface="Montserrat"/>
                <a:sym typeface="Montserrat"/>
              </a:defRPr>
            </a:lvl1pPr>
            <a:lvl2pPr lvl="1"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sp>
        <p:nvSpPr>
          <p:cNvPr id="177" name="Google Shape;177;p33"/>
          <p:cNvSpPr txBox="1"/>
          <p:nvPr>
            <p:ph idx="2" type="subTitle"/>
          </p:nvPr>
        </p:nvSpPr>
        <p:spPr>
          <a:xfrm>
            <a:off x="4579575" y="3889975"/>
            <a:ext cx="3774600" cy="403200"/>
          </a:xfrm>
          <a:prstGeom prst="rect">
            <a:avLst/>
          </a:prstGeom>
        </p:spPr>
        <p:txBody>
          <a:bodyPr anchorCtr="0" anchor="t" bIns="91425" lIns="91425" spcFirstLastPara="1" rIns="91425" wrap="square" tIns="91425">
            <a:noAutofit/>
          </a:bodyPr>
          <a:lstStyle>
            <a:lvl1pPr lvl="0" marR="182880" algn="ctr">
              <a:lnSpc>
                <a:spcPct val="100000"/>
              </a:lnSpc>
              <a:spcBef>
                <a:spcPts val="0"/>
              </a:spcBef>
              <a:spcAft>
                <a:spcPts val="0"/>
              </a:spcAft>
              <a:buSzPts val="1400"/>
              <a:buNone/>
              <a:defRPr sz="1600">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78" name="Google Shape;178;p33"/>
          <p:cNvSpPr txBox="1"/>
          <p:nvPr>
            <p:ph hasCustomPrompt="1" idx="3" type="title"/>
          </p:nvPr>
        </p:nvSpPr>
        <p:spPr>
          <a:xfrm>
            <a:off x="4572003" y="3288725"/>
            <a:ext cx="37746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6000"/>
              <a:buNone/>
              <a:defRPr b="1" sz="5000">
                <a:solidFill>
                  <a:schemeClr val="accent2"/>
                </a:solidFill>
                <a:latin typeface="Montserrat"/>
                <a:ea typeface="Montserrat"/>
                <a:cs typeface="Montserrat"/>
                <a:sym typeface="Montserrat"/>
              </a:defRPr>
            </a:lvl1pPr>
            <a:lvl2pPr lvl="1"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sp>
        <p:nvSpPr>
          <p:cNvPr id="179" name="Google Shape;179;p33"/>
          <p:cNvSpPr txBox="1"/>
          <p:nvPr>
            <p:ph idx="4"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_AND_BODY_1">
    <p:spTree>
      <p:nvGrpSpPr>
        <p:cNvPr id="180" name="Shape 180"/>
        <p:cNvGrpSpPr/>
        <p:nvPr/>
      </p:nvGrpSpPr>
      <p:grpSpPr>
        <a:xfrm>
          <a:off x="0" y="0"/>
          <a:ext cx="0" cy="0"/>
          <a:chOff x="0" y="0"/>
          <a:chExt cx="0" cy="0"/>
        </a:xfrm>
      </p:grpSpPr>
      <p:pic>
        <p:nvPicPr>
          <p:cNvPr id="181" name="Google Shape;181;p34"/>
          <p:cNvPicPr preferRelativeResize="0"/>
          <p:nvPr/>
        </p:nvPicPr>
        <p:blipFill>
          <a:blip r:embed="rId2">
            <a:alphaModFix/>
          </a:blip>
          <a:stretch>
            <a:fillRect/>
          </a:stretch>
        </p:blipFill>
        <p:spPr>
          <a:xfrm flipH="1">
            <a:off x="0" y="-392975"/>
            <a:ext cx="9397469" cy="3269127"/>
          </a:xfrm>
          <a:prstGeom prst="rect">
            <a:avLst/>
          </a:prstGeom>
          <a:noFill/>
          <a:ln>
            <a:noFill/>
          </a:ln>
        </p:spPr>
      </p:pic>
      <p:sp>
        <p:nvSpPr>
          <p:cNvPr id="182" name="Google Shape;182;p34"/>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183" name="Google Shape;183;p34"/>
          <p:cNvSpPr txBox="1"/>
          <p:nvPr>
            <p:ph idx="2" type="title"/>
          </p:nvPr>
        </p:nvSpPr>
        <p:spPr>
          <a:xfrm>
            <a:off x="809939" y="3104050"/>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184" name="Google Shape;184;p34"/>
          <p:cNvSpPr txBox="1"/>
          <p:nvPr>
            <p:ph idx="1" type="subTitle"/>
          </p:nvPr>
        </p:nvSpPr>
        <p:spPr>
          <a:xfrm>
            <a:off x="809925" y="3477200"/>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85" name="Google Shape;185;p34"/>
          <p:cNvSpPr txBox="1"/>
          <p:nvPr>
            <p:ph idx="3" type="title"/>
          </p:nvPr>
        </p:nvSpPr>
        <p:spPr>
          <a:xfrm>
            <a:off x="3463502" y="3104050"/>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186" name="Google Shape;186;p34"/>
          <p:cNvSpPr txBox="1"/>
          <p:nvPr>
            <p:ph idx="4" type="subTitle"/>
          </p:nvPr>
        </p:nvSpPr>
        <p:spPr>
          <a:xfrm>
            <a:off x="3463488" y="3477200"/>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87" name="Google Shape;187;p34"/>
          <p:cNvSpPr txBox="1"/>
          <p:nvPr>
            <p:ph idx="5" type="title"/>
          </p:nvPr>
        </p:nvSpPr>
        <p:spPr>
          <a:xfrm>
            <a:off x="6117052" y="3104050"/>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188" name="Google Shape;188;p34"/>
          <p:cNvSpPr txBox="1"/>
          <p:nvPr>
            <p:ph idx="6" type="subTitle"/>
          </p:nvPr>
        </p:nvSpPr>
        <p:spPr>
          <a:xfrm>
            <a:off x="6117038" y="3477200"/>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89" name="Shape 189"/>
        <p:cNvGrpSpPr/>
        <p:nvPr/>
      </p:nvGrpSpPr>
      <p:grpSpPr>
        <a:xfrm>
          <a:off x="0" y="0"/>
          <a:ext cx="0" cy="0"/>
          <a:chOff x="0" y="0"/>
          <a:chExt cx="0" cy="0"/>
        </a:xfrm>
      </p:grpSpPr>
      <p:sp>
        <p:nvSpPr>
          <p:cNvPr id="190" name="Google Shape;190;p35"/>
          <p:cNvSpPr txBox="1"/>
          <p:nvPr>
            <p:ph type="title"/>
          </p:nvPr>
        </p:nvSpPr>
        <p:spPr>
          <a:xfrm>
            <a:off x="3758000" y="378225"/>
            <a:ext cx="46131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pic>
        <p:nvPicPr>
          <p:cNvPr id="191" name="Google Shape;191;p35"/>
          <p:cNvPicPr preferRelativeResize="0"/>
          <p:nvPr/>
        </p:nvPicPr>
        <p:blipFill>
          <a:blip r:embed="rId2">
            <a:alphaModFix amt="56000"/>
          </a:blip>
          <a:stretch>
            <a:fillRect/>
          </a:stretch>
        </p:blipFill>
        <p:spPr>
          <a:xfrm rot="-1365984">
            <a:off x="-1511771" y="-174252"/>
            <a:ext cx="5918748" cy="6540298"/>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
    <p:spTree>
      <p:nvGrpSpPr>
        <p:cNvPr id="192" name="Shape 192"/>
        <p:cNvGrpSpPr/>
        <p:nvPr/>
      </p:nvGrpSpPr>
      <p:grpSpPr>
        <a:xfrm>
          <a:off x="0" y="0"/>
          <a:ext cx="0" cy="0"/>
          <a:chOff x="0" y="0"/>
          <a:chExt cx="0" cy="0"/>
        </a:xfrm>
      </p:grpSpPr>
      <p:sp>
        <p:nvSpPr>
          <p:cNvPr id="193" name="Google Shape;193;p36"/>
          <p:cNvSpPr txBox="1"/>
          <p:nvPr>
            <p:ph type="title"/>
          </p:nvPr>
        </p:nvSpPr>
        <p:spPr>
          <a:xfrm>
            <a:off x="3229175" y="378225"/>
            <a:ext cx="5142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pic>
        <p:nvPicPr>
          <p:cNvPr id="194" name="Google Shape;194;p36"/>
          <p:cNvPicPr preferRelativeResize="0"/>
          <p:nvPr/>
        </p:nvPicPr>
        <p:blipFill>
          <a:blip r:embed="rId2">
            <a:alphaModFix amt="50000"/>
          </a:blip>
          <a:stretch>
            <a:fillRect/>
          </a:stretch>
        </p:blipFill>
        <p:spPr>
          <a:xfrm>
            <a:off x="1" y="2801493"/>
            <a:ext cx="9144003" cy="3036157"/>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6">
    <p:spTree>
      <p:nvGrpSpPr>
        <p:cNvPr id="195" name="Shape 195"/>
        <p:cNvGrpSpPr/>
        <p:nvPr/>
      </p:nvGrpSpPr>
      <p:grpSpPr>
        <a:xfrm>
          <a:off x="0" y="0"/>
          <a:ext cx="0" cy="0"/>
          <a:chOff x="0" y="0"/>
          <a:chExt cx="0" cy="0"/>
        </a:xfrm>
      </p:grpSpPr>
      <p:sp>
        <p:nvSpPr>
          <p:cNvPr id="196" name="Google Shape;196;p37"/>
          <p:cNvSpPr txBox="1"/>
          <p:nvPr>
            <p:ph type="title"/>
          </p:nvPr>
        </p:nvSpPr>
        <p:spPr>
          <a:xfrm>
            <a:off x="3229175" y="378225"/>
            <a:ext cx="5142000" cy="515100"/>
          </a:xfrm>
          <a:prstGeom prst="rect">
            <a:avLst/>
          </a:prstGeom>
          <a:effectLst>
            <a:outerShdw blurRad="57150" rotWithShape="0" algn="bl" dir="5400000" dist="19050">
              <a:schemeClr val="dk2">
                <a:alpha val="50000"/>
              </a:schemeClr>
            </a:outerShdw>
          </a:effectLst>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pic>
        <p:nvPicPr>
          <p:cNvPr id="197" name="Google Shape;197;p37"/>
          <p:cNvPicPr preferRelativeResize="0"/>
          <p:nvPr/>
        </p:nvPicPr>
        <p:blipFill>
          <a:blip r:embed="rId2">
            <a:alphaModFix/>
          </a:blip>
          <a:stretch>
            <a:fillRect/>
          </a:stretch>
        </p:blipFill>
        <p:spPr>
          <a:xfrm flipH="1" rot="5400000">
            <a:off x="-2255011" y="1532427"/>
            <a:ext cx="6751897" cy="2241876"/>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1_1_1">
    <p:spTree>
      <p:nvGrpSpPr>
        <p:cNvPr id="198" name="Shape 198"/>
        <p:cNvGrpSpPr/>
        <p:nvPr/>
      </p:nvGrpSpPr>
      <p:grpSpPr>
        <a:xfrm>
          <a:off x="0" y="0"/>
          <a:ext cx="0" cy="0"/>
          <a:chOff x="0" y="0"/>
          <a:chExt cx="0" cy="0"/>
        </a:xfrm>
      </p:grpSpPr>
      <p:sp>
        <p:nvSpPr>
          <p:cNvPr id="199" name="Google Shape;199;p38"/>
          <p:cNvSpPr txBox="1"/>
          <p:nvPr>
            <p:ph type="title"/>
          </p:nvPr>
        </p:nvSpPr>
        <p:spPr>
          <a:xfrm>
            <a:off x="3161025" y="378225"/>
            <a:ext cx="52101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USTOM_8">
    <p:spTree>
      <p:nvGrpSpPr>
        <p:cNvPr id="200" name="Shape 200"/>
        <p:cNvGrpSpPr/>
        <p:nvPr/>
      </p:nvGrpSpPr>
      <p:grpSpPr>
        <a:xfrm>
          <a:off x="0" y="0"/>
          <a:ext cx="0" cy="0"/>
          <a:chOff x="0" y="0"/>
          <a:chExt cx="0" cy="0"/>
        </a:xfrm>
      </p:grpSpPr>
      <p:sp>
        <p:nvSpPr>
          <p:cNvPr id="201" name="Google Shape;201;p39"/>
          <p:cNvSpPr txBox="1"/>
          <p:nvPr>
            <p:ph type="title"/>
          </p:nvPr>
        </p:nvSpPr>
        <p:spPr>
          <a:xfrm>
            <a:off x="789900" y="4150672"/>
            <a:ext cx="7564200" cy="5559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202" name="Google Shape;202;p39"/>
          <p:cNvPicPr preferRelativeResize="0"/>
          <p:nvPr/>
        </p:nvPicPr>
        <p:blipFill>
          <a:blip r:embed="rId2">
            <a:alphaModFix/>
          </a:blip>
          <a:stretch>
            <a:fillRect/>
          </a:stretch>
        </p:blipFill>
        <p:spPr>
          <a:xfrm flipH="1" rot="10800000">
            <a:off x="-3640859" y="-2028805"/>
            <a:ext cx="6153101" cy="6799271"/>
          </a:xfrm>
          <a:prstGeom prst="rect">
            <a:avLst/>
          </a:prstGeom>
          <a:noFill/>
          <a:ln>
            <a:noFill/>
          </a:ln>
        </p:spPr>
      </p:pic>
      <p:pic>
        <p:nvPicPr>
          <p:cNvPr id="203" name="Google Shape;203;p39"/>
          <p:cNvPicPr preferRelativeResize="0"/>
          <p:nvPr/>
        </p:nvPicPr>
        <p:blipFill>
          <a:blip r:embed="rId2">
            <a:alphaModFix/>
          </a:blip>
          <a:stretch>
            <a:fillRect/>
          </a:stretch>
        </p:blipFill>
        <p:spPr>
          <a:xfrm rot="10800000">
            <a:off x="6631766" y="-2028805"/>
            <a:ext cx="6153101" cy="6799271"/>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SECTION_TITLE_AND_DESCRIPTION_2">
    <p:spTree>
      <p:nvGrpSpPr>
        <p:cNvPr id="204" name="Shape 204"/>
        <p:cNvGrpSpPr/>
        <p:nvPr/>
      </p:nvGrpSpPr>
      <p:grpSpPr>
        <a:xfrm>
          <a:off x="0" y="0"/>
          <a:ext cx="0" cy="0"/>
          <a:chOff x="0" y="0"/>
          <a:chExt cx="0" cy="0"/>
        </a:xfrm>
      </p:grpSpPr>
      <p:sp>
        <p:nvSpPr>
          <p:cNvPr id="205" name="Google Shape;205;p40"/>
          <p:cNvSpPr txBox="1"/>
          <p:nvPr>
            <p:ph type="title"/>
          </p:nvPr>
        </p:nvSpPr>
        <p:spPr>
          <a:xfrm>
            <a:off x="3229175" y="378225"/>
            <a:ext cx="5142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06" name="Google Shape;206;p40"/>
          <p:cNvSpPr txBox="1"/>
          <p:nvPr>
            <p:ph idx="1" type="subTitle"/>
          </p:nvPr>
        </p:nvSpPr>
        <p:spPr>
          <a:xfrm>
            <a:off x="4870825" y="1767050"/>
            <a:ext cx="3273600" cy="2327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Char char="●"/>
              <a:defRPr sz="1400"/>
            </a:lvl1pPr>
            <a:lvl2pPr lvl="1" algn="ctr">
              <a:lnSpc>
                <a:spcPct val="100000"/>
              </a:lnSpc>
              <a:spcBef>
                <a:spcPts val="100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5_1">
    <p:spTree>
      <p:nvGrpSpPr>
        <p:cNvPr id="207" name="Shape 207"/>
        <p:cNvGrpSpPr/>
        <p:nvPr/>
      </p:nvGrpSpPr>
      <p:grpSpPr>
        <a:xfrm>
          <a:off x="0" y="0"/>
          <a:ext cx="0" cy="0"/>
          <a:chOff x="0" y="0"/>
          <a:chExt cx="0" cy="0"/>
        </a:xfrm>
      </p:grpSpPr>
      <p:sp>
        <p:nvSpPr>
          <p:cNvPr id="208" name="Google Shape;208;p41"/>
          <p:cNvSpPr txBox="1"/>
          <p:nvPr>
            <p:ph idx="1" type="subTitle"/>
          </p:nvPr>
        </p:nvSpPr>
        <p:spPr>
          <a:xfrm>
            <a:off x="1098925" y="531350"/>
            <a:ext cx="3273600" cy="1235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1800"/>
              <a:buFont typeface="Montserrat ExtraBold"/>
              <a:buNone/>
              <a:defRPr>
                <a:latin typeface="Montserrat ExtraBold"/>
                <a:ea typeface="Montserrat ExtraBold"/>
                <a:cs typeface="Montserrat ExtraBold"/>
                <a:sym typeface="Montserrat ExtraBold"/>
              </a:defRPr>
            </a:lvl1pPr>
            <a:lvl2pPr lvl="1"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2pPr>
            <a:lvl3pPr lvl="2"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3pPr>
            <a:lvl4pPr lvl="3"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4pPr>
            <a:lvl5pPr lvl="4"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5pPr>
            <a:lvl6pPr lvl="5"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6pPr>
            <a:lvl7pPr lvl="6"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7pPr>
            <a:lvl8pPr lvl="7"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8pPr>
            <a:lvl9pPr lvl="8"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9pPr>
          </a:lstStyle>
          <a:p/>
        </p:txBody>
      </p:sp>
      <p:sp>
        <p:nvSpPr>
          <p:cNvPr id="209" name="Google Shape;209;p41"/>
          <p:cNvSpPr txBox="1"/>
          <p:nvPr>
            <p:ph type="title"/>
          </p:nvPr>
        </p:nvSpPr>
        <p:spPr>
          <a:xfrm>
            <a:off x="3229175" y="378225"/>
            <a:ext cx="5142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10" name="Google Shape;210;p41"/>
          <p:cNvSpPr txBox="1"/>
          <p:nvPr>
            <p:ph idx="2" type="subTitle"/>
          </p:nvPr>
        </p:nvSpPr>
        <p:spPr>
          <a:xfrm>
            <a:off x="1098925" y="1971825"/>
            <a:ext cx="3273600" cy="2324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Char char="●"/>
              <a:defRPr sz="1400"/>
            </a:lvl1pPr>
            <a:lvl2pPr lvl="1" algn="ctr">
              <a:lnSpc>
                <a:spcPct val="100000"/>
              </a:lnSpc>
              <a:spcBef>
                <a:spcPts val="100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
    <p:spTree>
      <p:nvGrpSpPr>
        <p:cNvPr id="211" name="Shape 211"/>
        <p:cNvGrpSpPr/>
        <p:nvPr/>
      </p:nvGrpSpPr>
      <p:grpSpPr>
        <a:xfrm>
          <a:off x="0" y="0"/>
          <a:ext cx="0" cy="0"/>
          <a:chOff x="0" y="0"/>
          <a:chExt cx="0" cy="0"/>
        </a:xfrm>
      </p:grpSpPr>
      <p:sp>
        <p:nvSpPr>
          <p:cNvPr id="212" name="Google Shape;212;p42"/>
          <p:cNvSpPr txBox="1"/>
          <p:nvPr>
            <p:ph type="title"/>
          </p:nvPr>
        </p:nvSpPr>
        <p:spPr>
          <a:xfrm>
            <a:off x="4734000" y="378225"/>
            <a:ext cx="36372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13" name="Google Shape;213;p42"/>
          <p:cNvSpPr txBox="1"/>
          <p:nvPr>
            <p:ph idx="1" type="subTitle"/>
          </p:nvPr>
        </p:nvSpPr>
        <p:spPr>
          <a:xfrm>
            <a:off x="4962600" y="1726500"/>
            <a:ext cx="3637200" cy="21162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Char char="●"/>
              <a:defRPr sz="1400"/>
            </a:lvl1pPr>
            <a:lvl2pPr lvl="1" algn="ctr">
              <a:lnSpc>
                <a:spcPct val="100000"/>
              </a:lnSpc>
              <a:spcBef>
                <a:spcPts val="160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pic>
        <p:nvPicPr>
          <p:cNvPr id="214" name="Google Shape;214;p42"/>
          <p:cNvPicPr preferRelativeResize="0"/>
          <p:nvPr/>
        </p:nvPicPr>
        <p:blipFill>
          <a:blip r:embed="rId2">
            <a:alphaModFix/>
          </a:blip>
          <a:stretch>
            <a:fillRect/>
          </a:stretch>
        </p:blipFill>
        <p:spPr>
          <a:xfrm rot="10800000">
            <a:off x="442601" y="0"/>
            <a:ext cx="1488450" cy="3063002"/>
          </a:xfrm>
          <a:prstGeom prst="rect">
            <a:avLst/>
          </a:prstGeom>
          <a:noFill/>
          <a:ln>
            <a:noFill/>
          </a:ln>
        </p:spPr>
      </p:pic>
      <p:pic>
        <p:nvPicPr>
          <p:cNvPr id="215" name="Google Shape;215;p42"/>
          <p:cNvPicPr preferRelativeResize="0"/>
          <p:nvPr/>
        </p:nvPicPr>
        <p:blipFill>
          <a:blip r:embed="rId2">
            <a:alphaModFix/>
          </a:blip>
          <a:stretch>
            <a:fillRect/>
          </a:stretch>
        </p:blipFill>
        <p:spPr>
          <a:xfrm>
            <a:off x="8354100" y="2892100"/>
            <a:ext cx="1488450" cy="3063002"/>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7">
    <p:spTree>
      <p:nvGrpSpPr>
        <p:cNvPr id="216" name="Shape 216"/>
        <p:cNvGrpSpPr/>
        <p:nvPr/>
      </p:nvGrpSpPr>
      <p:grpSpPr>
        <a:xfrm>
          <a:off x="0" y="0"/>
          <a:ext cx="0" cy="0"/>
          <a:chOff x="0" y="0"/>
          <a:chExt cx="0" cy="0"/>
        </a:xfrm>
      </p:grpSpPr>
      <p:pic>
        <p:nvPicPr>
          <p:cNvPr id="217" name="Google Shape;217;p43"/>
          <p:cNvPicPr preferRelativeResize="0"/>
          <p:nvPr/>
        </p:nvPicPr>
        <p:blipFill>
          <a:blip r:embed="rId2">
            <a:alphaModFix/>
          </a:blip>
          <a:stretch>
            <a:fillRect/>
          </a:stretch>
        </p:blipFill>
        <p:spPr>
          <a:xfrm rot="5399995">
            <a:off x="-2368482" y="1910826"/>
            <a:ext cx="6751897" cy="2241876"/>
          </a:xfrm>
          <a:prstGeom prst="rect">
            <a:avLst/>
          </a:prstGeom>
          <a:noFill/>
          <a:ln>
            <a:noFill/>
          </a:ln>
        </p:spPr>
      </p:pic>
      <p:sp>
        <p:nvSpPr>
          <p:cNvPr id="218" name="Google Shape;218;p43"/>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19" name="Google Shape;219;p43"/>
          <p:cNvSpPr txBox="1"/>
          <p:nvPr>
            <p:ph idx="1" type="subTitle"/>
          </p:nvPr>
        </p:nvSpPr>
        <p:spPr>
          <a:xfrm>
            <a:off x="1976000" y="2684865"/>
            <a:ext cx="2241900" cy="19254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9">
    <p:spTree>
      <p:nvGrpSpPr>
        <p:cNvPr id="220" name="Shape 220"/>
        <p:cNvGrpSpPr/>
        <p:nvPr/>
      </p:nvGrpSpPr>
      <p:grpSpPr>
        <a:xfrm>
          <a:off x="0" y="0"/>
          <a:ext cx="0" cy="0"/>
          <a:chOff x="0" y="0"/>
          <a:chExt cx="0" cy="0"/>
        </a:xfrm>
      </p:grpSpPr>
      <p:sp>
        <p:nvSpPr>
          <p:cNvPr id="221" name="Google Shape;221;p44"/>
          <p:cNvSpPr txBox="1"/>
          <p:nvPr>
            <p:ph type="title"/>
          </p:nvPr>
        </p:nvSpPr>
        <p:spPr>
          <a:xfrm>
            <a:off x="5284303" y="3314360"/>
            <a:ext cx="3069900" cy="465300"/>
          </a:xfrm>
          <a:prstGeom prst="rect">
            <a:avLst/>
          </a:prstGeom>
          <a:noFill/>
        </p:spPr>
        <p:txBody>
          <a:bodyPr anchorCtr="0" anchor="t" bIns="91425" lIns="91425" spcFirstLastPara="1" rIns="91425" wrap="square" tIns="91425">
            <a:noAutofit/>
          </a:bodyPr>
          <a:lstStyle>
            <a:lvl1pPr lvl="0" algn="r">
              <a:spcBef>
                <a:spcPts val="0"/>
              </a:spcBef>
              <a:spcAft>
                <a:spcPts val="0"/>
              </a:spcAft>
              <a:buSzPts val="1800"/>
              <a:buNone/>
              <a:defRPr sz="2000">
                <a:solidFill>
                  <a:schemeClr val="accent2"/>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222" name="Google Shape;222;p44"/>
          <p:cNvSpPr txBox="1"/>
          <p:nvPr>
            <p:ph idx="1" type="subTitle"/>
          </p:nvPr>
        </p:nvSpPr>
        <p:spPr>
          <a:xfrm>
            <a:off x="2702800" y="1363838"/>
            <a:ext cx="5651100" cy="18534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400"/>
              <a:buNone/>
              <a:defRPr sz="2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pic>
        <p:nvPicPr>
          <p:cNvPr id="223" name="Google Shape;223;p44"/>
          <p:cNvPicPr preferRelativeResize="0"/>
          <p:nvPr/>
        </p:nvPicPr>
        <p:blipFill>
          <a:blip r:embed="rId2">
            <a:alphaModFix/>
          </a:blip>
          <a:stretch>
            <a:fillRect/>
          </a:stretch>
        </p:blipFill>
        <p:spPr>
          <a:xfrm rot="-5400000">
            <a:off x="-1874003" y="1459629"/>
            <a:ext cx="6272302" cy="1747924"/>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9_1">
    <p:spTree>
      <p:nvGrpSpPr>
        <p:cNvPr id="224" name="Shape 224"/>
        <p:cNvGrpSpPr/>
        <p:nvPr/>
      </p:nvGrpSpPr>
      <p:grpSpPr>
        <a:xfrm>
          <a:off x="0" y="0"/>
          <a:ext cx="0" cy="0"/>
          <a:chOff x="0" y="0"/>
          <a:chExt cx="0" cy="0"/>
        </a:xfrm>
      </p:grpSpPr>
      <p:sp>
        <p:nvSpPr>
          <p:cNvPr id="225" name="Google Shape;225;p45"/>
          <p:cNvSpPr txBox="1"/>
          <p:nvPr>
            <p:ph idx="1" type="subTitle"/>
          </p:nvPr>
        </p:nvSpPr>
        <p:spPr>
          <a:xfrm>
            <a:off x="789900" y="3390968"/>
            <a:ext cx="7563900" cy="9807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400"/>
              <a:buNone/>
              <a:defRPr sz="25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26" name="Google Shape;226;p45"/>
          <p:cNvSpPr txBox="1"/>
          <p:nvPr>
            <p:ph type="title"/>
          </p:nvPr>
        </p:nvSpPr>
        <p:spPr>
          <a:xfrm>
            <a:off x="2400850" y="378225"/>
            <a:ext cx="59703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27" name="Google Shape;227;p45"/>
          <p:cNvSpPr txBox="1"/>
          <p:nvPr>
            <p:ph idx="2" type="title"/>
          </p:nvPr>
        </p:nvSpPr>
        <p:spPr>
          <a:xfrm>
            <a:off x="2400850" y="4295468"/>
            <a:ext cx="5970300" cy="401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Char char="-"/>
              <a:defRPr sz="1600"/>
            </a:lvl1pPr>
            <a:lvl2pPr lvl="1" algn="r">
              <a:spcBef>
                <a:spcPts val="0"/>
              </a:spcBef>
              <a:spcAft>
                <a:spcPts val="0"/>
              </a:spcAft>
              <a:buSzPts val="2100"/>
              <a:buChar char="-"/>
              <a:defRPr sz="2100"/>
            </a:lvl2pPr>
            <a:lvl3pPr lvl="2" algn="r">
              <a:spcBef>
                <a:spcPts val="0"/>
              </a:spcBef>
              <a:spcAft>
                <a:spcPts val="0"/>
              </a:spcAft>
              <a:buSzPts val="2100"/>
              <a:buChar char="-"/>
              <a:defRPr sz="2100"/>
            </a:lvl3pPr>
            <a:lvl4pPr lvl="3" algn="r">
              <a:spcBef>
                <a:spcPts val="0"/>
              </a:spcBef>
              <a:spcAft>
                <a:spcPts val="0"/>
              </a:spcAft>
              <a:buSzPts val="2100"/>
              <a:buChar char="-"/>
              <a:defRPr sz="2100"/>
            </a:lvl4pPr>
            <a:lvl5pPr lvl="4" algn="r">
              <a:spcBef>
                <a:spcPts val="0"/>
              </a:spcBef>
              <a:spcAft>
                <a:spcPts val="0"/>
              </a:spcAft>
              <a:buSzPts val="2100"/>
              <a:buChar char="-"/>
              <a:defRPr sz="2100"/>
            </a:lvl5pPr>
            <a:lvl6pPr lvl="5" algn="r">
              <a:spcBef>
                <a:spcPts val="0"/>
              </a:spcBef>
              <a:spcAft>
                <a:spcPts val="0"/>
              </a:spcAft>
              <a:buSzPts val="2100"/>
              <a:buChar char="-"/>
              <a:defRPr sz="2100"/>
            </a:lvl6pPr>
            <a:lvl7pPr lvl="6" algn="r">
              <a:spcBef>
                <a:spcPts val="0"/>
              </a:spcBef>
              <a:spcAft>
                <a:spcPts val="0"/>
              </a:spcAft>
              <a:buSzPts val="2100"/>
              <a:buChar char="-"/>
              <a:defRPr sz="2100"/>
            </a:lvl7pPr>
            <a:lvl8pPr lvl="7" algn="r">
              <a:spcBef>
                <a:spcPts val="0"/>
              </a:spcBef>
              <a:spcAft>
                <a:spcPts val="0"/>
              </a:spcAft>
              <a:buSzPts val="2100"/>
              <a:buChar char="-"/>
              <a:defRPr sz="2100"/>
            </a:lvl8pPr>
            <a:lvl9pPr lvl="8" algn="r">
              <a:spcBef>
                <a:spcPts val="0"/>
              </a:spcBef>
              <a:spcAft>
                <a:spcPts val="0"/>
              </a:spcAft>
              <a:buSzPts val="2100"/>
              <a:buChar char="-"/>
              <a:defRPr sz="2100"/>
            </a:lvl9pPr>
          </a:lstStyle>
          <a:p/>
        </p:txBody>
      </p:sp>
      <p:pic>
        <p:nvPicPr>
          <p:cNvPr id="228" name="Google Shape;228;p45"/>
          <p:cNvPicPr preferRelativeResize="0"/>
          <p:nvPr/>
        </p:nvPicPr>
        <p:blipFill>
          <a:blip r:embed="rId2">
            <a:alphaModFix/>
          </a:blip>
          <a:stretch>
            <a:fillRect/>
          </a:stretch>
        </p:blipFill>
        <p:spPr>
          <a:xfrm rot="5400000">
            <a:off x="446400" y="-75899"/>
            <a:ext cx="1878876" cy="3148474"/>
          </a:xfrm>
          <a:prstGeom prst="rect">
            <a:avLst/>
          </a:prstGeom>
          <a:noFill/>
          <a:ln>
            <a:noFill/>
          </a:ln>
        </p:spPr>
      </p:pic>
      <p:pic>
        <p:nvPicPr>
          <p:cNvPr id="229" name="Google Shape;229;p45"/>
          <p:cNvPicPr preferRelativeResize="0"/>
          <p:nvPr/>
        </p:nvPicPr>
        <p:blipFill>
          <a:blip r:embed="rId3">
            <a:alphaModFix/>
          </a:blip>
          <a:stretch>
            <a:fillRect/>
          </a:stretch>
        </p:blipFill>
        <p:spPr>
          <a:xfrm flipH="1" rot="-5400000">
            <a:off x="6993624" y="175926"/>
            <a:ext cx="1519775" cy="3127473"/>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0">
    <p:spTree>
      <p:nvGrpSpPr>
        <p:cNvPr id="230" name="Shape 230"/>
        <p:cNvGrpSpPr/>
        <p:nvPr/>
      </p:nvGrpSpPr>
      <p:grpSpPr>
        <a:xfrm>
          <a:off x="0" y="0"/>
          <a:ext cx="0" cy="0"/>
          <a:chOff x="0" y="0"/>
          <a:chExt cx="0" cy="0"/>
        </a:xfrm>
      </p:grpSpPr>
      <p:pic>
        <p:nvPicPr>
          <p:cNvPr id="231" name="Google Shape;231;p46"/>
          <p:cNvPicPr preferRelativeResize="0"/>
          <p:nvPr/>
        </p:nvPicPr>
        <p:blipFill>
          <a:blip r:embed="rId2">
            <a:alphaModFix amt="50000"/>
          </a:blip>
          <a:stretch>
            <a:fillRect/>
          </a:stretch>
        </p:blipFill>
        <p:spPr>
          <a:xfrm>
            <a:off x="-3192424" y="1047350"/>
            <a:ext cx="12336426" cy="4096149"/>
          </a:xfrm>
          <a:prstGeom prst="rect">
            <a:avLst/>
          </a:prstGeom>
          <a:noFill/>
          <a:ln>
            <a:noFill/>
          </a:ln>
        </p:spPr>
      </p:pic>
      <p:sp>
        <p:nvSpPr>
          <p:cNvPr id="232" name="Google Shape;232;p46"/>
          <p:cNvSpPr txBox="1"/>
          <p:nvPr>
            <p:ph type="title"/>
          </p:nvPr>
        </p:nvSpPr>
        <p:spPr>
          <a:xfrm>
            <a:off x="5033100" y="1498000"/>
            <a:ext cx="3168600" cy="534300"/>
          </a:xfrm>
          <a:prstGeom prst="rect">
            <a:avLst/>
          </a:prstGeom>
        </p:spPr>
        <p:txBody>
          <a:bodyPr anchorCtr="0" anchor="b" bIns="91425" lIns="91425" spcFirstLastPara="1" rIns="91425" wrap="square" tIns="91425">
            <a:noAutofit/>
          </a:bodyPr>
          <a:lstStyle>
            <a:lvl1pPr lvl="0">
              <a:spcBef>
                <a:spcPts val="0"/>
              </a:spcBef>
              <a:spcAft>
                <a:spcPts val="0"/>
              </a:spcAft>
              <a:buSzPts val="2100"/>
              <a:buNone/>
              <a:defRPr sz="2100"/>
            </a:lvl1pPr>
            <a:lvl2pPr lvl="1">
              <a:spcBef>
                <a:spcPts val="0"/>
              </a:spcBef>
              <a:spcAft>
                <a:spcPts val="0"/>
              </a:spcAft>
              <a:buSzPts val="2100"/>
              <a:buNone/>
              <a:defRPr sz="2100"/>
            </a:lvl2pPr>
            <a:lvl3pPr lvl="2">
              <a:spcBef>
                <a:spcPts val="0"/>
              </a:spcBef>
              <a:spcAft>
                <a:spcPts val="0"/>
              </a:spcAft>
              <a:buSzPts val="2100"/>
              <a:buNone/>
              <a:defRPr sz="2100"/>
            </a:lvl3pPr>
            <a:lvl4pPr lvl="3">
              <a:spcBef>
                <a:spcPts val="0"/>
              </a:spcBef>
              <a:spcAft>
                <a:spcPts val="0"/>
              </a:spcAft>
              <a:buSzPts val="2100"/>
              <a:buNone/>
              <a:defRPr sz="2100"/>
            </a:lvl4pPr>
            <a:lvl5pPr lvl="4">
              <a:spcBef>
                <a:spcPts val="0"/>
              </a:spcBef>
              <a:spcAft>
                <a:spcPts val="0"/>
              </a:spcAft>
              <a:buSzPts val="2100"/>
              <a:buNone/>
              <a:defRPr sz="2100"/>
            </a:lvl5pPr>
            <a:lvl6pPr lvl="5">
              <a:spcBef>
                <a:spcPts val="0"/>
              </a:spcBef>
              <a:spcAft>
                <a:spcPts val="0"/>
              </a:spcAft>
              <a:buSzPts val="2100"/>
              <a:buNone/>
              <a:defRPr sz="2100"/>
            </a:lvl6pPr>
            <a:lvl7pPr lvl="6">
              <a:spcBef>
                <a:spcPts val="0"/>
              </a:spcBef>
              <a:spcAft>
                <a:spcPts val="0"/>
              </a:spcAft>
              <a:buSzPts val="2100"/>
              <a:buNone/>
              <a:defRPr sz="2100"/>
            </a:lvl7pPr>
            <a:lvl8pPr lvl="7">
              <a:spcBef>
                <a:spcPts val="0"/>
              </a:spcBef>
              <a:spcAft>
                <a:spcPts val="0"/>
              </a:spcAft>
              <a:buSzPts val="2100"/>
              <a:buNone/>
              <a:defRPr sz="2100"/>
            </a:lvl8pPr>
            <a:lvl9pPr lvl="8">
              <a:spcBef>
                <a:spcPts val="0"/>
              </a:spcBef>
              <a:spcAft>
                <a:spcPts val="0"/>
              </a:spcAft>
              <a:buSzPts val="2100"/>
              <a:buNone/>
              <a:defRPr sz="2100"/>
            </a:lvl9pPr>
          </a:lstStyle>
          <a:p/>
        </p:txBody>
      </p:sp>
      <p:sp>
        <p:nvSpPr>
          <p:cNvPr id="233" name="Google Shape;233;p46"/>
          <p:cNvSpPr txBox="1"/>
          <p:nvPr>
            <p:ph idx="1" type="subTitle"/>
          </p:nvPr>
        </p:nvSpPr>
        <p:spPr>
          <a:xfrm>
            <a:off x="5033100" y="2110500"/>
            <a:ext cx="3168600" cy="15612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solidFill>
                  <a:schemeClr val="lt1"/>
                </a:solidFill>
              </a:defRPr>
            </a:lvl1pPr>
            <a:lvl2pPr lvl="1" algn="ctr">
              <a:lnSpc>
                <a:spcPct val="100000"/>
              </a:lnSpc>
              <a:spcBef>
                <a:spcPts val="160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10_1">
    <p:spTree>
      <p:nvGrpSpPr>
        <p:cNvPr id="234" name="Shape 234"/>
        <p:cNvGrpSpPr/>
        <p:nvPr/>
      </p:nvGrpSpPr>
      <p:grpSpPr>
        <a:xfrm>
          <a:off x="0" y="0"/>
          <a:ext cx="0" cy="0"/>
          <a:chOff x="0" y="0"/>
          <a:chExt cx="0" cy="0"/>
        </a:xfrm>
      </p:grpSpPr>
      <p:pic>
        <p:nvPicPr>
          <p:cNvPr id="235" name="Google Shape;235;p47"/>
          <p:cNvPicPr preferRelativeResize="0"/>
          <p:nvPr/>
        </p:nvPicPr>
        <p:blipFill>
          <a:blip r:embed="rId2">
            <a:alphaModFix amt="50000"/>
          </a:blip>
          <a:stretch>
            <a:fillRect/>
          </a:stretch>
        </p:blipFill>
        <p:spPr>
          <a:xfrm rot="10800000">
            <a:off x="-3192424" y="0"/>
            <a:ext cx="12336426" cy="4096149"/>
          </a:xfrm>
          <a:prstGeom prst="rect">
            <a:avLst/>
          </a:prstGeom>
          <a:noFill/>
          <a:ln>
            <a:noFill/>
          </a:ln>
        </p:spPr>
      </p:pic>
      <p:sp>
        <p:nvSpPr>
          <p:cNvPr id="236" name="Google Shape;236;p47"/>
          <p:cNvSpPr txBox="1"/>
          <p:nvPr>
            <p:ph type="title"/>
          </p:nvPr>
        </p:nvSpPr>
        <p:spPr>
          <a:xfrm>
            <a:off x="942300" y="1498000"/>
            <a:ext cx="3168600" cy="534300"/>
          </a:xfrm>
          <a:prstGeom prst="rect">
            <a:avLst/>
          </a:prstGeom>
        </p:spPr>
        <p:txBody>
          <a:bodyPr anchorCtr="0" anchor="b" bIns="91425" lIns="91425" spcFirstLastPara="1" rIns="91425" wrap="square" tIns="91425">
            <a:noAutofit/>
          </a:bodyPr>
          <a:lstStyle>
            <a:lvl1pPr lvl="0">
              <a:spcBef>
                <a:spcPts val="0"/>
              </a:spcBef>
              <a:spcAft>
                <a:spcPts val="0"/>
              </a:spcAft>
              <a:buSzPts val="2100"/>
              <a:buNone/>
              <a:defRPr sz="2100"/>
            </a:lvl1pPr>
            <a:lvl2pPr lvl="1">
              <a:spcBef>
                <a:spcPts val="0"/>
              </a:spcBef>
              <a:spcAft>
                <a:spcPts val="0"/>
              </a:spcAft>
              <a:buSzPts val="2100"/>
              <a:buNone/>
              <a:defRPr sz="2100"/>
            </a:lvl2pPr>
            <a:lvl3pPr lvl="2">
              <a:spcBef>
                <a:spcPts val="0"/>
              </a:spcBef>
              <a:spcAft>
                <a:spcPts val="0"/>
              </a:spcAft>
              <a:buSzPts val="2100"/>
              <a:buNone/>
              <a:defRPr sz="2100"/>
            </a:lvl3pPr>
            <a:lvl4pPr lvl="3">
              <a:spcBef>
                <a:spcPts val="0"/>
              </a:spcBef>
              <a:spcAft>
                <a:spcPts val="0"/>
              </a:spcAft>
              <a:buSzPts val="2100"/>
              <a:buNone/>
              <a:defRPr sz="2100"/>
            </a:lvl4pPr>
            <a:lvl5pPr lvl="4">
              <a:spcBef>
                <a:spcPts val="0"/>
              </a:spcBef>
              <a:spcAft>
                <a:spcPts val="0"/>
              </a:spcAft>
              <a:buSzPts val="2100"/>
              <a:buNone/>
              <a:defRPr sz="2100"/>
            </a:lvl5pPr>
            <a:lvl6pPr lvl="5">
              <a:spcBef>
                <a:spcPts val="0"/>
              </a:spcBef>
              <a:spcAft>
                <a:spcPts val="0"/>
              </a:spcAft>
              <a:buSzPts val="2100"/>
              <a:buNone/>
              <a:defRPr sz="2100"/>
            </a:lvl6pPr>
            <a:lvl7pPr lvl="6">
              <a:spcBef>
                <a:spcPts val="0"/>
              </a:spcBef>
              <a:spcAft>
                <a:spcPts val="0"/>
              </a:spcAft>
              <a:buSzPts val="2100"/>
              <a:buNone/>
              <a:defRPr sz="2100"/>
            </a:lvl7pPr>
            <a:lvl8pPr lvl="7">
              <a:spcBef>
                <a:spcPts val="0"/>
              </a:spcBef>
              <a:spcAft>
                <a:spcPts val="0"/>
              </a:spcAft>
              <a:buSzPts val="2100"/>
              <a:buNone/>
              <a:defRPr sz="2100"/>
            </a:lvl8pPr>
            <a:lvl9pPr lvl="8">
              <a:spcBef>
                <a:spcPts val="0"/>
              </a:spcBef>
              <a:spcAft>
                <a:spcPts val="0"/>
              </a:spcAft>
              <a:buSzPts val="2100"/>
              <a:buNone/>
              <a:defRPr sz="2100"/>
            </a:lvl9pPr>
          </a:lstStyle>
          <a:p/>
        </p:txBody>
      </p:sp>
      <p:sp>
        <p:nvSpPr>
          <p:cNvPr id="237" name="Google Shape;237;p47"/>
          <p:cNvSpPr txBox="1"/>
          <p:nvPr>
            <p:ph idx="1" type="subTitle"/>
          </p:nvPr>
        </p:nvSpPr>
        <p:spPr>
          <a:xfrm>
            <a:off x="942300" y="2110500"/>
            <a:ext cx="3168600" cy="15612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solidFill>
                  <a:schemeClr val="lt1"/>
                </a:solidFill>
              </a:defRPr>
            </a:lvl1pPr>
            <a:lvl2pPr lvl="1" algn="ctr">
              <a:lnSpc>
                <a:spcPct val="100000"/>
              </a:lnSpc>
              <a:spcBef>
                <a:spcPts val="160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TITLE_AND_BODY_1_1">
    <p:spTree>
      <p:nvGrpSpPr>
        <p:cNvPr id="238" name="Shape 238"/>
        <p:cNvGrpSpPr/>
        <p:nvPr/>
      </p:nvGrpSpPr>
      <p:grpSpPr>
        <a:xfrm>
          <a:off x="0" y="0"/>
          <a:ext cx="0" cy="0"/>
          <a:chOff x="0" y="0"/>
          <a:chExt cx="0" cy="0"/>
        </a:xfrm>
      </p:grpSpPr>
      <p:pic>
        <p:nvPicPr>
          <p:cNvPr id="239" name="Google Shape;239;p48"/>
          <p:cNvPicPr preferRelativeResize="0"/>
          <p:nvPr/>
        </p:nvPicPr>
        <p:blipFill>
          <a:blip r:embed="rId2">
            <a:alphaModFix/>
          </a:blip>
          <a:stretch>
            <a:fillRect/>
          </a:stretch>
        </p:blipFill>
        <p:spPr>
          <a:xfrm flipH="1">
            <a:off x="0" y="-392975"/>
            <a:ext cx="9397469" cy="3269127"/>
          </a:xfrm>
          <a:prstGeom prst="rect">
            <a:avLst/>
          </a:prstGeom>
          <a:noFill/>
          <a:ln>
            <a:noFill/>
          </a:ln>
        </p:spPr>
      </p:pic>
      <p:sp>
        <p:nvSpPr>
          <p:cNvPr id="240" name="Google Shape;240;p48"/>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41" name="Google Shape;241;p48"/>
          <p:cNvSpPr txBox="1"/>
          <p:nvPr>
            <p:ph idx="2" type="title"/>
          </p:nvPr>
        </p:nvSpPr>
        <p:spPr>
          <a:xfrm>
            <a:off x="905723" y="3146925"/>
            <a:ext cx="1597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42" name="Google Shape;242;p48"/>
          <p:cNvSpPr txBox="1"/>
          <p:nvPr>
            <p:ph idx="1" type="subTitle"/>
          </p:nvPr>
        </p:nvSpPr>
        <p:spPr>
          <a:xfrm>
            <a:off x="905713" y="3520075"/>
            <a:ext cx="15972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3" name="Google Shape;243;p48"/>
          <p:cNvSpPr txBox="1"/>
          <p:nvPr>
            <p:ph idx="3" type="title"/>
          </p:nvPr>
        </p:nvSpPr>
        <p:spPr>
          <a:xfrm>
            <a:off x="2817510" y="3146925"/>
            <a:ext cx="1597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44" name="Google Shape;244;p48"/>
          <p:cNvSpPr txBox="1"/>
          <p:nvPr>
            <p:ph idx="4" type="subTitle"/>
          </p:nvPr>
        </p:nvSpPr>
        <p:spPr>
          <a:xfrm>
            <a:off x="2817500" y="3520075"/>
            <a:ext cx="15972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5" name="Google Shape;245;p48"/>
          <p:cNvSpPr txBox="1"/>
          <p:nvPr>
            <p:ph idx="5" type="title"/>
          </p:nvPr>
        </p:nvSpPr>
        <p:spPr>
          <a:xfrm>
            <a:off x="4729288" y="3146925"/>
            <a:ext cx="1597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46" name="Google Shape;246;p48"/>
          <p:cNvSpPr txBox="1"/>
          <p:nvPr>
            <p:ph idx="6" type="subTitle"/>
          </p:nvPr>
        </p:nvSpPr>
        <p:spPr>
          <a:xfrm>
            <a:off x="4729278" y="3520075"/>
            <a:ext cx="15972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7" name="Google Shape;247;p48"/>
          <p:cNvSpPr txBox="1"/>
          <p:nvPr>
            <p:ph idx="7" type="title"/>
          </p:nvPr>
        </p:nvSpPr>
        <p:spPr>
          <a:xfrm>
            <a:off x="6641075" y="3146925"/>
            <a:ext cx="1597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48" name="Google Shape;248;p48"/>
          <p:cNvSpPr txBox="1"/>
          <p:nvPr>
            <p:ph idx="8" type="subTitle"/>
          </p:nvPr>
        </p:nvSpPr>
        <p:spPr>
          <a:xfrm>
            <a:off x="6641065" y="3520075"/>
            <a:ext cx="15972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TITLE_AND_BODY_1_1_1">
    <p:spTree>
      <p:nvGrpSpPr>
        <p:cNvPr id="249" name="Shape 249"/>
        <p:cNvGrpSpPr/>
        <p:nvPr/>
      </p:nvGrpSpPr>
      <p:grpSpPr>
        <a:xfrm>
          <a:off x="0" y="0"/>
          <a:ext cx="0" cy="0"/>
          <a:chOff x="0" y="0"/>
          <a:chExt cx="0" cy="0"/>
        </a:xfrm>
      </p:grpSpPr>
      <p:sp>
        <p:nvSpPr>
          <p:cNvPr id="250" name="Google Shape;250;p49"/>
          <p:cNvSpPr txBox="1"/>
          <p:nvPr>
            <p:ph type="title"/>
          </p:nvPr>
        </p:nvSpPr>
        <p:spPr>
          <a:xfrm>
            <a:off x="3262325" y="378225"/>
            <a:ext cx="51087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51" name="Google Shape;251;p49"/>
          <p:cNvSpPr txBox="1"/>
          <p:nvPr>
            <p:ph idx="2" type="title"/>
          </p:nvPr>
        </p:nvSpPr>
        <p:spPr>
          <a:xfrm>
            <a:off x="789993" y="1505122"/>
            <a:ext cx="34797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52" name="Google Shape;252;p49"/>
          <p:cNvSpPr txBox="1"/>
          <p:nvPr>
            <p:ph idx="1" type="subTitle"/>
          </p:nvPr>
        </p:nvSpPr>
        <p:spPr>
          <a:xfrm>
            <a:off x="789963" y="1878272"/>
            <a:ext cx="3479700" cy="44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3" name="Google Shape;253;p49"/>
          <p:cNvSpPr txBox="1"/>
          <p:nvPr>
            <p:ph idx="3" type="title"/>
          </p:nvPr>
        </p:nvSpPr>
        <p:spPr>
          <a:xfrm>
            <a:off x="790019" y="3313673"/>
            <a:ext cx="34797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6BAD6"/>
              </a:buClr>
              <a:buSzPts val="1600"/>
              <a:buNone/>
              <a:defRPr sz="1600">
                <a:solidFill>
                  <a:schemeClr val="lt1"/>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54" name="Google Shape;254;p49"/>
          <p:cNvSpPr txBox="1"/>
          <p:nvPr>
            <p:ph idx="4" type="subTitle"/>
          </p:nvPr>
        </p:nvSpPr>
        <p:spPr>
          <a:xfrm>
            <a:off x="790006" y="3686823"/>
            <a:ext cx="3479700" cy="44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5" name="Google Shape;255;p49"/>
          <p:cNvSpPr txBox="1"/>
          <p:nvPr>
            <p:ph idx="5" type="title"/>
          </p:nvPr>
        </p:nvSpPr>
        <p:spPr>
          <a:xfrm>
            <a:off x="4874377" y="3313673"/>
            <a:ext cx="34797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6BAD6"/>
              </a:buClr>
              <a:buSzPts val="1600"/>
              <a:buNone/>
              <a:defRPr sz="1600">
                <a:solidFill>
                  <a:schemeClr val="l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56" name="Google Shape;256;p49"/>
          <p:cNvSpPr txBox="1"/>
          <p:nvPr>
            <p:ph idx="6" type="subTitle"/>
          </p:nvPr>
        </p:nvSpPr>
        <p:spPr>
          <a:xfrm>
            <a:off x="4874359" y="3686823"/>
            <a:ext cx="3479700" cy="44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7" name="Google Shape;257;p49"/>
          <p:cNvSpPr txBox="1"/>
          <p:nvPr>
            <p:ph idx="7" type="title"/>
          </p:nvPr>
        </p:nvSpPr>
        <p:spPr>
          <a:xfrm>
            <a:off x="4874402" y="1505122"/>
            <a:ext cx="34797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6BAD6"/>
              </a:buClr>
              <a:buSzPts val="1600"/>
              <a:buNone/>
              <a:defRPr sz="1600">
                <a:solidFill>
                  <a:schemeClr val="accent3"/>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58" name="Google Shape;258;p49"/>
          <p:cNvSpPr txBox="1"/>
          <p:nvPr>
            <p:ph idx="8" type="subTitle"/>
          </p:nvPr>
        </p:nvSpPr>
        <p:spPr>
          <a:xfrm>
            <a:off x="4874375" y="1878272"/>
            <a:ext cx="3479700" cy="44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259" name="Google Shape;259;p49"/>
          <p:cNvPicPr preferRelativeResize="0"/>
          <p:nvPr/>
        </p:nvPicPr>
        <p:blipFill>
          <a:blip r:embed="rId2">
            <a:alphaModFix/>
          </a:blip>
          <a:stretch>
            <a:fillRect/>
          </a:stretch>
        </p:blipFill>
        <p:spPr>
          <a:xfrm flipH="1" rot="10800000">
            <a:off x="-756675" y="-129950"/>
            <a:ext cx="3912276" cy="1377725"/>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BODY_1_2">
    <p:spTree>
      <p:nvGrpSpPr>
        <p:cNvPr id="260" name="Shape 260"/>
        <p:cNvGrpSpPr/>
        <p:nvPr/>
      </p:nvGrpSpPr>
      <p:grpSpPr>
        <a:xfrm>
          <a:off x="0" y="0"/>
          <a:ext cx="0" cy="0"/>
          <a:chOff x="0" y="0"/>
          <a:chExt cx="0" cy="0"/>
        </a:xfrm>
      </p:grpSpPr>
      <p:pic>
        <p:nvPicPr>
          <p:cNvPr id="261" name="Google Shape;261;p50"/>
          <p:cNvPicPr preferRelativeResize="0"/>
          <p:nvPr/>
        </p:nvPicPr>
        <p:blipFill>
          <a:blip r:embed="rId2">
            <a:alphaModFix/>
          </a:blip>
          <a:stretch>
            <a:fillRect/>
          </a:stretch>
        </p:blipFill>
        <p:spPr>
          <a:xfrm flipH="1">
            <a:off x="0" y="-392975"/>
            <a:ext cx="9397469" cy="3269127"/>
          </a:xfrm>
          <a:prstGeom prst="rect">
            <a:avLst/>
          </a:prstGeom>
          <a:noFill/>
          <a:ln>
            <a:noFill/>
          </a:ln>
        </p:spPr>
      </p:pic>
      <p:sp>
        <p:nvSpPr>
          <p:cNvPr id="262" name="Google Shape;262;p50"/>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63" name="Google Shape;263;p50"/>
          <p:cNvSpPr txBox="1"/>
          <p:nvPr>
            <p:ph idx="2" type="title"/>
          </p:nvPr>
        </p:nvSpPr>
        <p:spPr>
          <a:xfrm>
            <a:off x="1426194" y="2418250"/>
            <a:ext cx="2428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64" name="Google Shape;264;p50"/>
          <p:cNvSpPr txBox="1"/>
          <p:nvPr>
            <p:ph idx="1" type="subTitle"/>
          </p:nvPr>
        </p:nvSpPr>
        <p:spPr>
          <a:xfrm>
            <a:off x="1426175" y="2791400"/>
            <a:ext cx="2428200" cy="143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65" name="Google Shape;265;p50"/>
          <p:cNvSpPr txBox="1"/>
          <p:nvPr>
            <p:ph idx="3" type="title"/>
          </p:nvPr>
        </p:nvSpPr>
        <p:spPr>
          <a:xfrm>
            <a:off x="5289622" y="2418250"/>
            <a:ext cx="2428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Font typeface="Montserrat Alternates ExtraBold"/>
              <a:buNone/>
              <a:defRPr sz="1600">
                <a:solidFill>
                  <a:schemeClr val="accent2"/>
                </a:solidFill>
                <a:latin typeface="Montserrat Alternates ExtraBold"/>
                <a:ea typeface="Montserrat Alternates ExtraBold"/>
                <a:cs typeface="Montserrat Alternates ExtraBold"/>
                <a:sym typeface="Montserrat Alternates ExtraBold"/>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66" name="Google Shape;266;p50"/>
          <p:cNvSpPr txBox="1"/>
          <p:nvPr>
            <p:ph idx="4" type="subTitle"/>
          </p:nvPr>
        </p:nvSpPr>
        <p:spPr>
          <a:xfrm>
            <a:off x="5289601" y="2791400"/>
            <a:ext cx="2428200" cy="143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Font typeface="Montserrat Alternates Light"/>
              <a:buNone/>
              <a:defRPr sz="1400">
                <a:latin typeface="Montserrat Alternates Light"/>
                <a:ea typeface="Montserrat Alternates Light"/>
                <a:cs typeface="Montserrat Alternates Light"/>
                <a:sym typeface="Montserrat Alternates Light"/>
              </a:defRPr>
            </a:lvl1pPr>
            <a:lvl2pPr lvl="1"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2pPr>
            <a:lvl3pPr lvl="2"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3pPr>
            <a:lvl4pPr lvl="3"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4pPr>
            <a:lvl5pPr lvl="4"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5pPr>
            <a:lvl6pPr lvl="5"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6pPr>
            <a:lvl7pPr lvl="6"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7pPr>
            <a:lvl8pPr lvl="7"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8pPr>
            <a:lvl9pPr lvl="8"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BODY_1_2_1">
    <p:spTree>
      <p:nvGrpSpPr>
        <p:cNvPr id="267" name="Shape 267"/>
        <p:cNvGrpSpPr/>
        <p:nvPr/>
      </p:nvGrpSpPr>
      <p:grpSpPr>
        <a:xfrm>
          <a:off x="0" y="0"/>
          <a:ext cx="0" cy="0"/>
          <a:chOff x="0" y="0"/>
          <a:chExt cx="0" cy="0"/>
        </a:xfrm>
      </p:grpSpPr>
      <p:pic>
        <p:nvPicPr>
          <p:cNvPr id="268" name="Google Shape;268;p51"/>
          <p:cNvPicPr preferRelativeResize="0"/>
          <p:nvPr/>
        </p:nvPicPr>
        <p:blipFill>
          <a:blip r:embed="rId2">
            <a:alphaModFix/>
          </a:blip>
          <a:stretch>
            <a:fillRect/>
          </a:stretch>
        </p:blipFill>
        <p:spPr>
          <a:xfrm rot="-5400000">
            <a:off x="1997451" y="858725"/>
            <a:ext cx="5921949" cy="2780201"/>
          </a:xfrm>
          <a:prstGeom prst="rect">
            <a:avLst/>
          </a:prstGeom>
          <a:noFill/>
          <a:ln>
            <a:noFill/>
          </a:ln>
        </p:spPr>
      </p:pic>
      <p:sp>
        <p:nvSpPr>
          <p:cNvPr id="269" name="Google Shape;269;p51"/>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70" name="Google Shape;270;p51"/>
          <p:cNvSpPr txBox="1"/>
          <p:nvPr>
            <p:ph idx="2" type="title"/>
          </p:nvPr>
        </p:nvSpPr>
        <p:spPr>
          <a:xfrm>
            <a:off x="866631" y="3601250"/>
            <a:ext cx="2428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71" name="Google Shape;271;p51"/>
          <p:cNvSpPr txBox="1"/>
          <p:nvPr>
            <p:ph idx="1" type="subTitle"/>
          </p:nvPr>
        </p:nvSpPr>
        <p:spPr>
          <a:xfrm>
            <a:off x="866625" y="3974400"/>
            <a:ext cx="2428200" cy="610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72" name="Google Shape;272;p51"/>
          <p:cNvSpPr txBox="1"/>
          <p:nvPr>
            <p:ph idx="3" type="title"/>
          </p:nvPr>
        </p:nvSpPr>
        <p:spPr>
          <a:xfrm>
            <a:off x="5849210" y="3601250"/>
            <a:ext cx="2428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Font typeface="Montserrat Alternates ExtraBold"/>
              <a:buNone/>
              <a:defRPr sz="1600">
                <a:solidFill>
                  <a:schemeClr val="accent2"/>
                </a:solidFill>
                <a:latin typeface="Montserrat Alternates ExtraBold"/>
                <a:ea typeface="Montserrat Alternates ExtraBold"/>
                <a:cs typeface="Montserrat Alternates ExtraBold"/>
                <a:sym typeface="Montserrat Alternates ExtraBold"/>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73" name="Google Shape;273;p51"/>
          <p:cNvSpPr txBox="1"/>
          <p:nvPr>
            <p:ph idx="4" type="subTitle"/>
          </p:nvPr>
        </p:nvSpPr>
        <p:spPr>
          <a:xfrm>
            <a:off x="5849200" y="3974400"/>
            <a:ext cx="2428200" cy="610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Font typeface="Montserrat Alternates Light"/>
              <a:buNone/>
              <a:defRPr sz="1400">
                <a:solidFill>
                  <a:schemeClr val="lt1"/>
                </a:solidFill>
              </a:defRPr>
            </a:lvl1pPr>
            <a:lvl2pPr lvl="1"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2pPr>
            <a:lvl3pPr lvl="2"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3pPr>
            <a:lvl4pPr lvl="3"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4pPr>
            <a:lvl5pPr lvl="4"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5pPr>
            <a:lvl6pPr lvl="5"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6pPr>
            <a:lvl7pPr lvl="6"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7pPr>
            <a:lvl8pPr lvl="7"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8pPr>
            <a:lvl9pPr lvl="8"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BODY_1_2_2_1">
    <p:spTree>
      <p:nvGrpSpPr>
        <p:cNvPr id="274" name="Shape 274"/>
        <p:cNvGrpSpPr/>
        <p:nvPr/>
      </p:nvGrpSpPr>
      <p:grpSpPr>
        <a:xfrm>
          <a:off x="0" y="0"/>
          <a:ext cx="0" cy="0"/>
          <a:chOff x="0" y="0"/>
          <a:chExt cx="0" cy="0"/>
        </a:xfrm>
      </p:grpSpPr>
      <p:pic>
        <p:nvPicPr>
          <p:cNvPr id="275" name="Google Shape;275;p52"/>
          <p:cNvPicPr preferRelativeResize="0"/>
          <p:nvPr/>
        </p:nvPicPr>
        <p:blipFill>
          <a:blip r:embed="rId2">
            <a:alphaModFix/>
          </a:blip>
          <a:stretch>
            <a:fillRect/>
          </a:stretch>
        </p:blipFill>
        <p:spPr>
          <a:xfrm rot="-4">
            <a:off x="3" y="3019082"/>
            <a:ext cx="9533454" cy="3165459"/>
          </a:xfrm>
          <a:prstGeom prst="rect">
            <a:avLst/>
          </a:prstGeom>
          <a:noFill/>
          <a:ln>
            <a:noFill/>
          </a:ln>
        </p:spPr>
      </p:pic>
      <p:sp>
        <p:nvSpPr>
          <p:cNvPr id="276" name="Google Shape;276;p52"/>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77" name="Google Shape;277;p52"/>
          <p:cNvSpPr txBox="1"/>
          <p:nvPr>
            <p:ph idx="2" type="title"/>
          </p:nvPr>
        </p:nvSpPr>
        <p:spPr>
          <a:xfrm>
            <a:off x="1671086" y="1231700"/>
            <a:ext cx="2805900" cy="381900"/>
          </a:xfrm>
          <a:prstGeom prst="rect">
            <a:avLst/>
          </a:prstGeom>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r">
              <a:spcBef>
                <a:spcPts val="0"/>
              </a:spcBef>
              <a:spcAft>
                <a:spcPts val="0"/>
              </a:spcAft>
              <a:buClr>
                <a:schemeClr val="accent2"/>
              </a:buClr>
              <a:buSzPts val="4200"/>
              <a:buNone/>
              <a:defRPr sz="4200">
                <a:solidFill>
                  <a:schemeClr val="accent2"/>
                </a:solidFill>
              </a:defRPr>
            </a:lvl2pPr>
            <a:lvl3pPr lvl="2" algn="r">
              <a:spcBef>
                <a:spcPts val="0"/>
              </a:spcBef>
              <a:spcAft>
                <a:spcPts val="0"/>
              </a:spcAft>
              <a:buClr>
                <a:schemeClr val="accent2"/>
              </a:buClr>
              <a:buSzPts val="4200"/>
              <a:buNone/>
              <a:defRPr sz="4200">
                <a:solidFill>
                  <a:schemeClr val="accent2"/>
                </a:solidFill>
              </a:defRPr>
            </a:lvl3pPr>
            <a:lvl4pPr lvl="3" algn="r">
              <a:spcBef>
                <a:spcPts val="0"/>
              </a:spcBef>
              <a:spcAft>
                <a:spcPts val="0"/>
              </a:spcAft>
              <a:buClr>
                <a:schemeClr val="accent2"/>
              </a:buClr>
              <a:buSzPts val="4200"/>
              <a:buNone/>
              <a:defRPr sz="4200">
                <a:solidFill>
                  <a:schemeClr val="accent2"/>
                </a:solidFill>
              </a:defRPr>
            </a:lvl4pPr>
            <a:lvl5pPr lvl="4" algn="r">
              <a:spcBef>
                <a:spcPts val="0"/>
              </a:spcBef>
              <a:spcAft>
                <a:spcPts val="0"/>
              </a:spcAft>
              <a:buClr>
                <a:schemeClr val="accent2"/>
              </a:buClr>
              <a:buSzPts val="4200"/>
              <a:buNone/>
              <a:defRPr sz="4200">
                <a:solidFill>
                  <a:schemeClr val="accent2"/>
                </a:solidFill>
              </a:defRPr>
            </a:lvl5pPr>
            <a:lvl6pPr lvl="5" algn="r">
              <a:spcBef>
                <a:spcPts val="0"/>
              </a:spcBef>
              <a:spcAft>
                <a:spcPts val="0"/>
              </a:spcAft>
              <a:buClr>
                <a:schemeClr val="accent2"/>
              </a:buClr>
              <a:buSzPts val="4200"/>
              <a:buNone/>
              <a:defRPr sz="4200">
                <a:solidFill>
                  <a:schemeClr val="accent2"/>
                </a:solidFill>
              </a:defRPr>
            </a:lvl6pPr>
            <a:lvl7pPr lvl="6" algn="r">
              <a:spcBef>
                <a:spcPts val="0"/>
              </a:spcBef>
              <a:spcAft>
                <a:spcPts val="0"/>
              </a:spcAft>
              <a:buClr>
                <a:schemeClr val="accent2"/>
              </a:buClr>
              <a:buSzPts val="4200"/>
              <a:buNone/>
              <a:defRPr sz="4200">
                <a:solidFill>
                  <a:schemeClr val="accent2"/>
                </a:solidFill>
              </a:defRPr>
            </a:lvl7pPr>
            <a:lvl8pPr lvl="7" algn="r">
              <a:spcBef>
                <a:spcPts val="0"/>
              </a:spcBef>
              <a:spcAft>
                <a:spcPts val="0"/>
              </a:spcAft>
              <a:buClr>
                <a:schemeClr val="accent2"/>
              </a:buClr>
              <a:buSzPts val="4200"/>
              <a:buNone/>
              <a:defRPr sz="4200">
                <a:solidFill>
                  <a:schemeClr val="accent2"/>
                </a:solidFill>
              </a:defRPr>
            </a:lvl8pPr>
            <a:lvl9pPr lvl="8" algn="r">
              <a:spcBef>
                <a:spcPts val="0"/>
              </a:spcBef>
              <a:spcAft>
                <a:spcPts val="0"/>
              </a:spcAft>
              <a:buClr>
                <a:schemeClr val="accent2"/>
              </a:buClr>
              <a:buSzPts val="4200"/>
              <a:buNone/>
              <a:defRPr sz="4200">
                <a:solidFill>
                  <a:schemeClr val="accent2"/>
                </a:solidFill>
              </a:defRPr>
            </a:lvl9pPr>
          </a:lstStyle>
          <a:p/>
        </p:txBody>
      </p:sp>
      <p:sp>
        <p:nvSpPr>
          <p:cNvPr id="278" name="Google Shape;278;p52"/>
          <p:cNvSpPr txBox="1"/>
          <p:nvPr>
            <p:ph idx="1" type="subTitle"/>
          </p:nvPr>
        </p:nvSpPr>
        <p:spPr>
          <a:xfrm>
            <a:off x="1671064" y="1604850"/>
            <a:ext cx="2805900" cy="8520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r">
              <a:lnSpc>
                <a:spcPct val="100000"/>
              </a:lnSpc>
              <a:spcBef>
                <a:spcPts val="0"/>
              </a:spcBef>
              <a:spcAft>
                <a:spcPts val="0"/>
              </a:spcAft>
              <a:buSzPts val="2100"/>
              <a:buNone/>
              <a:defRPr sz="2100"/>
            </a:lvl2pPr>
            <a:lvl3pPr lvl="2" algn="r">
              <a:lnSpc>
                <a:spcPct val="100000"/>
              </a:lnSpc>
              <a:spcBef>
                <a:spcPts val="0"/>
              </a:spcBef>
              <a:spcAft>
                <a:spcPts val="0"/>
              </a:spcAft>
              <a:buSzPts val="2100"/>
              <a:buNone/>
              <a:defRPr sz="2100"/>
            </a:lvl3pPr>
            <a:lvl4pPr lvl="3" algn="r">
              <a:lnSpc>
                <a:spcPct val="100000"/>
              </a:lnSpc>
              <a:spcBef>
                <a:spcPts val="0"/>
              </a:spcBef>
              <a:spcAft>
                <a:spcPts val="0"/>
              </a:spcAft>
              <a:buSzPts val="2100"/>
              <a:buNone/>
              <a:defRPr sz="2100"/>
            </a:lvl4pPr>
            <a:lvl5pPr lvl="4" algn="r">
              <a:lnSpc>
                <a:spcPct val="100000"/>
              </a:lnSpc>
              <a:spcBef>
                <a:spcPts val="0"/>
              </a:spcBef>
              <a:spcAft>
                <a:spcPts val="0"/>
              </a:spcAft>
              <a:buSzPts val="2100"/>
              <a:buNone/>
              <a:defRPr sz="2100"/>
            </a:lvl5pPr>
            <a:lvl6pPr lvl="5" algn="r">
              <a:lnSpc>
                <a:spcPct val="100000"/>
              </a:lnSpc>
              <a:spcBef>
                <a:spcPts val="0"/>
              </a:spcBef>
              <a:spcAft>
                <a:spcPts val="0"/>
              </a:spcAft>
              <a:buSzPts val="2100"/>
              <a:buNone/>
              <a:defRPr sz="2100"/>
            </a:lvl6pPr>
            <a:lvl7pPr lvl="6" algn="r">
              <a:lnSpc>
                <a:spcPct val="100000"/>
              </a:lnSpc>
              <a:spcBef>
                <a:spcPts val="0"/>
              </a:spcBef>
              <a:spcAft>
                <a:spcPts val="0"/>
              </a:spcAft>
              <a:buSzPts val="2100"/>
              <a:buNone/>
              <a:defRPr sz="2100"/>
            </a:lvl7pPr>
            <a:lvl8pPr lvl="7" algn="r">
              <a:lnSpc>
                <a:spcPct val="100000"/>
              </a:lnSpc>
              <a:spcBef>
                <a:spcPts val="0"/>
              </a:spcBef>
              <a:spcAft>
                <a:spcPts val="0"/>
              </a:spcAft>
              <a:buSzPts val="2100"/>
              <a:buNone/>
              <a:defRPr sz="2100"/>
            </a:lvl8pPr>
            <a:lvl9pPr lvl="8" algn="r">
              <a:lnSpc>
                <a:spcPct val="100000"/>
              </a:lnSpc>
              <a:spcBef>
                <a:spcPts val="0"/>
              </a:spcBef>
              <a:spcAft>
                <a:spcPts val="0"/>
              </a:spcAft>
              <a:buSzPts val="2100"/>
              <a:buNone/>
              <a:defRPr sz="2100"/>
            </a:lvl9pPr>
          </a:lstStyle>
          <a:p/>
        </p:txBody>
      </p:sp>
      <p:sp>
        <p:nvSpPr>
          <p:cNvPr id="279" name="Google Shape;279;p52"/>
          <p:cNvSpPr txBox="1"/>
          <p:nvPr>
            <p:ph idx="3" type="title"/>
          </p:nvPr>
        </p:nvSpPr>
        <p:spPr>
          <a:xfrm>
            <a:off x="4667036" y="2547925"/>
            <a:ext cx="2805900" cy="3819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1600"/>
              <a:buNone/>
              <a:defRPr sz="1600">
                <a:solidFill>
                  <a:schemeClr val="accent2"/>
                </a:solidFill>
              </a:defRPr>
            </a:lvl1pPr>
            <a:lvl2pPr lvl="1">
              <a:spcBef>
                <a:spcPts val="0"/>
              </a:spcBef>
              <a:spcAft>
                <a:spcPts val="0"/>
              </a:spcAft>
              <a:buClr>
                <a:schemeClr val="accent2"/>
              </a:buClr>
              <a:buSzPts val="4200"/>
              <a:buNone/>
              <a:defRPr sz="4200">
                <a:solidFill>
                  <a:schemeClr val="accent2"/>
                </a:solidFill>
              </a:defRPr>
            </a:lvl2pPr>
            <a:lvl3pPr lvl="2">
              <a:spcBef>
                <a:spcPts val="0"/>
              </a:spcBef>
              <a:spcAft>
                <a:spcPts val="0"/>
              </a:spcAft>
              <a:buClr>
                <a:schemeClr val="accent2"/>
              </a:buClr>
              <a:buSzPts val="4200"/>
              <a:buNone/>
              <a:defRPr sz="4200">
                <a:solidFill>
                  <a:schemeClr val="accent2"/>
                </a:solidFill>
              </a:defRPr>
            </a:lvl3pPr>
            <a:lvl4pPr lvl="3">
              <a:spcBef>
                <a:spcPts val="0"/>
              </a:spcBef>
              <a:spcAft>
                <a:spcPts val="0"/>
              </a:spcAft>
              <a:buClr>
                <a:schemeClr val="accent2"/>
              </a:buClr>
              <a:buSzPts val="4200"/>
              <a:buNone/>
              <a:defRPr sz="4200">
                <a:solidFill>
                  <a:schemeClr val="accent2"/>
                </a:solidFill>
              </a:defRPr>
            </a:lvl4pPr>
            <a:lvl5pPr lvl="4">
              <a:spcBef>
                <a:spcPts val="0"/>
              </a:spcBef>
              <a:spcAft>
                <a:spcPts val="0"/>
              </a:spcAft>
              <a:buClr>
                <a:schemeClr val="accent2"/>
              </a:buClr>
              <a:buSzPts val="4200"/>
              <a:buNone/>
              <a:defRPr sz="4200">
                <a:solidFill>
                  <a:schemeClr val="accent2"/>
                </a:solidFill>
              </a:defRPr>
            </a:lvl5pPr>
            <a:lvl6pPr lvl="5">
              <a:spcBef>
                <a:spcPts val="0"/>
              </a:spcBef>
              <a:spcAft>
                <a:spcPts val="0"/>
              </a:spcAft>
              <a:buClr>
                <a:schemeClr val="accent2"/>
              </a:buClr>
              <a:buSzPts val="4200"/>
              <a:buNone/>
              <a:defRPr sz="4200">
                <a:solidFill>
                  <a:schemeClr val="accent2"/>
                </a:solidFill>
              </a:defRPr>
            </a:lvl6pPr>
            <a:lvl7pPr lvl="6">
              <a:spcBef>
                <a:spcPts val="0"/>
              </a:spcBef>
              <a:spcAft>
                <a:spcPts val="0"/>
              </a:spcAft>
              <a:buClr>
                <a:schemeClr val="accent2"/>
              </a:buClr>
              <a:buSzPts val="4200"/>
              <a:buNone/>
              <a:defRPr sz="4200">
                <a:solidFill>
                  <a:schemeClr val="accent2"/>
                </a:solidFill>
              </a:defRPr>
            </a:lvl7pPr>
            <a:lvl8pPr lvl="7">
              <a:spcBef>
                <a:spcPts val="0"/>
              </a:spcBef>
              <a:spcAft>
                <a:spcPts val="0"/>
              </a:spcAft>
              <a:buClr>
                <a:schemeClr val="accent2"/>
              </a:buClr>
              <a:buSzPts val="4200"/>
              <a:buNone/>
              <a:defRPr sz="4200">
                <a:solidFill>
                  <a:schemeClr val="accent2"/>
                </a:solidFill>
              </a:defRPr>
            </a:lvl8pPr>
            <a:lvl9pPr lvl="8">
              <a:spcBef>
                <a:spcPts val="0"/>
              </a:spcBef>
              <a:spcAft>
                <a:spcPts val="0"/>
              </a:spcAft>
              <a:buClr>
                <a:schemeClr val="accent2"/>
              </a:buClr>
              <a:buSzPts val="4200"/>
              <a:buNone/>
              <a:defRPr sz="4200">
                <a:solidFill>
                  <a:schemeClr val="accent2"/>
                </a:solidFill>
              </a:defRPr>
            </a:lvl9pPr>
          </a:lstStyle>
          <a:p/>
        </p:txBody>
      </p:sp>
      <p:sp>
        <p:nvSpPr>
          <p:cNvPr id="280" name="Google Shape;280;p52"/>
          <p:cNvSpPr txBox="1"/>
          <p:nvPr>
            <p:ph idx="4" type="subTitle"/>
          </p:nvPr>
        </p:nvSpPr>
        <p:spPr>
          <a:xfrm>
            <a:off x="4667014" y="2921075"/>
            <a:ext cx="2805900" cy="85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CUSTOM_12">
    <p:spTree>
      <p:nvGrpSpPr>
        <p:cNvPr id="281" name="Shape 281"/>
        <p:cNvGrpSpPr/>
        <p:nvPr/>
      </p:nvGrpSpPr>
      <p:grpSpPr>
        <a:xfrm>
          <a:off x="0" y="0"/>
          <a:ext cx="0" cy="0"/>
          <a:chOff x="0" y="0"/>
          <a:chExt cx="0" cy="0"/>
        </a:xfrm>
      </p:grpSpPr>
      <p:pic>
        <p:nvPicPr>
          <p:cNvPr id="282" name="Google Shape;282;p53"/>
          <p:cNvPicPr preferRelativeResize="0"/>
          <p:nvPr/>
        </p:nvPicPr>
        <p:blipFill rotWithShape="1">
          <a:blip r:embed="rId2">
            <a:alphaModFix/>
          </a:blip>
          <a:srcRect b="0" l="0" r="8214" t="0"/>
          <a:stretch/>
        </p:blipFill>
        <p:spPr>
          <a:xfrm>
            <a:off x="658750" y="-1397100"/>
            <a:ext cx="7826501" cy="7437298"/>
          </a:xfrm>
          <a:prstGeom prst="rect">
            <a:avLst/>
          </a:prstGeom>
          <a:noFill/>
          <a:ln>
            <a:noFill/>
          </a:ln>
        </p:spPr>
      </p:pic>
      <p:sp>
        <p:nvSpPr>
          <p:cNvPr id="283" name="Google Shape;283;p53"/>
          <p:cNvSpPr txBox="1"/>
          <p:nvPr>
            <p:ph idx="1" type="body"/>
          </p:nvPr>
        </p:nvSpPr>
        <p:spPr>
          <a:xfrm>
            <a:off x="775144" y="1313000"/>
            <a:ext cx="3564900" cy="3255900"/>
          </a:xfrm>
          <a:prstGeom prst="rect">
            <a:avLst/>
          </a:prstGeom>
        </p:spPr>
        <p:txBody>
          <a:bodyPr anchorCtr="0" anchor="b" bIns="91425" lIns="91425" spcFirstLastPara="1" rIns="91425" wrap="square" tIns="91425">
            <a:noAutofit/>
          </a:bodyPr>
          <a:lstStyle>
            <a:lvl1pPr indent="-317500" lvl="0" marL="457200" marR="508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84" name="Google Shape;284;p53"/>
          <p:cNvSpPr txBox="1"/>
          <p:nvPr>
            <p:ph idx="2" type="body"/>
          </p:nvPr>
        </p:nvSpPr>
        <p:spPr>
          <a:xfrm>
            <a:off x="4803956" y="1313000"/>
            <a:ext cx="3564900" cy="32559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Clr>
                <a:schemeClr val="lt1"/>
              </a:buClr>
              <a:buSzPts val="1400"/>
              <a:buChar char="●"/>
              <a:defRPr sz="1400"/>
            </a:lvl1pPr>
            <a:lvl2pPr indent="-317500" lvl="1" marL="914400">
              <a:spcBef>
                <a:spcPts val="1600"/>
              </a:spcBef>
              <a:spcAft>
                <a:spcPts val="0"/>
              </a:spcAft>
              <a:buClr>
                <a:schemeClr val="lt1"/>
              </a:buClr>
              <a:buSzPts val="1400"/>
              <a:buChar char="○"/>
              <a:defRPr/>
            </a:lvl2pPr>
            <a:lvl3pPr indent="-317500" lvl="2" marL="1371600">
              <a:spcBef>
                <a:spcPts val="1600"/>
              </a:spcBef>
              <a:spcAft>
                <a:spcPts val="0"/>
              </a:spcAft>
              <a:buClr>
                <a:schemeClr val="lt1"/>
              </a:buClr>
              <a:buSzPts val="1400"/>
              <a:buChar char="■"/>
              <a:defRPr/>
            </a:lvl3pPr>
            <a:lvl4pPr indent="-317500" lvl="3" marL="1828800">
              <a:spcBef>
                <a:spcPts val="1600"/>
              </a:spcBef>
              <a:spcAft>
                <a:spcPts val="0"/>
              </a:spcAft>
              <a:buClr>
                <a:schemeClr val="lt1"/>
              </a:buClr>
              <a:buSzPts val="1400"/>
              <a:buChar char="●"/>
              <a:defRPr/>
            </a:lvl4pPr>
            <a:lvl5pPr indent="-317500" lvl="4" marL="2286000">
              <a:spcBef>
                <a:spcPts val="1600"/>
              </a:spcBef>
              <a:spcAft>
                <a:spcPts val="0"/>
              </a:spcAft>
              <a:buClr>
                <a:schemeClr val="lt1"/>
              </a:buClr>
              <a:buSzPts val="1400"/>
              <a:buChar char="○"/>
              <a:defRPr/>
            </a:lvl5pPr>
            <a:lvl6pPr indent="-317500" lvl="5" marL="2743200">
              <a:spcBef>
                <a:spcPts val="1600"/>
              </a:spcBef>
              <a:spcAft>
                <a:spcPts val="0"/>
              </a:spcAft>
              <a:buClr>
                <a:schemeClr val="lt1"/>
              </a:buClr>
              <a:buSzPts val="1400"/>
              <a:buChar char="■"/>
              <a:defRPr/>
            </a:lvl6pPr>
            <a:lvl7pPr indent="-317500" lvl="6" marL="3200400">
              <a:spcBef>
                <a:spcPts val="1600"/>
              </a:spcBef>
              <a:spcAft>
                <a:spcPts val="0"/>
              </a:spcAft>
              <a:buClr>
                <a:schemeClr val="lt1"/>
              </a:buClr>
              <a:buSzPts val="1400"/>
              <a:buChar char="●"/>
              <a:defRPr/>
            </a:lvl7pPr>
            <a:lvl8pPr indent="-317500" lvl="7" marL="3657600">
              <a:spcBef>
                <a:spcPts val="1600"/>
              </a:spcBef>
              <a:spcAft>
                <a:spcPts val="0"/>
              </a:spcAft>
              <a:buClr>
                <a:schemeClr val="lt1"/>
              </a:buClr>
              <a:buSzPts val="1400"/>
              <a:buChar char="○"/>
              <a:defRPr/>
            </a:lvl8pPr>
            <a:lvl9pPr indent="-317500" lvl="8" marL="4114800">
              <a:spcBef>
                <a:spcPts val="1600"/>
              </a:spcBef>
              <a:spcAft>
                <a:spcPts val="1600"/>
              </a:spcAft>
              <a:buClr>
                <a:schemeClr val="lt1"/>
              </a:buClr>
              <a:buSzPts val="1400"/>
              <a:buChar char="■"/>
              <a:defRPr/>
            </a:lvl9pPr>
          </a:lstStyle>
          <a:p/>
        </p:txBody>
      </p:sp>
      <p:sp>
        <p:nvSpPr>
          <p:cNvPr id="285" name="Google Shape;285;p53"/>
          <p:cNvSpPr txBox="1"/>
          <p:nvPr>
            <p:ph type="title"/>
          </p:nvPr>
        </p:nvSpPr>
        <p:spPr>
          <a:xfrm>
            <a:off x="3972475" y="378225"/>
            <a:ext cx="43986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
  <p:cSld name="TITLE_AND_BODY_1_3">
    <p:spTree>
      <p:nvGrpSpPr>
        <p:cNvPr id="286" name="Shape 286"/>
        <p:cNvGrpSpPr/>
        <p:nvPr/>
      </p:nvGrpSpPr>
      <p:grpSpPr>
        <a:xfrm>
          <a:off x="0" y="0"/>
          <a:ext cx="0" cy="0"/>
          <a:chOff x="0" y="0"/>
          <a:chExt cx="0" cy="0"/>
        </a:xfrm>
      </p:grpSpPr>
      <p:pic>
        <p:nvPicPr>
          <p:cNvPr id="287" name="Google Shape;287;p54"/>
          <p:cNvPicPr preferRelativeResize="0"/>
          <p:nvPr/>
        </p:nvPicPr>
        <p:blipFill>
          <a:blip r:embed="rId2">
            <a:alphaModFix/>
          </a:blip>
          <a:stretch>
            <a:fillRect/>
          </a:stretch>
        </p:blipFill>
        <p:spPr>
          <a:xfrm flipH="1">
            <a:off x="0" y="-392975"/>
            <a:ext cx="9397469" cy="3269127"/>
          </a:xfrm>
          <a:prstGeom prst="rect">
            <a:avLst/>
          </a:prstGeom>
          <a:noFill/>
          <a:ln>
            <a:noFill/>
          </a:ln>
        </p:spPr>
      </p:pic>
      <p:sp>
        <p:nvSpPr>
          <p:cNvPr id="288" name="Google Shape;288;p54"/>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89" name="Google Shape;289;p54"/>
          <p:cNvSpPr txBox="1"/>
          <p:nvPr>
            <p:ph idx="2" type="title"/>
          </p:nvPr>
        </p:nvSpPr>
        <p:spPr>
          <a:xfrm>
            <a:off x="809952" y="1559225"/>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90" name="Google Shape;290;p54"/>
          <p:cNvSpPr txBox="1"/>
          <p:nvPr>
            <p:ph idx="1" type="subTitle"/>
          </p:nvPr>
        </p:nvSpPr>
        <p:spPr>
          <a:xfrm>
            <a:off x="809938" y="1932375"/>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1" name="Google Shape;291;p54"/>
          <p:cNvSpPr txBox="1"/>
          <p:nvPr>
            <p:ph idx="3" type="title"/>
          </p:nvPr>
        </p:nvSpPr>
        <p:spPr>
          <a:xfrm>
            <a:off x="3463514" y="1559225"/>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92" name="Google Shape;292;p54"/>
          <p:cNvSpPr txBox="1"/>
          <p:nvPr>
            <p:ph idx="4" type="subTitle"/>
          </p:nvPr>
        </p:nvSpPr>
        <p:spPr>
          <a:xfrm>
            <a:off x="3463500" y="1932375"/>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3" name="Google Shape;293;p54"/>
          <p:cNvSpPr txBox="1"/>
          <p:nvPr>
            <p:ph idx="5" type="title"/>
          </p:nvPr>
        </p:nvSpPr>
        <p:spPr>
          <a:xfrm>
            <a:off x="6117064" y="1559225"/>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94" name="Google Shape;294;p54"/>
          <p:cNvSpPr txBox="1"/>
          <p:nvPr>
            <p:ph idx="6" type="subTitle"/>
          </p:nvPr>
        </p:nvSpPr>
        <p:spPr>
          <a:xfrm>
            <a:off x="6117050" y="1932375"/>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5" name="Google Shape;295;p54"/>
          <p:cNvSpPr txBox="1"/>
          <p:nvPr>
            <p:ph idx="7" type="title"/>
          </p:nvPr>
        </p:nvSpPr>
        <p:spPr>
          <a:xfrm>
            <a:off x="809939" y="3207225"/>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96" name="Google Shape;296;p54"/>
          <p:cNvSpPr txBox="1"/>
          <p:nvPr>
            <p:ph idx="8" type="subTitle"/>
          </p:nvPr>
        </p:nvSpPr>
        <p:spPr>
          <a:xfrm>
            <a:off x="809925" y="3580375"/>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7" name="Google Shape;297;p54"/>
          <p:cNvSpPr txBox="1"/>
          <p:nvPr>
            <p:ph idx="9" type="title"/>
          </p:nvPr>
        </p:nvSpPr>
        <p:spPr>
          <a:xfrm>
            <a:off x="3463502" y="3207225"/>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98" name="Google Shape;298;p54"/>
          <p:cNvSpPr txBox="1"/>
          <p:nvPr>
            <p:ph idx="13" type="subTitle"/>
          </p:nvPr>
        </p:nvSpPr>
        <p:spPr>
          <a:xfrm>
            <a:off x="3463488" y="3580375"/>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9" name="Google Shape;299;p54"/>
          <p:cNvSpPr txBox="1"/>
          <p:nvPr>
            <p:ph idx="14" type="title"/>
          </p:nvPr>
        </p:nvSpPr>
        <p:spPr>
          <a:xfrm>
            <a:off x="6117052" y="3207225"/>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300" name="Google Shape;300;p54"/>
          <p:cNvSpPr txBox="1"/>
          <p:nvPr>
            <p:ph idx="15" type="subTitle"/>
          </p:nvPr>
        </p:nvSpPr>
        <p:spPr>
          <a:xfrm>
            <a:off x="6117038" y="3580375"/>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TITLE_AND_BODY_1_3_1">
    <p:spTree>
      <p:nvGrpSpPr>
        <p:cNvPr id="301" name="Shape 301"/>
        <p:cNvGrpSpPr/>
        <p:nvPr/>
      </p:nvGrpSpPr>
      <p:grpSpPr>
        <a:xfrm>
          <a:off x="0" y="0"/>
          <a:ext cx="0" cy="0"/>
          <a:chOff x="0" y="0"/>
          <a:chExt cx="0" cy="0"/>
        </a:xfrm>
      </p:grpSpPr>
      <p:sp>
        <p:nvSpPr>
          <p:cNvPr id="302" name="Google Shape;302;p55"/>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303" name="Google Shape;303;p55"/>
          <p:cNvSpPr txBox="1"/>
          <p:nvPr>
            <p:ph idx="2" type="title"/>
          </p:nvPr>
        </p:nvSpPr>
        <p:spPr>
          <a:xfrm>
            <a:off x="7092000" y="1406825"/>
            <a:ext cx="1262100" cy="381900"/>
          </a:xfrm>
          <a:prstGeom prst="rect">
            <a:avLst/>
          </a:prstGeom>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304" name="Google Shape;304;p55"/>
          <p:cNvSpPr txBox="1"/>
          <p:nvPr>
            <p:ph idx="1" type="subTitle"/>
          </p:nvPr>
        </p:nvSpPr>
        <p:spPr>
          <a:xfrm>
            <a:off x="2994000" y="1344725"/>
            <a:ext cx="3945600" cy="50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05" name="Google Shape;305;p55"/>
          <p:cNvSpPr txBox="1"/>
          <p:nvPr>
            <p:ph idx="3" type="title"/>
          </p:nvPr>
        </p:nvSpPr>
        <p:spPr>
          <a:xfrm>
            <a:off x="7092000" y="1921855"/>
            <a:ext cx="1262100" cy="381900"/>
          </a:xfrm>
          <a:prstGeom prst="rect">
            <a:avLst/>
          </a:prstGeom>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306" name="Google Shape;306;p55"/>
          <p:cNvSpPr txBox="1"/>
          <p:nvPr>
            <p:ph idx="4" type="subTitle"/>
          </p:nvPr>
        </p:nvSpPr>
        <p:spPr>
          <a:xfrm>
            <a:off x="2994000" y="1859755"/>
            <a:ext cx="3945600" cy="50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07" name="Google Shape;307;p55"/>
          <p:cNvSpPr txBox="1"/>
          <p:nvPr>
            <p:ph idx="5" type="title"/>
          </p:nvPr>
        </p:nvSpPr>
        <p:spPr>
          <a:xfrm>
            <a:off x="7092000" y="2436885"/>
            <a:ext cx="1262100" cy="381900"/>
          </a:xfrm>
          <a:prstGeom prst="rect">
            <a:avLst/>
          </a:prstGeom>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308" name="Google Shape;308;p55"/>
          <p:cNvSpPr txBox="1"/>
          <p:nvPr>
            <p:ph idx="6" type="subTitle"/>
          </p:nvPr>
        </p:nvSpPr>
        <p:spPr>
          <a:xfrm>
            <a:off x="2994000" y="2374785"/>
            <a:ext cx="3945600" cy="50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09" name="Google Shape;309;p55"/>
          <p:cNvSpPr txBox="1"/>
          <p:nvPr>
            <p:ph idx="7" type="title"/>
          </p:nvPr>
        </p:nvSpPr>
        <p:spPr>
          <a:xfrm>
            <a:off x="7092000" y="2951915"/>
            <a:ext cx="1262100" cy="381900"/>
          </a:xfrm>
          <a:prstGeom prst="rect">
            <a:avLst/>
          </a:prstGeom>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310" name="Google Shape;310;p55"/>
          <p:cNvSpPr txBox="1"/>
          <p:nvPr>
            <p:ph idx="8" type="subTitle"/>
          </p:nvPr>
        </p:nvSpPr>
        <p:spPr>
          <a:xfrm>
            <a:off x="2994000" y="2889815"/>
            <a:ext cx="3945600" cy="50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11" name="Google Shape;311;p55"/>
          <p:cNvSpPr txBox="1"/>
          <p:nvPr>
            <p:ph idx="9" type="title"/>
          </p:nvPr>
        </p:nvSpPr>
        <p:spPr>
          <a:xfrm>
            <a:off x="7092000" y="3466945"/>
            <a:ext cx="1262100" cy="381900"/>
          </a:xfrm>
          <a:prstGeom prst="rect">
            <a:avLst/>
          </a:prstGeom>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312" name="Google Shape;312;p55"/>
          <p:cNvSpPr txBox="1"/>
          <p:nvPr>
            <p:ph idx="13" type="subTitle"/>
          </p:nvPr>
        </p:nvSpPr>
        <p:spPr>
          <a:xfrm>
            <a:off x="2994000" y="3404845"/>
            <a:ext cx="3945600" cy="50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13" name="Google Shape;313;p55"/>
          <p:cNvSpPr txBox="1"/>
          <p:nvPr>
            <p:ph idx="14" type="title"/>
          </p:nvPr>
        </p:nvSpPr>
        <p:spPr>
          <a:xfrm>
            <a:off x="7092000" y="3981975"/>
            <a:ext cx="1262100" cy="381900"/>
          </a:xfrm>
          <a:prstGeom prst="rect">
            <a:avLst/>
          </a:prstGeom>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314" name="Google Shape;314;p55"/>
          <p:cNvSpPr txBox="1"/>
          <p:nvPr>
            <p:ph idx="15" type="subTitle"/>
          </p:nvPr>
        </p:nvSpPr>
        <p:spPr>
          <a:xfrm>
            <a:off x="2994000" y="3919875"/>
            <a:ext cx="3945600" cy="50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pic>
        <p:nvPicPr>
          <p:cNvPr id="315" name="Google Shape;315;p55"/>
          <p:cNvPicPr preferRelativeResize="0"/>
          <p:nvPr/>
        </p:nvPicPr>
        <p:blipFill>
          <a:blip r:embed="rId2">
            <a:alphaModFix/>
          </a:blip>
          <a:stretch>
            <a:fillRect/>
          </a:stretch>
        </p:blipFill>
        <p:spPr>
          <a:xfrm flipH="1" rot="5400000">
            <a:off x="-2034276" y="1065614"/>
            <a:ext cx="5852719" cy="3274403"/>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SECTION_HEADER_1">
    <p:spTree>
      <p:nvGrpSpPr>
        <p:cNvPr id="316" name="Shape 316"/>
        <p:cNvGrpSpPr/>
        <p:nvPr/>
      </p:nvGrpSpPr>
      <p:grpSpPr>
        <a:xfrm>
          <a:off x="0" y="0"/>
          <a:ext cx="0" cy="0"/>
          <a:chOff x="0" y="0"/>
          <a:chExt cx="0" cy="0"/>
        </a:xfrm>
      </p:grpSpPr>
      <p:pic>
        <p:nvPicPr>
          <p:cNvPr id="317" name="Google Shape;317;p56"/>
          <p:cNvPicPr preferRelativeResize="0"/>
          <p:nvPr/>
        </p:nvPicPr>
        <p:blipFill>
          <a:blip r:embed="rId2">
            <a:alphaModFix/>
          </a:blip>
          <a:stretch>
            <a:fillRect/>
          </a:stretch>
        </p:blipFill>
        <p:spPr>
          <a:xfrm>
            <a:off x="-76672" y="-827887"/>
            <a:ext cx="6153101" cy="6799271"/>
          </a:xfrm>
          <a:prstGeom prst="rect">
            <a:avLst/>
          </a:prstGeom>
          <a:noFill/>
          <a:ln>
            <a:noFill/>
          </a:ln>
        </p:spPr>
      </p:pic>
      <p:sp>
        <p:nvSpPr>
          <p:cNvPr id="318" name="Google Shape;318;p56"/>
          <p:cNvSpPr txBox="1"/>
          <p:nvPr>
            <p:ph type="title"/>
          </p:nvPr>
        </p:nvSpPr>
        <p:spPr>
          <a:xfrm>
            <a:off x="5150300" y="694050"/>
            <a:ext cx="3156600" cy="841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3000"/>
              <a:buNone/>
              <a:defRPr sz="3000">
                <a:solidFill>
                  <a:schemeClr val="accent2"/>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19" name="Google Shape;319;p56"/>
          <p:cNvSpPr txBox="1"/>
          <p:nvPr>
            <p:ph idx="1" type="subTitle"/>
          </p:nvPr>
        </p:nvSpPr>
        <p:spPr>
          <a:xfrm>
            <a:off x="5150300" y="1535850"/>
            <a:ext cx="3156600" cy="119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0" name="Google Shape;320;p56"/>
          <p:cNvSpPr txBox="1"/>
          <p:nvPr/>
        </p:nvSpPr>
        <p:spPr>
          <a:xfrm>
            <a:off x="5150300" y="3218125"/>
            <a:ext cx="3192600" cy="6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accent1"/>
                </a:solidFill>
                <a:latin typeface="Montserrat"/>
                <a:ea typeface="Montserrat"/>
                <a:cs typeface="Montserrat"/>
                <a:sym typeface="Montserrat"/>
              </a:rPr>
              <a:t>CREDITS: This presentation template was created by Slidesgo, including icons by Flaticon, and infographics &amp; images by Freepik. </a:t>
            </a:r>
            <a:endParaRPr sz="1100">
              <a:solidFill>
                <a:schemeClr val="accent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accent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accent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accent1"/>
              </a:solidFill>
              <a:latin typeface="Montserrat"/>
              <a:ea typeface="Montserrat"/>
              <a:cs typeface="Montserrat"/>
              <a:sym typeface="Montserrat"/>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
    <p:spTree>
      <p:nvGrpSpPr>
        <p:cNvPr id="321" name="Shape 321"/>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
    <p:spTree>
      <p:nvGrpSpPr>
        <p:cNvPr id="322" name="Shape 322"/>
        <p:cNvGrpSpPr/>
        <p:nvPr/>
      </p:nvGrpSpPr>
      <p:grpSpPr>
        <a:xfrm>
          <a:off x="0" y="0"/>
          <a:ext cx="0" cy="0"/>
          <a:chOff x="0" y="0"/>
          <a:chExt cx="0" cy="0"/>
        </a:xfrm>
      </p:grpSpPr>
      <p:pic>
        <p:nvPicPr>
          <p:cNvPr id="323" name="Google Shape;323;p58"/>
          <p:cNvPicPr preferRelativeResize="0"/>
          <p:nvPr/>
        </p:nvPicPr>
        <p:blipFill>
          <a:blip r:embed="rId2">
            <a:alphaModFix/>
          </a:blip>
          <a:stretch>
            <a:fillRect/>
          </a:stretch>
        </p:blipFill>
        <p:spPr>
          <a:xfrm flipH="1">
            <a:off x="5434928" y="-827887"/>
            <a:ext cx="6153101" cy="6799271"/>
          </a:xfrm>
          <a:prstGeom prst="rect">
            <a:avLst/>
          </a:prstGeom>
          <a:noFill/>
          <a:ln>
            <a:noFill/>
          </a:ln>
        </p:spPr>
      </p:pic>
      <p:pic>
        <p:nvPicPr>
          <p:cNvPr id="324" name="Google Shape;324;p58"/>
          <p:cNvPicPr preferRelativeResize="0"/>
          <p:nvPr/>
        </p:nvPicPr>
        <p:blipFill>
          <a:blip r:embed="rId2">
            <a:alphaModFix/>
          </a:blip>
          <a:stretch>
            <a:fillRect/>
          </a:stretch>
        </p:blipFill>
        <p:spPr>
          <a:xfrm flipH="1" rot="10800000">
            <a:off x="-2444022" y="-827887"/>
            <a:ext cx="6153101" cy="6799271"/>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
    <p:spTree>
      <p:nvGrpSpPr>
        <p:cNvPr id="325" name="Shape 325"/>
        <p:cNvGrpSpPr/>
        <p:nvPr/>
      </p:nvGrpSpPr>
      <p:grpSpPr>
        <a:xfrm>
          <a:off x="0" y="0"/>
          <a:ext cx="0" cy="0"/>
          <a:chOff x="0" y="0"/>
          <a:chExt cx="0" cy="0"/>
        </a:xfrm>
      </p:grpSpPr>
      <p:pic>
        <p:nvPicPr>
          <p:cNvPr id="326" name="Google Shape;326;p59"/>
          <p:cNvPicPr preferRelativeResize="0"/>
          <p:nvPr/>
        </p:nvPicPr>
        <p:blipFill>
          <a:blip r:embed="rId2">
            <a:alphaModFix/>
          </a:blip>
          <a:stretch>
            <a:fillRect/>
          </a:stretch>
        </p:blipFill>
        <p:spPr>
          <a:xfrm>
            <a:off x="-76672" y="-827887"/>
            <a:ext cx="6153101" cy="679927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slideLayout" Target="../slideLayouts/slideLayout57.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47" Type="http://schemas.openxmlformats.org/officeDocument/2006/relationships/theme" Target="../theme/theme1.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00237D"/>
            </a:gs>
            <a:gs pos="100000">
              <a:srgbClr val="011445"/>
            </a:gs>
          </a:gsLst>
          <a:path path="circle">
            <a:fillToRect b="50%" l="50%" r="50%" t="50%"/>
          </a:path>
          <a:tileRect/>
        </a:gradFill>
      </p:bgPr>
    </p:bg>
    <p:spTree>
      <p:nvGrpSpPr>
        <p:cNvPr id="52" name="Shape 52"/>
        <p:cNvGrpSpPr/>
        <p:nvPr/>
      </p:nvGrpSpPr>
      <p:grpSpPr>
        <a:xfrm>
          <a:off x="0" y="0"/>
          <a:ext cx="0" cy="0"/>
          <a:chOff x="0" y="0"/>
          <a:chExt cx="0" cy="0"/>
        </a:xfrm>
      </p:grpSpPr>
      <p:sp>
        <p:nvSpPr>
          <p:cNvPr id="53" name="Google Shape;5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2800"/>
              <a:buFont typeface="Montserrat ExtraBold"/>
              <a:buNone/>
              <a:defRPr sz="2800">
                <a:solidFill>
                  <a:schemeClr val="accent1"/>
                </a:solidFill>
                <a:latin typeface="Montserrat ExtraBold"/>
                <a:ea typeface="Montserrat ExtraBold"/>
                <a:cs typeface="Montserrat ExtraBold"/>
                <a:sym typeface="Montserrat ExtraBold"/>
              </a:defRPr>
            </a:lvl1pPr>
            <a:lvl2pPr lvl="1">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2pPr>
            <a:lvl3pPr lvl="2">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3pPr>
            <a:lvl4pPr lvl="3">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4pPr>
            <a:lvl5pPr lvl="4">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5pPr>
            <a:lvl6pPr lvl="5">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6pPr>
            <a:lvl7pPr lvl="6">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7pPr>
            <a:lvl8pPr lvl="7">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8pPr>
            <a:lvl9pPr lvl="8">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9pPr>
          </a:lstStyle>
          <a:p/>
        </p:txBody>
      </p:sp>
      <p:sp>
        <p:nvSpPr>
          <p:cNvPr id="54" name="Google Shape;5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accent1"/>
              </a:buClr>
              <a:buSzPts val="1800"/>
              <a:buFont typeface="Montserrat"/>
              <a:buChar char="●"/>
              <a:defRPr sz="1800">
                <a:solidFill>
                  <a:schemeClr val="accent1"/>
                </a:solidFill>
                <a:latin typeface="Montserrat"/>
                <a:ea typeface="Montserrat"/>
                <a:cs typeface="Montserrat"/>
                <a:sym typeface="Montserrat"/>
              </a:defRPr>
            </a:lvl1pPr>
            <a:lvl2pPr indent="-317500" lvl="1" marL="9144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2pPr>
            <a:lvl3pPr indent="-317500" lvl="2" marL="13716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3pPr>
            <a:lvl4pPr indent="-317500" lvl="3" marL="18288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4pPr>
            <a:lvl5pPr indent="-317500" lvl="4" marL="22860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5pPr>
            <a:lvl6pPr indent="-317500" lvl="5" marL="27432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6pPr>
            <a:lvl7pPr indent="-317500" lvl="6" marL="32004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7pPr>
            <a:lvl8pPr indent="-317500" lvl="7" marL="36576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8pPr>
            <a:lvl9pPr indent="-317500" lvl="8" marL="4114800">
              <a:lnSpc>
                <a:spcPct val="100000"/>
              </a:lnSpc>
              <a:spcBef>
                <a:spcPts val="1600"/>
              </a:spcBef>
              <a:spcAft>
                <a:spcPts val="1600"/>
              </a:spcAft>
              <a:buClr>
                <a:schemeClr val="accent1"/>
              </a:buClr>
              <a:buSzPts val="1400"/>
              <a:buFont typeface="Montserrat"/>
              <a:buChar char="■"/>
              <a:defRPr>
                <a:solidFill>
                  <a:schemeClr val="accent1"/>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slide" Target="/ppt/slid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 Id="rId3" Type="http://schemas.openxmlformats.org/officeDocument/2006/relationships/slide" Target="/ppt/slid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slide" Target="/ppt/slid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 Id="rId3" Type="http://schemas.openxmlformats.org/officeDocument/2006/relationships/slide" Target="/ppt/slid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slide" Target="/ppt/slides/slide4.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slide" Target="/ppt/slid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slide" Target="/ppt/slides/slide4.xml"/><Relationship Id="rId4" Type="http://schemas.openxmlformats.org/officeDocument/2006/relationships/image" Target="../media/image15.png"/><Relationship Id="rId5"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3.xml"/><Relationship Id="rId3" Type="http://schemas.openxmlformats.org/officeDocument/2006/relationships/slide" Target="/ppt/slides/slide4.xml"/><Relationship Id="rId4" Type="http://schemas.openxmlformats.org/officeDocument/2006/relationships/image" Target="../media/image17.png"/><Relationship Id="rId5" Type="http://schemas.openxmlformats.org/officeDocument/2006/relationships/image" Target="../media/image22.png"/><Relationship Id="rId6"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4.xml"/><Relationship Id="rId3" Type="http://schemas.openxmlformats.org/officeDocument/2006/relationships/slide" Target="/ppt/slides/slide4.xml"/><Relationship Id="rId4" Type="http://schemas.openxmlformats.org/officeDocument/2006/relationships/image" Target="../media/image21.png"/><Relationship Id="rId5" Type="http://schemas.openxmlformats.org/officeDocument/2006/relationships/image" Target="../media/image14.png"/><Relationship Id="rId6"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5.xml"/><Relationship Id="rId3" Type="http://schemas.openxmlformats.org/officeDocument/2006/relationships/slide" Target="/ppt/slides/slide4.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237D"/>
            </a:gs>
            <a:gs pos="100000">
              <a:srgbClr val="011445"/>
            </a:gs>
          </a:gsLst>
          <a:path path="circle">
            <a:fillToRect b="50%" l="50%" r="50%" t="50%"/>
          </a:path>
          <a:tileRect/>
        </a:gradFill>
      </p:bgPr>
    </p:bg>
    <p:spTree>
      <p:nvGrpSpPr>
        <p:cNvPr id="330" name="Shape 330"/>
        <p:cNvGrpSpPr/>
        <p:nvPr/>
      </p:nvGrpSpPr>
      <p:grpSpPr>
        <a:xfrm>
          <a:off x="0" y="0"/>
          <a:ext cx="0" cy="0"/>
          <a:chOff x="0" y="0"/>
          <a:chExt cx="0" cy="0"/>
        </a:xfrm>
      </p:grpSpPr>
      <p:pic>
        <p:nvPicPr>
          <p:cNvPr id="331" name="Google Shape;331;p60"/>
          <p:cNvPicPr preferRelativeResize="0"/>
          <p:nvPr/>
        </p:nvPicPr>
        <p:blipFill>
          <a:blip r:embed="rId3">
            <a:alphaModFix/>
          </a:blip>
          <a:stretch>
            <a:fillRect/>
          </a:stretch>
        </p:blipFill>
        <p:spPr>
          <a:xfrm>
            <a:off x="-1309512" y="-327229"/>
            <a:ext cx="4892424" cy="5406203"/>
          </a:xfrm>
          <a:prstGeom prst="rect">
            <a:avLst/>
          </a:prstGeom>
          <a:noFill/>
          <a:ln>
            <a:noFill/>
          </a:ln>
        </p:spPr>
      </p:pic>
      <p:pic>
        <p:nvPicPr>
          <p:cNvPr id="332" name="Google Shape;332;p60"/>
          <p:cNvPicPr preferRelativeResize="0"/>
          <p:nvPr/>
        </p:nvPicPr>
        <p:blipFill>
          <a:blip r:embed="rId3">
            <a:alphaModFix/>
          </a:blip>
          <a:stretch>
            <a:fillRect/>
          </a:stretch>
        </p:blipFill>
        <p:spPr>
          <a:xfrm flipH="1">
            <a:off x="5561088" y="-327229"/>
            <a:ext cx="4892424" cy="5406203"/>
          </a:xfrm>
          <a:prstGeom prst="rect">
            <a:avLst/>
          </a:prstGeom>
          <a:noFill/>
          <a:ln>
            <a:noFill/>
          </a:ln>
        </p:spPr>
      </p:pic>
      <p:sp>
        <p:nvSpPr>
          <p:cNvPr id="333" name="Google Shape;333;p60"/>
          <p:cNvSpPr txBox="1"/>
          <p:nvPr>
            <p:ph type="ctrTitle"/>
          </p:nvPr>
        </p:nvSpPr>
        <p:spPr>
          <a:xfrm>
            <a:off x="276850" y="1472600"/>
            <a:ext cx="8520600" cy="975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GB" sz="2500">
                <a:solidFill>
                  <a:schemeClr val="accent1"/>
                </a:solidFill>
                <a:latin typeface="Montserrat"/>
                <a:ea typeface="Montserrat"/>
                <a:cs typeface="Montserrat"/>
                <a:sym typeface="Montserrat"/>
              </a:rPr>
              <a:t>Dispozitiv automat “Slot Machine and Crash”</a:t>
            </a:r>
            <a:endParaRPr b="1" sz="2500">
              <a:solidFill>
                <a:schemeClr val="accent1"/>
              </a:solidFill>
              <a:latin typeface="Montserrat"/>
              <a:ea typeface="Montserrat"/>
              <a:cs typeface="Montserrat"/>
              <a:sym typeface="Montserrat"/>
            </a:endParaRPr>
          </a:p>
        </p:txBody>
      </p:sp>
      <p:sp>
        <p:nvSpPr>
          <p:cNvPr id="334" name="Google Shape;334;p60"/>
          <p:cNvSpPr txBox="1"/>
          <p:nvPr>
            <p:ph idx="1" type="subTitle"/>
          </p:nvPr>
        </p:nvSpPr>
        <p:spPr>
          <a:xfrm>
            <a:off x="5306875" y="3502900"/>
            <a:ext cx="3657900" cy="132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a:solidFill>
                  <a:schemeClr val="lt2"/>
                </a:solidFill>
              </a:rPr>
              <a:t>311CA</a:t>
            </a:r>
            <a:endParaRPr>
              <a:solidFill>
                <a:schemeClr val="lt2"/>
              </a:solidFill>
            </a:endParaRPr>
          </a:p>
          <a:p>
            <a:pPr indent="0" lvl="0" marL="0" rtl="0" algn="r">
              <a:spcBef>
                <a:spcPts val="0"/>
              </a:spcBef>
              <a:spcAft>
                <a:spcPts val="0"/>
              </a:spcAft>
              <a:buNone/>
            </a:pPr>
            <a:r>
              <a:rPr lang="en-GB">
                <a:solidFill>
                  <a:schemeClr val="lt2"/>
                </a:solidFill>
              </a:rPr>
              <a:t>Ianuarie 2025</a:t>
            </a:r>
            <a:endParaRPr>
              <a:solidFill>
                <a:schemeClr val="lt2"/>
              </a:solidFill>
            </a:endParaRPr>
          </a:p>
          <a:p>
            <a:pPr indent="0" lvl="0" marL="0" rtl="0" algn="r">
              <a:spcBef>
                <a:spcPts val="0"/>
              </a:spcBef>
              <a:spcAft>
                <a:spcPts val="0"/>
              </a:spcAft>
              <a:buNone/>
            </a:pPr>
            <a:r>
              <a:rPr lang="en-GB">
                <a:solidFill>
                  <a:schemeClr val="lt2"/>
                </a:solidFill>
              </a:rPr>
              <a:t>Sava Victor</a:t>
            </a:r>
            <a:endParaRPr>
              <a:solidFill>
                <a:schemeClr val="lt2"/>
              </a:solidFill>
            </a:endParaRPr>
          </a:p>
          <a:p>
            <a:pPr indent="0" lvl="0" marL="0" rtl="0" algn="r">
              <a:spcBef>
                <a:spcPts val="0"/>
              </a:spcBef>
              <a:spcAft>
                <a:spcPts val="0"/>
              </a:spcAft>
              <a:buNone/>
            </a:pPr>
            <a:r>
              <a:rPr lang="en-GB">
                <a:solidFill>
                  <a:schemeClr val="lt2"/>
                </a:solidFill>
              </a:rPr>
              <a:t>Balteanu Cristian</a:t>
            </a:r>
            <a:endParaRPr>
              <a:solidFill>
                <a:schemeClr val="lt2"/>
              </a:solidFill>
            </a:endParaRPr>
          </a:p>
          <a:p>
            <a:pPr indent="0" lvl="0" marL="0" rtl="0" algn="r">
              <a:spcBef>
                <a:spcPts val="0"/>
              </a:spcBef>
              <a:spcAft>
                <a:spcPts val="0"/>
              </a:spcAft>
              <a:buNone/>
            </a:pPr>
            <a:r>
              <a:rPr lang="en-GB">
                <a:solidFill>
                  <a:schemeClr val="lt2"/>
                </a:solidFill>
              </a:rPr>
              <a:t>Androne Cristian Paul</a:t>
            </a:r>
            <a:endParaRPr>
              <a:solidFill>
                <a:schemeClr val="lt2"/>
              </a:solidFill>
            </a:endParaRPr>
          </a:p>
        </p:txBody>
      </p:sp>
      <p:sp>
        <p:nvSpPr>
          <p:cNvPr id="335" name="Google Shape;335;p60"/>
          <p:cNvSpPr txBox="1"/>
          <p:nvPr/>
        </p:nvSpPr>
        <p:spPr>
          <a:xfrm>
            <a:off x="2564850" y="104550"/>
            <a:ext cx="4014300" cy="46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300">
                <a:solidFill>
                  <a:schemeClr val="accent1"/>
                </a:solidFill>
                <a:latin typeface="Montserrat"/>
                <a:ea typeface="Montserrat"/>
                <a:cs typeface="Montserrat"/>
                <a:sym typeface="Montserrat"/>
              </a:rPr>
              <a:t>-Proiect PL-</a:t>
            </a:r>
            <a:endParaRPr sz="1300">
              <a:solidFill>
                <a:schemeClr val="accent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331"/>
                                        </p:tgtEl>
                                        <p:attrNameLst>
                                          <p:attrName>style.visibility</p:attrName>
                                        </p:attrNameLst>
                                      </p:cBhvr>
                                      <p:to>
                                        <p:strVal val="visible"/>
                                      </p:to>
                                    </p:set>
                                    <p:anim calcmode="lin" valueType="num">
                                      <p:cBhvr additive="base">
                                        <p:cTn dur="1500"/>
                                        <p:tgtEl>
                                          <p:spTgt spid="331"/>
                                        </p:tgtEl>
                                        <p:attrNameLst>
                                          <p:attrName>ppt_x</p:attrName>
                                        </p:attrNameLst>
                                      </p:cBhvr>
                                      <p:tavLst>
                                        <p:tav fmla="" tm="0">
                                          <p:val>
                                            <p:strVal val="#ppt_x-1"/>
                                          </p:val>
                                        </p:tav>
                                        <p:tav fmla="" tm="100000">
                                          <p:val>
                                            <p:strVal val="#ppt_x"/>
                                          </p:val>
                                        </p:tav>
                                      </p:tavLst>
                                    </p:anim>
                                  </p:childTnLst>
                                </p:cTn>
                              </p:par>
                            </p:childTnLst>
                          </p:cTn>
                        </p:par>
                        <p:par>
                          <p:cTn fill="hold">
                            <p:stCondLst>
                              <p:cond delay="1500"/>
                            </p:stCondLst>
                            <p:childTnLst>
                              <p:par>
                                <p:cTn fill="hold" nodeType="afterEffect" presetClass="entr" presetID="2" presetSubtype="2">
                                  <p:stCondLst>
                                    <p:cond delay="0"/>
                                  </p:stCondLst>
                                  <p:childTnLst>
                                    <p:set>
                                      <p:cBhvr>
                                        <p:cTn dur="1" fill="hold">
                                          <p:stCondLst>
                                            <p:cond delay="0"/>
                                          </p:stCondLst>
                                        </p:cTn>
                                        <p:tgtEl>
                                          <p:spTgt spid="332"/>
                                        </p:tgtEl>
                                        <p:attrNameLst>
                                          <p:attrName>style.visibility</p:attrName>
                                        </p:attrNameLst>
                                      </p:cBhvr>
                                      <p:to>
                                        <p:strVal val="visible"/>
                                      </p:to>
                                    </p:set>
                                    <p:anim calcmode="lin" valueType="num">
                                      <p:cBhvr additive="base">
                                        <p:cTn dur="1500"/>
                                        <p:tgtEl>
                                          <p:spTgt spid="33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cxnSp>
        <p:nvCxnSpPr>
          <p:cNvPr id="340" name="Google Shape;340;p61"/>
          <p:cNvCxnSpPr/>
          <p:nvPr/>
        </p:nvCxnSpPr>
        <p:spPr>
          <a:xfrm rot="10800000">
            <a:off x="588575" y="35739"/>
            <a:ext cx="0" cy="646800"/>
          </a:xfrm>
          <a:prstGeom prst="straightConnector1">
            <a:avLst/>
          </a:prstGeom>
          <a:noFill/>
          <a:ln cap="flat" cmpd="sng" w="19050">
            <a:solidFill>
              <a:schemeClr val="lt1"/>
            </a:solidFill>
            <a:prstDash val="solid"/>
            <a:round/>
            <a:headEnd len="med" w="med" type="none"/>
            <a:tailEnd len="med" w="med" type="none"/>
          </a:ln>
        </p:spPr>
      </p:cxnSp>
      <p:sp>
        <p:nvSpPr>
          <p:cNvPr id="341" name="Google Shape;341;p61"/>
          <p:cNvSpPr txBox="1"/>
          <p:nvPr>
            <p:ph idx="1" type="body"/>
          </p:nvPr>
        </p:nvSpPr>
        <p:spPr>
          <a:xfrm>
            <a:off x="686700" y="1076275"/>
            <a:ext cx="7684500" cy="3474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GB" sz="1950"/>
              <a:t>Tema proiectului</a:t>
            </a:r>
            <a:endParaRPr sz="1950"/>
          </a:p>
          <a:p>
            <a:pPr indent="-342900" lvl="0" marL="457200" rtl="0" algn="l">
              <a:spcBef>
                <a:spcPts val="0"/>
              </a:spcBef>
              <a:spcAft>
                <a:spcPts val="0"/>
              </a:spcAft>
              <a:buSzPts val="1800"/>
              <a:buAutoNum type="arabicPeriod"/>
            </a:pPr>
            <a:r>
              <a:rPr lang="en-GB" sz="1950"/>
              <a:t>Descrierea </a:t>
            </a:r>
            <a:r>
              <a:rPr lang="en-GB" sz="1950"/>
              <a:t>funcționării automatului de comandă realizat</a:t>
            </a:r>
            <a:endParaRPr sz="1950"/>
          </a:p>
          <a:p>
            <a:pPr indent="-342900" lvl="0" marL="457200" rtl="0" algn="l">
              <a:spcBef>
                <a:spcPts val="0"/>
              </a:spcBef>
              <a:spcAft>
                <a:spcPts val="0"/>
              </a:spcAft>
              <a:buSzPts val="1800"/>
              <a:buAutoNum type="arabicPeriod"/>
            </a:pPr>
            <a:r>
              <a:rPr lang="en-GB" sz="1950"/>
              <a:t>Modul de implementare</a:t>
            </a:r>
            <a:endParaRPr sz="1950"/>
          </a:p>
          <a:p>
            <a:pPr indent="-342900" lvl="0" marL="457200" rtl="0" algn="l">
              <a:spcBef>
                <a:spcPts val="0"/>
              </a:spcBef>
              <a:spcAft>
                <a:spcPts val="0"/>
              </a:spcAft>
              <a:buSzPts val="1800"/>
              <a:buAutoNum type="arabicPeriod"/>
            </a:pPr>
            <a:r>
              <a:rPr lang="en-GB" sz="1950"/>
              <a:t>Organigrama Circuitului</a:t>
            </a:r>
            <a:endParaRPr sz="1950"/>
          </a:p>
          <a:p>
            <a:pPr indent="-342900" lvl="0" marL="457200" rtl="0" algn="l">
              <a:spcBef>
                <a:spcPts val="0"/>
              </a:spcBef>
              <a:spcAft>
                <a:spcPts val="0"/>
              </a:spcAft>
              <a:buSzPts val="1800"/>
              <a:buAutoNum type="arabicPeriod"/>
            </a:pPr>
            <a:r>
              <a:rPr lang="en-GB" sz="1950"/>
              <a:t>Calculul Lungimii </a:t>
            </a:r>
            <a:r>
              <a:rPr lang="en-GB" sz="1950"/>
              <a:t>Microinstructiunii</a:t>
            </a:r>
            <a:endParaRPr sz="1950"/>
          </a:p>
          <a:p>
            <a:pPr indent="-342900" lvl="0" marL="457200" rtl="0" algn="l">
              <a:spcBef>
                <a:spcPts val="0"/>
              </a:spcBef>
              <a:spcAft>
                <a:spcPts val="0"/>
              </a:spcAft>
              <a:buSzPts val="1800"/>
              <a:buAutoNum type="arabicPeriod"/>
            </a:pPr>
            <a:r>
              <a:rPr lang="en-GB" sz="1950"/>
              <a:t>Schema Unității De Comandă</a:t>
            </a:r>
            <a:endParaRPr sz="1950"/>
          </a:p>
          <a:p>
            <a:pPr indent="-342900" lvl="0" marL="457200" rtl="0" algn="l">
              <a:spcBef>
                <a:spcPts val="0"/>
              </a:spcBef>
              <a:spcAft>
                <a:spcPts val="0"/>
              </a:spcAft>
              <a:buSzPts val="1800"/>
              <a:buAutoNum type="arabicPeriod"/>
            </a:pPr>
            <a:r>
              <a:rPr lang="en-GB" sz="1950"/>
              <a:t>Conţinutul memoriei de microprogram</a:t>
            </a:r>
            <a:endParaRPr sz="1950"/>
          </a:p>
          <a:p>
            <a:pPr indent="-342900" lvl="0" marL="457200" rtl="0" algn="l">
              <a:spcBef>
                <a:spcPts val="0"/>
              </a:spcBef>
              <a:spcAft>
                <a:spcPts val="0"/>
              </a:spcAft>
              <a:buSzPts val="1800"/>
              <a:buAutoNum type="arabicPeriod"/>
            </a:pPr>
            <a:r>
              <a:rPr lang="en-GB" sz="1950"/>
              <a:t>Componente utilizate</a:t>
            </a:r>
            <a:endParaRPr sz="1950"/>
          </a:p>
          <a:p>
            <a:pPr indent="-342900" lvl="0" marL="457200" rtl="0" algn="l">
              <a:spcBef>
                <a:spcPts val="0"/>
              </a:spcBef>
              <a:spcAft>
                <a:spcPts val="0"/>
              </a:spcAft>
              <a:buSzPts val="1800"/>
              <a:buAutoNum type="arabicPeriod"/>
            </a:pPr>
            <a:r>
              <a:rPr lang="en-GB" sz="1950"/>
              <a:t>Proiectarea Cablajului</a:t>
            </a:r>
            <a:endParaRPr sz="1950"/>
          </a:p>
        </p:txBody>
      </p:sp>
      <p:sp>
        <p:nvSpPr>
          <p:cNvPr id="342" name="Google Shape;342;p61"/>
          <p:cNvSpPr txBox="1"/>
          <p:nvPr>
            <p:ph type="title"/>
          </p:nvPr>
        </p:nvSpPr>
        <p:spPr>
          <a:xfrm>
            <a:off x="686700" y="380650"/>
            <a:ext cx="6589800" cy="51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Conținutul</a:t>
            </a:r>
            <a:r>
              <a:rPr lang="en-GB"/>
              <a:t> proiectului</a:t>
            </a:r>
            <a:endParaRPr/>
          </a:p>
        </p:txBody>
      </p:sp>
      <p:sp>
        <p:nvSpPr>
          <p:cNvPr id="343" name="Google Shape;343;p61">
            <a:hlinkClick action="ppaction://hlinkshowjump?jump=previousslide"/>
          </p:cNvPr>
          <p:cNvSpPr/>
          <p:nvPr/>
        </p:nvSpPr>
        <p:spPr>
          <a:xfrm flipH="1" rot="10800000">
            <a:off x="532225" y="331850"/>
            <a:ext cx="213300" cy="1557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344" name="Google Shape;344;p61">
            <a:hlinkClick action="ppaction://hlinkshowjump?jump=nextslide"/>
          </p:cNvPr>
          <p:cNvSpPr/>
          <p:nvPr/>
        </p:nvSpPr>
        <p:spPr>
          <a:xfrm flipH="1">
            <a:off x="496175" y="560350"/>
            <a:ext cx="184800" cy="1557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cxnSp>
        <p:nvCxnSpPr>
          <p:cNvPr id="349" name="Google Shape;349;p62"/>
          <p:cNvCxnSpPr>
            <a:stCxn id="350" idx="0"/>
          </p:cNvCxnSpPr>
          <p:nvPr/>
        </p:nvCxnSpPr>
        <p:spPr>
          <a:xfrm rot="10800000">
            <a:off x="789775" y="-6911"/>
            <a:ext cx="0" cy="646800"/>
          </a:xfrm>
          <a:prstGeom prst="straightConnector1">
            <a:avLst/>
          </a:prstGeom>
          <a:noFill/>
          <a:ln cap="flat" cmpd="sng" w="19050">
            <a:solidFill>
              <a:schemeClr val="lt1"/>
            </a:solidFill>
            <a:prstDash val="solid"/>
            <a:round/>
            <a:headEnd len="med" w="med" type="none"/>
            <a:tailEnd len="med" w="med" type="none"/>
          </a:ln>
        </p:spPr>
      </p:cxnSp>
      <p:sp>
        <p:nvSpPr>
          <p:cNvPr id="351" name="Google Shape;351;p62">
            <a:hlinkClick action="ppaction://hlinkshowjump?jump=previousslide"/>
          </p:cNvPr>
          <p:cNvSpPr/>
          <p:nvPr/>
        </p:nvSpPr>
        <p:spPr>
          <a:xfrm rot="10800000">
            <a:off x="745722" y="380661"/>
            <a:ext cx="88200" cy="882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350" name="Google Shape;350;p62">
            <a:hlinkClick action="ppaction://hlinkshowjump?jump=nextslide"/>
          </p:cNvPr>
          <p:cNvSpPr/>
          <p:nvPr/>
        </p:nvSpPr>
        <p:spPr>
          <a:xfrm>
            <a:off x="745525" y="639889"/>
            <a:ext cx="88500" cy="885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352" name="Google Shape;352;p62"/>
          <p:cNvSpPr txBox="1"/>
          <p:nvPr/>
        </p:nvSpPr>
        <p:spPr>
          <a:xfrm>
            <a:off x="834025" y="430200"/>
            <a:ext cx="300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solidFill>
                  <a:schemeClr val="lt1"/>
                </a:solidFill>
                <a:latin typeface="Montserrat ExtraBold"/>
                <a:ea typeface="Montserrat ExtraBold"/>
                <a:cs typeface="Montserrat ExtraBold"/>
                <a:sym typeface="Montserrat ExtraBold"/>
              </a:rPr>
              <a:t>Tema proiectului </a:t>
            </a:r>
            <a:endParaRPr sz="2100">
              <a:solidFill>
                <a:schemeClr val="lt1"/>
              </a:solidFill>
              <a:latin typeface="Montserrat ExtraBold"/>
              <a:ea typeface="Montserrat ExtraBold"/>
              <a:cs typeface="Montserrat ExtraBold"/>
              <a:sym typeface="Montserrat ExtraBold"/>
            </a:endParaRPr>
          </a:p>
        </p:txBody>
      </p:sp>
      <p:sp>
        <p:nvSpPr>
          <p:cNvPr id="353" name="Google Shape;353;p62"/>
          <p:cNvSpPr txBox="1"/>
          <p:nvPr/>
        </p:nvSpPr>
        <p:spPr>
          <a:xfrm>
            <a:off x="789775" y="899450"/>
            <a:ext cx="7269900" cy="3486300"/>
          </a:xfrm>
          <a:prstGeom prst="rect">
            <a:avLst/>
          </a:prstGeom>
          <a:noFill/>
          <a:ln>
            <a:noFill/>
          </a:ln>
        </p:spPr>
        <p:txBody>
          <a:bodyPr anchorCtr="0" anchor="t" bIns="91425" lIns="91425" spcFirstLastPara="1" rIns="91425" wrap="square" tIns="91425">
            <a:spAutoFit/>
          </a:bodyPr>
          <a:lstStyle/>
          <a:p>
            <a:pPr indent="457200" lvl="0" marL="0" rtl="0" algn="just">
              <a:spcBef>
                <a:spcPts val="0"/>
              </a:spcBef>
              <a:spcAft>
                <a:spcPts val="0"/>
              </a:spcAft>
              <a:buNone/>
            </a:pPr>
            <a:r>
              <a:rPr lang="en-GB" sz="1950">
                <a:solidFill>
                  <a:schemeClr val="lt1"/>
                </a:solidFill>
                <a:latin typeface="Montserrat"/>
                <a:ea typeface="Montserrat"/>
                <a:cs typeface="Montserrat"/>
                <a:sym typeface="Montserrat"/>
              </a:rPr>
              <a:t>Proiectul constă în realizarea unui dispozitiv automat de jocuri de noroc de tip "slot machine". </a:t>
            </a:r>
            <a:endParaRPr sz="1950">
              <a:solidFill>
                <a:schemeClr val="lt1"/>
              </a:solidFill>
              <a:latin typeface="Montserrat"/>
              <a:ea typeface="Montserrat"/>
              <a:cs typeface="Montserrat"/>
              <a:sym typeface="Montserrat"/>
            </a:endParaRPr>
          </a:p>
          <a:p>
            <a:pPr indent="457200" lvl="0" marL="0" rtl="0" algn="just">
              <a:spcBef>
                <a:spcPts val="0"/>
              </a:spcBef>
              <a:spcAft>
                <a:spcPts val="0"/>
              </a:spcAft>
              <a:buNone/>
            </a:pPr>
            <a:r>
              <a:rPr lang="en-GB" sz="1950">
                <a:solidFill>
                  <a:schemeClr val="lt1"/>
                </a:solidFill>
                <a:latin typeface="Montserrat"/>
                <a:ea typeface="Montserrat"/>
                <a:cs typeface="Montserrat"/>
                <a:sym typeface="Montserrat"/>
              </a:rPr>
              <a:t>După pornirea aparatului, </a:t>
            </a:r>
            <a:r>
              <a:rPr lang="en-GB" sz="1950">
                <a:solidFill>
                  <a:schemeClr val="lt1"/>
                </a:solidFill>
                <a:latin typeface="Montserrat"/>
                <a:ea typeface="Montserrat"/>
                <a:cs typeface="Montserrat"/>
                <a:sym typeface="Montserrat"/>
              </a:rPr>
              <a:t>jucătorul va introduce suma dorită (cash sau card). Apoi,</a:t>
            </a:r>
            <a:r>
              <a:rPr lang="en-GB" sz="1950">
                <a:solidFill>
                  <a:schemeClr val="lt1"/>
                </a:solidFill>
                <a:latin typeface="Montserrat"/>
                <a:ea typeface="Montserrat"/>
                <a:cs typeface="Montserrat"/>
                <a:sym typeface="Montserrat"/>
              </a:rPr>
              <a:t> jucătorul va selecta tipul de joc dorit, Classic Fruits sau Rocket. Apoi, </a:t>
            </a:r>
            <a:r>
              <a:rPr lang="en-GB" sz="1950">
                <a:solidFill>
                  <a:schemeClr val="lt1"/>
                </a:solidFill>
                <a:latin typeface="Montserrat"/>
                <a:ea typeface="Montserrat"/>
                <a:cs typeface="Montserrat"/>
                <a:sym typeface="Montserrat"/>
              </a:rPr>
              <a:t>jucătorul</a:t>
            </a:r>
            <a:r>
              <a:rPr lang="en-GB" sz="1950">
                <a:solidFill>
                  <a:schemeClr val="lt1"/>
                </a:solidFill>
                <a:latin typeface="Montserrat"/>
                <a:ea typeface="Montserrat"/>
                <a:cs typeface="Montserrat"/>
                <a:sym typeface="Montserrat"/>
              </a:rPr>
              <a:t> va selecta miza pe rotire. Aparatul va genera o combinație aleatorie de simboluri. În funcție de rezultat, jucătorul va primi câștigurile corespunzătoare direct în aparat (cash, credit în joc) sau sub formă de voucher imprimat. Dacă jucătorul nu câștigă, aparatul se resetează pentru o nouă sesiune.</a:t>
            </a:r>
            <a:endParaRPr sz="1950">
              <a:solidFill>
                <a:schemeClr val="lt1"/>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63"/>
          <p:cNvSpPr/>
          <p:nvPr/>
        </p:nvSpPr>
        <p:spPr>
          <a:xfrm>
            <a:off x="492045" y="0"/>
            <a:ext cx="299744" cy="1234986"/>
          </a:xfrm>
          <a:custGeom>
            <a:rect b="b" l="l" r="r" t="t"/>
            <a:pathLst>
              <a:path extrusionOk="0" fill="none" h="48082" w="11670">
                <a:moveTo>
                  <a:pt x="11599" y="0"/>
                </a:moveTo>
                <a:lnTo>
                  <a:pt x="11670" y="21647"/>
                </a:lnTo>
                <a:lnTo>
                  <a:pt x="1" y="34388"/>
                </a:lnTo>
                <a:lnTo>
                  <a:pt x="1" y="48081"/>
                </a:lnTo>
                <a:lnTo>
                  <a:pt x="6097" y="48081"/>
                </a:lnTo>
              </a:path>
            </a:pathLst>
          </a:custGeom>
          <a:solidFill>
            <a:schemeClr val="lt1"/>
          </a:solidFill>
          <a:ln cap="flat" cmpd="sng" w="19050">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63">
            <a:hlinkClick action="ppaction://hlinksldjump" r:id="rId3"/>
          </p:cNvPr>
          <p:cNvSpPr/>
          <p:nvPr/>
        </p:nvSpPr>
        <p:spPr>
          <a:xfrm>
            <a:off x="662726" y="431825"/>
            <a:ext cx="254100" cy="254100"/>
          </a:xfrm>
          <a:prstGeom prst="ellipse">
            <a:avLst/>
          </a:prstGeom>
          <a:solidFill>
            <a:schemeClr val="dk1"/>
          </a:solidFill>
          <a:ln cap="flat" cmpd="sng" w="2857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GB">
                <a:solidFill>
                  <a:schemeClr val="lt1"/>
                </a:solidFill>
                <a:latin typeface="Montserrat"/>
                <a:ea typeface="Montserrat"/>
                <a:cs typeface="Montserrat"/>
                <a:sym typeface="Montserrat"/>
              </a:rPr>
              <a:t>T</a:t>
            </a:r>
            <a:endParaRPr b="1" sz="1600"/>
          </a:p>
        </p:txBody>
      </p:sp>
      <p:grpSp>
        <p:nvGrpSpPr>
          <p:cNvPr id="360" name="Google Shape;360;p63"/>
          <p:cNvGrpSpPr/>
          <p:nvPr/>
        </p:nvGrpSpPr>
        <p:grpSpPr>
          <a:xfrm>
            <a:off x="629692" y="1105264"/>
            <a:ext cx="144992" cy="269768"/>
            <a:chOff x="629692" y="1105264"/>
            <a:chExt cx="144992" cy="269768"/>
          </a:xfrm>
        </p:grpSpPr>
        <p:sp>
          <p:nvSpPr>
            <p:cNvPr id="361" name="Google Shape;361;p63"/>
            <p:cNvSpPr/>
            <p:nvPr/>
          </p:nvSpPr>
          <p:spPr>
            <a:xfrm>
              <a:off x="629692" y="1105264"/>
              <a:ext cx="144992" cy="135206"/>
            </a:xfrm>
            <a:custGeom>
              <a:rect b="b" l="l" r="r" t="t"/>
              <a:pathLst>
                <a:path extrusionOk="0" fill="none" h="5264" w="5645">
                  <a:moveTo>
                    <a:pt x="0" y="5264"/>
                  </a:moveTo>
                  <a:lnTo>
                    <a:pt x="5644" y="1"/>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63"/>
            <p:cNvSpPr/>
            <p:nvPr/>
          </p:nvSpPr>
          <p:spPr>
            <a:xfrm>
              <a:off x="635188" y="1229450"/>
              <a:ext cx="135822" cy="145583"/>
            </a:xfrm>
            <a:custGeom>
              <a:rect b="b" l="l" r="r" t="t"/>
              <a:pathLst>
                <a:path extrusionOk="0" fill="none" h="5668" w="5288">
                  <a:moveTo>
                    <a:pt x="0" y="0"/>
                  </a:moveTo>
                  <a:lnTo>
                    <a:pt x="5287" y="5668"/>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 name="Google Shape;363;p63">
            <a:hlinkClick action="ppaction://hlinkshowjump?jump=previousslide"/>
          </p:cNvPr>
          <p:cNvSpPr/>
          <p:nvPr/>
        </p:nvSpPr>
        <p:spPr>
          <a:xfrm rot="10800000">
            <a:off x="745722" y="1066461"/>
            <a:ext cx="88200" cy="882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364" name="Google Shape;364;p63">
            <a:hlinkClick action="ppaction://hlinkshowjump?jump=nextslide"/>
          </p:cNvPr>
          <p:cNvSpPr/>
          <p:nvPr/>
        </p:nvSpPr>
        <p:spPr>
          <a:xfrm>
            <a:off x="745525" y="1325689"/>
            <a:ext cx="88500" cy="885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365" name="Google Shape;365;p63"/>
          <p:cNvSpPr txBox="1"/>
          <p:nvPr/>
        </p:nvSpPr>
        <p:spPr>
          <a:xfrm>
            <a:off x="774675" y="558550"/>
            <a:ext cx="8244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solidFill>
                  <a:srgbClr val="FFFFFF"/>
                </a:solidFill>
                <a:latin typeface="Montserrat ExtraBold"/>
                <a:ea typeface="Montserrat ExtraBold"/>
                <a:cs typeface="Montserrat ExtraBold"/>
                <a:sym typeface="Montserrat ExtraBold"/>
              </a:rPr>
              <a:t>Descrierea funcționării automatului de comandă realizat </a:t>
            </a:r>
            <a:endParaRPr sz="2100">
              <a:solidFill>
                <a:srgbClr val="FFFFFF"/>
              </a:solidFill>
              <a:latin typeface="Montserrat ExtraBold"/>
              <a:ea typeface="Montserrat ExtraBold"/>
              <a:cs typeface="Montserrat ExtraBold"/>
              <a:sym typeface="Montserrat ExtraBold"/>
            </a:endParaRPr>
          </a:p>
        </p:txBody>
      </p:sp>
      <p:sp>
        <p:nvSpPr>
          <p:cNvPr id="366" name="Google Shape;366;p63"/>
          <p:cNvSpPr txBox="1"/>
          <p:nvPr/>
        </p:nvSpPr>
        <p:spPr>
          <a:xfrm>
            <a:off x="833925" y="959000"/>
            <a:ext cx="7960500" cy="3848100"/>
          </a:xfrm>
          <a:prstGeom prst="rect">
            <a:avLst/>
          </a:prstGeom>
          <a:noFill/>
          <a:ln>
            <a:noFill/>
          </a:ln>
        </p:spPr>
        <p:txBody>
          <a:bodyPr anchorCtr="0" anchor="t" bIns="91425" lIns="91425" spcFirstLastPara="1" rIns="91425" wrap="square" tIns="91425">
            <a:spAutoFit/>
          </a:bodyPr>
          <a:lstStyle/>
          <a:p>
            <a:pPr indent="457200" lvl="0" marL="0" rtl="0" algn="just">
              <a:spcBef>
                <a:spcPts val="0"/>
              </a:spcBef>
              <a:spcAft>
                <a:spcPts val="0"/>
              </a:spcAft>
              <a:buNone/>
            </a:pPr>
            <a:r>
              <a:rPr lang="en-GB">
                <a:solidFill>
                  <a:srgbClr val="FFFFFF"/>
                </a:solidFill>
                <a:latin typeface="Montserrat"/>
                <a:ea typeface="Montserrat"/>
                <a:cs typeface="Montserrat"/>
                <a:sym typeface="Montserrat"/>
              </a:rPr>
              <a:t>Automatul „Slot Machine and Rocket” pornește din starea START. Utilizatorul are de ales între două moduri: SLOT MACHINE sau ROCKET. Se alege modul de introducere a banilor </a:t>
            </a:r>
            <a:r>
              <a:rPr lang="en-GB">
                <a:solidFill>
                  <a:srgbClr val="FFFFFF"/>
                </a:solidFill>
                <a:latin typeface="Montserrat"/>
                <a:ea typeface="Montserrat"/>
                <a:cs typeface="Montserrat"/>
                <a:sym typeface="Montserrat"/>
              </a:rPr>
              <a:t>în</a:t>
            </a:r>
            <a:r>
              <a:rPr lang="en-GB">
                <a:solidFill>
                  <a:srgbClr val="FFFFFF"/>
                </a:solidFill>
                <a:latin typeface="Montserrat"/>
                <a:ea typeface="Montserrat"/>
                <a:cs typeface="Montserrat"/>
                <a:sym typeface="Montserrat"/>
              </a:rPr>
              <a:t> decizia INSERT MONEY. Exista 2 modalitati de plata: CASH sau CARD.</a:t>
            </a:r>
            <a:endParaRPr>
              <a:solidFill>
                <a:srgbClr val="FFFFFF"/>
              </a:solidFill>
              <a:latin typeface="Montserrat"/>
              <a:ea typeface="Montserrat"/>
              <a:cs typeface="Montserrat"/>
              <a:sym typeface="Montserrat"/>
            </a:endParaRPr>
          </a:p>
          <a:p>
            <a:pPr indent="457200" lvl="0" marL="0" rtl="0" algn="just">
              <a:spcBef>
                <a:spcPts val="0"/>
              </a:spcBef>
              <a:spcAft>
                <a:spcPts val="0"/>
              </a:spcAft>
              <a:buNone/>
            </a:pPr>
            <a:r>
              <a:rPr lang="en-GB">
                <a:solidFill>
                  <a:srgbClr val="FFFFFF"/>
                </a:solidFill>
                <a:latin typeface="Montserrat"/>
                <a:ea typeface="Montserrat"/>
                <a:cs typeface="Montserrat"/>
                <a:sym typeface="Montserrat"/>
              </a:rPr>
              <a:t>Dacă se alege modul HOT SEVEN,  jocul va fi </a:t>
            </a:r>
            <a:r>
              <a:rPr lang="en-GB">
                <a:solidFill>
                  <a:srgbClr val="FFFFFF"/>
                </a:solidFill>
                <a:latin typeface="Montserrat"/>
                <a:ea typeface="Montserrat"/>
                <a:cs typeface="Montserrat"/>
                <a:sym typeface="Montserrat"/>
              </a:rPr>
              <a:t>inițializat</a:t>
            </a:r>
            <a:r>
              <a:rPr lang="en-GB">
                <a:solidFill>
                  <a:srgbClr val="FFFFFF"/>
                </a:solidFill>
                <a:latin typeface="Montserrat"/>
                <a:ea typeface="Montserrat"/>
                <a:cs typeface="Montserrat"/>
                <a:sym typeface="Montserrat"/>
              </a:rPr>
              <a:t> </a:t>
            </a:r>
            <a:r>
              <a:rPr lang="en-GB">
                <a:solidFill>
                  <a:srgbClr val="FFFFFF"/>
                </a:solidFill>
                <a:latin typeface="Montserrat"/>
                <a:ea typeface="Montserrat"/>
                <a:cs typeface="Montserrat"/>
                <a:sym typeface="Montserrat"/>
              </a:rPr>
              <a:t>și</a:t>
            </a:r>
            <a:r>
              <a:rPr lang="en-GB">
                <a:solidFill>
                  <a:srgbClr val="FFFFFF"/>
                </a:solidFill>
                <a:latin typeface="Montserrat"/>
                <a:ea typeface="Montserrat"/>
                <a:cs typeface="Montserrat"/>
                <a:sym typeface="Montserrat"/>
              </a:rPr>
              <a:t> </a:t>
            </a:r>
            <a:r>
              <a:rPr lang="en-GB">
                <a:solidFill>
                  <a:srgbClr val="FFFFFF"/>
                </a:solidFill>
                <a:latin typeface="Montserrat"/>
                <a:ea typeface="Montserrat"/>
                <a:cs typeface="Montserrat"/>
                <a:sym typeface="Montserrat"/>
              </a:rPr>
              <a:t>jucătorul</a:t>
            </a:r>
            <a:r>
              <a:rPr lang="en-GB">
                <a:solidFill>
                  <a:srgbClr val="FFFFFF"/>
                </a:solidFill>
                <a:latin typeface="Montserrat"/>
                <a:ea typeface="Montserrat"/>
                <a:cs typeface="Montserrat"/>
                <a:sym typeface="Montserrat"/>
              </a:rPr>
              <a:t> trebuie sa </a:t>
            </a:r>
            <a:r>
              <a:rPr lang="en-GB">
                <a:solidFill>
                  <a:srgbClr val="FFFFFF"/>
                </a:solidFill>
                <a:latin typeface="Montserrat"/>
                <a:ea typeface="Montserrat"/>
                <a:cs typeface="Montserrat"/>
                <a:sym typeface="Montserrat"/>
              </a:rPr>
              <a:t>stabilească</a:t>
            </a:r>
            <a:r>
              <a:rPr lang="en-GB">
                <a:solidFill>
                  <a:srgbClr val="FFFFFF"/>
                </a:solidFill>
                <a:latin typeface="Montserrat"/>
                <a:ea typeface="Montserrat"/>
                <a:cs typeface="Montserrat"/>
                <a:sym typeface="Montserrat"/>
              </a:rPr>
              <a:t> bet-ul(BET HOT SEVEN). J</a:t>
            </a:r>
            <a:r>
              <a:rPr lang="en-GB">
                <a:solidFill>
                  <a:srgbClr val="FFFFFF"/>
                </a:solidFill>
                <a:latin typeface="Montserrat"/>
                <a:ea typeface="Montserrat"/>
                <a:cs typeface="Montserrat"/>
                <a:sym typeface="Montserrat"/>
              </a:rPr>
              <a:t>ucătorul</a:t>
            </a:r>
            <a:r>
              <a:rPr lang="en-GB">
                <a:solidFill>
                  <a:srgbClr val="FFFFFF"/>
                </a:solidFill>
                <a:latin typeface="Montserrat"/>
                <a:ea typeface="Montserrat"/>
                <a:cs typeface="Montserrat"/>
                <a:sym typeface="Montserrat"/>
              </a:rPr>
              <a:t> poate selecta viteza cu care automatul se va </a:t>
            </a:r>
            <a:r>
              <a:rPr lang="en-GB">
                <a:solidFill>
                  <a:srgbClr val="FFFFFF"/>
                </a:solidFill>
                <a:latin typeface="Montserrat"/>
                <a:ea typeface="Montserrat"/>
                <a:cs typeface="Montserrat"/>
                <a:sym typeface="Montserrat"/>
              </a:rPr>
              <a:t>mișca(x1/x3 SPEED)</a:t>
            </a:r>
            <a:r>
              <a:rPr lang="en-GB">
                <a:solidFill>
                  <a:srgbClr val="FFFFFF"/>
                </a:solidFill>
                <a:latin typeface="Montserrat"/>
                <a:ea typeface="Montserrat"/>
                <a:cs typeface="Montserrat"/>
                <a:sym typeface="Montserrat"/>
              </a:rPr>
              <a:t>. </a:t>
            </a:r>
            <a:r>
              <a:rPr lang="en-GB">
                <a:solidFill>
                  <a:srgbClr val="FFFFFF"/>
                </a:solidFill>
                <a:latin typeface="Montserrat"/>
                <a:ea typeface="Montserrat"/>
                <a:cs typeface="Montserrat"/>
                <a:sym typeface="Montserrat"/>
              </a:rPr>
              <a:t>După alegerea vitezei, automatul porneste, urmand</a:t>
            </a:r>
            <a:r>
              <a:rPr lang="en-GB">
                <a:solidFill>
                  <a:srgbClr val="FFFFFF"/>
                </a:solidFill>
                <a:latin typeface="Montserrat"/>
                <a:ea typeface="Montserrat"/>
                <a:cs typeface="Montserrat"/>
                <a:sym typeface="Montserrat"/>
              </a:rPr>
              <a:t> </a:t>
            </a:r>
            <a:r>
              <a:rPr lang="en-GB">
                <a:solidFill>
                  <a:srgbClr val="FFFFFF"/>
                </a:solidFill>
                <a:latin typeface="Montserrat"/>
                <a:ea typeface="Montserrat"/>
                <a:cs typeface="Montserrat"/>
                <a:sym typeface="Montserrat"/>
              </a:rPr>
              <a:t>afișarea</a:t>
            </a:r>
            <a:r>
              <a:rPr lang="en-GB">
                <a:solidFill>
                  <a:srgbClr val="FFFFFF"/>
                </a:solidFill>
                <a:latin typeface="Montserrat"/>
                <a:ea typeface="Montserrat"/>
                <a:cs typeface="Montserrat"/>
                <a:sym typeface="Montserrat"/>
              </a:rPr>
              <a:t> rezultatului, unde se poate observa </a:t>
            </a:r>
            <a:r>
              <a:rPr lang="en-GB">
                <a:solidFill>
                  <a:srgbClr val="FFFFFF"/>
                </a:solidFill>
                <a:latin typeface="Montserrat"/>
                <a:ea typeface="Montserrat"/>
                <a:cs typeface="Montserrat"/>
                <a:sym typeface="Montserrat"/>
              </a:rPr>
              <a:t>dacă</a:t>
            </a:r>
            <a:r>
              <a:rPr lang="en-GB">
                <a:solidFill>
                  <a:srgbClr val="FFFFFF"/>
                </a:solidFill>
                <a:latin typeface="Montserrat"/>
                <a:ea typeface="Montserrat"/>
                <a:cs typeface="Montserrat"/>
                <a:sym typeface="Montserrat"/>
              </a:rPr>
              <a:t> </a:t>
            </a:r>
            <a:r>
              <a:rPr lang="en-GB">
                <a:solidFill>
                  <a:srgbClr val="FFFFFF"/>
                </a:solidFill>
                <a:latin typeface="Montserrat"/>
                <a:ea typeface="Montserrat"/>
                <a:cs typeface="Montserrat"/>
                <a:sym typeface="Montserrat"/>
              </a:rPr>
              <a:t>jucătorul</a:t>
            </a:r>
            <a:r>
              <a:rPr lang="en-GB">
                <a:solidFill>
                  <a:srgbClr val="FFFFFF"/>
                </a:solidFill>
                <a:latin typeface="Montserrat"/>
                <a:ea typeface="Montserrat"/>
                <a:cs typeface="Montserrat"/>
                <a:sym typeface="Montserrat"/>
              </a:rPr>
              <a:t> a avut un WIN sau un LOSS. In cazul unui LOSS, </a:t>
            </a:r>
            <a:r>
              <a:rPr lang="en-GB">
                <a:solidFill>
                  <a:srgbClr val="FFFFFF"/>
                </a:solidFill>
                <a:latin typeface="Montserrat"/>
                <a:ea typeface="Montserrat"/>
                <a:cs typeface="Montserrat"/>
                <a:sym typeface="Montserrat"/>
              </a:rPr>
              <a:t>dacă jucătorul</a:t>
            </a:r>
            <a:r>
              <a:rPr lang="en-GB">
                <a:solidFill>
                  <a:srgbClr val="FFFFFF"/>
                </a:solidFill>
                <a:latin typeface="Montserrat"/>
                <a:ea typeface="Montserrat"/>
                <a:cs typeface="Montserrat"/>
                <a:sym typeface="Montserrat"/>
              </a:rPr>
              <a:t> </a:t>
            </a:r>
            <a:r>
              <a:rPr lang="en-GB">
                <a:solidFill>
                  <a:srgbClr val="FFFFFF"/>
                </a:solidFill>
                <a:latin typeface="Montserrat"/>
                <a:ea typeface="Montserrat"/>
                <a:cs typeface="Montserrat"/>
                <a:sym typeface="Montserrat"/>
              </a:rPr>
              <a:t>rămâne</a:t>
            </a:r>
            <a:r>
              <a:rPr lang="en-GB">
                <a:solidFill>
                  <a:srgbClr val="FFFFFF"/>
                </a:solidFill>
                <a:latin typeface="Montserrat"/>
                <a:ea typeface="Montserrat"/>
                <a:cs typeface="Montserrat"/>
                <a:sym typeface="Montserrat"/>
              </a:rPr>
              <a:t> </a:t>
            </a:r>
            <a:r>
              <a:rPr lang="en-GB">
                <a:solidFill>
                  <a:srgbClr val="FFFFFF"/>
                </a:solidFill>
                <a:latin typeface="Montserrat"/>
                <a:ea typeface="Montserrat"/>
                <a:cs typeface="Montserrat"/>
                <a:sym typeface="Montserrat"/>
              </a:rPr>
              <a:t>fără</a:t>
            </a:r>
            <a:r>
              <a:rPr lang="en-GB">
                <a:solidFill>
                  <a:srgbClr val="FFFFFF"/>
                </a:solidFill>
                <a:latin typeface="Montserrat"/>
                <a:ea typeface="Montserrat"/>
                <a:cs typeface="Montserrat"/>
                <a:sym typeface="Montserrat"/>
              </a:rPr>
              <a:t> bani, aparatul ajunge </a:t>
            </a:r>
            <a:r>
              <a:rPr lang="en-GB">
                <a:solidFill>
                  <a:srgbClr val="FFFFFF"/>
                </a:solidFill>
                <a:latin typeface="Montserrat"/>
                <a:ea typeface="Montserrat"/>
                <a:cs typeface="Montserrat"/>
                <a:sym typeface="Montserrat"/>
              </a:rPr>
              <a:t>în</a:t>
            </a:r>
            <a:r>
              <a:rPr lang="en-GB">
                <a:solidFill>
                  <a:srgbClr val="FFFFFF"/>
                </a:solidFill>
                <a:latin typeface="Montserrat"/>
                <a:ea typeface="Montserrat"/>
                <a:cs typeface="Montserrat"/>
                <a:sym typeface="Montserrat"/>
              </a:rPr>
              <a:t> starea de STOP. D</a:t>
            </a:r>
            <a:r>
              <a:rPr lang="en-GB">
                <a:solidFill>
                  <a:srgbClr val="FFFFFF"/>
                </a:solidFill>
                <a:latin typeface="Montserrat"/>
                <a:ea typeface="Montserrat"/>
                <a:cs typeface="Montserrat"/>
                <a:sym typeface="Montserrat"/>
              </a:rPr>
              <a:t>acă</a:t>
            </a:r>
            <a:r>
              <a:rPr lang="en-GB">
                <a:solidFill>
                  <a:srgbClr val="FFFFFF"/>
                </a:solidFill>
                <a:latin typeface="Montserrat"/>
                <a:ea typeface="Montserrat"/>
                <a:cs typeface="Montserrat"/>
                <a:sym typeface="Montserrat"/>
              </a:rPr>
              <a:t> acesta castiga, sau mai ramane cu bani </a:t>
            </a:r>
            <a:r>
              <a:rPr lang="en-GB">
                <a:solidFill>
                  <a:srgbClr val="FFFFFF"/>
                </a:solidFill>
                <a:latin typeface="Montserrat"/>
                <a:ea typeface="Montserrat"/>
                <a:cs typeface="Montserrat"/>
                <a:sym typeface="Montserrat"/>
              </a:rPr>
              <a:t>după</a:t>
            </a:r>
            <a:r>
              <a:rPr lang="en-GB">
                <a:solidFill>
                  <a:srgbClr val="FFFFFF"/>
                </a:solidFill>
                <a:latin typeface="Montserrat"/>
                <a:ea typeface="Montserrat"/>
                <a:cs typeface="Montserrat"/>
                <a:sym typeface="Montserrat"/>
              </a:rPr>
              <a:t> un LOSS, </a:t>
            </a:r>
            <a:r>
              <a:rPr lang="en-GB">
                <a:solidFill>
                  <a:srgbClr val="FFFFFF"/>
                </a:solidFill>
                <a:latin typeface="Montserrat"/>
                <a:ea typeface="Montserrat"/>
                <a:cs typeface="Montserrat"/>
                <a:sym typeface="Montserrat"/>
              </a:rPr>
              <a:t>jucătorul</a:t>
            </a:r>
            <a:r>
              <a:rPr lang="en-GB">
                <a:solidFill>
                  <a:srgbClr val="FFFFFF"/>
                </a:solidFill>
                <a:latin typeface="Montserrat"/>
                <a:ea typeface="Montserrat"/>
                <a:cs typeface="Montserrat"/>
                <a:sym typeface="Montserrat"/>
              </a:rPr>
              <a:t> poate alege </a:t>
            </a:r>
            <a:r>
              <a:rPr lang="en-GB">
                <a:solidFill>
                  <a:srgbClr val="FFFFFF"/>
                </a:solidFill>
                <a:latin typeface="Montserrat"/>
                <a:ea typeface="Montserrat"/>
                <a:cs typeface="Montserrat"/>
                <a:sym typeface="Montserrat"/>
              </a:rPr>
              <a:t>dacă</a:t>
            </a:r>
            <a:r>
              <a:rPr lang="en-GB">
                <a:solidFill>
                  <a:srgbClr val="FFFFFF"/>
                </a:solidFill>
                <a:latin typeface="Montserrat"/>
                <a:ea typeface="Montserrat"/>
                <a:cs typeface="Montserrat"/>
                <a:sym typeface="Montserrat"/>
              </a:rPr>
              <a:t> vrea sa continue sa joace.</a:t>
            </a:r>
            <a:endParaRPr>
              <a:solidFill>
                <a:srgbClr val="FFFFFF"/>
              </a:solidFill>
              <a:latin typeface="Montserrat"/>
              <a:ea typeface="Montserrat"/>
              <a:cs typeface="Montserrat"/>
              <a:sym typeface="Montserrat"/>
            </a:endParaRPr>
          </a:p>
          <a:p>
            <a:pPr indent="457200" lvl="0" marL="0" rtl="0" algn="just">
              <a:spcBef>
                <a:spcPts val="0"/>
              </a:spcBef>
              <a:spcAft>
                <a:spcPts val="0"/>
              </a:spcAft>
              <a:buNone/>
            </a:pPr>
            <a:r>
              <a:rPr lang="en-GB">
                <a:solidFill>
                  <a:srgbClr val="FFFFFF"/>
                </a:solidFill>
                <a:latin typeface="Montserrat"/>
                <a:ea typeface="Montserrat"/>
                <a:cs typeface="Montserrat"/>
                <a:sym typeface="Montserrat"/>
              </a:rPr>
              <a:t>Dacă se alege modul ROCKET, jocul va fi </a:t>
            </a:r>
            <a:r>
              <a:rPr lang="en-GB">
                <a:solidFill>
                  <a:srgbClr val="FFFFFF"/>
                </a:solidFill>
                <a:latin typeface="Montserrat"/>
                <a:ea typeface="Montserrat"/>
                <a:cs typeface="Montserrat"/>
                <a:sym typeface="Montserrat"/>
              </a:rPr>
              <a:t>inițializat(ROCKET READY)</a:t>
            </a:r>
            <a:r>
              <a:rPr lang="en-GB">
                <a:solidFill>
                  <a:srgbClr val="FFFFFF"/>
                </a:solidFill>
                <a:latin typeface="Montserrat"/>
                <a:ea typeface="Montserrat"/>
                <a:cs typeface="Montserrat"/>
                <a:sym typeface="Montserrat"/>
              </a:rPr>
              <a:t> </a:t>
            </a:r>
            <a:r>
              <a:rPr lang="en-GB">
                <a:solidFill>
                  <a:srgbClr val="FFFFFF"/>
                </a:solidFill>
                <a:latin typeface="Montserrat"/>
                <a:ea typeface="Montserrat"/>
                <a:cs typeface="Montserrat"/>
                <a:sym typeface="Montserrat"/>
              </a:rPr>
              <a:t>și</a:t>
            </a:r>
            <a:r>
              <a:rPr lang="en-GB">
                <a:solidFill>
                  <a:srgbClr val="FFFFFF"/>
                </a:solidFill>
                <a:latin typeface="Montserrat"/>
                <a:ea typeface="Montserrat"/>
                <a:cs typeface="Montserrat"/>
                <a:sym typeface="Montserrat"/>
              </a:rPr>
              <a:t> </a:t>
            </a:r>
            <a:r>
              <a:rPr lang="en-GB">
                <a:solidFill>
                  <a:srgbClr val="FFFFFF"/>
                </a:solidFill>
                <a:latin typeface="Montserrat"/>
                <a:ea typeface="Montserrat"/>
                <a:cs typeface="Montserrat"/>
                <a:sym typeface="Montserrat"/>
              </a:rPr>
              <a:t>jucătorul</a:t>
            </a:r>
            <a:r>
              <a:rPr lang="en-GB">
                <a:solidFill>
                  <a:srgbClr val="FFFFFF"/>
                </a:solidFill>
                <a:latin typeface="Montserrat"/>
                <a:ea typeface="Montserrat"/>
                <a:cs typeface="Montserrat"/>
                <a:sym typeface="Montserrat"/>
              </a:rPr>
              <a:t> va stabili suma pariata </a:t>
            </a:r>
            <a:r>
              <a:rPr lang="en-GB">
                <a:solidFill>
                  <a:srgbClr val="FFFFFF"/>
                </a:solidFill>
                <a:latin typeface="Montserrat"/>
                <a:ea typeface="Montserrat"/>
                <a:cs typeface="Montserrat"/>
                <a:sym typeface="Montserrat"/>
              </a:rPr>
              <a:t>în</a:t>
            </a:r>
            <a:r>
              <a:rPr lang="en-GB">
                <a:solidFill>
                  <a:srgbClr val="FFFFFF"/>
                </a:solidFill>
                <a:latin typeface="Montserrat"/>
                <a:ea typeface="Montserrat"/>
                <a:cs typeface="Montserrat"/>
                <a:sym typeface="Montserrat"/>
              </a:rPr>
              <a:t> BET ROCKET. Jocul continua atata timp cat racheta este </a:t>
            </a:r>
            <a:r>
              <a:rPr lang="en-GB">
                <a:solidFill>
                  <a:srgbClr val="FFFFFF"/>
                </a:solidFill>
                <a:latin typeface="Montserrat"/>
                <a:ea typeface="Montserrat"/>
                <a:cs typeface="Montserrat"/>
                <a:sym typeface="Montserrat"/>
              </a:rPr>
              <a:t>în</a:t>
            </a:r>
            <a:r>
              <a:rPr lang="en-GB">
                <a:solidFill>
                  <a:srgbClr val="FFFFFF"/>
                </a:solidFill>
                <a:latin typeface="Montserrat"/>
                <a:ea typeface="Montserrat"/>
                <a:cs typeface="Montserrat"/>
                <a:sym typeface="Montserrat"/>
              </a:rPr>
              <a:t> zbor(ROCKET FLYING). </a:t>
            </a:r>
            <a:r>
              <a:rPr lang="en-GB">
                <a:solidFill>
                  <a:srgbClr val="FFFFFF"/>
                </a:solidFill>
                <a:latin typeface="Montserrat"/>
                <a:ea typeface="Montserrat"/>
                <a:cs typeface="Montserrat"/>
                <a:sym typeface="Montserrat"/>
              </a:rPr>
              <a:t>Dacă</a:t>
            </a:r>
            <a:r>
              <a:rPr lang="en-GB">
                <a:solidFill>
                  <a:srgbClr val="FFFFFF"/>
                </a:solidFill>
                <a:latin typeface="Montserrat"/>
                <a:ea typeface="Montserrat"/>
                <a:cs typeface="Montserrat"/>
                <a:sym typeface="Montserrat"/>
              </a:rPr>
              <a:t> racheta s-a prabusit atunci </a:t>
            </a:r>
            <a:r>
              <a:rPr lang="en-GB">
                <a:solidFill>
                  <a:srgbClr val="FFFFFF"/>
                </a:solidFill>
                <a:latin typeface="Montserrat"/>
                <a:ea typeface="Montserrat"/>
                <a:cs typeface="Montserrat"/>
                <a:sym typeface="Montserrat"/>
              </a:rPr>
              <a:t>jucătorul</a:t>
            </a:r>
            <a:r>
              <a:rPr lang="en-GB">
                <a:solidFill>
                  <a:srgbClr val="FFFFFF"/>
                </a:solidFill>
                <a:latin typeface="Montserrat"/>
                <a:ea typeface="Montserrat"/>
                <a:cs typeface="Montserrat"/>
                <a:sym typeface="Montserrat"/>
              </a:rPr>
              <a:t> pierde(ROCKET LOSS), dar </a:t>
            </a:r>
            <a:r>
              <a:rPr lang="en-GB">
                <a:solidFill>
                  <a:srgbClr val="FFFFFF"/>
                </a:solidFill>
                <a:latin typeface="Montserrat"/>
                <a:ea typeface="Montserrat"/>
                <a:cs typeface="Montserrat"/>
                <a:sym typeface="Montserrat"/>
              </a:rPr>
              <a:t>cand</a:t>
            </a:r>
            <a:r>
              <a:rPr lang="en-GB">
                <a:solidFill>
                  <a:srgbClr val="FFFFFF"/>
                </a:solidFill>
                <a:latin typeface="Montserrat"/>
                <a:ea typeface="Montserrat"/>
                <a:cs typeface="Montserrat"/>
                <a:sym typeface="Montserrat"/>
              </a:rPr>
              <a:t> jucatorul </a:t>
            </a:r>
            <a:r>
              <a:rPr lang="en-GB">
                <a:solidFill>
                  <a:srgbClr val="FFFFFF"/>
                </a:solidFill>
                <a:latin typeface="Montserrat"/>
                <a:ea typeface="Montserrat"/>
                <a:cs typeface="Montserrat"/>
                <a:sym typeface="Montserrat"/>
              </a:rPr>
              <a:t>oprește</a:t>
            </a:r>
            <a:r>
              <a:rPr lang="en-GB">
                <a:solidFill>
                  <a:srgbClr val="FFFFFF"/>
                </a:solidFill>
                <a:latin typeface="Montserrat"/>
                <a:ea typeface="Montserrat"/>
                <a:cs typeface="Montserrat"/>
                <a:sym typeface="Montserrat"/>
              </a:rPr>
              <a:t> jocul </a:t>
            </a:r>
            <a:r>
              <a:rPr lang="en-GB">
                <a:solidFill>
                  <a:srgbClr val="FFFFFF"/>
                </a:solidFill>
                <a:latin typeface="Montserrat"/>
                <a:ea typeface="Montserrat"/>
                <a:cs typeface="Montserrat"/>
                <a:sym typeface="Montserrat"/>
              </a:rPr>
              <a:t>înainte</a:t>
            </a:r>
            <a:r>
              <a:rPr lang="en-GB">
                <a:solidFill>
                  <a:srgbClr val="FFFFFF"/>
                </a:solidFill>
                <a:latin typeface="Montserrat"/>
                <a:ea typeface="Montserrat"/>
                <a:cs typeface="Montserrat"/>
                <a:sym typeface="Montserrat"/>
              </a:rPr>
              <a:t> de </a:t>
            </a:r>
            <a:r>
              <a:rPr lang="en-GB">
                <a:solidFill>
                  <a:srgbClr val="FFFFFF"/>
                </a:solidFill>
                <a:latin typeface="Montserrat"/>
                <a:ea typeface="Montserrat"/>
                <a:cs typeface="Montserrat"/>
                <a:sym typeface="Montserrat"/>
              </a:rPr>
              <a:t>prăbușirea</a:t>
            </a:r>
            <a:r>
              <a:rPr lang="en-GB">
                <a:solidFill>
                  <a:srgbClr val="FFFFFF"/>
                </a:solidFill>
                <a:latin typeface="Montserrat"/>
                <a:ea typeface="Montserrat"/>
                <a:cs typeface="Montserrat"/>
                <a:sym typeface="Montserrat"/>
              </a:rPr>
              <a:t> rachetei atunci </a:t>
            </a:r>
            <a:r>
              <a:rPr lang="en-GB">
                <a:solidFill>
                  <a:srgbClr val="FFFFFF"/>
                </a:solidFill>
                <a:latin typeface="Montserrat"/>
                <a:ea typeface="Montserrat"/>
                <a:cs typeface="Montserrat"/>
                <a:sym typeface="Montserrat"/>
              </a:rPr>
              <a:t>jucătorul</a:t>
            </a:r>
            <a:r>
              <a:rPr lang="en-GB">
                <a:solidFill>
                  <a:srgbClr val="FFFFFF"/>
                </a:solidFill>
                <a:latin typeface="Montserrat"/>
                <a:ea typeface="Montserrat"/>
                <a:cs typeface="Montserrat"/>
                <a:sym typeface="Montserrat"/>
              </a:rPr>
              <a:t> castiga(ROCKET WIN). Indiferent </a:t>
            </a:r>
            <a:r>
              <a:rPr lang="en-GB">
                <a:solidFill>
                  <a:srgbClr val="FFFFFF"/>
                </a:solidFill>
                <a:latin typeface="Montserrat"/>
                <a:ea typeface="Montserrat"/>
                <a:cs typeface="Montserrat"/>
                <a:sym typeface="Montserrat"/>
              </a:rPr>
              <a:t>dacă</a:t>
            </a:r>
            <a:r>
              <a:rPr lang="en-GB">
                <a:solidFill>
                  <a:srgbClr val="FFFFFF"/>
                </a:solidFill>
                <a:latin typeface="Montserrat"/>
                <a:ea typeface="Montserrat"/>
                <a:cs typeface="Montserrat"/>
                <a:sym typeface="Montserrat"/>
              </a:rPr>
              <a:t> </a:t>
            </a:r>
            <a:r>
              <a:rPr lang="en-GB">
                <a:solidFill>
                  <a:srgbClr val="FFFFFF"/>
                </a:solidFill>
                <a:latin typeface="Montserrat"/>
                <a:ea typeface="Montserrat"/>
                <a:cs typeface="Montserrat"/>
                <a:sym typeface="Montserrat"/>
              </a:rPr>
              <a:t>jucătorul</a:t>
            </a:r>
            <a:r>
              <a:rPr lang="en-GB">
                <a:solidFill>
                  <a:srgbClr val="FFFFFF"/>
                </a:solidFill>
                <a:latin typeface="Montserrat"/>
                <a:ea typeface="Montserrat"/>
                <a:cs typeface="Montserrat"/>
                <a:sym typeface="Montserrat"/>
              </a:rPr>
              <a:t> a </a:t>
            </a:r>
            <a:r>
              <a:rPr lang="en-GB">
                <a:solidFill>
                  <a:srgbClr val="FFFFFF"/>
                </a:solidFill>
                <a:latin typeface="Montserrat"/>
                <a:ea typeface="Montserrat"/>
                <a:cs typeface="Montserrat"/>
                <a:sym typeface="Montserrat"/>
              </a:rPr>
              <a:t>câștigat</a:t>
            </a:r>
            <a:r>
              <a:rPr lang="en-GB">
                <a:solidFill>
                  <a:srgbClr val="FFFFFF"/>
                </a:solidFill>
                <a:latin typeface="Montserrat"/>
                <a:ea typeface="Montserrat"/>
                <a:cs typeface="Montserrat"/>
                <a:sym typeface="Montserrat"/>
              </a:rPr>
              <a:t> sau a pierdut atunci este </a:t>
            </a:r>
            <a:r>
              <a:rPr lang="en-GB">
                <a:solidFill>
                  <a:srgbClr val="FFFFFF"/>
                </a:solidFill>
                <a:latin typeface="Montserrat"/>
                <a:ea typeface="Montserrat"/>
                <a:cs typeface="Montserrat"/>
                <a:sym typeface="Montserrat"/>
              </a:rPr>
              <a:t>întrebat</a:t>
            </a:r>
            <a:r>
              <a:rPr lang="en-GB">
                <a:solidFill>
                  <a:srgbClr val="FFFFFF"/>
                </a:solidFill>
                <a:latin typeface="Montserrat"/>
                <a:ea typeface="Montserrat"/>
                <a:cs typeface="Montserrat"/>
                <a:sym typeface="Montserrat"/>
              </a:rPr>
              <a:t> </a:t>
            </a:r>
            <a:r>
              <a:rPr lang="en-GB">
                <a:solidFill>
                  <a:srgbClr val="FFFFFF"/>
                </a:solidFill>
                <a:latin typeface="Montserrat"/>
                <a:ea typeface="Montserrat"/>
                <a:cs typeface="Montserrat"/>
                <a:sym typeface="Montserrat"/>
              </a:rPr>
              <a:t>dacă</a:t>
            </a:r>
            <a:r>
              <a:rPr lang="en-GB">
                <a:solidFill>
                  <a:srgbClr val="FFFFFF"/>
                </a:solidFill>
                <a:latin typeface="Montserrat"/>
                <a:ea typeface="Montserrat"/>
                <a:cs typeface="Montserrat"/>
                <a:sym typeface="Montserrat"/>
              </a:rPr>
              <a:t> </a:t>
            </a:r>
            <a:r>
              <a:rPr lang="en-GB">
                <a:solidFill>
                  <a:srgbClr val="FFFFFF"/>
                </a:solidFill>
                <a:latin typeface="Montserrat"/>
                <a:ea typeface="Montserrat"/>
                <a:cs typeface="Montserrat"/>
                <a:sym typeface="Montserrat"/>
              </a:rPr>
              <a:t>dorește</a:t>
            </a:r>
            <a:r>
              <a:rPr lang="en-GB">
                <a:solidFill>
                  <a:srgbClr val="FFFFFF"/>
                </a:solidFill>
                <a:latin typeface="Montserrat"/>
                <a:ea typeface="Montserrat"/>
                <a:cs typeface="Montserrat"/>
                <a:sym typeface="Montserrat"/>
              </a:rPr>
              <a:t> reluarea jocul. </a:t>
            </a:r>
            <a:r>
              <a:rPr lang="en-GB">
                <a:solidFill>
                  <a:srgbClr val="FFFFFF"/>
                </a:solidFill>
                <a:latin typeface="Montserrat"/>
                <a:ea typeface="Montserrat"/>
                <a:cs typeface="Montserrat"/>
                <a:sym typeface="Montserrat"/>
              </a:rPr>
              <a:t>Dacă</a:t>
            </a:r>
            <a:r>
              <a:rPr lang="en-GB">
                <a:solidFill>
                  <a:srgbClr val="FFFFFF"/>
                </a:solidFill>
                <a:latin typeface="Montserrat"/>
                <a:ea typeface="Montserrat"/>
                <a:cs typeface="Montserrat"/>
                <a:sym typeface="Montserrat"/>
              </a:rPr>
              <a:t> </a:t>
            </a:r>
            <a:r>
              <a:rPr lang="en-GB">
                <a:solidFill>
                  <a:srgbClr val="FFFFFF"/>
                </a:solidFill>
                <a:latin typeface="Montserrat"/>
                <a:ea typeface="Montserrat"/>
                <a:cs typeface="Montserrat"/>
                <a:sym typeface="Montserrat"/>
              </a:rPr>
              <a:t>dorește</a:t>
            </a:r>
            <a:r>
              <a:rPr lang="en-GB">
                <a:solidFill>
                  <a:srgbClr val="FFFFFF"/>
                </a:solidFill>
                <a:latin typeface="Montserrat"/>
                <a:ea typeface="Montserrat"/>
                <a:cs typeface="Montserrat"/>
                <a:sym typeface="Montserrat"/>
              </a:rPr>
              <a:t> reluarea jocului atunci </a:t>
            </a:r>
            <a:r>
              <a:rPr lang="en-GB">
                <a:solidFill>
                  <a:srgbClr val="FFFFFF"/>
                </a:solidFill>
                <a:latin typeface="Montserrat"/>
                <a:ea typeface="Montserrat"/>
                <a:cs typeface="Montserrat"/>
                <a:sym typeface="Montserrat"/>
              </a:rPr>
              <a:t>jucătorul</a:t>
            </a:r>
            <a:r>
              <a:rPr lang="en-GB">
                <a:solidFill>
                  <a:srgbClr val="FFFFFF"/>
                </a:solidFill>
                <a:latin typeface="Montserrat"/>
                <a:ea typeface="Montserrat"/>
                <a:cs typeface="Montserrat"/>
                <a:sym typeface="Montserrat"/>
              </a:rPr>
              <a:t> este trimis sa </a:t>
            </a:r>
            <a:r>
              <a:rPr lang="en-GB">
                <a:solidFill>
                  <a:srgbClr val="FFFFFF"/>
                </a:solidFill>
                <a:latin typeface="Montserrat"/>
                <a:ea typeface="Montserrat"/>
                <a:cs typeface="Montserrat"/>
                <a:sym typeface="Montserrat"/>
              </a:rPr>
              <a:t>începe</a:t>
            </a:r>
            <a:r>
              <a:rPr lang="en-GB">
                <a:solidFill>
                  <a:srgbClr val="FFFFFF"/>
                </a:solidFill>
                <a:latin typeface="Montserrat"/>
                <a:ea typeface="Montserrat"/>
                <a:cs typeface="Montserrat"/>
                <a:sym typeface="Montserrat"/>
              </a:rPr>
              <a:t> un nou joc </a:t>
            </a:r>
            <a:r>
              <a:rPr lang="en-GB">
                <a:solidFill>
                  <a:srgbClr val="FFFFFF"/>
                </a:solidFill>
                <a:latin typeface="Montserrat"/>
                <a:ea typeface="Montserrat"/>
                <a:cs typeface="Montserrat"/>
                <a:sym typeface="Montserrat"/>
              </a:rPr>
              <a:t>în</a:t>
            </a:r>
            <a:r>
              <a:rPr lang="en-GB">
                <a:solidFill>
                  <a:srgbClr val="FFFFFF"/>
                </a:solidFill>
                <a:latin typeface="Montserrat"/>
                <a:ea typeface="Montserrat"/>
                <a:cs typeface="Montserrat"/>
                <a:sym typeface="Montserrat"/>
              </a:rPr>
              <a:t> ROCKET READY, altfel se termina jocul.</a:t>
            </a:r>
            <a:endParaRPr>
              <a:solidFill>
                <a:srgbClr val="FFFFFF"/>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4"/>
          <p:cNvSpPr/>
          <p:nvPr/>
        </p:nvSpPr>
        <p:spPr>
          <a:xfrm>
            <a:off x="492045" y="0"/>
            <a:ext cx="299744" cy="1234986"/>
          </a:xfrm>
          <a:custGeom>
            <a:rect b="b" l="l" r="r" t="t"/>
            <a:pathLst>
              <a:path extrusionOk="0" fill="none" h="48082" w="11670">
                <a:moveTo>
                  <a:pt x="11599" y="0"/>
                </a:moveTo>
                <a:lnTo>
                  <a:pt x="11670" y="21647"/>
                </a:lnTo>
                <a:lnTo>
                  <a:pt x="1" y="34388"/>
                </a:lnTo>
                <a:lnTo>
                  <a:pt x="1" y="48081"/>
                </a:lnTo>
                <a:lnTo>
                  <a:pt x="6097" y="48081"/>
                </a:lnTo>
              </a:path>
            </a:pathLst>
          </a:custGeom>
          <a:solidFill>
            <a:schemeClr val="lt1"/>
          </a:solidFill>
          <a:ln cap="flat" cmpd="sng" w="19050">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 name="Google Shape;372;p64"/>
          <p:cNvGrpSpPr/>
          <p:nvPr/>
        </p:nvGrpSpPr>
        <p:grpSpPr>
          <a:xfrm>
            <a:off x="629692" y="1105264"/>
            <a:ext cx="144992" cy="269768"/>
            <a:chOff x="629692" y="1105264"/>
            <a:chExt cx="144992" cy="269768"/>
          </a:xfrm>
        </p:grpSpPr>
        <p:sp>
          <p:nvSpPr>
            <p:cNvPr id="373" name="Google Shape;373;p64"/>
            <p:cNvSpPr/>
            <p:nvPr/>
          </p:nvSpPr>
          <p:spPr>
            <a:xfrm>
              <a:off x="629692" y="1105264"/>
              <a:ext cx="144992" cy="135206"/>
            </a:xfrm>
            <a:custGeom>
              <a:rect b="b" l="l" r="r" t="t"/>
              <a:pathLst>
                <a:path extrusionOk="0" fill="none" h="5264" w="5645">
                  <a:moveTo>
                    <a:pt x="0" y="5264"/>
                  </a:moveTo>
                  <a:lnTo>
                    <a:pt x="5644" y="1"/>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64"/>
            <p:cNvSpPr/>
            <p:nvPr/>
          </p:nvSpPr>
          <p:spPr>
            <a:xfrm>
              <a:off x="635188" y="1229450"/>
              <a:ext cx="135822" cy="145583"/>
            </a:xfrm>
            <a:custGeom>
              <a:rect b="b" l="l" r="r" t="t"/>
              <a:pathLst>
                <a:path extrusionOk="0" fill="none" h="5668" w="5288">
                  <a:moveTo>
                    <a:pt x="0" y="0"/>
                  </a:moveTo>
                  <a:lnTo>
                    <a:pt x="5287" y="5668"/>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5" name="Google Shape;375;p64">
            <a:hlinkClick action="ppaction://hlinksldjump" r:id="rId3"/>
          </p:cNvPr>
          <p:cNvSpPr/>
          <p:nvPr/>
        </p:nvSpPr>
        <p:spPr>
          <a:xfrm>
            <a:off x="662726" y="431825"/>
            <a:ext cx="254100" cy="254100"/>
          </a:xfrm>
          <a:prstGeom prst="ellipse">
            <a:avLst/>
          </a:prstGeom>
          <a:solidFill>
            <a:schemeClr val="dk1"/>
          </a:solidFill>
          <a:ln cap="flat" cmpd="sng" w="2857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GB">
                <a:solidFill>
                  <a:schemeClr val="lt1"/>
                </a:solidFill>
                <a:latin typeface="Montserrat"/>
                <a:ea typeface="Montserrat"/>
                <a:cs typeface="Montserrat"/>
                <a:sym typeface="Montserrat"/>
              </a:rPr>
              <a:t>T</a:t>
            </a:r>
            <a:endParaRPr b="1" sz="1600"/>
          </a:p>
        </p:txBody>
      </p:sp>
      <p:sp>
        <p:nvSpPr>
          <p:cNvPr id="376" name="Google Shape;376;p64">
            <a:hlinkClick action="ppaction://hlinkshowjump?jump=previousslide"/>
          </p:cNvPr>
          <p:cNvSpPr/>
          <p:nvPr/>
        </p:nvSpPr>
        <p:spPr>
          <a:xfrm rot="10800000">
            <a:off x="745722" y="1066461"/>
            <a:ext cx="88200" cy="882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377" name="Google Shape;377;p64">
            <a:hlinkClick action="ppaction://hlinkshowjump?jump=nextslide"/>
          </p:cNvPr>
          <p:cNvSpPr/>
          <p:nvPr/>
        </p:nvSpPr>
        <p:spPr>
          <a:xfrm>
            <a:off x="745525" y="1325689"/>
            <a:ext cx="88500" cy="885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378" name="Google Shape;378;p64"/>
          <p:cNvSpPr txBox="1"/>
          <p:nvPr/>
        </p:nvSpPr>
        <p:spPr>
          <a:xfrm>
            <a:off x="774675" y="0"/>
            <a:ext cx="46995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solidFill>
                  <a:srgbClr val="FFFFFF"/>
                </a:solidFill>
                <a:latin typeface="Montserrat ExtraBold"/>
                <a:ea typeface="Montserrat ExtraBold"/>
                <a:cs typeface="Montserrat ExtraBold"/>
                <a:sym typeface="Montserrat ExtraBold"/>
              </a:rPr>
              <a:t>Modul de implementare - stări</a:t>
            </a:r>
            <a:endParaRPr sz="2100">
              <a:solidFill>
                <a:srgbClr val="FFFFFF"/>
              </a:solidFill>
              <a:latin typeface="Montserrat ExtraBold"/>
              <a:ea typeface="Montserrat ExtraBold"/>
              <a:cs typeface="Montserrat ExtraBold"/>
              <a:sym typeface="Montserrat ExtraBold"/>
            </a:endParaRPr>
          </a:p>
        </p:txBody>
      </p:sp>
      <p:sp>
        <p:nvSpPr>
          <p:cNvPr id="379" name="Google Shape;379;p64"/>
          <p:cNvSpPr txBox="1"/>
          <p:nvPr/>
        </p:nvSpPr>
        <p:spPr>
          <a:xfrm>
            <a:off x="739200" y="356400"/>
            <a:ext cx="7665600" cy="47871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START = starea de start a automatului</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CASH = starea de introducere a banilor cash</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CARD = </a:t>
            </a:r>
            <a:r>
              <a:rPr lang="en-GB" sz="1300">
                <a:solidFill>
                  <a:schemeClr val="lt1"/>
                </a:solidFill>
                <a:latin typeface="Montserrat"/>
                <a:ea typeface="Montserrat"/>
                <a:cs typeface="Montserrat"/>
                <a:sym typeface="Montserrat"/>
              </a:rPr>
              <a:t>starea de introducere a banilor cu cardul</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PAYMENT DONE = starea de acceptare a platii</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ROCKET = starea de selectare a jocului ROCKET</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ROCKET READY = jocul ROCKET este gata</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BET ROCKET = starea de introducere a sumei de pariat pentru ROCKET</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ROCKET FLYING = starea in care racheta este in zbor</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ROCKET CONTINUE = starea in care jocul ROCKET continua</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ROCKET LOSE = starea </a:t>
            </a:r>
            <a:r>
              <a:rPr lang="en-GB" sz="1300">
                <a:solidFill>
                  <a:schemeClr val="lt1"/>
                </a:solidFill>
                <a:latin typeface="Montserrat"/>
                <a:ea typeface="Montserrat"/>
                <a:cs typeface="Montserrat"/>
                <a:sym typeface="Montserrat"/>
              </a:rPr>
              <a:t>în</a:t>
            </a:r>
            <a:r>
              <a:rPr lang="en-GB" sz="1300">
                <a:solidFill>
                  <a:schemeClr val="lt1"/>
                </a:solidFill>
                <a:latin typeface="Montserrat"/>
                <a:ea typeface="Montserrat"/>
                <a:cs typeface="Montserrat"/>
                <a:sym typeface="Montserrat"/>
              </a:rPr>
              <a:t> care jocul ROCKET este pierdut</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ROCKET WIN = starea </a:t>
            </a:r>
            <a:r>
              <a:rPr lang="en-GB" sz="1300">
                <a:solidFill>
                  <a:schemeClr val="lt1"/>
                </a:solidFill>
                <a:latin typeface="Montserrat"/>
                <a:ea typeface="Montserrat"/>
                <a:cs typeface="Montserrat"/>
                <a:sym typeface="Montserrat"/>
              </a:rPr>
              <a:t>în</a:t>
            </a:r>
            <a:r>
              <a:rPr lang="en-GB" sz="1300">
                <a:solidFill>
                  <a:schemeClr val="lt1"/>
                </a:solidFill>
                <a:latin typeface="Montserrat"/>
                <a:ea typeface="Montserrat"/>
                <a:cs typeface="Montserrat"/>
                <a:sym typeface="Montserrat"/>
              </a:rPr>
              <a:t> care </a:t>
            </a:r>
            <a:r>
              <a:rPr lang="en-GB" sz="1300">
                <a:solidFill>
                  <a:schemeClr val="lt1"/>
                </a:solidFill>
                <a:latin typeface="Montserrat"/>
                <a:ea typeface="Montserrat"/>
                <a:cs typeface="Montserrat"/>
                <a:sym typeface="Montserrat"/>
              </a:rPr>
              <a:t>jocul ROCKET este câștigat</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ROCKET GOT MONEY LEFT = stare in care jucatorul mai are bani pentru ROCKET</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HOT SEVEN = starea de selectare a jocului HOT SEVEN</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HOT SEVEN READY = </a:t>
            </a:r>
            <a:r>
              <a:rPr lang="en-GB" sz="1300">
                <a:solidFill>
                  <a:schemeClr val="lt1"/>
                </a:solidFill>
                <a:latin typeface="Montserrat"/>
                <a:ea typeface="Montserrat"/>
                <a:cs typeface="Montserrat"/>
                <a:sym typeface="Montserrat"/>
              </a:rPr>
              <a:t>jocul HOT SEVEN este gata</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BET HOT SEVEN = </a:t>
            </a:r>
            <a:r>
              <a:rPr lang="en-GB" sz="1300">
                <a:solidFill>
                  <a:schemeClr val="lt1"/>
                </a:solidFill>
                <a:latin typeface="Montserrat"/>
                <a:ea typeface="Montserrat"/>
                <a:cs typeface="Montserrat"/>
                <a:sym typeface="Montserrat"/>
              </a:rPr>
              <a:t>starea de introducere a sumei de pariat pentru HOT SEVEN</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X1 SPEED = starea </a:t>
            </a:r>
            <a:r>
              <a:rPr lang="en-GB" sz="1300">
                <a:solidFill>
                  <a:schemeClr val="lt1"/>
                </a:solidFill>
                <a:latin typeface="Montserrat"/>
                <a:ea typeface="Montserrat"/>
                <a:cs typeface="Montserrat"/>
                <a:sym typeface="Montserrat"/>
              </a:rPr>
              <a:t>în</a:t>
            </a:r>
            <a:r>
              <a:rPr lang="en-GB" sz="1300">
                <a:solidFill>
                  <a:schemeClr val="lt1"/>
                </a:solidFill>
                <a:latin typeface="Montserrat"/>
                <a:ea typeface="Montserrat"/>
                <a:cs typeface="Montserrat"/>
                <a:sym typeface="Montserrat"/>
              </a:rPr>
              <a:t> care jocul este accelerat cu 1x</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X3 SPEED = </a:t>
            </a:r>
            <a:r>
              <a:rPr lang="en-GB" sz="1300">
                <a:solidFill>
                  <a:schemeClr val="lt1"/>
                </a:solidFill>
                <a:latin typeface="Montserrat"/>
                <a:ea typeface="Montserrat"/>
                <a:cs typeface="Montserrat"/>
                <a:sym typeface="Montserrat"/>
              </a:rPr>
              <a:t>starea în care jocul este accelerat cu 3x</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SLOT SPINNING = starea in care slot-ul se invarte</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HOT SEVEN WIN = </a:t>
            </a:r>
            <a:r>
              <a:rPr lang="en-GB" sz="1300">
                <a:solidFill>
                  <a:schemeClr val="lt1"/>
                </a:solidFill>
                <a:latin typeface="Montserrat"/>
                <a:ea typeface="Montserrat"/>
                <a:cs typeface="Montserrat"/>
                <a:sym typeface="Montserrat"/>
              </a:rPr>
              <a:t>starea în care jocul HOT SEVEN este pierdut</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HOT SEVEN LOSS = </a:t>
            </a:r>
            <a:r>
              <a:rPr lang="en-GB" sz="1300">
                <a:solidFill>
                  <a:schemeClr val="lt1"/>
                </a:solidFill>
                <a:latin typeface="Montserrat"/>
                <a:ea typeface="Montserrat"/>
                <a:cs typeface="Montserrat"/>
                <a:sym typeface="Montserrat"/>
              </a:rPr>
              <a:t>starea în care jocul HOT SEVEN este castigat</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YOU GOT MONEY LEFT = </a:t>
            </a:r>
            <a:r>
              <a:rPr lang="en-GB" sz="1300">
                <a:solidFill>
                  <a:schemeClr val="lt1"/>
                </a:solidFill>
                <a:latin typeface="Montserrat"/>
                <a:ea typeface="Montserrat"/>
                <a:cs typeface="Montserrat"/>
                <a:sym typeface="Montserrat"/>
              </a:rPr>
              <a:t>stare in care jucatorul mai are bani pentru HOT SEVEN</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S.I. 1-9 = stari intermediare (de la 1-9)</a:t>
            </a:r>
            <a:endParaRPr sz="1300">
              <a:solidFill>
                <a:schemeClr val="lt1"/>
              </a:solidFill>
              <a:latin typeface="Montserrat"/>
              <a:ea typeface="Montserrat"/>
              <a:cs typeface="Montserrat"/>
              <a:sym typeface="Montserrat"/>
            </a:endParaRPr>
          </a:p>
          <a:p>
            <a:pPr indent="-311150" lvl="0" marL="457200" rtl="0" algn="l">
              <a:spcBef>
                <a:spcPts val="0"/>
              </a:spcBef>
              <a:spcAft>
                <a:spcPts val="0"/>
              </a:spcAft>
              <a:buClr>
                <a:schemeClr val="lt1"/>
              </a:buClr>
              <a:buSzPts val="1300"/>
              <a:buFont typeface="Montserrat"/>
              <a:buChar char="●"/>
            </a:pPr>
            <a:r>
              <a:rPr lang="en-GB" sz="1300">
                <a:solidFill>
                  <a:schemeClr val="lt1"/>
                </a:solidFill>
                <a:latin typeface="Montserrat"/>
                <a:ea typeface="Montserrat"/>
                <a:cs typeface="Montserrat"/>
                <a:sym typeface="Montserrat"/>
              </a:rPr>
              <a:t>STOP = starea </a:t>
            </a:r>
            <a:r>
              <a:rPr lang="en-GB" sz="1300">
                <a:solidFill>
                  <a:schemeClr val="lt1"/>
                </a:solidFill>
                <a:latin typeface="Montserrat"/>
                <a:ea typeface="Montserrat"/>
                <a:cs typeface="Montserrat"/>
                <a:sym typeface="Montserrat"/>
              </a:rPr>
              <a:t>finală</a:t>
            </a:r>
            <a:r>
              <a:rPr lang="en-GB" sz="1300">
                <a:solidFill>
                  <a:schemeClr val="lt1"/>
                </a:solidFill>
                <a:latin typeface="Montserrat"/>
                <a:ea typeface="Montserrat"/>
                <a:cs typeface="Montserrat"/>
                <a:sym typeface="Montserrat"/>
              </a:rPr>
              <a:t> a automatului</a:t>
            </a:r>
            <a:endParaRPr sz="1300">
              <a:solidFill>
                <a:schemeClr val="lt1"/>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5"/>
          <p:cNvSpPr/>
          <p:nvPr/>
        </p:nvSpPr>
        <p:spPr>
          <a:xfrm>
            <a:off x="492045" y="0"/>
            <a:ext cx="299744" cy="1234986"/>
          </a:xfrm>
          <a:custGeom>
            <a:rect b="b" l="l" r="r" t="t"/>
            <a:pathLst>
              <a:path extrusionOk="0" fill="none" h="48082" w="11670">
                <a:moveTo>
                  <a:pt x="11599" y="0"/>
                </a:moveTo>
                <a:lnTo>
                  <a:pt x="11670" y="21647"/>
                </a:lnTo>
                <a:lnTo>
                  <a:pt x="1" y="34388"/>
                </a:lnTo>
                <a:lnTo>
                  <a:pt x="1" y="48081"/>
                </a:lnTo>
                <a:lnTo>
                  <a:pt x="6097" y="48081"/>
                </a:lnTo>
              </a:path>
            </a:pathLst>
          </a:custGeom>
          <a:solidFill>
            <a:schemeClr val="lt1"/>
          </a:solidFill>
          <a:ln cap="flat" cmpd="sng" w="19050">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5" name="Google Shape;385;p65"/>
          <p:cNvGrpSpPr/>
          <p:nvPr/>
        </p:nvGrpSpPr>
        <p:grpSpPr>
          <a:xfrm>
            <a:off x="629692" y="1105264"/>
            <a:ext cx="144992" cy="269768"/>
            <a:chOff x="629692" y="1105264"/>
            <a:chExt cx="144992" cy="269768"/>
          </a:xfrm>
        </p:grpSpPr>
        <p:sp>
          <p:nvSpPr>
            <p:cNvPr id="386" name="Google Shape;386;p65"/>
            <p:cNvSpPr/>
            <p:nvPr/>
          </p:nvSpPr>
          <p:spPr>
            <a:xfrm>
              <a:off x="629692" y="1105264"/>
              <a:ext cx="144992" cy="135206"/>
            </a:xfrm>
            <a:custGeom>
              <a:rect b="b" l="l" r="r" t="t"/>
              <a:pathLst>
                <a:path extrusionOk="0" fill="none" h="5264" w="5645">
                  <a:moveTo>
                    <a:pt x="0" y="5264"/>
                  </a:moveTo>
                  <a:lnTo>
                    <a:pt x="5644" y="1"/>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65"/>
            <p:cNvSpPr/>
            <p:nvPr/>
          </p:nvSpPr>
          <p:spPr>
            <a:xfrm>
              <a:off x="635188" y="1229450"/>
              <a:ext cx="135822" cy="145583"/>
            </a:xfrm>
            <a:custGeom>
              <a:rect b="b" l="l" r="r" t="t"/>
              <a:pathLst>
                <a:path extrusionOk="0" fill="none" h="5668" w="5288">
                  <a:moveTo>
                    <a:pt x="0" y="0"/>
                  </a:moveTo>
                  <a:lnTo>
                    <a:pt x="5287" y="5668"/>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8" name="Google Shape;388;p65">
            <a:hlinkClick action="ppaction://hlinksldjump" r:id="rId3"/>
          </p:cNvPr>
          <p:cNvSpPr/>
          <p:nvPr/>
        </p:nvSpPr>
        <p:spPr>
          <a:xfrm>
            <a:off x="662726" y="431825"/>
            <a:ext cx="254100" cy="254100"/>
          </a:xfrm>
          <a:prstGeom prst="ellipse">
            <a:avLst/>
          </a:prstGeom>
          <a:solidFill>
            <a:schemeClr val="dk1"/>
          </a:solidFill>
          <a:ln cap="flat" cmpd="sng" w="2857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GB">
                <a:solidFill>
                  <a:schemeClr val="lt1"/>
                </a:solidFill>
                <a:latin typeface="Montserrat"/>
                <a:ea typeface="Montserrat"/>
                <a:cs typeface="Montserrat"/>
                <a:sym typeface="Montserrat"/>
              </a:rPr>
              <a:t>T</a:t>
            </a:r>
            <a:endParaRPr b="1" sz="1600"/>
          </a:p>
        </p:txBody>
      </p:sp>
      <p:sp>
        <p:nvSpPr>
          <p:cNvPr id="389" name="Google Shape;389;p65">
            <a:hlinkClick action="ppaction://hlinkshowjump?jump=previousslide"/>
          </p:cNvPr>
          <p:cNvSpPr/>
          <p:nvPr/>
        </p:nvSpPr>
        <p:spPr>
          <a:xfrm rot="10800000">
            <a:off x="745722" y="1066461"/>
            <a:ext cx="88200" cy="882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390" name="Google Shape;390;p65">
            <a:hlinkClick action="ppaction://hlinkshowjump?jump=nextslide"/>
          </p:cNvPr>
          <p:cNvSpPr/>
          <p:nvPr/>
        </p:nvSpPr>
        <p:spPr>
          <a:xfrm>
            <a:off x="745525" y="1325689"/>
            <a:ext cx="88500" cy="885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391" name="Google Shape;391;p65"/>
          <p:cNvSpPr txBox="1"/>
          <p:nvPr/>
        </p:nvSpPr>
        <p:spPr>
          <a:xfrm>
            <a:off x="916825" y="304925"/>
            <a:ext cx="6404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solidFill>
                  <a:srgbClr val="FFFFFF"/>
                </a:solidFill>
                <a:latin typeface="Montserrat ExtraBold"/>
                <a:ea typeface="Montserrat ExtraBold"/>
                <a:cs typeface="Montserrat ExtraBold"/>
                <a:sym typeface="Montserrat ExtraBold"/>
              </a:rPr>
              <a:t>Modul de implementare </a:t>
            </a:r>
            <a:r>
              <a:rPr lang="en-GB" sz="2100">
                <a:solidFill>
                  <a:srgbClr val="FFFFFF"/>
                </a:solidFill>
                <a:latin typeface="Montserrat ExtraBold"/>
                <a:ea typeface="Montserrat ExtraBold"/>
                <a:cs typeface="Montserrat ExtraBold"/>
                <a:sym typeface="Montserrat ExtraBold"/>
              </a:rPr>
              <a:t>- </a:t>
            </a:r>
            <a:r>
              <a:rPr b="1" lang="en-GB" sz="2100">
                <a:solidFill>
                  <a:schemeClr val="lt1"/>
                </a:solidFill>
                <a:latin typeface="Montserrat"/>
                <a:ea typeface="Montserrat"/>
                <a:cs typeface="Montserrat"/>
                <a:sym typeface="Montserrat"/>
              </a:rPr>
              <a:t>intrări</a:t>
            </a:r>
            <a:endParaRPr sz="2100">
              <a:solidFill>
                <a:srgbClr val="FFFFFF"/>
              </a:solidFill>
              <a:latin typeface="Montserrat ExtraBold"/>
              <a:ea typeface="Montserrat ExtraBold"/>
              <a:cs typeface="Montserrat ExtraBold"/>
              <a:sym typeface="Montserrat ExtraBold"/>
            </a:endParaRPr>
          </a:p>
        </p:txBody>
      </p:sp>
      <p:sp>
        <p:nvSpPr>
          <p:cNvPr id="392" name="Google Shape;392;p65"/>
          <p:cNvSpPr txBox="1"/>
          <p:nvPr/>
        </p:nvSpPr>
        <p:spPr>
          <a:xfrm>
            <a:off x="916825" y="609450"/>
            <a:ext cx="7878000" cy="4404300"/>
          </a:xfrm>
          <a:prstGeom prst="rect">
            <a:avLst/>
          </a:prstGeom>
          <a:noFill/>
          <a:ln>
            <a:noFill/>
          </a:ln>
        </p:spPr>
        <p:txBody>
          <a:bodyPr anchorCtr="0" anchor="t" bIns="91425" lIns="91425" spcFirstLastPara="1" rIns="91425" wrap="square" tIns="91425">
            <a:noAutofit/>
          </a:bodyPr>
          <a:lstStyle/>
          <a:p>
            <a:pPr indent="-323850" lvl="0" marL="457200" rtl="0" algn="just">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INSERT MONEY = se alege tipul plata CASH / CARD </a:t>
            </a:r>
            <a:endParaRPr sz="1500">
              <a:solidFill>
                <a:schemeClr val="lt1"/>
              </a:solidFill>
              <a:latin typeface="Montserrat"/>
              <a:ea typeface="Montserrat"/>
              <a:cs typeface="Montserrat"/>
              <a:sym typeface="Montserrat"/>
            </a:endParaRPr>
          </a:p>
          <a:p>
            <a:pPr indent="-323850" lvl="0" marL="457200" rtl="0" algn="just">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GAME SELECT = se alege unul dintre cele doua jocuri HOT SEVEN / ROCKET </a:t>
            </a:r>
            <a:endParaRPr sz="1500">
              <a:solidFill>
                <a:schemeClr val="lt1"/>
              </a:solidFill>
              <a:latin typeface="Montserrat"/>
              <a:ea typeface="Montserrat"/>
              <a:cs typeface="Montserrat"/>
              <a:sym typeface="Montserrat"/>
            </a:endParaRPr>
          </a:p>
          <a:p>
            <a:pPr indent="-323850" lvl="0" marL="457200" rtl="0" algn="just">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INCREASE SPEED = se seteaza viteza aparatului</a:t>
            </a:r>
            <a:endParaRPr sz="1500">
              <a:solidFill>
                <a:schemeClr val="lt1"/>
              </a:solidFill>
              <a:latin typeface="Montserrat"/>
              <a:ea typeface="Montserrat"/>
              <a:cs typeface="Montserrat"/>
              <a:sym typeface="Montserrat"/>
            </a:endParaRPr>
          </a:p>
          <a:p>
            <a:pPr indent="-323850" lvl="0" marL="457200" rtl="0" algn="just">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WANNA CONTINUE HOT SEVEN = jucătorul alege sa parieze in continuare la HOT SEVEN</a:t>
            </a:r>
            <a:endParaRPr sz="1500">
              <a:solidFill>
                <a:schemeClr val="lt1"/>
              </a:solidFill>
              <a:latin typeface="Montserrat"/>
              <a:ea typeface="Montserrat"/>
              <a:cs typeface="Montserrat"/>
              <a:sym typeface="Montserrat"/>
            </a:endParaRPr>
          </a:p>
          <a:p>
            <a:pPr indent="-323850" lvl="0" marL="457200" rtl="0" algn="just">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RESULT HOT SEVEN = un circuit extern alege intre WIN si LOSS</a:t>
            </a:r>
            <a:endParaRPr sz="1500">
              <a:solidFill>
                <a:schemeClr val="lt1"/>
              </a:solidFill>
              <a:latin typeface="Montserrat"/>
              <a:ea typeface="Montserrat"/>
              <a:cs typeface="Montserrat"/>
              <a:sym typeface="Montserrat"/>
            </a:endParaRPr>
          </a:p>
          <a:p>
            <a:pPr indent="-323850" lvl="0" marL="457200" rtl="0" algn="just">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MONEY LEFT = se verifica dacă mai sunt bani rămași, iar în cazul în care nu mai sunt bani, aparatul se opreste</a:t>
            </a:r>
            <a:endParaRPr sz="1500">
              <a:solidFill>
                <a:schemeClr val="lt1"/>
              </a:solidFill>
              <a:latin typeface="Montserrat"/>
              <a:ea typeface="Montserrat"/>
              <a:cs typeface="Montserrat"/>
              <a:sym typeface="Montserrat"/>
            </a:endParaRPr>
          </a:p>
          <a:p>
            <a:pPr indent="-323850" lvl="0" marL="457200" rtl="0" algn="just">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STILL FLYING = se determina dacă racheta mai zboară, iar in cazul negativ, runda se opreste (circuit extern)</a:t>
            </a:r>
            <a:endParaRPr sz="1500">
              <a:solidFill>
                <a:schemeClr val="lt1"/>
              </a:solidFill>
              <a:latin typeface="Montserrat"/>
              <a:ea typeface="Montserrat"/>
              <a:cs typeface="Montserrat"/>
              <a:sym typeface="Montserrat"/>
            </a:endParaRPr>
          </a:p>
          <a:p>
            <a:pPr indent="-323850" lvl="0" marL="457200" rtl="0" algn="just">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EXIT ROCKET = dacă este aleasă aceasta optiune și racheta încă este STILL FLYING, jucătorul primește bani după multiplier-ul curent</a:t>
            </a:r>
            <a:endParaRPr sz="1500">
              <a:solidFill>
                <a:schemeClr val="lt1"/>
              </a:solidFill>
              <a:latin typeface="Montserrat"/>
              <a:ea typeface="Montserrat"/>
              <a:cs typeface="Montserrat"/>
              <a:sym typeface="Montserrat"/>
            </a:endParaRPr>
          </a:p>
          <a:p>
            <a:pPr indent="-323850" lvl="0" marL="457200" rtl="0" algn="just">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WANNA CONTINUE ROCKET = jucătorul alege sa parieze în continuare la ROCKET</a:t>
            </a:r>
            <a:endParaRPr sz="1500">
              <a:solidFill>
                <a:schemeClr val="lt1"/>
              </a:solidFill>
              <a:latin typeface="Montserrat"/>
              <a:ea typeface="Montserrat"/>
              <a:cs typeface="Montserrat"/>
              <a:sym typeface="Montserrat"/>
            </a:endParaRPr>
          </a:p>
          <a:p>
            <a:pPr indent="-323850" lvl="0" marL="457200" rtl="0" algn="just">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X = decizie auxiliară pentru întoarcerea într-un punct anterior (mereu egal cu 0)</a:t>
            </a:r>
            <a:endParaRPr sz="1500">
              <a:solidFill>
                <a:schemeClr val="lt1"/>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6"/>
          <p:cNvSpPr/>
          <p:nvPr/>
        </p:nvSpPr>
        <p:spPr>
          <a:xfrm>
            <a:off x="492045" y="0"/>
            <a:ext cx="299744" cy="1234986"/>
          </a:xfrm>
          <a:custGeom>
            <a:rect b="b" l="l" r="r" t="t"/>
            <a:pathLst>
              <a:path extrusionOk="0" fill="none" h="48082" w="11670">
                <a:moveTo>
                  <a:pt x="11599" y="0"/>
                </a:moveTo>
                <a:lnTo>
                  <a:pt x="11670" y="21647"/>
                </a:lnTo>
                <a:lnTo>
                  <a:pt x="1" y="34388"/>
                </a:lnTo>
                <a:lnTo>
                  <a:pt x="1" y="48081"/>
                </a:lnTo>
                <a:lnTo>
                  <a:pt x="6097" y="48081"/>
                </a:lnTo>
              </a:path>
            </a:pathLst>
          </a:custGeom>
          <a:solidFill>
            <a:schemeClr val="lt1"/>
          </a:solidFill>
          <a:ln cap="flat" cmpd="sng" w="19050">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8" name="Google Shape;398;p66"/>
          <p:cNvGrpSpPr/>
          <p:nvPr/>
        </p:nvGrpSpPr>
        <p:grpSpPr>
          <a:xfrm>
            <a:off x="629692" y="1105264"/>
            <a:ext cx="144992" cy="269768"/>
            <a:chOff x="629692" y="1105264"/>
            <a:chExt cx="144992" cy="269768"/>
          </a:xfrm>
        </p:grpSpPr>
        <p:sp>
          <p:nvSpPr>
            <p:cNvPr id="399" name="Google Shape;399;p66"/>
            <p:cNvSpPr/>
            <p:nvPr/>
          </p:nvSpPr>
          <p:spPr>
            <a:xfrm>
              <a:off x="629692" y="1105264"/>
              <a:ext cx="144992" cy="135206"/>
            </a:xfrm>
            <a:custGeom>
              <a:rect b="b" l="l" r="r" t="t"/>
              <a:pathLst>
                <a:path extrusionOk="0" fill="none" h="5264" w="5645">
                  <a:moveTo>
                    <a:pt x="0" y="5264"/>
                  </a:moveTo>
                  <a:lnTo>
                    <a:pt x="5644" y="1"/>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66"/>
            <p:cNvSpPr/>
            <p:nvPr/>
          </p:nvSpPr>
          <p:spPr>
            <a:xfrm>
              <a:off x="635188" y="1229450"/>
              <a:ext cx="135822" cy="145583"/>
            </a:xfrm>
            <a:custGeom>
              <a:rect b="b" l="l" r="r" t="t"/>
              <a:pathLst>
                <a:path extrusionOk="0" fill="none" h="5668" w="5288">
                  <a:moveTo>
                    <a:pt x="0" y="0"/>
                  </a:moveTo>
                  <a:lnTo>
                    <a:pt x="5287" y="5668"/>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1" name="Google Shape;401;p66">
            <a:hlinkClick action="ppaction://hlinksldjump" r:id="rId3"/>
          </p:cNvPr>
          <p:cNvSpPr/>
          <p:nvPr/>
        </p:nvSpPr>
        <p:spPr>
          <a:xfrm>
            <a:off x="662726" y="431825"/>
            <a:ext cx="254100" cy="254100"/>
          </a:xfrm>
          <a:prstGeom prst="ellipse">
            <a:avLst/>
          </a:prstGeom>
          <a:solidFill>
            <a:schemeClr val="dk1"/>
          </a:solidFill>
          <a:ln cap="flat" cmpd="sng" w="2857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GB">
                <a:solidFill>
                  <a:schemeClr val="lt1"/>
                </a:solidFill>
                <a:latin typeface="Montserrat"/>
                <a:ea typeface="Montserrat"/>
                <a:cs typeface="Montserrat"/>
                <a:sym typeface="Montserrat"/>
              </a:rPr>
              <a:t>T</a:t>
            </a:r>
            <a:endParaRPr b="1" sz="1600"/>
          </a:p>
        </p:txBody>
      </p:sp>
      <p:sp>
        <p:nvSpPr>
          <p:cNvPr id="402" name="Google Shape;402;p66">
            <a:hlinkClick action="ppaction://hlinkshowjump?jump=previousslide"/>
          </p:cNvPr>
          <p:cNvSpPr/>
          <p:nvPr/>
        </p:nvSpPr>
        <p:spPr>
          <a:xfrm rot="10800000">
            <a:off x="745722" y="1066461"/>
            <a:ext cx="88200" cy="882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403" name="Google Shape;403;p66">
            <a:hlinkClick action="ppaction://hlinkshowjump?jump=nextslide"/>
          </p:cNvPr>
          <p:cNvSpPr/>
          <p:nvPr/>
        </p:nvSpPr>
        <p:spPr>
          <a:xfrm>
            <a:off x="745525" y="1325689"/>
            <a:ext cx="88500" cy="885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404" name="Google Shape;404;p66"/>
          <p:cNvSpPr txBox="1"/>
          <p:nvPr/>
        </p:nvSpPr>
        <p:spPr>
          <a:xfrm>
            <a:off x="882850" y="257725"/>
            <a:ext cx="46995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solidFill>
                  <a:srgbClr val="FFFFFF"/>
                </a:solidFill>
                <a:latin typeface="Montserrat ExtraBold"/>
                <a:ea typeface="Montserrat ExtraBold"/>
                <a:cs typeface="Montserrat ExtraBold"/>
                <a:sym typeface="Montserrat ExtraBold"/>
              </a:rPr>
              <a:t>Modul de implementare - </a:t>
            </a:r>
            <a:r>
              <a:rPr lang="en-GB" sz="2100">
                <a:solidFill>
                  <a:srgbClr val="FFFFFF"/>
                </a:solidFill>
                <a:latin typeface="Montserrat ExtraBold"/>
                <a:ea typeface="Montserrat ExtraBold"/>
                <a:cs typeface="Montserrat ExtraBold"/>
                <a:sym typeface="Montserrat ExtraBold"/>
              </a:rPr>
              <a:t>ieșiri</a:t>
            </a:r>
            <a:endParaRPr sz="2100">
              <a:solidFill>
                <a:srgbClr val="FFFFFF"/>
              </a:solidFill>
              <a:latin typeface="Montserrat ExtraBold"/>
              <a:ea typeface="Montserrat ExtraBold"/>
              <a:cs typeface="Montserrat ExtraBold"/>
              <a:sym typeface="Montserrat ExtraBold"/>
            </a:endParaRPr>
          </a:p>
        </p:txBody>
      </p:sp>
      <p:sp>
        <p:nvSpPr>
          <p:cNvPr id="405" name="Google Shape;405;p66"/>
          <p:cNvSpPr txBox="1"/>
          <p:nvPr/>
        </p:nvSpPr>
        <p:spPr>
          <a:xfrm>
            <a:off x="791800" y="1066450"/>
            <a:ext cx="7965000" cy="22626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ROCKET SELECTED = ai ales jocul ROCKET - 1</a:t>
            </a:r>
            <a:endParaRPr sz="1500">
              <a:solidFill>
                <a:schemeClr val="lt1"/>
              </a:solidFill>
              <a:latin typeface="Montserrat"/>
              <a:ea typeface="Montserrat"/>
              <a:cs typeface="Montserrat"/>
              <a:sym typeface="Montserrat"/>
            </a:endParaRPr>
          </a:p>
          <a:p>
            <a:pPr indent="-323850" lvl="0" marL="457200" rtl="0" algn="l">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HOT SEVEN SELECTED = ai ales jocul HOT SEVEN - 2</a:t>
            </a:r>
            <a:endParaRPr sz="1500">
              <a:solidFill>
                <a:schemeClr val="lt1"/>
              </a:solidFill>
              <a:latin typeface="Montserrat"/>
              <a:ea typeface="Montserrat"/>
              <a:cs typeface="Montserrat"/>
              <a:sym typeface="Montserrat"/>
            </a:endParaRPr>
          </a:p>
          <a:p>
            <a:pPr indent="-323850" lvl="0" marL="457200" rtl="0" algn="l">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SHOW ROCKET BET = </a:t>
            </a:r>
            <a:r>
              <a:rPr lang="en-GB" sz="1500">
                <a:solidFill>
                  <a:schemeClr val="lt1"/>
                </a:solidFill>
                <a:latin typeface="Montserrat"/>
                <a:ea typeface="Montserrat"/>
                <a:cs typeface="Montserrat"/>
                <a:sym typeface="Montserrat"/>
              </a:rPr>
              <a:t>afișează </a:t>
            </a:r>
            <a:r>
              <a:rPr lang="en-GB" sz="1500">
                <a:solidFill>
                  <a:schemeClr val="lt1"/>
                </a:solidFill>
                <a:latin typeface="Montserrat"/>
                <a:ea typeface="Montserrat"/>
                <a:cs typeface="Montserrat"/>
                <a:sym typeface="Montserrat"/>
              </a:rPr>
              <a:t>suma pariata pentru jocul ROCKET - 3</a:t>
            </a:r>
            <a:endParaRPr sz="1500">
              <a:solidFill>
                <a:schemeClr val="lt1"/>
              </a:solidFill>
              <a:latin typeface="Montserrat"/>
              <a:ea typeface="Montserrat"/>
              <a:cs typeface="Montserrat"/>
              <a:sym typeface="Montserrat"/>
            </a:endParaRPr>
          </a:p>
          <a:p>
            <a:pPr indent="-323850" lvl="0" marL="457200" rtl="0" algn="l">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SHOW HOT SEVEN BET = </a:t>
            </a:r>
            <a:r>
              <a:rPr lang="en-GB" sz="1500">
                <a:solidFill>
                  <a:schemeClr val="lt1"/>
                </a:solidFill>
                <a:latin typeface="Montserrat"/>
                <a:ea typeface="Montserrat"/>
                <a:cs typeface="Montserrat"/>
                <a:sym typeface="Montserrat"/>
              </a:rPr>
              <a:t>afișează suma pariata pentru jocul HOT SEVEN - 4</a:t>
            </a:r>
            <a:endParaRPr sz="1500">
              <a:solidFill>
                <a:schemeClr val="lt1"/>
              </a:solidFill>
              <a:latin typeface="Montserrat"/>
              <a:ea typeface="Montserrat"/>
              <a:cs typeface="Montserrat"/>
              <a:sym typeface="Montserrat"/>
            </a:endParaRPr>
          </a:p>
          <a:p>
            <a:pPr indent="-323850" lvl="0" marL="457200" rtl="0" algn="l">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SHOW SPEED = </a:t>
            </a:r>
            <a:r>
              <a:rPr lang="en-GB" sz="1500">
                <a:solidFill>
                  <a:schemeClr val="lt1"/>
                </a:solidFill>
                <a:latin typeface="Montserrat"/>
                <a:ea typeface="Montserrat"/>
                <a:cs typeface="Montserrat"/>
                <a:sym typeface="Montserrat"/>
              </a:rPr>
              <a:t>afișează viteza de invartire pentru HOT SEVEn - 5</a:t>
            </a:r>
            <a:endParaRPr sz="1500">
              <a:solidFill>
                <a:schemeClr val="lt1"/>
              </a:solidFill>
              <a:latin typeface="Montserrat"/>
              <a:ea typeface="Montserrat"/>
              <a:cs typeface="Montserrat"/>
              <a:sym typeface="Montserrat"/>
            </a:endParaRPr>
          </a:p>
          <a:p>
            <a:pPr indent="-323850" lvl="0" marL="457200" rtl="0" algn="l">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HOT SEVEN WIN = ai pierdut jocul HOT SEVEN - 6</a:t>
            </a:r>
            <a:endParaRPr sz="1500">
              <a:solidFill>
                <a:schemeClr val="lt1"/>
              </a:solidFill>
              <a:latin typeface="Montserrat"/>
              <a:ea typeface="Montserrat"/>
              <a:cs typeface="Montserrat"/>
              <a:sym typeface="Montserrat"/>
            </a:endParaRPr>
          </a:p>
          <a:p>
            <a:pPr indent="-323850" lvl="0" marL="457200" rtl="0" algn="l">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HOT SEVEN LOSS = </a:t>
            </a:r>
            <a:r>
              <a:rPr lang="en-GB" sz="1500">
                <a:solidFill>
                  <a:schemeClr val="lt1"/>
                </a:solidFill>
                <a:latin typeface="Montserrat"/>
                <a:ea typeface="Montserrat"/>
                <a:cs typeface="Montserrat"/>
                <a:sym typeface="Montserrat"/>
              </a:rPr>
              <a:t>ai castigat jocul HOT SEVEN - 7</a:t>
            </a:r>
            <a:endParaRPr sz="1500">
              <a:solidFill>
                <a:schemeClr val="lt1"/>
              </a:solidFill>
              <a:latin typeface="Montserrat"/>
              <a:ea typeface="Montserrat"/>
              <a:cs typeface="Montserrat"/>
              <a:sym typeface="Montserrat"/>
            </a:endParaRPr>
          </a:p>
          <a:p>
            <a:pPr indent="-323850" lvl="0" marL="457200" rtl="0" algn="l">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ROCKET LOSS = </a:t>
            </a:r>
            <a:r>
              <a:rPr lang="en-GB" sz="1500">
                <a:solidFill>
                  <a:schemeClr val="lt1"/>
                </a:solidFill>
                <a:latin typeface="Montserrat"/>
                <a:ea typeface="Montserrat"/>
                <a:cs typeface="Montserrat"/>
                <a:sym typeface="Montserrat"/>
              </a:rPr>
              <a:t>ai pierdut la jocul ROCKET - 8</a:t>
            </a:r>
            <a:endParaRPr sz="1500">
              <a:solidFill>
                <a:schemeClr val="lt1"/>
              </a:solidFill>
              <a:latin typeface="Montserrat"/>
              <a:ea typeface="Montserrat"/>
              <a:cs typeface="Montserrat"/>
              <a:sym typeface="Montserrat"/>
            </a:endParaRPr>
          </a:p>
          <a:p>
            <a:pPr indent="-323850" lvl="0" marL="457200" rtl="0" algn="l">
              <a:spcBef>
                <a:spcPts val="0"/>
              </a:spcBef>
              <a:spcAft>
                <a:spcPts val="0"/>
              </a:spcAft>
              <a:buClr>
                <a:schemeClr val="lt1"/>
              </a:buClr>
              <a:buSzPts val="1500"/>
              <a:buFont typeface="Montserrat"/>
              <a:buChar char="●"/>
            </a:pPr>
            <a:r>
              <a:rPr lang="en-GB" sz="1500">
                <a:solidFill>
                  <a:schemeClr val="lt1"/>
                </a:solidFill>
                <a:latin typeface="Montserrat"/>
                <a:ea typeface="Montserrat"/>
                <a:cs typeface="Montserrat"/>
                <a:sym typeface="Montserrat"/>
              </a:rPr>
              <a:t>ROCKET MULTIPLIER = </a:t>
            </a:r>
            <a:r>
              <a:rPr lang="en-GB" sz="1500">
                <a:solidFill>
                  <a:schemeClr val="lt1"/>
                </a:solidFill>
                <a:latin typeface="Montserrat"/>
                <a:ea typeface="Montserrat"/>
                <a:cs typeface="Montserrat"/>
                <a:sym typeface="Montserrat"/>
              </a:rPr>
              <a:t>afișează</a:t>
            </a:r>
            <a:r>
              <a:rPr lang="en-GB" sz="1500">
                <a:solidFill>
                  <a:schemeClr val="lt1"/>
                </a:solidFill>
                <a:latin typeface="Montserrat"/>
                <a:ea typeface="Montserrat"/>
                <a:cs typeface="Montserrat"/>
                <a:sym typeface="Montserrat"/>
              </a:rPr>
              <a:t> </a:t>
            </a:r>
            <a:r>
              <a:rPr lang="en-GB" sz="1500">
                <a:solidFill>
                  <a:schemeClr val="lt1"/>
                </a:solidFill>
                <a:latin typeface="Montserrat"/>
                <a:ea typeface="Montserrat"/>
                <a:cs typeface="Montserrat"/>
                <a:sym typeface="Montserrat"/>
              </a:rPr>
              <a:t>multiplicatorul</a:t>
            </a:r>
            <a:r>
              <a:rPr lang="en-GB" sz="1500">
                <a:solidFill>
                  <a:schemeClr val="lt1"/>
                </a:solidFill>
                <a:latin typeface="Montserrat"/>
                <a:ea typeface="Montserrat"/>
                <a:cs typeface="Montserrat"/>
                <a:sym typeface="Montserrat"/>
              </a:rPr>
              <a:t> de castig pentru ROCKET - 9</a:t>
            </a:r>
            <a:endParaRPr sz="1500">
              <a:solidFill>
                <a:schemeClr val="lt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7"/>
          <p:cNvSpPr txBox="1"/>
          <p:nvPr/>
        </p:nvSpPr>
        <p:spPr>
          <a:xfrm>
            <a:off x="109225" y="1088550"/>
            <a:ext cx="2926200" cy="2966400"/>
          </a:xfrm>
          <a:prstGeom prst="rect">
            <a:avLst/>
          </a:prstGeom>
          <a:noFill/>
          <a:ln>
            <a:noFill/>
          </a:ln>
        </p:spPr>
        <p:txBody>
          <a:bodyPr anchorCtr="0" anchor="t" bIns="91425" lIns="91425" spcFirstLastPara="1" rIns="91425" wrap="square" tIns="91425">
            <a:noAutofit/>
          </a:bodyPr>
          <a:lstStyle/>
          <a:p>
            <a:pPr indent="0" lvl="0" marL="457200" rtl="0" algn="just">
              <a:spcBef>
                <a:spcPts val="0"/>
              </a:spcBef>
              <a:spcAft>
                <a:spcPts val="0"/>
              </a:spcAft>
              <a:buNone/>
            </a:pPr>
            <a:r>
              <a:rPr lang="en-GB" sz="1700">
                <a:solidFill>
                  <a:schemeClr val="lt1"/>
                </a:solidFill>
                <a:latin typeface="Montserrat"/>
                <a:ea typeface="Montserrat"/>
                <a:cs typeface="Montserrat"/>
                <a:sym typeface="Montserrat"/>
              </a:rPr>
              <a:t>INSERT MONEY </a:t>
            </a:r>
            <a:endParaRPr sz="1700">
              <a:solidFill>
                <a:schemeClr val="lt1"/>
              </a:solidFill>
              <a:latin typeface="Montserrat"/>
              <a:ea typeface="Montserrat"/>
              <a:cs typeface="Montserrat"/>
              <a:sym typeface="Montserrat"/>
            </a:endParaRPr>
          </a:p>
          <a:p>
            <a:pPr indent="0" lvl="0" marL="457200" rtl="0" algn="just">
              <a:spcBef>
                <a:spcPts val="0"/>
              </a:spcBef>
              <a:spcAft>
                <a:spcPts val="0"/>
              </a:spcAft>
              <a:buNone/>
            </a:pPr>
            <a:r>
              <a:rPr lang="en-GB" sz="1700">
                <a:solidFill>
                  <a:schemeClr val="lt1"/>
                </a:solidFill>
                <a:latin typeface="Montserrat"/>
                <a:ea typeface="Montserrat"/>
                <a:cs typeface="Montserrat"/>
                <a:sym typeface="Montserrat"/>
              </a:rPr>
              <a:t>GAME SELECT </a:t>
            </a:r>
            <a:endParaRPr sz="1700">
              <a:solidFill>
                <a:schemeClr val="lt1"/>
              </a:solidFill>
              <a:latin typeface="Montserrat"/>
              <a:ea typeface="Montserrat"/>
              <a:cs typeface="Montserrat"/>
              <a:sym typeface="Montserrat"/>
            </a:endParaRPr>
          </a:p>
          <a:p>
            <a:pPr indent="0" lvl="0" marL="457200" rtl="0" algn="just">
              <a:spcBef>
                <a:spcPts val="0"/>
              </a:spcBef>
              <a:spcAft>
                <a:spcPts val="0"/>
              </a:spcAft>
              <a:buNone/>
            </a:pPr>
            <a:r>
              <a:rPr lang="en-GB" sz="1700">
                <a:solidFill>
                  <a:schemeClr val="lt1"/>
                </a:solidFill>
                <a:latin typeface="Montserrat"/>
                <a:ea typeface="Montserrat"/>
                <a:cs typeface="Montserrat"/>
                <a:sym typeface="Montserrat"/>
              </a:rPr>
              <a:t>INCREASE SPEED</a:t>
            </a:r>
            <a:endParaRPr sz="1700">
              <a:solidFill>
                <a:schemeClr val="lt1"/>
              </a:solidFill>
              <a:latin typeface="Montserrat"/>
              <a:ea typeface="Montserrat"/>
              <a:cs typeface="Montserrat"/>
              <a:sym typeface="Montserrat"/>
            </a:endParaRPr>
          </a:p>
          <a:p>
            <a:pPr indent="0" lvl="0" marL="457200" rtl="0" algn="just">
              <a:spcBef>
                <a:spcPts val="0"/>
              </a:spcBef>
              <a:spcAft>
                <a:spcPts val="0"/>
              </a:spcAft>
              <a:buNone/>
            </a:pPr>
            <a:r>
              <a:rPr lang="en-GB" sz="1700">
                <a:solidFill>
                  <a:schemeClr val="lt1"/>
                </a:solidFill>
                <a:latin typeface="Montserrat"/>
                <a:ea typeface="Montserrat"/>
                <a:cs typeface="Montserrat"/>
                <a:sym typeface="Montserrat"/>
              </a:rPr>
              <a:t>WANNA CONTINUE HOT SEVEN </a:t>
            </a:r>
            <a:endParaRPr sz="1700">
              <a:solidFill>
                <a:schemeClr val="lt1"/>
              </a:solidFill>
              <a:latin typeface="Montserrat"/>
              <a:ea typeface="Montserrat"/>
              <a:cs typeface="Montserrat"/>
              <a:sym typeface="Montserrat"/>
            </a:endParaRPr>
          </a:p>
          <a:p>
            <a:pPr indent="0" lvl="0" marL="457200" rtl="0" algn="just">
              <a:spcBef>
                <a:spcPts val="0"/>
              </a:spcBef>
              <a:spcAft>
                <a:spcPts val="0"/>
              </a:spcAft>
              <a:buNone/>
            </a:pPr>
            <a:r>
              <a:rPr lang="en-GB" sz="1700">
                <a:solidFill>
                  <a:schemeClr val="lt1"/>
                </a:solidFill>
                <a:latin typeface="Montserrat"/>
                <a:ea typeface="Montserrat"/>
                <a:cs typeface="Montserrat"/>
                <a:sym typeface="Montserrat"/>
              </a:rPr>
              <a:t>EXIT ROCKET</a:t>
            </a:r>
            <a:endParaRPr sz="1700">
              <a:solidFill>
                <a:schemeClr val="lt1"/>
              </a:solidFill>
              <a:latin typeface="Montserrat"/>
              <a:ea typeface="Montserrat"/>
              <a:cs typeface="Montserrat"/>
              <a:sym typeface="Montserrat"/>
            </a:endParaRPr>
          </a:p>
          <a:p>
            <a:pPr indent="0" lvl="0" marL="457200" rtl="0" algn="just">
              <a:spcBef>
                <a:spcPts val="0"/>
              </a:spcBef>
              <a:spcAft>
                <a:spcPts val="0"/>
              </a:spcAft>
              <a:buNone/>
            </a:pPr>
            <a:r>
              <a:rPr lang="en-GB" sz="1700">
                <a:solidFill>
                  <a:schemeClr val="lt1"/>
                </a:solidFill>
                <a:latin typeface="Montserrat"/>
                <a:ea typeface="Montserrat"/>
                <a:cs typeface="Montserrat"/>
                <a:sym typeface="Montserrat"/>
              </a:rPr>
              <a:t>WANNA CONTINUE ROCKET</a:t>
            </a:r>
            <a:endParaRPr sz="1700">
              <a:solidFill>
                <a:schemeClr val="lt1"/>
              </a:solidFill>
              <a:latin typeface="Montserrat"/>
              <a:ea typeface="Montserrat"/>
              <a:cs typeface="Montserrat"/>
              <a:sym typeface="Montserrat"/>
            </a:endParaRPr>
          </a:p>
          <a:p>
            <a:pPr indent="0" lvl="0" marL="457200" rtl="0" algn="just">
              <a:spcBef>
                <a:spcPts val="0"/>
              </a:spcBef>
              <a:spcAft>
                <a:spcPts val="0"/>
              </a:spcAft>
              <a:buNone/>
            </a:pPr>
            <a:r>
              <a:rPr lang="en-GB" sz="1700">
                <a:solidFill>
                  <a:schemeClr val="lt1"/>
                </a:solidFill>
                <a:latin typeface="Montserrat"/>
                <a:ea typeface="Montserrat"/>
                <a:cs typeface="Montserrat"/>
                <a:sym typeface="Montserrat"/>
              </a:rPr>
              <a:t>RESULT HOT SEVEN</a:t>
            </a:r>
            <a:endParaRPr sz="1700">
              <a:solidFill>
                <a:schemeClr val="lt1"/>
              </a:solidFill>
              <a:latin typeface="Montserrat"/>
              <a:ea typeface="Montserrat"/>
              <a:cs typeface="Montserrat"/>
              <a:sym typeface="Montserrat"/>
            </a:endParaRPr>
          </a:p>
          <a:p>
            <a:pPr indent="0" lvl="0" marL="457200" rtl="0" algn="just">
              <a:spcBef>
                <a:spcPts val="0"/>
              </a:spcBef>
              <a:spcAft>
                <a:spcPts val="0"/>
              </a:spcAft>
              <a:buNone/>
            </a:pPr>
            <a:r>
              <a:rPr lang="en-GB" sz="1700">
                <a:solidFill>
                  <a:schemeClr val="lt1"/>
                </a:solidFill>
                <a:latin typeface="Montserrat"/>
                <a:ea typeface="Montserrat"/>
                <a:cs typeface="Montserrat"/>
                <a:sym typeface="Montserrat"/>
              </a:rPr>
              <a:t>MONEY LEFT</a:t>
            </a:r>
            <a:endParaRPr sz="1700">
              <a:solidFill>
                <a:schemeClr val="lt1"/>
              </a:solidFill>
              <a:latin typeface="Montserrat"/>
              <a:ea typeface="Montserrat"/>
              <a:cs typeface="Montserrat"/>
              <a:sym typeface="Montserrat"/>
            </a:endParaRPr>
          </a:p>
          <a:p>
            <a:pPr indent="0" lvl="0" marL="457200" rtl="0" algn="just">
              <a:spcBef>
                <a:spcPts val="0"/>
              </a:spcBef>
              <a:spcAft>
                <a:spcPts val="0"/>
              </a:spcAft>
              <a:buNone/>
            </a:pPr>
            <a:r>
              <a:rPr lang="en-GB" sz="1700">
                <a:solidFill>
                  <a:schemeClr val="lt1"/>
                </a:solidFill>
                <a:latin typeface="Montserrat"/>
                <a:ea typeface="Montserrat"/>
                <a:cs typeface="Montserrat"/>
                <a:sym typeface="Montserrat"/>
              </a:rPr>
              <a:t>STILL FLYING</a:t>
            </a:r>
            <a:endParaRPr sz="1700">
              <a:solidFill>
                <a:schemeClr val="lt1"/>
              </a:solidFill>
              <a:latin typeface="Montserrat"/>
              <a:ea typeface="Montserrat"/>
              <a:cs typeface="Montserrat"/>
              <a:sym typeface="Montserrat"/>
            </a:endParaRPr>
          </a:p>
          <a:p>
            <a:pPr indent="0" lvl="0" marL="457200" rtl="0" algn="just">
              <a:spcBef>
                <a:spcPts val="0"/>
              </a:spcBef>
              <a:spcAft>
                <a:spcPts val="0"/>
              </a:spcAft>
              <a:buNone/>
            </a:pPr>
            <a:r>
              <a:t/>
            </a:r>
            <a:endParaRPr sz="1700">
              <a:solidFill>
                <a:schemeClr val="lt1"/>
              </a:solidFill>
              <a:latin typeface="Montserrat"/>
              <a:ea typeface="Montserrat"/>
              <a:cs typeface="Montserrat"/>
              <a:sym typeface="Montserrat"/>
            </a:endParaRPr>
          </a:p>
        </p:txBody>
      </p:sp>
      <p:cxnSp>
        <p:nvCxnSpPr>
          <p:cNvPr id="411" name="Google Shape;411;p67"/>
          <p:cNvCxnSpPr/>
          <p:nvPr/>
        </p:nvCxnSpPr>
        <p:spPr>
          <a:xfrm>
            <a:off x="2425700" y="1310650"/>
            <a:ext cx="1097400" cy="15300"/>
          </a:xfrm>
          <a:prstGeom prst="straightConnector1">
            <a:avLst/>
          </a:prstGeom>
          <a:noFill/>
          <a:ln cap="flat" cmpd="sng" w="19050">
            <a:solidFill>
              <a:schemeClr val="accent5"/>
            </a:solidFill>
            <a:prstDash val="solid"/>
            <a:round/>
            <a:headEnd len="med" w="med" type="none"/>
            <a:tailEnd len="med" w="med" type="triangle"/>
          </a:ln>
        </p:spPr>
      </p:cxnSp>
      <p:cxnSp>
        <p:nvCxnSpPr>
          <p:cNvPr id="412" name="Google Shape;412;p67"/>
          <p:cNvCxnSpPr/>
          <p:nvPr/>
        </p:nvCxnSpPr>
        <p:spPr>
          <a:xfrm>
            <a:off x="1999000" y="2331700"/>
            <a:ext cx="1501200" cy="0"/>
          </a:xfrm>
          <a:prstGeom prst="straightConnector1">
            <a:avLst/>
          </a:prstGeom>
          <a:noFill/>
          <a:ln cap="flat" cmpd="sng" w="19050">
            <a:solidFill>
              <a:schemeClr val="accent5"/>
            </a:solidFill>
            <a:prstDash val="solid"/>
            <a:round/>
            <a:headEnd len="med" w="med" type="none"/>
            <a:tailEnd len="med" w="med" type="triangle"/>
          </a:ln>
        </p:spPr>
      </p:cxnSp>
      <p:cxnSp>
        <p:nvCxnSpPr>
          <p:cNvPr id="413" name="Google Shape;413;p67"/>
          <p:cNvCxnSpPr/>
          <p:nvPr/>
        </p:nvCxnSpPr>
        <p:spPr>
          <a:xfrm>
            <a:off x="2130675" y="3865100"/>
            <a:ext cx="1377000" cy="13500"/>
          </a:xfrm>
          <a:prstGeom prst="straightConnector1">
            <a:avLst/>
          </a:prstGeom>
          <a:noFill/>
          <a:ln cap="flat" cmpd="sng" w="19050">
            <a:solidFill>
              <a:schemeClr val="accent5"/>
            </a:solidFill>
            <a:prstDash val="solid"/>
            <a:round/>
            <a:headEnd len="med" w="med" type="none"/>
            <a:tailEnd len="med" w="med" type="triangle"/>
          </a:ln>
        </p:spPr>
      </p:cxnSp>
      <p:cxnSp>
        <p:nvCxnSpPr>
          <p:cNvPr id="414" name="Google Shape;414;p67"/>
          <p:cNvCxnSpPr>
            <a:endCxn id="415" idx="1"/>
          </p:cNvCxnSpPr>
          <p:nvPr/>
        </p:nvCxnSpPr>
        <p:spPr>
          <a:xfrm>
            <a:off x="2160575" y="2556800"/>
            <a:ext cx="1335000" cy="15000"/>
          </a:xfrm>
          <a:prstGeom prst="straightConnector1">
            <a:avLst/>
          </a:prstGeom>
          <a:noFill/>
          <a:ln cap="flat" cmpd="sng" w="19050">
            <a:solidFill>
              <a:schemeClr val="accent5"/>
            </a:solidFill>
            <a:prstDash val="solid"/>
            <a:round/>
            <a:headEnd len="med" w="med" type="none"/>
            <a:tailEnd len="med" w="med" type="triangle"/>
          </a:ln>
        </p:spPr>
      </p:cxnSp>
      <p:cxnSp>
        <p:nvCxnSpPr>
          <p:cNvPr id="416" name="Google Shape;416;p67"/>
          <p:cNvCxnSpPr/>
          <p:nvPr/>
        </p:nvCxnSpPr>
        <p:spPr>
          <a:xfrm flipH="1" rot="10800000">
            <a:off x="3050225" y="2857300"/>
            <a:ext cx="457500" cy="13500"/>
          </a:xfrm>
          <a:prstGeom prst="straightConnector1">
            <a:avLst/>
          </a:prstGeom>
          <a:noFill/>
          <a:ln cap="flat" cmpd="sng" w="19050">
            <a:solidFill>
              <a:schemeClr val="accent5"/>
            </a:solidFill>
            <a:prstDash val="solid"/>
            <a:round/>
            <a:headEnd len="med" w="med" type="none"/>
            <a:tailEnd len="med" w="med" type="triangle"/>
          </a:ln>
        </p:spPr>
      </p:cxnSp>
      <p:cxnSp>
        <p:nvCxnSpPr>
          <p:cNvPr id="417" name="Google Shape;417;p67"/>
          <p:cNvCxnSpPr/>
          <p:nvPr/>
        </p:nvCxnSpPr>
        <p:spPr>
          <a:xfrm>
            <a:off x="1704525" y="3117500"/>
            <a:ext cx="1810800" cy="6900"/>
          </a:xfrm>
          <a:prstGeom prst="straightConnector1">
            <a:avLst/>
          </a:prstGeom>
          <a:noFill/>
          <a:ln cap="flat" cmpd="sng" w="19050">
            <a:solidFill>
              <a:schemeClr val="accent5"/>
            </a:solidFill>
            <a:prstDash val="solid"/>
            <a:round/>
            <a:headEnd len="med" w="med" type="none"/>
            <a:tailEnd len="med" w="med" type="triangle"/>
          </a:ln>
        </p:spPr>
      </p:cxnSp>
      <p:cxnSp>
        <p:nvCxnSpPr>
          <p:cNvPr id="418" name="Google Shape;418;p67"/>
          <p:cNvCxnSpPr/>
          <p:nvPr/>
        </p:nvCxnSpPr>
        <p:spPr>
          <a:xfrm flipH="1" rot="10800000">
            <a:off x="2893225" y="3368075"/>
            <a:ext cx="614400" cy="3600"/>
          </a:xfrm>
          <a:prstGeom prst="straightConnector1">
            <a:avLst/>
          </a:prstGeom>
          <a:noFill/>
          <a:ln cap="flat" cmpd="sng" w="19050">
            <a:solidFill>
              <a:schemeClr val="accent5"/>
            </a:solidFill>
            <a:prstDash val="solid"/>
            <a:round/>
            <a:headEnd len="med" w="med" type="none"/>
            <a:tailEnd len="med" w="med" type="triangle"/>
          </a:ln>
        </p:spPr>
      </p:cxnSp>
      <p:cxnSp>
        <p:nvCxnSpPr>
          <p:cNvPr id="419" name="Google Shape;419;p67"/>
          <p:cNvCxnSpPr/>
          <p:nvPr/>
        </p:nvCxnSpPr>
        <p:spPr>
          <a:xfrm>
            <a:off x="2250450" y="1600225"/>
            <a:ext cx="1264800" cy="15300"/>
          </a:xfrm>
          <a:prstGeom prst="straightConnector1">
            <a:avLst/>
          </a:prstGeom>
          <a:noFill/>
          <a:ln cap="flat" cmpd="sng" w="19050">
            <a:solidFill>
              <a:schemeClr val="accent5"/>
            </a:solidFill>
            <a:prstDash val="solid"/>
            <a:round/>
            <a:headEnd len="med" w="med" type="none"/>
            <a:tailEnd len="med" w="med" type="triangle"/>
          </a:ln>
        </p:spPr>
      </p:cxnSp>
      <p:cxnSp>
        <p:nvCxnSpPr>
          <p:cNvPr id="420" name="Google Shape;420;p67"/>
          <p:cNvCxnSpPr/>
          <p:nvPr/>
        </p:nvCxnSpPr>
        <p:spPr>
          <a:xfrm>
            <a:off x="2631425" y="1859300"/>
            <a:ext cx="861000" cy="30600"/>
          </a:xfrm>
          <a:prstGeom prst="straightConnector1">
            <a:avLst/>
          </a:prstGeom>
          <a:noFill/>
          <a:ln cap="flat" cmpd="sng" w="19050">
            <a:solidFill>
              <a:schemeClr val="accent5"/>
            </a:solidFill>
            <a:prstDash val="solid"/>
            <a:round/>
            <a:headEnd len="med" w="med" type="none"/>
            <a:tailEnd len="med" w="med" type="triangle"/>
          </a:ln>
        </p:spPr>
      </p:cxnSp>
      <p:cxnSp>
        <p:nvCxnSpPr>
          <p:cNvPr id="421" name="Google Shape;421;p67"/>
          <p:cNvCxnSpPr/>
          <p:nvPr/>
        </p:nvCxnSpPr>
        <p:spPr>
          <a:xfrm flipH="1" rot="10800000">
            <a:off x="5610686" y="1723997"/>
            <a:ext cx="605100" cy="11400"/>
          </a:xfrm>
          <a:prstGeom prst="straightConnector1">
            <a:avLst/>
          </a:prstGeom>
          <a:noFill/>
          <a:ln cap="flat" cmpd="sng" w="19050">
            <a:solidFill>
              <a:schemeClr val="accent5"/>
            </a:solidFill>
            <a:prstDash val="solid"/>
            <a:round/>
            <a:headEnd len="med" w="med" type="none"/>
            <a:tailEnd len="med" w="med" type="triangle"/>
          </a:ln>
        </p:spPr>
      </p:cxnSp>
      <p:cxnSp>
        <p:nvCxnSpPr>
          <p:cNvPr id="422" name="Google Shape;422;p67"/>
          <p:cNvCxnSpPr/>
          <p:nvPr/>
        </p:nvCxnSpPr>
        <p:spPr>
          <a:xfrm flipH="1" rot="10800000">
            <a:off x="5610686" y="1975497"/>
            <a:ext cx="605100" cy="11400"/>
          </a:xfrm>
          <a:prstGeom prst="straightConnector1">
            <a:avLst/>
          </a:prstGeom>
          <a:noFill/>
          <a:ln cap="flat" cmpd="sng" w="19050">
            <a:solidFill>
              <a:schemeClr val="accent5"/>
            </a:solidFill>
            <a:prstDash val="solid"/>
            <a:round/>
            <a:headEnd len="med" w="med" type="none"/>
            <a:tailEnd len="med" w="med" type="triangle"/>
          </a:ln>
        </p:spPr>
      </p:cxnSp>
      <p:cxnSp>
        <p:nvCxnSpPr>
          <p:cNvPr id="423" name="Google Shape;423;p67"/>
          <p:cNvCxnSpPr/>
          <p:nvPr/>
        </p:nvCxnSpPr>
        <p:spPr>
          <a:xfrm flipH="1" rot="10800000">
            <a:off x="5610686" y="2226997"/>
            <a:ext cx="605100" cy="11400"/>
          </a:xfrm>
          <a:prstGeom prst="straightConnector1">
            <a:avLst/>
          </a:prstGeom>
          <a:noFill/>
          <a:ln cap="flat" cmpd="sng" w="19050">
            <a:solidFill>
              <a:schemeClr val="accent5"/>
            </a:solidFill>
            <a:prstDash val="solid"/>
            <a:round/>
            <a:headEnd len="med" w="med" type="none"/>
            <a:tailEnd len="med" w="med" type="triangle"/>
          </a:ln>
        </p:spPr>
      </p:cxnSp>
      <p:cxnSp>
        <p:nvCxnSpPr>
          <p:cNvPr id="424" name="Google Shape;424;p67"/>
          <p:cNvCxnSpPr/>
          <p:nvPr/>
        </p:nvCxnSpPr>
        <p:spPr>
          <a:xfrm flipH="1" rot="10800000">
            <a:off x="5610686" y="2478497"/>
            <a:ext cx="605100" cy="11400"/>
          </a:xfrm>
          <a:prstGeom prst="straightConnector1">
            <a:avLst/>
          </a:prstGeom>
          <a:noFill/>
          <a:ln cap="flat" cmpd="sng" w="19050">
            <a:solidFill>
              <a:schemeClr val="accent5"/>
            </a:solidFill>
            <a:prstDash val="solid"/>
            <a:round/>
            <a:headEnd len="med" w="med" type="none"/>
            <a:tailEnd len="med" w="med" type="triangle"/>
          </a:ln>
        </p:spPr>
      </p:cxnSp>
      <p:cxnSp>
        <p:nvCxnSpPr>
          <p:cNvPr id="425" name="Google Shape;425;p67"/>
          <p:cNvCxnSpPr/>
          <p:nvPr/>
        </p:nvCxnSpPr>
        <p:spPr>
          <a:xfrm flipH="1" rot="10800000">
            <a:off x="5610686" y="2729997"/>
            <a:ext cx="605100" cy="11400"/>
          </a:xfrm>
          <a:prstGeom prst="straightConnector1">
            <a:avLst/>
          </a:prstGeom>
          <a:noFill/>
          <a:ln cap="flat" cmpd="sng" w="19050">
            <a:solidFill>
              <a:schemeClr val="accent5"/>
            </a:solidFill>
            <a:prstDash val="solid"/>
            <a:round/>
            <a:headEnd len="med" w="med" type="none"/>
            <a:tailEnd len="med" w="med" type="triangle"/>
          </a:ln>
        </p:spPr>
      </p:cxnSp>
      <p:cxnSp>
        <p:nvCxnSpPr>
          <p:cNvPr id="426" name="Google Shape;426;p67"/>
          <p:cNvCxnSpPr/>
          <p:nvPr/>
        </p:nvCxnSpPr>
        <p:spPr>
          <a:xfrm flipH="1" rot="10800000">
            <a:off x="5610686" y="1472497"/>
            <a:ext cx="605100" cy="11400"/>
          </a:xfrm>
          <a:prstGeom prst="straightConnector1">
            <a:avLst/>
          </a:prstGeom>
          <a:noFill/>
          <a:ln cap="flat" cmpd="sng" w="19050">
            <a:solidFill>
              <a:schemeClr val="accent5"/>
            </a:solidFill>
            <a:prstDash val="solid"/>
            <a:round/>
            <a:headEnd len="med" w="med" type="none"/>
            <a:tailEnd len="med" w="med" type="triangle"/>
          </a:ln>
        </p:spPr>
      </p:cxnSp>
      <p:cxnSp>
        <p:nvCxnSpPr>
          <p:cNvPr id="427" name="Google Shape;427;p67"/>
          <p:cNvCxnSpPr/>
          <p:nvPr/>
        </p:nvCxnSpPr>
        <p:spPr>
          <a:xfrm flipH="1" rot="10800000">
            <a:off x="5610686" y="2981497"/>
            <a:ext cx="605100" cy="11400"/>
          </a:xfrm>
          <a:prstGeom prst="straightConnector1">
            <a:avLst/>
          </a:prstGeom>
          <a:noFill/>
          <a:ln cap="flat" cmpd="sng" w="19050">
            <a:solidFill>
              <a:schemeClr val="accent5"/>
            </a:solidFill>
            <a:prstDash val="solid"/>
            <a:round/>
            <a:headEnd len="med" w="med" type="none"/>
            <a:tailEnd len="med" w="med" type="triangle"/>
          </a:ln>
        </p:spPr>
      </p:cxnSp>
      <p:cxnSp>
        <p:nvCxnSpPr>
          <p:cNvPr id="428" name="Google Shape;428;p67"/>
          <p:cNvCxnSpPr/>
          <p:nvPr/>
        </p:nvCxnSpPr>
        <p:spPr>
          <a:xfrm flipH="1" rot="10800000">
            <a:off x="5610686" y="3232997"/>
            <a:ext cx="605100" cy="11400"/>
          </a:xfrm>
          <a:prstGeom prst="straightConnector1">
            <a:avLst/>
          </a:prstGeom>
          <a:noFill/>
          <a:ln cap="flat" cmpd="sng" w="19050">
            <a:solidFill>
              <a:schemeClr val="accent5"/>
            </a:solidFill>
            <a:prstDash val="solid"/>
            <a:round/>
            <a:headEnd len="med" w="med" type="none"/>
            <a:tailEnd len="med" w="med" type="triangle"/>
          </a:ln>
        </p:spPr>
      </p:cxnSp>
      <p:cxnSp>
        <p:nvCxnSpPr>
          <p:cNvPr id="429" name="Google Shape;429;p67"/>
          <p:cNvCxnSpPr/>
          <p:nvPr/>
        </p:nvCxnSpPr>
        <p:spPr>
          <a:xfrm flipH="1" rot="10800000">
            <a:off x="5610686" y="3484497"/>
            <a:ext cx="605100" cy="11400"/>
          </a:xfrm>
          <a:prstGeom prst="straightConnector1">
            <a:avLst/>
          </a:prstGeom>
          <a:noFill/>
          <a:ln cap="flat" cmpd="sng" w="19050">
            <a:solidFill>
              <a:schemeClr val="accent5"/>
            </a:solidFill>
            <a:prstDash val="solid"/>
            <a:round/>
            <a:headEnd len="med" w="med" type="none"/>
            <a:tailEnd len="med" w="med" type="triangle"/>
          </a:ln>
        </p:spPr>
      </p:cxnSp>
      <p:sp>
        <p:nvSpPr>
          <p:cNvPr id="430" name="Google Shape;430;p67"/>
          <p:cNvSpPr txBox="1"/>
          <p:nvPr/>
        </p:nvSpPr>
        <p:spPr>
          <a:xfrm>
            <a:off x="5763275" y="1197600"/>
            <a:ext cx="3269100" cy="27483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GB" sz="1700">
                <a:solidFill>
                  <a:schemeClr val="lt1"/>
                </a:solidFill>
                <a:latin typeface="Montserrat"/>
                <a:ea typeface="Montserrat"/>
                <a:cs typeface="Montserrat"/>
                <a:sym typeface="Montserrat"/>
              </a:rPr>
              <a:t>ROCKET SELECTED </a:t>
            </a:r>
            <a:endParaRPr sz="1700">
              <a:solidFill>
                <a:schemeClr val="lt1"/>
              </a:solidFill>
              <a:latin typeface="Montserrat"/>
              <a:ea typeface="Montserrat"/>
              <a:cs typeface="Montserrat"/>
              <a:sym typeface="Montserrat"/>
            </a:endParaRPr>
          </a:p>
          <a:p>
            <a:pPr indent="0" lvl="0" marL="457200" rtl="0" algn="l">
              <a:spcBef>
                <a:spcPts val="0"/>
              </a:spcBef>
              <a:spcAft>
                <a:spcPts val="0"/>
              </a:spcAft>
              <a:buNone/>
            </a:pPr>
            <a:r>
              <a:rPr lang="en-GB" sz="1700">
                <a:solidFill>
                  <a:schemeClr val="lt1"/>
                </a:solidFill>
                <a:latin typeface="Montserrat"/>
                <a:ea typeface="Montserrat"/>
                <a:cs typeface="Montserrat"/>
                <a:sym typeface="Montserrat"/>
              </a:rPr>
              <a:t>HOT SEVEN SELECTED</a:t>
            </a:r>
            <a:endParaRPr sz="1700">
              <a:solidFill>
                <a:schemeClr val="lt1"/>
              </a:solidFill>
              <a:latin typeface="Montserrat"/>
              <a:ea typeface="Montserrat"/>
              <a:cs typeface="Montserrat"/>
              <a:sym typeface="Montserrat"/>
            </a:endParaRPr>
          </a:p>
          <a:p>
            <a:pPr indent="0" lvl="0" marL="457200" rtl="0" algn="l">
              <a:spcBef>
                <a:spcPts val="0"/>
              </a:spcBef>
              <a:spcAft>
                <a:spcPts val="0"/>
              </a:spcAft>
              <a:buNone/>
            </a:pPr>
            <a:r>
              <a:rPr lang="en-GB" sz="1700">
                <a:solidFill>
                  <a:schemeClr val="lt1"/>
                </a:solidFill>
                <a:latin typeface="Montserrat"/>
                <a:ea typeface="Montserrat"/>
                <a:cs typeface="Montserrat"/>
                <a:sym typeface="Montserrat"/>
              </a:rPr>
              <a:t>SHOW ROCKET BET</a:t>
            </a:r>
            <a:endParaRPr sz="1700">
              <a:solidFill>
                <a:schemeClr val="lt1"/>
              </a:solidFill>
              <a:latin typeface="Montserrat"/>
              <a:ea typeface="Montserrat"/>
              <a:cs typeface="Montserrat"/>
              <a:sym typeface="Montserrat"/>
            </a:endParaRPr>
          </a:p>
          <a:p>
            <a:pPr indent="0" lvl="0" marL="457200" rtl="0" algn="l">
              <a:spcBef>
                <a:spcPts val="0"/>
              </a:spcBef>
              <a:spcAft>
                <a:spcPts val="0"/>
              </a:spcAft>
              <a:buNone/>
            </a:pPr>
            <a:r>
              <a:rPr lang="en-GB" sz="1700">
                <a:solidFill>
                  <a:schemeClr val="lt1"/>
                </a:solidFill>
                <a:latin typeface="Montserrat"/>
                <a:ea typeface="Montserrat"/>
                <a:cs typeface="Montserrat"/>
                <a:sym typeface="Montserrat"/>
              </a:rPr>
              <a:t>SHOW HOT SEVEN BET</a:t>
            </a:r>
            <a:endParaRPr sz="1700">
              <a:solidFill>
                <a:schemeClr val="lt1"/>
              </a:solidFill>
              <a:latin typeface="Montserrat"/>
              <a:ea typeface="Montserrat"/>
              <a:cs typeface="Montserrat"/>
              <a:sym typeface="Montserrat"/>
            </a:endParaRPr>
          </a:p>
          <a:p>
            <a:pPr indent="0" lvl="0" marL="457200" rtl="0" algn="l">
              <a:spcBef>
                <a:spcPts val="0"/>
              </a:spcBef>
              <a:spcAft>
                <a:spcPts val="0"/>
              </a:spcAft>
              <a:buNone/>
            </a:pPr>
            <a:r>
              <a:rPr lang="en-GB" sz="1700">
                <a:solidFill>
                  <a:schemeClr val="lt1"/>
                </a:solidFill>
                <a:latin typeface="Montserrat"/>
                <a:ea typeface="Montserrat"/>
                <a:cs typeface="Montserrat"/>
                <a:sym typeface="Montserrat"/>
              </a:rPr>
              <a:t>SHOW SPEED</a:t>
            </a:r>
            <a:endParaRPr sz="1700">
              <a:solidFill>
                <a:schemeClr val="lt1"/>
              </a:solidFill>
              <a:latin typeface="Montserrat"/>
              <a:ea typeface="Montserrat"/>
              <a:cs typeface="Montserrat"/>
              <a:sym typeface="Montserrat"/>
            </a:endParaRPr>
          </a:p>
          <a:p>
            <a:pPr indent="0" lvl="0" marL="457200" rtl="0" algn="l">
              <a:spcBef>
                <a:spcPts val="0"/>
              </a:spcBef>
              <a:spcAft>
                <a:spcPts val="0"/>
              </a:spcAft>
              <a:buNone/>
            </a:pPr>
            <a:r>
              <a:rPr lang="en-GB" sz="1700">
                <a:solidFill>
                  <a:schemeClr val="lt1"/>
                </a:solidFill>
                <a:latin typeface="Montserrat"/>
                <a:ea typeface="Montserrat"/>
                <a:cs typeface="Montserrat"/>
                <a:sym typeface="Montserrat"/>
              </a:rPr>
              <a:t>HOT SEVEN WIN</a:t>
            </a:r>
            <a:endParaRPr sz="1700">
              <a:solidFill>
                <a:schemeClr val="lt1"/>
              </a:solidFill>
              <a:latin typeface="Montserrat"/>
              <a:ea typeface="Montserrat"/>
              <a:cs typeface="Montserrat"/>
              <a:sym typeface="Montserrat"/>
            </a:endParaRPr>
          </a:p>
          <a:p>
            <a:pPr indent="0" lvl="0" marL="457200" rtl="0" algn="l">
              <a:spcBef>
                <a:spcPts val="0"/>
              </a:spcBef>
              <a:spcAft>
                <a:spcPts val="0"/>
              </a:spcAft>
              <a:buNone/>
            </a:pPr>
            <a:r>
              <a:rPr lang="en-GB" sz="1700">
                <a:solidFill>
                  <a:schemeClr val="lt1"/>
                </a:solidFill>
                <a:latin typeface="Montserrat"/>
                <a:ea typeface="Montserrat"/>
                <a:cs typeface="Montserrat"/>
                <a:sym typeface="Montserrat"/>
              </a:rPr>
              <a:t>HOT SEVEN LOSS</a:t>
            </a:r>
            <a:endParaRPr sz="1700">
              <a:solidFill>
                <a:schemeClr val="lt1"/>
              </a:solidFill>
              <a:latin typeface="Montserrat"/>
              <a:ea typeface="Montserrat"/>
              <a:cs typeface="Montserrat"/>
              <a:sym typeface="Montserrat"/>
            </a:endParaRPr>
          </a:p>
          <a:p>
            <a:pPr indent="0" lvl="0" marL="457200" rtl="0" algn="l">
              <a:spcBef>
                <a:spcPts val="0"/>
              </a:spcBef>
              <a:spcAft>
                <a:spcPts val="0"/>
              </a:spcAft>
              <a:buNone/>
            </a:pPr>
            <a:r>
              <a:rPr lang="en-GB" sz="1700">
                <a:solidFill>
                  <a:schemeClr val="lt1"/>
                </a:solidFill>
                <a:latin typeface="Montserrat"/>
                <a:ea typeface="Montserrat"/>
                <a:cs typeface="Montserrat"/>
                <a:sym typeface="Montserrat"/>
              </a:rPr>
              <a:t>ROCKET LOSS</a:t>
            </a:r>
            <a:endParaRPr sz="1700">
              <a:solidFill>
                <a:schemeClr val="lt1"/>
              </a:solidFill>
              <a:latin typeface="Montserrat"/>
              <a:ea typeface="Montserrat"/>
              <a:cs typeface="Montserrat"/>
              <a:sym typeface="Montserrat"/>
            </a:endParaRPr>
          </a:p>
          <a:p>
            <a:pPr indent="0" lvl="0" marL="457200" rtl="0" algn="l">
              <a:spcBef>
                <a:spcPts val="0"/>
              </a:spcBef>
              <a:spcAft>
                <a:spcPts val="0"/>
              </a:spcAft>
              <a:buNone/>
            </a:pPr>
            <a:r>
              <a:rPr lang="en-GB" sz="1700">
                <a:solidFill>
                  <a:schemeClr val="lt1"/>
                </a:solidFill>
                <a:latin typeface="Montserrat"/>
                <a:ea typeface="Montserrat"/>
                <a:cs typeface="Montserrat"/>
                <a:sym typeface="Montserrat"/>
              </a:rPr>
              <a:t>ROCKET MULTIPLIER</a:t>
            </a:r>
            <a:endParaRPr sz="1100">
              <a:solidFill>
                <a:schemeClr val="accent1"/>
              </a:solidFill>
              <a:latin typeface="Montserrat"/>
              <a:ea typeface="Montserrat"/>
              <a:cs typeface="Montserrat"/>
              <a:sym typeface="Montserrat"/>
            </a:endParaRPr>
          </a:p>
        </p:txBody>
      </p:sp>
      <p:sp>
        <p:nvSpPr>
          <p:cNvPr id="431" name="Google Shape;431;p67"/>
          <p:cNvSpPr/>
          <p:nvPr/>
        </p:nvSpPr>
        <p:spPr>
          <a:xfrm>
            <a:off x="3522788" y="706125"/>
            <a:ext cx="2072825" cy="3832875"/>
          </a:xfrm>
          <a:prstGeom prst="flowChartPredefinedProcess">
            <a:avLst/>
          </a:prstGeom>
          <a:solidFill>
            <a:srgbClr val="1C4587"/>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300">
                <a:solidFill>
                  <a:schemeClr val="accent1"/>
                </a:solidFill>
                <a:latin typeface="Montserrat"/>
                <a:ea typeface="Montserrat"/>
                <a:cs typeface="Montserrat"/>
                <a:sym typeface="Montserrat"/>
              </a:rPr>
              <a:t>ASM</a:t>
            </a:r>
            <a:endParaRPr sz="3300">
              <a:solidFill>
                <a:schemeClr val="accent1"/>
              </a:solidFill>
              <a:latin typeface="Montserrat"/>
              <a:ea typeface="Montserrat"/>
              <a:cs typeface="Montserrat"/>
              <a:sym typeface="Montserrat"/>
            </a:endParaRPr>
          </a:p>
        </p:txBody>
      </p:sp>
      <p:cxnSp>
        <p:nvCxnSpPr>
          <p:cNvPr id="432" name="Google Shape;432;p67"/>
          <p:cNvCxnSpPr/>
          <p:nvPr/>
        </p:nvCxnSpPr>
        <p:spPr>
          <a:xfrm>
            <a:off x="246700" y="3238700"/>
            <a:ext cx="2960400" cy="0"/>
          </a:xfrm>
          <a:prstGeom prst="straightConnector1">
            <a:avLst/>
          </a:prstGeom>
          <a:noFill/>
          <a:ln cap="flat" cmpd="sng" w="19050">
            <a:solidFill>
              <a:schemeClr val="accent5"/>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8"/>
          <p:cNvSpPr/>
          <p:nvPr/>
        </p:nvSpPr>
        <p:spPr>
          <a:xfrm>
            <a:off x="492045" y="0"/>
            <a:ext cx="299744" cy="1234986"/>
          </a:xfrm>
          <a:custGeom>
            <a:rect b="b" l="l" r="r" t="t"/>
            <a:pathLst>
              <a:path extrusionOk="0" fill="none" h="48082" w="11670">
                <a:moveTo>
                  <a:pt x="11599" y="0"/>
                </a:moveTo>
                <a:lnTo>
                  <a:pt x="11670" y="21647"/>
                </a:lnTo>
                <a:lnTo>
                  <a:pt x="1" y="34388"/>
                </a:lnTo>
                <a:lnTo>
                  <a:pt x="1" y="48081"/>
                </a:lnTo>
                <a:lnTo>
                  <a:pt x="6097" y="48081"/>
                </a:lnTo>
              </a:path>
            </a:pathLst>
          </a:custGeom>
          <a:solidFill>
            <a:schemeClr val="lt1"/>
          </a:solidFill>
          <a:ln cap="flat" cmpd="sng" w="19050">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8" name="Google Shape;438;p68"/>
          <p:cNvGrpSpPr/>
          <p:nvPr/>
        </p:nvGrpSpPr>
        <p:grpSpPr>
          <a:xfrm>
            <a:off x="629692" y="1105264"/>
            <a:ext cx="144992" cy="269768"/>
            <a:chOff x="629692" y="1105264"/>
            <a:chExt cx="144992" cy="269768"/>
          </a:xfrm>
        </p:grpSpPr>
        <p:sp>
          <p:nvSpPr>
            <p:cNvPr id="439" name="Google Shape;439;p68"/>
            <p:cNvSpPr/>
            <p:nvPr/>
          </p:nvSpPr>
          <p:spPr>
            <a:xfrm>
              <a:off x="629692" y="1105264"/>
              <a:ext cx="144992" cy="135206"/>
            </a:xfrm>
            <a:custGeom>
              <a:rect b="b" l="l" r="r" t="t"/>
              <a:pathLst>
                <a:path extrusionOk="0" fill="none" h="5264" w="5645">
                  <a:moveTo>
                    <a:pt x="0" y="5264"/>
                  </a:moveTo>
                  <a:lnTo>
                    <a:pt x="5644" y="1"/>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68"/>
            <p:cNvSpPr/>
            <p:nvPr/>
          </p:nvSpPr>
          <p:spPr>
            <a:xfrm>
              <a:off x="635188" y="1229450"/>
              <a:ext cx="135822" cy="145583"/>
            </a:xfrm>
            <a:custGeom>
              <a:rect b="b" l="l" r="r" t="t"/>
              <a:pathLst>
                <a:path extrusionOk="0" fill="none" h="5668" w="5288">
                  <a:moveTo>
                    <a:pt x="0" y="0"/>
                  </a:moveTo>
                  <a:lnTo>
                    <a:pt x="5287" y="5668"/>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1" name="Google Shape;441;p68">
            <a:hlinkClick action="ppaction://hlinksldjump" r:id="rId3"/>
          </p:cNvPr>
          <p:cNvSpPr/>
          <p:nvPr/>
        </p:nvSpPr>
        <p:spPr>
          <a:xfrm>
            <a:off x="662726" y="431825"/>
            <a:ext cx="254100" cy="254100"/>
          </a:xfrm>
          <a:prstGeom prst="ellipse">
            <a:avLst/>
          </a:prstGeom>
          <a:solidFill>
            <a:schemeClr val="dk1"/>
          </a:solidFill>
          <a:ln cap="flat" cmpd="sng" w="2857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GB">
                <a:solidFill>
                  <a:schemeClr val="lt1"/>
                </a:solidFill>
                <a:latin typeface="Montserrat"/>
                <a:ea typeface="Montserrat"/>
                <a:cs typeface="Montserrat"/>
                <a:sym typeface="Montserrat"/>
              </a:rPr>
              <a:t>T</a:t>
            </a:r>
            <a:endParaRPr b="1" sz="1600"/>
          </a:p>
        </p:txBody>
      </p:sp>
      <p:sp>
        <p:nvSpPr>
          <p:cNvPr id="442" name="Google Shape;442;p68">
            <a:hlinkClick action="ppaction://hlinkshowjump?jump=previousslide"/>
          </p:cNvPr>
          <p:cNvSpPr/>
          <p:nvPr/>
        </p:nvSpPr>
        <p:spPr>
          <a:xfrm rot="10800000">
            <a:off x="745722" y="1066461"/>
            <a:ext cx="88200" cy="882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443" name="Google Shape;443;p68">
            <a:hlinkClick action="ppaction://hlinkshowjump?jump=nextslide"/>
          </p:cNvPr>
          <p:cNvSpPr/>
          <p:nvPr/>
        </p:nvSpPr>
        <p:spPr>
          <a:xfrm>
            <a:off x="745525" y="1325689"/>
            <a:ext cx="88500" cy="885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pic>
        <p:nvPicPr>
          <p:cNvPr id="444" name="Google Shape;444;p68"/>
          <p:cNvPicPr preferRelativeResize="0"/>
          <p:nvPr/>
        </p:nvPicPr>
        <p:blipFill>
          <a:blip r:embed="rId4">
            <a:alphaModFix/>
          </a:blip>
          <a:stretch>
            <a:fillRect/>
          </a:stretch>
        </p:blipFill>
        <p:spPr>
          <a:xfrm>
            <a:off x="2602675" y="-469775"/>
            <a:ext cx="6541325" cy="5613276"/>
          </a:xfrm>
          <a:prstGeom prst="rect">
            <a:avLst/>
          </a:prstGeom>
          <a:noFill/>
          <a:ln>
            <a:noFill/>
          </a:ln>
        </p:spPr>
      </p:pic>
      <p:sp>
        <p:nvSpPr>
          <p:cNvPr id="445" name="Google Shape;445;p68"/>
          <p:cNvSpPr txBox="1"/>
          <p:nvPr/>
        </p:nvSpPr>
        <p:spPr>
          <a:xfrm>
            <a:off x="916825" y="685925"/>
            <a:ext cx="3301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solidFill>
                  <a:schemeClr val="lt1"/>
                </a:solidFill>
                <a:latin typeface="Montserrat ExtraBold"/>
                <a:ea typeface="Montserrat ExtraBold"/>
                <a:cs typeface="Montserrat ExtraBold"/>
                <a:sym typeface="Montserrat ExtraBold"/>
              </a:rPr>
              <a:t>Organigrama circuitului</a:t>
            </a:r>
            <a:endParaRPr sz="21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9"/>
          <p:cNvSpPr/>
          <p:nvPr/>
        </p:nvSpPr>
        <p:spPr>
          <a:xfrm>
            <a:off x="492045" y="0"/>
            <a:ext cx="299744" cy="1234986"/>
          </a:xfrm>
          <a:custGeom>
            <a:rect b="b" l="l" r="r" t="t"/>
            <a:pathLst>
              <a:path extrusionOk="0" fill="none" h="48082" w="11670">
                <a:moveTo>
                  <a:pt x="11599" y="0"/>
                </a:moveTo>
                <a:lnTo>
                  <a:pt x="11670" y="21647"/>
                </a:lnTo>
                <a:lnTo>
                  <a:pt x="1" y="34388"/>
                </a:lnTo>
                <a:lnTo>
                  <a:pt x="1" y="48081"/>
                </a:lnTo>
                <a:lnTo>
                  <a:pt x="6097" y="48081"/>
                </a:lnTo>
              </a:path>
            </a:pathLst>
          </a:custGeom>
          <a:solidFill>
            <a:schemeClr val="lt1"/>
          </a:solidFill>
          <a:ln cap="flat" cmpd="sng" w="19050">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1" name="Google Shape;451;p69"/>
          <p:cNvGrpSpPr/>
          <p:nvPr/>
        </p:nvGrpSpPr>
        <p:grpSpPr>
          <a:xfrm>
            <a:off x="629692" y="1105264"/>
            <a:ext cx="144992" cy="269768"/>
            <a:chOff x="629692" y="1105264"/>
            <a:chExt cx="144992" cy="269768"/>
          </a:xfrm>
        </p:grpSpPr>
        <p:sp>
          <p:nvSpPr>
            <p:cNvPr id="452" name="Google Shape;452;p69"/>
            <p:cNvSpPr/>
            <p:nvPr/>
          </p:nvSpPr>
          <p:spPr>
            <a:xfrm>
              <a:off x="629692" y="1105264"/>
              <a:ext cx="144992" cy="135206"/>
            </a:xfrm>
            <a:custGeom>
              <a:rect b="b" l="l" r="r" t="t"/>
              <a:pathLst>
                <a:path extrusionOk="0" fill="none" h="5264" w="5645">
                  <a:moveTo>
                    <a:pt x="0" y="5264"/>
                  </a:moveTo>
                  <a:lnTo>
                    <a:pt x="5644" y="1"/>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69"/>
            <p:cNvSpPr/>
            <p:nvPr/>
          </p:nvSpPr>
          <p:spPr>
            <a:xfrm>
              <a:off x="635188" y="1229450"/>
              <a:ext cx="135822" cy="145583"/>
            </a:xfrm>
            <a:custGeom>
              <a:rect b="b" l="l" r="r" t="t"/>
              <a:pathLst>
                <a:path extrusionOk="0" fill="none" h="5668" w="5288">
                  <a:moveTo>
                    <a:pt x="0" y="0"/>
                  </a:moveTo>
                  <a:lnTo>
                    <a:pt x="5287" y="5668"/>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4" name="Google Shape;454;p69">
            <a:hlinkClick action="ppaction://hlinksldjump" r:id="rId3"/>
          </p:cNvPr>
          <p:cNvSpPr/>
          <p:nvPr/>
        </p:nvSpPr>
        <p:spPr>
          <a:xfrm>
            <a:off x="662726" y="431825"/>
            <a:ext cx="254100" cy="254100"/>
          </a:xfrm>
          <a:prstGeom prst="ellipse">
            <a:avLst/>
          </a:prstGeom>
          <a:solidFill>
            <a:schemeClr val="dk1"/>
          </a:solidFill>
          <a:ln cap="flat" cmpd="sng" w="2857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GB">
                <a:solidFill>
                  <a:schemeClr val="lt1"/>
                </a:solidFill>
                <a:latin typeface="Montserrat"/>
                <a:ea typeface="Montserrat"/>
                <a:cs typeface="Montserrat"/>
                <a:sym typeface="Montserrat"/>
              </a:rPr>
              <a:t>T</a:t>
            </a:r>
            <a:endParaRPr b="1" sz="1600"/>
          </a:p>
        </p:txBody>
      </p:sp>
      <p:sp>
        <p:nvSpPr>
          <p:cNvPr id="455" name="Google Shape;455;p69">
            <a:hlinkClick action="ppaction://hlinkshowjump?jump=previousslide"/>
          </p:cNvPr>
          <p:cNvSpPr/>
          <p:nvPr/>
        </p:nvSpPr>
        <p:spPr>
          <a:xfrm rot="10800000">
            <a:off x="745722" y="1066461"/>
            <a:ext cx="88200" cy="882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456" name="Google Shape;456;p69">
            <a:hlinkClick action="ppaction://hlinkshowjump?jump=nextslide"/>
          </p:cNvPr>
          <p:cNvSpPr/>
          <p:nvPr/>
        </p:nvSpPr>
        <p:spPr>
          <a:xfrm>
            <a:off x="745525" y="1325689"/>
            <a:ext cx="88500" cy="885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457" name="Google Shape;457;p69"/>
          <p:cNvSpPr txBox="1"/>
          <p:nvPr/>
        </p:nvSpPr>
        <p:spPr>
          <a:xfrm>
            <a:off x="834025" y="646750"/>
            <a:ext cx="61662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solidFill>
                  <a:schemeClr val="lt1"/>
                </a:solidFill>
                <a:latin typeface="Montserrat ExtraBold"/>
                <a:ea typeface="Montserrat ExtraBold"/>
                <a:cs typeface="Montserrat ExtraBold"/>
                <a:sym typeface="Montserrat ExtraBold"/>
              </a:rPr>
              <a:t>Calculul lungimii microinstructiunii</a:t>
            </a:r>
            <a:endParaRPr sz="2100">
              <a:solidFill>
                <a:schemeClr val="lt1"/>
              </a:solidFill>
              <a:latin typeface="Montserrat ExtraBold"/>
              <a:ea typeface="Montserrat ExtraBold"/>
              <a:cs typeface="Montserrat ExtraBold"/>
              <a:sym typeface="Montserrat ExtraBold"/>
            </a:endParaRPr>
          </a:p>
        </p:txBody>
      </p:sp>
      <p:sp>
        <p:nvSpPr>
          <p:cNvPr id="458" name="Google Shape;458;p69"/>
          <p:cNvSpPr txBox="1"/>
          <p:nvPr/>
        </p:nvSpPr>
        <p:spPr>
          <a:xfrm>
            <a:off x="3269700" y="1066450"/>
            <a:ext cx="46608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1900">
                <a:solidFill>
                  <a:schemeClr val="lt1"/>
                </a:solidFill>
              </a:rPr>
              <a:t>L</a:t>
            </a:r>
            <a:r>
              <a:rPr baseline="-25000" i="1" lang="en-GB" sz="1900">
                <a:solidFill>
                  <a:schemeClr val="lt1"/>
                </a:solidFill>
              </a:rPr>
              <a:t>µi</a:t>
            </a:r>
            <a:r>
              <a:rPr lang="en-GB" sz="1900">
                <a:solidFill>
                  <a:schemeClr val="lt1"/>
                </a:solidFill>
              </a:rPr>
              <a:t> = max(</a:t>
            </a:r>
            <a:r>
              <a:rPr i="1" lang="en-GB" sz="1900">
                <a:solidFill>
                  <a:schemeClr val="lt1"/>
                </a:solidFill>
              </a:rPr>
              <a:t>L</a:t>
            </a:r>
            <a:r>
              <a:rPr baseline="-25000" i="1" lang="en-GB" sz="1900">
                <a:solidFill>
                  <a:schemeClr val="lt1"/>
                </a:solidFill>
              </a:rPr>
              <a:t>µi</a:t>
            </a:r>
            <a:r>
              <a:rPr i="1" lang="en-GB" sz="1900">
                <a:solidFill>
                  <a:schemeClr val="lt1"/>
                </a:solidFill>
              </a:rPr>
              <a:t>Tip</a:t>
            </a:r>
            <a:r>
              <a:rPr baseline="-25000" lang="en-GB" sz="1900">
                <a:solidFill>
                  <a:schemeClr val="lt1"/>
                </a:solidFill>
              </a:rPr>
              <a:t>0</a:t>
            </a:r>
            <a:r>
              <a:rPr lang="en-GB" sz="1900">
                <a:solidFill>
                  <a:schemeClr val="lt1"/>
                </a:solidFill>
              </a:rPr>
              <a:t>, </a:t>
            </a:r>
            <a:r>
              <a:rPr i="1" lang="en-GB" sz="1900">
                <a:solidFill>
                  <a:schemeClr val="lt1"/>
                </a:solidFill>
              </a:rPr>
              <a:t>L</a:t>
            </a:r>
            <a:r>
              <a:rPr baseline="-25000" i="1" lang="en-GB" sz="1900">
                <a:solidFill>
                  <a:schemeClr val="lt1"/>
                </a:solidFill>
              </a:rPr>
              <a:t>µi</a:t>
            </a:r>
            <a:r>
              <a:rPr i="1" lang="en-GB" sz="1900">
                <a:solidFill>
                  <a:schemeClr val="lt1"/>
                </a:solidFill>
              </a:rPr>
              <a:t>Tip</a:t>
            </a:r>
            <a:r>
              <a:rPr baseline="-25000" lang="en-GB" sz="1900">
                <a:solidFill>
                  <a:schemeClr val="lt1"/>
                </a:solidFill>
              </a:rPr>
              <a:t>1</a:t>
            </a:r>
            <a:r>
              <a:rPr lang="en-GB" sz="1900">
                <a:solidFill>
                  <a:schemeClr val="lt1"/>
                </a:solidFill>
              </a:rPr>
              <a:t>)</a:t>
            </a:r>
            <a:endParaRPr sz="1900">
              <a:solidFill>
                <a:schemeClr val="lt1"/>
              </a:solidFill>
            </a:endParaRPr>
          </a:p>
          <a:p>
            <a:pPr indent="0" lvl="0" marL="0" rtl="0" algn="l">
              <a:spcBef>
                <a:spcPts val="0"/>
              </a:spcBef>
              <a:spcAft>
                <a:spcPts val="0"/>
              </a:spcAft>
              <a:buNone/>
            </a:pPr>
            <a:r>
              <a:rPr i="1" lang="en-GB" sz="1900">
                <a:solidFill>
                  <a:schemeClr val="lt1"/>
                </a:solidFill>
              </a:rPr>
              <a:t>L</a:t>
            </a:r>
            <a:r>
              <a:rPr baseline="-25000" i="1" lang="en-GB" sz="1900">
                <a:solidFill>
                  <a:schemeClr val="lt1"/>
                </a:solidFill>
              </a:rPr>
              <a:t>µi</a:t>
            </a:r>
            <a:r>
              <a:rPr lang="en-GB" sz="1900">
                <a:solidFill>
                  <a:schemeClr val="lt1"/>
                </a:solidFill>
              </a:rPr>
              <a:t> = 1 + max(</a:t>
            </a:r>
            <a:r>
              <a:rPr i="1" lang="en-GB" sz="1900">
                <a:solidFill>
                  <a:schemeClr val="lt1"/>
                </a:solidFill>
              </a:rPr>
              <a:t>n</a:t>
            </a:r>
            <a:r>
              <a:rPr baseline="-25000" i="1" lang="en-GB" sz="1900">
                <a:solidFill>
                  <a:schemeClr val="lt1"/>
                </a:solidFill>
              </a:rPr>
              <a:t>ci</a:t>
            </a:r>
            <a:r>
              <a:rPr i="1" lang="en-GB" sz="1900">
                <a:solidFill>
                  <a:schemeClr val="lt1"/>
                </a:solidFill>
              </a:rPr>
              <a:t> + n</a:t>
            </a:r>
            <a:r>
              <a:rPr baseline="-25000" i="1" lang="en-GB" sz="1900">
                <a:solidFill>
                  <a:schemeClr val="lt1"/>
                </a:solidFill>
              </a:rPr>
              <a:t>adr</a:t>
            </a:r>
            <a:r>
              <a:rPr i="1" lang="en-GB" sz="1900">
                <a:solidFill>
                  <a:schemeClr val="lt1"/>
                </a:solidFill>
              </a:rPr>
              <a:t>, n</a:t>
            </a:r>
            <a:r>
              <a:rPr baseline="-25000" i="1" lang="en-GB" sz="1900">
                <a:solidFill>
                  <a:schemeClr val="lt1"/>
                </a:solidFill>
              </a:rPr>
              <a:t>out</a:t>
            </a:r>
            <a:r>
              <a:rPr i="1" lang="en-GB" sz="1900">
                <a:solidFill>
                  <a:schemeClr val="lt1"/>
                </a:solidFill>
              </a:rPr>
              <a:t>)</a:t>
            </a:r>
            <a:endParaRPr i="1" sz="1900">
              <a:solidFill>
                <a:schemeClr val="lt1"/>
              </a:solidFill>
            </a:endParaRPr>
          </a:p>
        </p:txBody>
      </p:sp>
      <p:sp>
        <p:nvSpPr>
          <p:cNvPr id="459" name="Google Shape;459;p69"/>
          <p:cNvSpPr txBox="1"/>
          <p:nvPr/>
        </p:nvSpPr>
        <p:spPr>
          <a:xfrm>
            <a:off x="3080725" y="2870575"/>
            <a:ext cx="37509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1900">
                <a:solidFill>
                  <a:schemeClr val="lt1"/>
                </a:solidFill>
              </a:rPr>
              <a:t>L</a:t>
            </a:r>
            <a:r>
              <a:rPr baseline="-25000" i="1" lang="en-GB" sz="1900">
                <a:solidFill>
                  <a:schemeClr val="lt1"/>
                </a:solidFill>
              </a:rPr>
              <a:t>µi</a:t>
            </a:r>
            <a:r>
              <a:rPr i="1" lang="en-GB" sz="1900">
                <a:solidFill>
                  <a:schemeClr val="lt1"/>
                </a:solidFill>
              </a:rPr>
              <a:t> </a:t>
            </a:r>
            <a:r>
              <a:rPr lang="en-GB" sz="1900">
                <a:solidFill>
                  <a:schemeClr val="lt1"/>
                </a:solidFill>
              </a:rPr>
              <a:t>= 1 + max(4 + 5, 9) = 10</a:t>
            </a:r>
            <a:endParaRPr/>
          </a:p>
        </p:txBody>
      </p:sp>
      <p:sp>
        <p:nvSpPr>
          <p:cNvPr id="460" name="Google Shape;460;p69"/>
          <p:cNvSpPr txBox="1"/>
          <p:nvPr/>
        </p:nvSpPr>
        <p:spPr>
          <a:xfrm>
            <a:off x="916825" y="1835950"/>
            <a:ext cx="30000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900">
                <a:solidFill>
                  <a:schemeClr val="lt1"/>
                </a:solidFill>
              </a:rPr>
              <a:t>32 stari =&gt; </a:t>
            </a:r>
            <a:r>
              <a:rPr i="1" lang="en-GB" sz="1900">
                <a:solidFill>
                  <a:schemeClr val="lt1"/>
                </a:solidFill>
              </a:rPr>
              <a:t>n</a:t>
            </a:r>
            <a:r>
              <a:rPr baseline="-25000" i="1" lang="en-GB" sz="1900">
                <a:solidFill>
                  <a:schemeClr val="lt1"/>
                </a:solidFill>
              </a:rPr>
              <a:t>adr</a:t>
            </a:r>
            <a:r>
              <a:rPr i="1" lang="en-GB" sz="1900">
                <a:solidFill>
                  <a:schemeClr val="lt1"/>
                </a:solidFill>
              </a:rPr>
              <a:t> = </a:t>
            </a:r>
            <a:r>
              <a:rPr lang="en-GB" sz="1900">
                <a:solidFill>
                  <a:schemeClr val="lt1"/>
                </a:solidFill>
              </a:rPr>
              <a:t>5</a:t>
            </a:r>
            <a:endParaRPr sz="1900">
              <a:solidFill>
                <a:schemeClr val="lt1"/>
              </a:solidFill>
            </a:endParaRPr>
          </a:p>
          <a:p>
            <a:pPr indent="0" lvl="0" marL="0" rtl="0" algn="l">
              <a:spcBef>
                <a:spcPts val="0"/>
              </a:spcBef>
              <a:spcAft>
                <a:spcPts val="0"/>
              </a:spcAft>
              <a:buNone/>
            </a:pPr>
            <a:r>
              <a:rPr lang="en-GB" sz="1900">
                <a:solidFill>
                  <a:schemeClr val="lt1"/>
                </a:solidFill>
              </a:rPr>
              <a:t>10 intrari =&gt; </a:t>
            </a:r>
            <a:r>
              <a:rPr i="1" lang="en-GB" sz="1900">
                <a:solidFill>
                  <a:schemeClr val="lt1"/>
                </a:solidFill>
              </a:rPr>
              <a:t>n</a:t>
            </a:r>
            <a:r>
              <a:rPr baseline="-25000" i="1" lang="en-GB" sz="1900">
                <a:solidFill>
                  <a:schemeClr val="lt1"/>
                </a:solidFill>
              </a:rPr>
              <a:t>ci</a:t>
            </a:r>
            <a:r>
              <a:rPr i="1" lang="en-GB" sz="1900">
                <a:solidFill>
                  <a:schemeClr val="lt1"/>
                </a:solidFill>
              </a:rPr>
              <a:t> = </a:t>
            </a:r>
            <a:r>
              <a:rPr lang="en-GB" sz="1900">
                <a:solidFill>
                  <a:schemeClr val="lt1"/>
                </a:solidFill>
              </a:rPr>
              <a:t>4</a:t>
            </a:r>
            <a:endParaRPr sz="1900">
              <a:solidFill>
                <a:schemeClr val="lt1"/>
              </a:solidFill>
            </a:endParaRPr>
          </a:p>
          <a:p>
            <a:pPr indent="0" lvl="0" marL="0" rtl="0" algn="l">
              <a:spcBef>
                <a:spcPts val="0"/>
              </a:spcBef>
              <a:spcAft>
                <a:spcPts val="0"/>
              </a:spcAft>
              <a:buNone/>
            </a:pPr>
            <a:r>
              <a:rPr lang="en-GB" sz="1900">
                <a:solidFill>
                  <a:schemeClr val="lt1"/>
                </a:solidFill>
              </a:rPr>
              <a:t>9 </a:t>
            </a:r>
            <a:r>
              <a:rPr lang="en-GB" sz="1900">
                <a:solidFill>
                  <a:schemeClr val="lt1"/>
                </a:solidFill>
              </a:rPr>
              <a:t>iesiri</a:t>
            </a:r>
            <a:r>
              <a:rPr lang="en-GB" sz="1900">
                <a:solidFill>
                  <a:schemeClr val="lt1"/>
                </a:solidFill>
              </a:rPr>
              <a:t> =&gt; </a:t>
            </a:r>
            <a:r>
              <a:rPr i="1" lang="en-GB" sz="1900">
                <a:solidFill>
                  <a:schemeClr val="lt1"/>
                </a:solidFill>
              </a:rPr>
              <a:t>n</a:t>
            </a:r>
            <a:r>
              <a:rPr baseline="-25000" i="1" lang="en-GB" sz="1900">
                <a:solidFill>
                  <a:schemeClr val="lt1"/>
                </a:solidFill>
              </a:rPr>
              <a:t>out</a:t>
            </a:r>
            <a:r>
              <a:rPr i="1" lang="en-GB" sz="1900">
                <a:solidFill>
                  <a:schemeClr val="lt1"/>
                </a:solidFill>
              </a:rPr>
              <a:t> = </a:t>
            </a:r>
            <a:r>
              <a:rPr lang="en-GB" sz="1900">
                <a:solidFill>
                  <a:schemeClr val="lt1"/>
                </a:solidFill>
              </a:rPr>
              <a:t>9</a:t>
            </a:r>
            <a:endParaRPr sz="1900">
              <a:solidFill>
                <a:schemeClr val="lt1"/>
              </a:solidFill>
            </a:endParaRPr>
          </a:p>
        </p:txBody>
      </p:sp>
      <p:sp>
        <p:nvSpPr>
          <p:cNvPr id="461" name="Google Shape;461;p69"/>
          <p:cNvSpPr txBox="1"/>
          <p:nvPr/>
        </p:nvSpPr>
        <p:spPr>
          <a:xfrm>
            <a:off x="916825" y="3347575"/>
            <a:ext cx="74127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900">
                <a:solidFill>
                  <a:schemeClr val="lt1"/>
                </a:solidFill>
              </a:rPr>
              <a:t>Se vor folosi 3 memorii de 64x4 (CAT22C10), din moment ce lungimea microinstructiunii e 10 biti.</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70"/>
          <p:cNvSpPr txBox="1"/>
          <p:nvPr/>
        </p:nvSpPr>
        <p:spPr>
          <a:xfrm>
            <a:off x="916825" y="150900"/>
            <a:ext cx="7420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solidFill>
                  <a:schemeClr val="lt1"/>
                </a:solidFill>
                <a:latin typeface="Montserrat ExtraBold"/>
                <a:ea typeface="Montserrat ExtraBold"/>
                <a:cs typeface="Montserrat ExtraBold"/>
                <a:sym typeface="Montserrat ExtraBold"/>
              </a:rPr>
              <a:t>Schema </a:t>
            </a:r>
            <a:r>
              <a:rPr lang="en-GB" sz="2100">
                <a:solidFill>
                  <a:schemeClr val="lt1"/>
                </a:solidFill>
                <a:latin typeface="Montserrat ExtraBold"/>
                <a:ea typeface="Montserrat ExtraBold"/>
                <a:cs typeface="Montserrat ExtraBold"/>
                <a:sym typeface="Montserrat ExtraBold"/>
              </a:rPr>
              <a:t>unității</a:t>
            </a:r>
            <a:r>
              <a:rPr lang="en-GB" sz="2100">
                <a:solidFill>
                  <a:schemeClr val="lt1"/>
                </a:solidFill>
                <a:latin typeface="Montserrat ExtraBold"/>
                <a:ea typeface="Montserrat ExtraBold"/>
                <a:cs typeface="Montserrat ExtraBold"/>
                <a:sym typeface="Montserrat ExtraBold"/>
              </a:rPr>
              <a:t> de </a:t>
            </a:r>
            <a:r>
              <a:rPr lang="en-GB" sz="2100">
                <a:solidFill>
                  <a:schemeClr val="lt1"/>
                </a:solidFill>
                <a:latin typeface="Montserrat ExtraBold"/>
                <a:ea typeface="Montserrat ExtraBold"/>
                <a:cs typeface="Montserrat ExtraBold"/>
                <a:sym typeface="Montserrat ExtraBold"/>
              </a:rPr>
              <a:t>comandă</a:t>
            </a:r>
            <a:r>
              <a:rPr lang="en-GB" sz="2100">
                <a:solidFill>
                  <a:schemeClr val="lt1"/>
                </a:solidFill>
                <a:latin typeface="Montserrat ExtraBold"/>
                <a:ea typeface="Montserrat ExtraBold"/>
                <a:cs typeface="Montserrat ExtraBold"/>
                <a:sym typeface="Montserrat ExtraBold"/>
              </a:rPr>
              <a:t> </a:t>
            </a:r>
            <a:endParaRPr sz="2100">
              <a:solidFill>
                <a:schemeClr val="lt1"/>
              </a:solidFill>
              <a:latin typeface="Montserrat ExtraBold"/>
              <a:ea typeface="Montserrat ExtraBold"/>
              <a:cs typeface="Montserrat ExtraBold"/>
              <a:sym typeface="Montserrat ExtraBold"/>
            </a:endParaRPr>
          </a:p>
        </p:txBody>
      </p:sp>
      <p:sp>
        <p:nvSpPr>
          <p:cNvPr id="467" name="Google Shape;467;p7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a:t>
            </a:r>
            <a:endParaRPr/>
          </a:p>
        </p:txBody>
      </p:sp>
      <p:pic>
        <p:nvPicPr>
          <p:cNvPr id="468" name="Google Shape;468;p70"/>
          <p:cNvPicPr preferRelativeResize="0"/>
          <p:nvPr/>
        </p:nvPicPr>
        <p:blipFill>
          <a:blip r:embed="rId3">
            <a:alphaModFix/>
          </a:blip>
          <a:stretch>
            <a:fillRect/>
          </a:stretch>
        </p:blipFill>
        <p:spPr>
          <a:xfrm>
            <a:off x="737150" y="658800"/>
            <a:ext cx="7780143" cy="41798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1"/>
          <p:cNvSpPr/>
          <p:nvPr/>
        </p:nvSpPr>
        <p:spPr>
          <a:xfrm>
            <a:off x="492045" y="0"/>
            <a:ext cx="299744" cy="1234986"/>
          </a:xfrm>
          <a:custGeom>
            <a:rect b="b" l="l" r="r" t="t"/>
            <a:pathLst>
              <a:path extrusionOk="0" fill="none" h="48082" w="11670">
                <a:moveTo>
                  <a:pt x="11599" y="0"/>
                </a:moveTo>
                <a:lnTo>
                  <a:pt x="11670" y="21647"/>
                </a:lnTo>
                <a:lnTo>
                  <a:pt x="1" y="34388"/>
                </a:lnTo>
                <a:lnTo>
                  <a:pt x="1" y="48081"/>
                </a:lnTo>
                <a:lnTo>
                  <a:pt x="6097" y="48081"/>
                </a:lnTo>
              </a:path>
            </a:pathLst>
          </a:custGeom>
          <a:solidFill>
            <a:schemeClr val="lt1"/>
          </a:solidFill>
          <a:ln cap="flat" cmpd="sng" w="19050">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4" name="Google Shape;474;p71"/>
          <p:cNvGrpSpPr/>
          <p:nvPr/>
        </p:nvGrpSpPr>
        <p:grpSpPr>
          <a:xfrm>
            <a:off x="629692" y="1105264"/>
            <a:ext cx="144992" cy="269768"/>
            <a:chOff x="629692" y="1105264"/>
            <a:chExt cx="144992" cy="269768"/>
          </a:xfrm>
        </p:grpSpPr>
        <p:sp>
          <p:nvSpPr>
            <p:cNvPr id="475" name="Google Shape;475;p71"/>
            <p:cNvSpPr/>
            <p:nvPr/>
          </p:nvSpPr>
          <p:spPr>
            <a:xfrm>
              <a:off x="629692" y="1105264"/>
              <a:ext cx="144992" cy="135206"/>
            </a:xfrm>
            <a:custGeom>
              <a:rect b="b" l="l" r="r" t="t"/>
              <a:pathLst>
                <a:path extrusionOk="0" fill="none" h="5264" w="5645">
                  <a:moveTo>
                    <a:pt x="0" y="5264"/>
                  </a:moveTo>
                  <a:lnTo>
                    <a:pt x="5644" y="1"/>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71"/>
            <p:cNvSpPr/>
            <p:nvPr/>
          </p:nvSpPr>
          <p:spPr>
            <a:xfrm>
              <a:off x="635188" y="1229450"/>
              <a:ext cx="135822" cy="145583"/>
            </a:xfrm>
            <a:custGeom>
              <a:rect b="b" l="l" r="r" t="t"/>
              <a:pathLst>
                <a:path extrusionOk="0" fill="none" h="5668" w="5288">
                  <a:moveTo>
                    <a:pt x="0" y="0"/>
                  </a:moveTo>
                  <a:lnTo>
                    <a:pt x="5287" y="5668"/>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7" name="Google Shape;477;p71">
            <a:hlinkClick action="ppaction://hlinksldjump" r:id="rId3"/>
          </p:cNvPr>
          <p:cNvSpPr/>
          <p:nvPr/>
        </p:nvSpPr>
        <p:spPr>
          <a:xfrm>
            <a:off x="662726" y="431825"/>
            <a:ext cx="254100" cy="254100"/>
          </a:xfrm>
          <a:prstGeom prst="ellipse">
            <a:avLst/>
          </a:prstGeom>
          <a:solidFill>
            <a:schemeClr val="dk1"/>
          </a:solidFill>
          <a:ln cap="flat" cmpd="sng" w="2857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GB">
                <a:solidFill>
                  <a:schemeClr val="lt1"/>
                </a:solidFill>
                <a:latin typeface="Montserrat"/>
                <a:ea typeface="Montserrat"/>
                <a:cs typeface="Montserrat"/>
                <a:sym typeface="Montserrat"/>
              </a:rPr>
              <a:t>T</a:t>
            </a:r>
            <a:endParaRPr b="1" sz="1600"/>
          </a:p>
        </p:txBody>
      </p:sp>
      <p:sp>
        <p:nvSpPr>
          <p:cNvPr id="478" name="Google Shape;478;p71">
            <a:hlinkClick action="ppaction://hlinkshowjump?jump=previousslide"/>
          </p:cNvPr>
          <p:cNvSpPr/>
          <p:nvPr/>
        </p:nvSpPr>
        <p:spPr>
          <a:xfrm rot="10800000">
            <a:off x="745722" y="1066461"/>
            <a:ext cx="88200" cy="882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479" name="Google Shape;479;p71">
            <a:hlinkClick action="ppaction://hlinkshowjump?jump=nextslide"/>
          </p:cNvPr>
          <p:cNvSpPr/>
          <p:nvPr/>
        </p:nvSpPr>
        <p:spPr>
          <a:xfrm>
            <a:off x="745525" y="1325689"/>
            <a:ext cx="88500" cy="885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480" name="Google Shape;480;p71"/>
          <p:cNvSpPr txBox="1"/>
          <p:nvPr/>
        </p:nvSpPr>
        <p:spPr>
          <a:xfrm>
            <a:off x="834025" y="53425"/>
            <a:ext cx="62112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solidFill>
                  <a:schemeClr val="lt1"/>
                </a:solidFill>
                <a:latin typeface="Montserrat ExtraBold"/>
                <a:ea typeface="Montserrat ExtraBold"/>
                <a:cs typeface="Montserrat ExtraBold"/>
                <a:sym typeface="Montserrat ExtraBold"/>
              </a:rPr>
              <a:t>Conţinutul memoriei de microprogram</a:t>
            </a:r>
            <a:endParaRPr sz="2100">
              <a:solidFill>
                <a:schemeClr val="lt1"/>
              </a:solidFill>
              <a:latin typeface="Montserrat ExtraBold"/>
              <a:ea typeface="Montserrat ExtraBold"/>
              <a:cs typeface="Montserrat ExtraBold"/>
              <a:sym typeface="Montserrat ExtraBold"/>
            </a:endParaRPr>
          </a:p>
        </p:txBody>
      </p:sp>
      <p:sp>
        <p:nvSpPr>
          <p:cNvPr id="481" name="Google Shape;481;p7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 </a:t>
            </a:r>
            <a:endParaRPr/>
          </a:p>
        </p:txBody>
      </p:sp>
      <p:pic>
        <p:nvPicPr>
          <p:cNvPr id="482" name="Google Shape;482;p71"/>
          <p:cNvPicPr preferRelativeResize="0"/>
          <p:nvPr/>
        </p:nvPicPr>
        <p:blipFill>
          <a:blip r:embed="rId4">
            <a:alphaModFix/>
          </a:blip>
          <a:stretch>
            <a:fillRect/>
          </a:stretch>
        </p:blipFill>
        <p:spPr>
          <a:xfrm>
            <a:off x="1292264" y="602075"/>
            <a:ext cx="3994076" cy="4277375"/>
          </a:xfrm>
          <a:prstGeom prst="rect">
            <a:avLst/>
          </a:prstGeom>
          <a:noFill/>
          <a:ln>
            <a:noFill/>
          </a:ln>
        </p:spPr>
      </p:pic>
      <p:pic>
        <p:nvPicPr>
          <p:cNvPr id="483" name="Google Shape;483;p71"/>
          <p:cNvPicPr preferRelativeResize="0"/>
          <p:nvPr/>
        </p:nvPicPr>
        <p:blipFill>
          <a:blip r:embed="rId5">
            <a:alphaModFix/>
          </a:blip>
          <a:stretch>
            <a:fillRect/>
          </a:stretch>
        </p:blipFill>
        <p:spPr>
          <a:xfrm>
            <a:off x="5689301" y="1817513"/>
            <a:ext cx="3033225" cy="1508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72"/>
          <p:cNvSpPr/>
          <p:nvPr/>
        </p:nvSpPr>
        <p:spPr>
          <a:xfrm>
            <a:off x="492045" y="0"/>
            <a:ext cx="299744" cy="1234986"/>
          </a:xfrm>
          <a:custGeom>
            <a:rect b="b" l="l" r="r" t="t"/>
            <a:pathLst>
              <a:path extrusionOk="0" fill="none" h="48082" w="11670">
                <a:moveTo>
                  <a:pt x="11599" y="0"/>
                </a:moveTo>
                <a:lnTo>
                  <a:pt x="11670" y="21647"/>
                </a:lnTo>
                <a:lnTo>
                  <a:pt x="1" y="34388"/>
                </a:lnTo>
                <a:lnTo>
                  <a:pt x="1" y="48081"/>
                </a:lnTo>
                <a:lnTo>
                  <a:pt x="6097" y="48081"/>
                </a:lnTo>
              </a:path>
            </a:pathLst>
          </a:custGeom>
          <a:solidFill>
            <a:schemeClr val="lt1"/>
          </a:solidFill>
          <a:ln cap="flat" cmpd="sng" w="19050">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9" name="Google Shape;489;p72"/>
          <p:cNvGrpSpPr/>
          <p:nvPr/>
        </p:nvGrpSpPr>
        <p:grpSpPr>
          <a:xfrm>
            <a:off x="629692" y="1105264"/>
            <a:ext cx="144992" cy="269768"/>
            <a:chOff x="629692" y="1105264"/>
            <a:chExt cx="144992" cy="269768"/>
          </a:xfrm>
        </p:grpSpPr>
        <p:sp>
          <p:nvSpPr>
            <p:cNvPr id="490" name="Google Shape;490;p72"/>
            <p:cNvSpPr/>
            <p:nvPr/>
          </p:nvSpPr>
          <p:spPr>
            <a:xfrm>
              <a:off x="629692" y="1105264"/>
              <a:ext cx="144992" cy="135206"/>
            </a:xfrm>
            <a:custGeom>
              <a:rect b="b" l="l" r="r" t="t"/>
              <a:pathLst>
                <a:path extrusionOk="0" fill="none" h="5264" w="5645">
                  <a:moveTo>
                    <a:pt x="0" y="5264"/>
                  </a:moveTo>
                  <a:lnTo>
                    <a:pt x="5644" y="1"/>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72"/>
            <p:cNvSpPr/>
            <p:nvPr/>
          </p:nvSpPr>
          <p:spPr>
            <a:xfrm>
              <a:off x="635188" y="1229450"/>
              <a:ext cx="135822" cy="145583"/>
            </a:xfrm>
            <a:custGeom>
              <a:rect b="b" l="l" r="r" t="t"/>
              <a:pathLst>
                <a:path extrusionOk="0" fill="none" h="5668" w="5288">
                  <a:moveTo>
                    <a:pt x="0" y="0"/>
                  </a:moveTo>
                  <a:lnTo>
                    <a:pt x="5287" y="5668"/>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2" name="Google Shape;492;p72">
            <a:hlinkClick action="ppaction://hlinksldjump" r:id="rId3"/>
          </p:cNvPr>
          <p:cNvSpPr/>
          <p:nvPr/>
        </p:nvSpPr>
        <p:spPr>
          <a:xfrm>
            <a:off x="662726" y="431825"/>
            <a:ext cx="254100" cy="254100"/>
          </a:xfrm>
          <a:prstGeom prst="ellipse">
            <a:avLst/>
          </a:prstGeom>
          <a:solidFill>
            <a:schemeClr val="dk1"/>
          </a:solidFill>
          <a:ln cap="flat" cmpd="sng" w="2857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GB">
                <a:solidFill>
                  <a:schemeClr val="lt1"/>
                </a:solidFill>
                <a:latin typeface="Montserrat"/>
                <a:ea typeface="Montserrat"/>
                <a:cs typeface="Montserrat"/>
                <a:sym typeface="Montserrat"/>
              </a:rPr>
              <a:t>T</a:t>
            </a:r>
            <a:endParaRPr b="1" sz="1600"/>
          </a:p>
        </p:txBody>
      </p:sp>
      <p:sp>
        <p:nvSpPr>
          <p:cNvPr id="493" name="Google Shape;493;p72">
            <a:hlinkClick action="ppaction://hlinkshowjump?jump=previousslide"/>
          </p:cNvPr>
          <p:cNvSpPr/>
          <p:nvPr/>
        </p:nvSpPr>
        <p:spPr>
          <a:xfrm rot="10800000">
            <a:off x="745722" y="1066461"/>
            <a:ext cx="88200" cy="882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494" name="Google Shape;494;p72">
            <a:hlinkClick action="ppaction://hlinkshowjump?jump=nextslide"/>
          </p:cNvPr>
          <p:cNvSpPr/>
          <p:nvPr/>
        </p:nvSpPr>
        <p:spPr>
          <a:xfrm>
            <a:off x="745525" y="1325689"/>
            <a:ext cx="88500" cy="885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495" name="Google Shape;495;p72"/>
          <p:cNvSpPr txBox="1"/>
          <p:nvPr/>
        </p:nvSpPr>
        <p:spPr>
          <a:xfrm>
            <a:off x="916825" y="96575"/>
            <a:ext cx="54135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solidFill>
                  <a:schemeClr val="lt1"/>
                </a:solidFill>
                <a:latin typeface="Montserrat ExtraBold"/>
                <a:ea typeface="Montserrat ExtraBold"/>
                <a:cs typeface="Montserrat ExtraBold"/>
                <a:sym typeface="Montserrat ExtraBold"/>
              </a:rPr>
              <a:t>Componente utilizate</a:t>
            </a:r>
            <a:endParaRPr sz="2100">
              <a:solidFill>
                <a:schemeClr val="lt1"/>
              </a:solidFill>
              <a:latin typeface="Montserrat ExtraBold"/>
              <a:ea typeface="Montserrat ExtraBold"/>
              <a:cs typeface="Montserrat ExtraBold"/>
              <a:sym typeface="Montserrat ExtraBold"/>
            </a:endParaRPr>
          </a:p>
        </p:txBody>
      </p:sp>
      <p:pic>
        <p:nvPicPr>
          <p:cNvPr id="496" name="Google Shape;496;p72"/>
          <p:cNvPicPr preferRelativeResize="0"/>
          <p:nvPr/>
        </p:nvPicPr>
        <p:blipFill>
          <a:blip r:embed="rId4">
            <a:alphaModFix/>
          </a:blip>
          <a:stretch>
            <a:fillRect/>
          </a:stretch>
        </p:blipFill>
        <p:spPr>
          <a:xfrm>
            <a:off x="239725" y="1546563"/>
            <a:ext cx="2521949" cy="2289025"/>
          </a:xfrm>
          <a:prstGeom prst="rect">
            <a:avLst/>
          </a:prstGeom>
          <a:noFill/>
          <a:ln>
            <a:noFill/>
          </a:ln>
        </p:spPr>
      </p:pic>
      <p:sp>
        <p:nvSpPr>
          <p:cNvPr id="497" name="Google Shape;497;p72"/>
          <p:cNvSpPr txBox="1"/>
          <p:nvPr/>
        </p:nvSpPr>
        <p:spPr>
          <a:xfrm>
            <a:off x="239725" y="3835600"/>
            <a:ext cx="28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solidFill>
                  <a:schemeClr val="lt1"/>
                </a:solidFill>
                <a:latin typeface="Montserrat"/>
                <a:ea typeface="Montserrat"/>
                <a:cs typeface="Montserrat"/>
                <a:sym typeface="Montserrat"/>
              </a:rPr>
              <a:t>3 memorii 64x4 CAT22C10</a:t>
            </a:r>
            <a:endParaRPr b="1">
              <a:solidFill>
                <a:schemeClr val="lt1"/>
              </a:solidFill>
              <a:latin typeface="Montserrat"/>
              <a:ea typeface="Montserrat"/>
              <a:cs typeface="Montserrat"/>
              <a:sym typeface="Montserrat"/>
            </a:endParaRPr>
          </a:p>
        </p:txBody>
      </p:sp>
      <p:pic>
        <p:nvPicPr>
          <p:cNvPr id="498" name="Google Shape;498;p72"/>
          <p:cNvPicPr preferRelativeResize="0"/>
          <p:nvPr/>
        </p:nvPicPr>
        <p:blipFill>
          <a:blip r:embed="rId5">
            <a:alphaModFix/>
          </a:blip>
          <a:stretch>
            <a:fillRect/>
          </a:stretch>
        </p:blipFill>
        <p:spPr>
          <a:xfrm>
            <a:off x="6087800" y="1535176"/>
            <a:ext cx="2840850" cy="1913439"/>
          </a:xfrm>
          <a:prstGeom prst="rect">
            <a:avLst/>
          </a:prstGeom>
          <a:noFill/>
          <a:ln>
            <a:noFill/>
          </a:ln>
        </p:spPr>
      </p:pic>
      <p:sp>
        <p:nvSpPr>
          <p:cNvPr id="499" name="Google Shape;499;p72"/>
          <p:cNvSpPr txBox="1"/>
          <p:nvPr/>
        </p:nvSpPr>
        <p:spPr>
          <a:xfrm>
            <a:off x="6495650" y="3448625"/>
            <a:ext cx="243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solidFill>
                  <a:schemeClr val="lt1"/>
                </a:solidFill>
                <a:latin typeface="Montserrat"/>
                <a:ea typeface="Montserrat"/>
                <a:cs typeface="Montserrat"/>
                <a:sym typeface="Montserrat"/>
              </a:rPr>
              <a:t>1 multiplexor 16:1 54150</a:t>
            </a:r>
            <a:endParaRPr b="1">
              <a:solidFill>
                <a:schemeClr val="lt1"/>
              </a:solidFill>
              <a:latin typeface="Montserrat"/>
              <a:ea typeface="Montserrat"/>
              <a:cs typeface="Montserrat"/>
              <a:sym typeface="Montserrat"/>
            </a:endParaRPr>
          </a:p>
        </p:txBody>
      </p:sp>
      <p:pic>
        <p:nvPicPr>
          <p:cNvPr id="500" name="Google Shape;500;p72"/>
          <p:cNvPicPr preferRelativeResize="0"/>
          <p:nvPr/>
        </p:nvPicPr>
        <p:blipFill rotWithShape="1">
          <a:blip r:embed="rId6">
            <a:alphaModFix/>
          </a:blip>
          <a:srcRect b="23754" l="1466" r="2036" t="16242"/>
          <a:stretch/>
        </p:blipFill>
        <p:spPr>
          <a:xfrm>
            <a:off x="2891875" y="1775113"/>
            <a:ext cx="3065725" cy="1911643"/>
          </a:xfrm>
          <a:prstGeom prst="rect">
            <a:avLst/>
          </a:prstGeom>
          <a:noFill/>
          <a:ln>
            <a:noFill/>
          </a:ln>
        </p:spPr>
      </p:pic>
      <p:sp>
        <p:nvSpPr>
          <p:cNvPr id="501" name="Google Shape;501;p72"/>
          <p:cNvSpPr txBox="1"/>
          <p:nvPr/>
        </p:nvSpPr>
        <p:spPr>
          <a:xfrm>
            <a:off x="3183460" y="3686755"/>
            <a:ext cx="24825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a:solidFill>
                  <a:schemeClr val="lt1"/>
                </a:solidFill>
                <a:latin typeface="Montserrat"/>
                <a:ea typeface="Montserrat"/>
                <a:cs typeface="Montserrat"/>
                <a:sym typeface="Montserrat"/>
              </a:rPr>
              <a:t>1 capsula de porti NOT</a:t>
            </a:r>
            <a:endParaRPr b="1">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73"/>
          <p:cNvSpPr/>
          <p:nvPr/>
        </p:nvSpPr>
        <p:spPr>
          <a:xfrm>
            <a:off x="492045" y="0"/>
            <a:ext cx="299744" cy="1234986"/>
          </a:xfrm>
          <a:custGeom>
            <a:rect b="b" l="l" r="r" t="t"/>
            <a:pathLst>
              <a:path extrusionOk="0" fill="none" h="48082" w="11670">
                <a:moveTo>
                  <a:pt x="11599" y="0"/>
                </a:moveTo>
                <a:lnTo>
                  <a:pt x="11670" y="21647"/>
                </a:lnTo>
                <a:lnTo>
                  <a:pt x="1" y="34388"/>
                </a:lnTo>
                <a:lnTo>
                  <a:pt x="1" y="48081"/>
                </a:lnTo>
                <a:lnTo>
                  <a:pt x="6097" y="48081"/>
                </a:lnTo>
              </a:path>
            </a:pathLst>
          </a:custGeom>
          <a:solidFill>
            <a:schemeClr val="lt1"/>
          </a:solidFill>
          <a:ln cap="flat" cmpd="sng" w="19050">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7" name="Google Shape;507;p73"/>
          <p:cNvGrpSpPr/>
          <p:nvPr/>
        </p:nvGrpSpPr>
        <p:grpSpPr>
          <a:xfrm>
            <a:off x="629692" y="1105264"/>
            <a:ext cx="144992" cy="269768"/>
            <a:chOff x="629692" y="1105264"/>
            <a:chExt cx="144992" cy="269768"/>
          </a:xfrm>
        </p:grpSpPr>
        <p:sp>
          <p:nvSpPr>
            <p:cNvPr id="508" name="Google Shape;508;p73"/>
            <p:cNvSpPr/>
            <p:nvPr/>
          </p:nvSpPr>
          <p:spPr>
            <a:xfrm>
              <a:off x="629692" y="1105264"/>
              <a:ext cx="144992" cy="135206"/>
            </a:xfrm>
            <a:custGeom>
              <a:rect b="b" l="l" r="r" t="t"/>
              <a:pathLst>
                <a:path extrusionOk="0" fill="none" h="5264" w="5645">
                  <a:moveTo>
                    <a:pt x="0" y="5264"/>
                  </a:moveTo>
                  <a:lnTo>
                    <a:pt x="5644" y="1"/>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73"/>
            <p:cNvSpPr/>
            <p:nvPr/>
          </p:nvSpPr>
          <p:spPr>
            <a:xfrm>
              <a:off x="635188" y="1229450"/>
              <a:ext cx="135822" cy="145583"/>
            </a:xfrm>
            <a:custGeom>
              <a:rect b="b" l="l" r="r" t="t"/>
              <a:pathLst>
                <a:path extrusionOk="0" fill="none" h="5668" w="5288">
                  <a:moveTo>
                    <a:pt x="0" y="0"/>
                  </a:moveTo>
                  <a:lnTo>
                    <a:pt x="5287" y="5668"/>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0" name="Google Shape;510;p73">
            <a:hlinkClick action="ppaction://hlinksldjump" r:id="rId3"/>
          </p:cNvPr>
          <p:cNvSpPr/>
          <p:nvPr/>
        </p:nvSpPr>
        <p:spPr>
          <a:xfrm>
            <a:off x="662726" y="431825"/>
            <a:ext cx="254100" cy="254100"/>
          </a:xfrm>
          <a:prstGeom prst="ellipse">
            <a:avLst/>
          </a:prstGeom>
          <a:solidFill>
            <a:schemeClr val="dk1"/>
          </a:solidFill>
          <a:ln cap="flat" cmpd="sng" w="2857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GB">
                <a:solidFill>
                  <a:schemeClr val="lt1"/>
                </a:solidFill>
                <a:latin typeface="Montserrat"/>
                <a:ea typeface="Montserrat"/>
                <a:cs typeface="Montserrat"/>
                <a:sym typeface="Montserrat"/>
              </a:rPr>
              <a:t>T</a:t>
            </a:r>
            <a:endParaRPr b="1" sz="1600"/>
          </a:p>
        </p:txBody>
      </p:sp>
      <p:sp>
        <p:nvSpPr>
          <p:cNvPr id="511" name="Google Shape;511;p73">
            <a:hlinkClick action="ppaction://hlinkshowjump?jump=previousslide"/>
          </p:cNvPr>
          <p:cNvSpPr/>
          <p:nvPr/>
        </p:nvSpPr>
        <p:spPr>
          <a:xfrm rot="10800000">
            <a:off x="745722" y="1066461"/>
            <a:ext cx="88200" cy="882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512" name="Google Shape;512;p73">
            <a:hlinkClick action="ppaction://hlinkshowjump?jump=nextslide"/>
          </p:cNvPr>
          <p:cNvSpPr/>
          <p:nvPr/>
        </p:nvSpPr>
        <p:spPr>
          <a:xfrm>
            <a:off x="745525" y="1325689"/>
            <a:ext cx="88500" cy="885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513" name="Google Shape;513;p73"/>
          <p:cNvSpPr txBox="1"/>
          <p:nvPr/>
        </p:nvSpPr>
        <p:spPr>
          <a:xfrm>
            <a:off x="916825" y="96575"/>
            <a:ext cx="54135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solidFill>
                  <a:schemeClr val="lt1"/>
                </a:solidFill>
                <a:latin typeface="Montserrat ExtraBold"/>
                <a:ea typeface="Montserrat ExtraBold"/>
                <a:cs typeface="Montserrat ExtraBold"/>
                <a:sym typeface="Montserrat ExtraBold"/>
              </a:rPr>
              <a:t>Componente utilizate</a:t>
            </a:r>
            <a:endParaRPr sz="2100">
              <a:solidFill>
                <a:schemeClr val="lt1"/>
              </a:solidFill>
              <a:latin typeface="Montserrat ExtraBold"/>
              <a:ea typeface="Montserrat ExtraBold"/>
              <a:cs typeface="Montserrat ExtraBold"/>
              <a:sym typeface="Montserrat ExtraBold"/>
            </a:endParaRPr>
          </a:p>
        </p:txBody>
      </p:sp>
      <p:pic>
        <p:nvPicPr>
          <p:cNvPr id="514" name="Google Shape;514;p73"/>
          <p:cNvPicPr preferRelativeResize="0"/>
          <p:nvPr/>
        </p:nvPicPr>
        <p:blipFill>
          <a:blip r:embed="rId4">
            <a:alphaModFix/>
          </a:blip>
          <a:stretch>
            <a:fillRect/>
          </a:stretch>
        </p:blipFill>
        <p:spPr>
          <a:xfrm>
            <a:off x="3249200" y="1454038"/>
            <a:ext cx="2828925" cy="2085975"/>
          </a:xfrm>
          <a:prstGeom prst="rect">
            <a:avLst/>
          </a:prstGeom>
          <a:noFill/>
          <a:ln>
            <a:noFill/>
          </a:ln>
        </p:spPr>
      </p:pic>
      <p:sp>
        <p:nvSpPr>
          <p:cNvPr id="515" name="Google Shape;515;p73"/>
          <p:cNvSpPr txBox="1"/>
          <p:nvPr/>
        </p:nvSpPr>
        <p:spPr>
          <a:xfrm>
            <a:off x="3578713" y="3540013"/>
            <a:ext cx="21699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a:solidFill>
                  <a:schemeClr val="lt1"/>
                </a:solidFill>
                <a:latin typeface="Montserrat"/>
                <a:ea typeface="Montserrat"/>
                <a:cs typeface="Montserrat"/>
                <a:sym typeface="Montserrat"/>
              </a:rPr>
              <a:t>1 capsula de porti OR</a:t>
            </a:r>
            <a:endParaRPr b="1">
              <a:solidFill>
                <a:schemeClr val="lt1"/>
              </a:solidFill>
            </a:endParaRPr>
          </a:p>
        </p:txBody>
      </p:sp>
      <p:pic>
        <p:nvPicPr>
          <p:cNvPr id="516" name="Google Shape;516;p73"/>
          <p:cNvPicPr preferRelativeResize="0"/>
          <p:nvPr/>
        </p:nvPicPr>
        <p:blipFill>
          <a:blip r:embed="rId5">
            <a:alphaModFix/>
          </a:blip>
          <a:stretch>
            <a:fillRect/>
          </a:stretch>
        </p:blipFill>
        <p:spPr>
          <a:xfrm>
            <a:off x="219125" y="1454046"/>
            <a:ext cx="2856275" cy="2725924"/>
          </a:xfrm>
          <a:prstGeom prst="rect">
            <a:avLst/>
          </a:prstGeom>
          <a:noFill/>
          <a:ln>
            <a:noFill/>
          </a:ln>
        </p:spPr>
      </p:pic>
      <p:sp>
        <p:nvSpPr>
          <p:cNvPr id="517" name="Google Shape;517;p73"/>
          <p:cNvSpPr txBox="1"/>
          <p:nvPr/>
        </p:nvSpPr>
        <p:spPr>
          <a:xfrm>
            <a:off x="114150" y="4179975"/>
            <a:ext cx="3275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a:solidFill>
                  <a:schemeClr val="lt1"/>
                </a:solidFill>
                <a:latin typeface="Montserrat"/>
                <a:ea typeface="Montserrat"/>
                <a:cs typeface="Montserrat"/>
                <a:sym typeface="Montserrat"/>
              </a:rPr>
              <a:t>2</a:t>
            </a:r>
            <a:r>
              <a:rPr b="1" lang="en-GB">
                <a:solidFill>
                  <a:schemeClr val="lt1"/>
                </a:solidFill>
                <a:latin typeface="Montserrat"/>
                <a:ea typeface="Montserrat"/>
                <a:cs typeface="Montserrat"/>
                <a:sym typeface="Montserrat"/>
              </a:rPr>
              <a:t> Numaratoare pe 4 biti SN74193</a:t>
            </a:r>
            <a:endParaRPr>
              <a:solidFill>
                <a:schemeClr val="lt1"/>
              </a:solidFill>
            </a:endParaRPr>
          </a:p>
        </p:txBody>
      </p:sp>
      <p:sp>
        <p:nvSpPr>
          <p:cNvPr id="518" name="Google Shape;518;p7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a:t>
            </a:r>
            <a:endParaRPr/>
          </a:p>
        </p:txBody>
      </p:sp>
      <p:pic>
        <p:nvPicPr>
          <p:cNvPr id="519" name="Google Shape;519;p73"/>
          <p:cNvPicPr preferRelativeResize="0"/>
          <p:nvPr/>
        </p:nvPicPr>
        <p:blipFill>
          <a:blip r:embed="rId6">
            <a:alphaModFix/>
          </a:blip>
          <a:stretch>
            <a:fillRect/>
          </a:stretch>
        </p:blipFill>
        <p:spPr>
          <a:xfrm>
            <a:off x="6330325" y="1066450"/>
            <a:ext cx="2398675" cy="2873775"/>
          </a:xfrm>
          <a:prstGeom prst="rect">
            <a:avLst/>
          </a:prstGeom>
          <a:noFill/>
          <a:ln>
            <a:noFill/>
          </a:ln>
        </p:spPr>
      </p:pic>
      <p:sp>
        <p:nvSpPr>
          <p:cNvPr id="520" name="Google Shape;520;p73"/>
          <p:cNvSpPr txBox="1"/>
          <p:nvPr/>
        </p:nvSpPr>
        <p:spPr>
          <a:xfrm>
            <a:off x="6456325" y="3940225"/>
            <a:ext cx="23988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a:solidFill>
                  <a:schemeClr val="lt1"/>
                </a:solidFill>
                <a:latin typeface="Montserrat"/>
                <a:ea typeface="Montserrat"/>
                <a:cs typeface="Montserrat"/>
                <a:sym typeface="Montserrat"/>
              </a:rPr>
              <a:t>3</a:t>
            </a:r>
            <a:r>
              <a:rPr b="1" lang="en-GB">
                <a:solidFill>
                  <a:schemeClr val="lt1"/>
                </a:solidFill>
                <a:latin typeface="Montserrat"/>
                <a:ea typeface="Montserrat"/>
                <a:cs typeface="Montserrat"/>
                <a:sym typeface="Montserrat"/>
              </a:rPr>
              <a:t> capsule de porti AND</a:t>
            </a:r>
            <a:endParaRPr b="1">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74"/>
          <p:cNvSpPr/>
          <p:nvPr/>
        </p:nvSpPr>
        <p:spPr>
          <a:xfrm>
            <a:off x="492045" y="0"/>
            <a:ext cx="299744" cy="1234986"/>
          </a:xfrm>
          <a:custGeom>
            <a:rect b="b" l="l" r="r" t="t"/>
            <a:pathLst>
              <a:path extrusionOk="0" fill="none" h="48082" w="11670">
                <a:moveTo>
                  <a:pt x="11599" y="0"/>
                </a:moveTo>
                <a:lnTo>
                  <a:pt x="11670" y="21647"/>
                </a:lnTo>
                <a:lnTo>
                  <a:pt x="1" y="34388"/>
                </a:lnTo>
                <a:lnTo>
                  <a:pt x="1" y="48081"/>
                </a:lnTo>
                <a:lnTo>
                  <a:pt x="6097" y="48081"/>
                </a:lnTo>
              </a:path>
            </a:pathLst>
          </a:custGeom>
          <a:solidFill>
            <a:schemeClr val="lt1"/>
          </a:solidFill>
          <a:ln cap="flat" cmpd="sng" w="19050">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6" name="Google Shape;526;p74"/>
          <p:cNvGrpSpPr/>
          <p:nvPr/>
        </p:nvGrpSpPr>
        <p:grpSpPr>
          <a:xfrm>
            <a:off x="629692" y="1105264"/>
            <a:ext cx="144992" cy="269768"/>
            <a:chOff x="629692" y="1105264"/>
            <a:chExt cx="144992" cy="269768"/>
          </a:xfrm>
        </p:grpSpPr>
        <p:sp>
          <p:nvSpPr>
            <p:cNvPr id="527" name="Google Shape;527;p74"/>
            <p:cNvSpPr/>
            <p:nvPr/>
          </p:nvSpPr>
          <p:spPr>
            <a:xfrm>
              <a:off x="629692" y="1105264"/>
              <a:ext cx="144992" cy="135206"/>
            </a:xfrm>
            <a:custGeom>
              <a:rect b="b" l="l" r="r" t="t"/>
              <a:pathLst>
                <a:path extrusionOk="0" fill="none" h="5264" w="5645">
                  <a:moveTo>
                    <a:pt x="0" y="5264"/>
                  </a:moveTo>
                  <a:lnTo>
                    <a:pt x="5644" y="1"/>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74"/>
            <p:cNvSpPr/>
            <p:nvPr/>
          </p:nvSpPr>
          <p:spPr>
            <a:xfrm>
              <a:off x="635188" y="1229450"/>
              <a:ext cx="135822" cy="145583"/>
            </a:xfrm>
            <a:custGeom>
              <a:rect b="b" l="l" r="r" t="t"/>
              <a:pathLst>
                <a:path extrusionOk="0" fill="none" h="5668" w="5288">
                  <a:moveTo>
                    <a:pt x="0" y="0"/>
                  </a:moveTo>
                  <a:lnTo>
                    <a:pt x="5287" y="5668"/>
                  </a:lnTo>
                </a:path>
              </a:pathLst>
            </a:custGeom>
            <a:solidFill>
              <a:schemeClr val="lt1"/>
            </a:solidFill>
            <a:ln cap="flat" cmpd="sng" w="22625">
              <a:solidFill>
                <a:schemeClr val="lt1"/>
              </a:solidFill>
              <a:prstDash val="solid"/>
              <a:miter lim="238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9" name="Google Shape;529;p74">
            <a:hlinkClick action="ppaction://hlinksldjump" r:id="rId3"/>
          </p:cNvPr>
          <p:cNvSpPr/>
          <p:nvPr/>
        </p:nvSpPr>
        <p:spPr>
          <a:xfrm>
            <a:off x="662726" y="431825"/>
            <a:ext cx="254100" cy="254100"/>
          </a:xfrm>
          <a:prstGeom prst="ellipse">
            <a:avLst/>
          </a:prstGeom>
          <a:solidFill>
            <a:schemeClr val="dk1"/>
          </a:solidFill>
          <a:ln cap="flat" cmpd="sng" w="2857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GB">
                <a:solidFill>
                  <a:schemeClr val="lt1"/>
                </a:solidFill>
                <a:latin typeface="Montserrat"/>
                <a:ea typeface="Montserrat"/>
                <a:cs typeface="Montserrat"/>
                <a:sym typeface="Montserrat"/>
              </a:rPr>
              <a:t>T</a:t>
            </a:r>
            <a:endParaRPr b="1" sz="1600"/>
          </a:p>
        </p:txBody>
      </p:sp>
      <p:sp>
        <p:nvSpPr>
          <p:cNvPr id="530" name="Google Shape;530;p74">
            <a:hlinkClick action="ppaction://hlinkshowjump?jump=previousslide"/>
          </p:cNvPr>
          <p:cNvSpPr/>
          <p:nvPr/>
        </p:nvSpPr>
        <p:spPr>
          <a:xfrm rot="10800000">
            <a:off x="745722" y="1066461"/>
            <a:ext cx="88200" cy="882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531" name="Google Shape;531;p74">
            <a:hlinkClick action="ppaction://hlinkshowjump?jump=nextslide"/>
          </p:cNvPr>
          <p:cNvSpPr/>
          <p:nvPr/>
        </p:nvSpPr>
        <p:spPr>
          <a:xfrm>
            <a:off x="745525" y="1325689"/>
            <a:ext cx="88500" cy="88500"/>
          </a:xfrm>
          <a:prstGeom prst="ellipse">
            <a:avLst/>
          </a:prstGeom>
          <a:solidFill>
            <a:schemeClr val="accent2"/>
          </a:solidFill>
          <a:ln cap="flat" cmpd="sng" w="28575">
            <a:solidFill>
              <a:schemeClr val="accent2"/>
            </a:solidFill>
            <a:prstDash val="solid"/>
            <a:round/>
            <a:headEnd len="sm" w="sm" type="none"/>
            <a:tailEnd len="sm" w="sm" type="none"/>
          </a:ln>
        </p:spPr>
        <p:txBody>
          <a:bodyPr anchorCtr="0" anchor="ctr" bIns="91425" lIns="0" spcFirstLastPara="1" rIns="91425" wrap="square" tIns="91425">
            <a:no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t>
            </a:r>
            <a:endParaRPr sz="1200">
              <a:solidFill>
                <a:schemeClr val="dk1"/>
              </a:solidFill>
              <a:latin typeface="Montserrat"/>
              <a:ea typeface="Montserrat"/>
              <a:cs typeface="Montserrat"/>
              <a:sym typeface="Montserrat"/>
            </a:endParaRPr>
          </a:p>
        </p:txBody>
      </p:sp>
      <p:sp>
        <p:nvSpPr>
          <p:cNvPr id="532" name="Google Shape;532;p74"/>
          <p:cNvSpPr txBox="1"/>
          <p:nvPr/>
        </p:nvSpPr>
        <p:spPr>
          <a:xfrm>
            <a:off x="916825" y="96575"/>
            <a:ext cx="54135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solidFill>
                  <a:schemeClr val="lt1"/>
                </a:solidFill>
                <a:latin typeface="Montserrat ExtraBold"/>
                <a:ea typeface="Montserrat ExtraBold"/>
                <a:cs typeface="Montserrat ExtraBold"/>
                <a:sym typeface="Montserrat ExtraBold"/>
              </a:rPr>
              <a:t>Proiectarea </a:t>
            </a:r>
            <a:r>
              <a:rPr lang="en-GB" sz="2100">
                <a:solidFill>
                  <a:schemeClr val="lt1"/>
                </a:solidFill>
                <a:latin typeface="Montserrat ExtraBold"/>
                <a:ea typeface="Montserrat ExtraBold"/>
                <a:cs typeface="Montserrat ExtraBold"/>
                <a:sym typeface="Montserrat ExtraBold"/>
              </a:rPr>
              <a:t>cablajului</a:t>
            </a:r>
            <a:endParaRPr sz="2100">
              <a:solidFill>
                <a:schemeClr val="lt1"/>
              </a:solidFill>
              <a:latin typeface="Montserrat ExtraBold"/>
              <a:ea typeface="Montserrat ExtraBold"/>
              <a:cs typeface="Montserrat ExtraBold"/>
              <a:sym typeface="Montserrat ExtraBold"/>
            </a:endParaRPr>
          </a:p>
        </p:txBody>
      </p:sp>
      <p:sp>
        <p:nvSpPr>
          <p:cNvPr id="533" name="Google Shape;533;p74"/>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a:t>
            </a:r>
            <a:endParaRPr/>
          </a:p>
        </p:txBody>
      </p:sp>
      <p:pic>
        <p:nvPicPr>
          <p:cNvPr id="534" name="Google Shape;534;p74"/>
          <p:cNvPicPr preferRelativeResize="0"/>
          <p:nvPr/>
        </p:nvPicPr>
        <p:blipFill>
          <a:blip r:embed="rId4">
            <a:alphaModFix/>
          </a:blip>
          <a:stretch>
            <a:fillRect/>
          </a:stretch>
        </p:blipFill>
        <p:spPr>
          <a:xfrm>
            <a:off x="1398925" y="549100"/>
            <a:ext cx="6346148" cy="44869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ch Company Branding Guidelines XL by Slidesgo">
  <a:themeElements>
    <a:clrScheme name="Simple Light">
      <a:dk1>
        <a:srgbClr val="011446"/>
      </a:dk1>
      <a:lt1>
        <a:srgbClr val="FFFFFF"/>
      </a:lt1>
      <a:dk2>
        <a:srgbClr val="02227F"/>
      </a:dk2>
      <a:lt2>
        <a:srgbClr val="B7B7B7"/>
      </a:lt2>
      <a:accent1>
        <a:srgbClr val="FFFFFF"/>
      </a:accent1>
      <a:accent2>
        <a:srgbClr val="06BAD6"/>
      </a:accent2>
      <a:accent3>
        <a:srgbClr val="A1F1FE"/>
      </a:accent3>
      <a:accent4>
        <a:srgbClr val="079AB1"/>
      </a:accent4>
      <a:accent5>
        <a:srgbClr val="0081B0"/>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