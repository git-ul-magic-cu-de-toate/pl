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Lst>
  <p:sldSz cy="5143500" cx="9144000"/>
  <p:notesSz cx="6858000" cy="9144000"/>
  <p:embeddedFontLst>
    <p:embeddedFont>
      <p:font typeface="Aldrich"/>
      <p:regular r:id="rId50"/>
    </p:embeddedFon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Lato"/>
      <p:regular r:id="rId61"/>
      <p:bold r:id="rId62"/>
      <p:italic r:id="rId63"/>
      <p:boldItalic r:id="rId64"/>
    </p:embeddedFont>
    <p:embeddedFont>
      <p:font typeface="Didact Gothic"/>
      <p:regular r:id="rId65"/>
    </p:embeddedFont>
    <p:embeddedFont>
      <p:font typeface="Proxima Nova Semibold"/>
      <p:regular r:id="rId66"/>
      <p:bold r:id="rId67"/>
      <p:boldItalic r:id="rId68"/>
    </p:embeddedFont>
    <p:embeddedFont>
      <p:font typeface="PT Sans"/>
      <p:regular r:id="rId69"/>
      <p:bold r:id="rId70"/>
      <p:italic r:id="rId71"/>
      <p:boldItalic r:id="rId72"/>
    </p:embeddedFont>
    <p:embeddedFont>
      <p:font typeface="Century Gothic"/>
      <p:regular r:id="rId73"/>
      <p:bold r:id="rId74"/>
      <p:italic r:id="rId75"/>
      <p:boldItalic r:id="rId7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89CA7E4-7F1F-4D99-A3D6-10E6FEE11A99}">
  <a:tblStyle styleId="{289CA7E4-7F1F-4D99-A3D6-10E6FEE11A9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CenturyGothic-regular.fntdata"/><Relationship Id="rId72" Type="http://schemas.openxmlformats.org/officeDocument/2006/relationships/font" Target="fonts/PTSans-boldItalic.fntdata"/><Relationship Id="rId31" Type="http://schemas.openxmlformats.org/officeDocument/2006/relationships/slide" Target="slides/slide25.xml"/><Relationship Id="rId75" Type="http://schemas.openxmlformats.org/officeDocument/2006/relationships/font" Target="fonts/CenturyGothic-italic.fntdata"/><Relationship Id="rId30" Type="http://schemas.openxmlformats.org/officeDocument/2006/relationships/slide" Target="slides/slide24.xml"/><Relationship Id="rId74" Type="http://schemas.openxmlformats.org/officeDocument/2006/relationships/font" Target="fonts/CenturyGothic-bold.fntdata"/><Relationship Id="rId33" Type="http://schemas.openxmlformats.org/officeDocument/2006/relationships/slide" Target="slides/slide27.xml"/><Relationship Id="rId32" Type="http://schemas.openxmlformats.org/officeDocument/2006/relationships/slide" Target="slides/slide26.xml"/><Relationship Id="rId76" Type="http://schemas.openxmlformats.org/officeDocument/2006/relationships/font" Target="fonts/CenturyGothic-boldItalic.fntdata"/><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TSans-italic.fntdata"/><Relationship Id="rId70" Type="http://schemas.openxmlformats.org/officeDocument/2006/relationships/font" Target="fonts/PTSans-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Lato-bold.fntdata"/><Relationship Id="rId61" Type="http://schemas.openxmlformats.org/officeDocument/2006/relationships/font" Target="fonts/Lato-regular.fntdata"/><Relationship Id="rId20" Type="http://schemas.openxmlformats.org/officeDocument/2006/relationships/slide" Target="slides/slide14.xml"/><Relationship Id="rId64" Type="http://schemas.openxmlformats.org/officeDocument/2006/relationships/font" Target="fonts/Lato-boldItalic.fntdata"/><Relationship Id="rId63" Type="http://schemas.openxmlformats.org/officeDocument/2006/relationships/font" Target="fonts/Lato-italic.fntdata"/><Relationship Id="rId22" Type="http://schemas.openxmlformats.org/officeDocument/2006/relationships/slide" Target="slides/slide16.xml"/><Relationship Id="rId66" Type="http://schemas.openxmlformats.org/officeDocument/2006/relationships/font" Target="fonts/ProximaNovaSemibold-regular.fntdata"/><Relationship Id="rId21" Type="http://schemas.openxmlformats.org/officeDocument/2006/relationships/slide" Target="slides/slide15.xml"/><Relationship Id="rId65" Type="http://schemas.openxmlformats.org/officeDocument/2006/relationships/font" Target="fonts/DidactGothic-regular.fntdata"/><Relationship Id="rId24" Type="http://schemas.openxmlformats.org/officeDocument/2006/relationships/slide" Target="slides/slide18.xml"/><Relationship Id="rId68" Type="http://schemas.openxmlformats.org/officeDocument/2006/relationships/font" Target="fonts/ProximaNovaSemibold-boldItalic.fntdata"/><Relationship Id="rId23" Type="http://schemas.openxmlformats.org/officeDocument/2006/relationships/slide" Target="slides/slide17.xml"/><Relationship Id="rId67" Type="http://schemas.openxmlformats.org/officeDocument/2006/relationships/font" Target="fonts/ProximaNovaSemibold-bold.fntdata"/><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TSans-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regular.fntdata"/><Relationship Id="rId50" Type="http://schemas.openxmlformats.org/officeDocument/2006/relationships/font" Target="fonts/Aldrich-regular.fntdata"/><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5.xml"/><Relationship Id="rId55" Type="http://schemas.openxmlformats.org/officeDocument/2006/relationships/font" Target="fonts/RobotoMedium-regular.fntdata"/><Relationship Id="rId10" Type="http://schemas.openxmlformats.org/officeDocument/2006/relationships/slide" Target="slides/slide4.xml"/><Relationship Id="rId54" Type="http://schemas.openxmlformats.org/officeDocument/2006/relationships/font" Target="fonts/ProximaNova-boldItalic.fntdata"/><Relationship Id="rId13" Type="http://schemas.openxmlformats.org/officeDocument/2006/relationships/slide" Target="slides/slide7.xml"/><Relationship Id="rId57" Type="http://schemas.openxmlformats.org/officeDocument/2006/relationships/font" Target="fonts/RobotoMedium-italic.fntdata"/><Relationship Id="rId12" Type="http://schemas.openxmlformats.org/officeDocument/2006/relationships/slide" Target="slides/slide6.xml"/><Relationship Id="rId56" Type="http://schemas.openxmlformats.org/officeDocument/2006/relationships/font" Target="fonts/RobotoMedium-bold.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RobotoMedium-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 name="Shape 493"/>
        <p:cNvGrpSpPr/>
        <p:nvPr/>
      </p:nvGrpSpPr>
      <p:grpSpPr>
        <a:xfrm>
          <a:off x="0" y="0"/>
          <a:ext cx="0" cy="0"/>
          <a:chOff x="0" y="0"/>
          <a:chExt cx="0" cy="0"/>
        </a:xfrm>
      </p:grpSpPr>
      <p:sp>
        <p:nvSpPr>
          <p:cNvPr id="494" name="Google Shape;494;g53de5052a6_0_5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5" name="Google Shape;495;g53de5052a6_0_5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0" name="Shape 540"/>
        <p:cNvGrpSpPr/>
        <p:nvPr/>
      </p:nvGrpSpPr>
      <p:grpSpPr>
        <a:xfrm>
          <a:off x="0" y="0"/>
          <a:ext cx="0" cy="0"/>
          <a:chOff x="0" y="0"/>
          <a:chExt cx="0" cy="0"/>
        </a:xfrm>
      </p:grpSpPr>
      <p:sp>
        <p:nvSpPr>
          <p:cNvPr id="541" name="Google Shape;541;ga71291a82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2" name="Google Shape;542;ga71291a82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 name="Shape 546"/>
        <p:cNvGrpSpPr/>
        <p:nvPr/>
      </p:nvGrpSpPr>
      <p:grpSpPr>
        <a:xfrm>
          <a:off x="0" y="0"/>
          <a:ext cx="0" cy="0"/>
          <a:chOff x="0" y="0"/>
          <a:chExt cx="0" cy="0"/>
        </a:xfrm>
      </p:grpSpPr>
      <p:sp>
        <p:nvSpPr>
          <p:cNvPr id="547" name="Google Shape;547;ga71291a826_0_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 name="Google Shape;548;ga71291a826_0_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 name="Shape 563"/>
        <p:cNvGrpSpPr/>
        <p:nvPr/>
      </p:nvGrpSpPr>
      <p:grpSpPr>
        <a:xfrm>
          <a:off x="0" y="0"/>
          <a:ext cx="0" cy="0"/>
          <a:chOff x="0" y="0"/>
          <a:chExt cx="0" cy="0"/>
        </a:xfrm>
      </p:grpSpPr>
      <p:sp>
        <p:nvSpPr>
          <p:cNvPr id="564" name="Google Shape;564;ga745d1862b_0_8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 name="Google Shape;565;ga745d1862b_0_8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1" name="Shape 581"/>
        <p:cNvGrpSpPr/>
        <p:nvPr/>
      </p:nvGrpSpPr>
      <p:grpSpPr>
        <a:xfrm>
          <a:off x="0" y="0"/>
          <a:ext cx="0" cy="0"/>
          <a:chOff x="0" y="0"/>
          <a:chExt cx="0" cy="0"/>
        </a:xfrm>
      </p:grpSpPr>
      <p:sp>
        <p:nvSpPr>
          <p:cNvPr id="582" name="Google Shape;582;g9fa85cf4f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3" name="Google Shape;583;g9fa85cf4f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 name="Shape 680"/>
        <p:cNvGrpSpPr/>
        <p:nvPr/>
      </p:nvGrpSpPr>
      <p:grpSpPr>
        <a:xfrm>
          <a:off x="0" y="0"/>
          <a:ext cx="0" cy="0"/>
          <a:chOff x="0" y="0"/>
          <a:chExt cx="0" cy="0"/>
        </a:xfrm>
      </p:grpSpPr>
      <p:sp>
        <p:nvSpPr>
          <p:cNvPr id="681" name="Google Shape;681;ga745d1862b_0_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 name="Google Shape;682;ga745d1862b_0_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 name="Shape 713"/>
        <p:cNvGrpSpPr/>
        <p:nvPr/>
      </p:nvGrpSpPr>
      <p:grpSpPr>
        <a:xfrm>
          <a:off x="0" y="0"/>
          <a:ext cx="0" cy="0"/>
          <a:chOff x="0" y="0"/>
          <a:chExt cx="0" cy="0"/>
        </a:xfrm>
      </p:grpSpPr>
      <p:sp>
        <p:nvSpPr>
          <p:cNvPr id="714" name="Google Shape;714;g9fa85cf4fd_0_44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5" name="Google Shape;715;g9fa85cf4fd_0_44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 name="Shape 781"/>
        <p:cNvGrpSpPr/>
        <p:nvPr/>
      </p:nvGrpSpPr>
      <p:grpSpPr>
        <a:xfrm>
          <a:off x="0" y="0"/>
          <a:ext cx="0" cy="0"/>
          <a:chOff x="0" y="0"/>
          <a:chExt cx="0" cy="0"/>
        </a:xfrm>
      </p:grpSpPr>
      <p:sp>
        <p:nvSpPr>
          <p:cNvPr id="782" name="Google Shape;782;g9fa85cf4fd_0_48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3" name="Google Shape;783;g9fa85cf4fd_0_48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 name="Shape 806"/>
        <p:cNvGrpSpPr/>
        <p:nvPr/>
      </p:nvGrpSpPr>
      <p:grpSpPr>
        <a:xfrm>
          <a:off x="0" y="0"/>
          <a:ext cx="0" cy="0"/>
          <a:chOff x="0" y="0"/>
          <a:chExt cx="0" cy="0"/>
        </a:xfrm>
      </p:grpSpPr>
      <p:sp>
        <p:nvSpPr>
          <p:cNvPr id="807" name="Google Shape;807;ga71291a826_0_6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8" name="Google Shape;808;ga71291a826_0_6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 name="Shape 826"/>
        <p:cNvGrpSpPr/>
        <p:nvPr/>
      </p:nvGrpSpPr>
      <p:grpSpPr>
        <a:xfrm>
          <a:off x="0" y="0"/>
          <a:ext cx="0" cy="0"/>
          <a:chOff x="0" y="0"/>
          <a:chExt cx="0" cy="0"/>
        </a:xfrm>
      </p:grpSpPr>
      <p:sp>
        <p:nvSpPr>
          <p:cNvPr id="827" name="Google Shape;827;ga71291a826_0_7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 name="Google Shape;828;ga71291a826_0_7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2" name="Shape 842"/>
        <p:cNvGrpSpPr/>
        <p:nvPr/>
      </p:nvGrpSpPr>
      <p:grpSpPr>
        <a:xfrm>
          <a:off x="0" y="0"/>
          <a:ext cx="0" cy="0"/>
          <a:chOff x="0" y="0"/>
          <a:chExt cx="0" cy="0"/>
        </a:xfrm>
      </p:grpSpPr>
      <p:sp>
        <p:nvSpPr>
          <p:cNvPr id="843" name="Google Shape;843;ga71291a826_0_6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4" name="Google Shape;844;ga71291a826_0_6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 name="Shape 902"/>
        <p:cNvGrpSpPr/>
        <p:nvPr/>
      </p:nvGrpSpPr>
      <p:grpSpPr>
        <a:xfrm>
          <a:off x="0" y="0"/>
          <a:ext cx="0" cy="0"/>
          <a:chOff x="0" y="0"/>
          <a:chExt cx="0" cy="0"/>
        </a:xfrm>
      </p:grpSpPr>
      <p:sp>
        <p:nvSpPr>
          <p:cNvPr id="903" name="Google Shape;903;ga71291a826_0_7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4" name="Google Shape;904;ga71291a826_0_7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2" name="Shape 942"/>
        <p:cNvGrpSpPr/>
        <p:nvPr/>
      </p:nvGrpSpPr>
      <p:grpSpPr>
        <a:xfrm>
          <a:off x="0" y="0"/>
          <a:ext cx="0" cy="0"/>
          <a:chOff x="0" y="0"/>
          <a:chExt cx="0" cy="0"/>
        </a:xfrm>
      </p:grpSpPr>
      <p:sp>
        <p:nvSpPr>
          <p:cNvPr id="943" name="Google Shape;943;ga745d1862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4" name="Google Shape;944;ga745d1862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 name="Shape 1019"/>
        <p:cNvGrpSpPr/>
        <p:nvPr/>
      </p:nvGrpSpPr>
      <p:grpSpPr>
        <a:xfrm>
          <a:off x="0" y="0"/>
          <a:ext cx="0" cy="0"/>
          <a:chOff x="0" y="0"/>
          <a:chExt cx="0" cy="0"/>
        </a:xfrm>
      </p:grpSpPr>
      <p:sp>
        <p:nvSpPr>
          <p:cNvPr id="1020" name="Google Shape;1020;g9fa85cf4fd_0_44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1" name="Google Shape;1021;g9fa85cf4fd_0_44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 name="Shape 1067"/>
        <p:cNvGrpSpPr/>
        <p:nvPr/>
      </p:nvGrpSpPr>
      <p:grpSpPr>
        <a:xfrm>
          <a:off x="0" y="0"/>
          <a:ext cx="0" cy="0"/>
          <a:chOff x="0" y="0"/>
          <a:chExt cx="0" cy="0"/>
        </a:xfrm>
      </p:grpSpPr>
      <p:sp>
        <p:nvSpPr>
          <p:cNvPr id="1068" name="Google Shape;1068;ga745d1862b_0_1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9" name="Google Shape;1069;ga745d1862b_0_1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 name="Shape 1086"/>
        <p:cNvGrpSpPr/>
        <p:nvPr/>
      </p:nvGrpSpPr>
      <p:grpSpPr>
        <a:xfrm>
          <a:off x="0" y="0"/>
          <a:ext cx="0" cy="0"/>
          <a:chOff x="0" y="0"/>
          <a:chExt cx="0" cy="0"/>
        </a:xfrm>
      </p:grpSpPr>
      <p:sp>
        <p:nvSpPr>
          <p:cNvPr id="1087" name="Google Shape;1087;ga745d1862b_0_4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 name="Google Shape;1088;ga745d1862b_0_4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9" name="Shape 1149"/>
        <p:cNvGrpSpPr/>
        <p:nvPr/>
      </p:nvGrpSpPr>
      <p:grpSpPr>
        <a:xfrm>
          <a:off x="0" y="0"/>
          <a:ext cx="0" cy="0"/>
          <a:chOff x="0" y="0"/>
          <a:chExt cx="0" cy="0"/>
        </a:xfrm>
      </p:grpSpPr>
      <p:sp>
        <p:nvSpPr>
          <p:cNvPr id="1150" name="Google Shape;1150;ga745d1862b_0_7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1" name="Google Shape;1151;ga745d1862b_0_7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8" name="Shape 1168"/>
        <p:cNvGrpSpPr/>
        <p:nvPr/>
      </p:nvGrpSpPr>
      <p:grpSpPr>
        <a:xfrm>
          <a:off x="0" y="0"/>
          <a:ext cx="0" cy="0"/>
          <a:chOff x="0" y="0"/>
          <a:chExt cx="0" cy="0"/>
        </a:xfrm>
      </p:grpSpPr>
      <p:sp>
        <p:nvSpPr>
          <p:cNvPr id="1169" name="Google Shape;1169;ga745d1862b_0_2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0" name="Google Shape;1170;ga745d1862b_0_2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4" name="Shape 1184"/>
        <p:cNvGrpSpPr/>
        <p:nvPr/>
      </p:nvGrpSpPr>
      <p:grpSpPr>
        <a:xfrm>
          <a:off x="0" y="0"/>
          <a:ext cx="0" cy="0"/>
          <a:chOff x="0" y="0"/>
          <a:chExt cx="0" cy="0"/>
        </a:xfrm>
      </p:grpSpPr>
      <p:sp>
        <p:nvSpPr>
          <p:cNvPr id="1185" name="Google Shape;1185;ga745d1862b_0_8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6" name="Google Shape;1186;ga745d1862b_0_8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9" name="Shape 1209"/>
        <p:cNvGrpSpPr/>
        <p:nvPr/>
      </p:nvGrpSpPr>
      <p:grpSpPr>
        <a:xfrm>
          <a:off x="0" y="0"/>
          <a:ext cx="0" cy="0"/>
          <a:chOff x="0" y="0"/>
          <a:chExt cx="0" cy="0"/>
        </a:xfrm>
      </p:grpSpPr>
      <p:sp>
        <p:nvSpPr>
          <p:cNvPr id="1210" name="Google Shape;1210;ga745d1862b_0_8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1" name="Google Shape;1211;ga745d1862b_0_8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1" name="Shape 1221"/>
        <p:cNvGrpSpPr/>
        <p:nvPr/>
      </p:nvGrpSpPr>
      <p:grpSpPr>
        <a:xfrm>
          <a:off x="0" y="0"/>
          <a:ext cx="0" cy="0"/>
          <a:chOff x="0" y="0"/>
          <a:chExt cx="0" cy="0"/>
        </a:xfrm>
      </p:grpSpPr>
      <p:sp>
        <p:nvSpPr>
          <p:cNvPr id="1222" name="Google Shape;1222;ga745d1862b_0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3" name="Google Shape;1223;ga745d1862b_0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8" name="Shape 1248"/>
        <p:cNvGrpSpPr/>
        <p:nvPr/>
      </p:nvGrpSpPr>
      <p:grpSpPr>
        <a:xfrm>
          <a:off x="0" y="0"/>
          <a:ext cx="0" cy="0"/>
          <a:chOff x="0" y="0"/>
          <a:chExt cx="0" cy="0"/>
        </a:xfrm>
      </p:grpSpPr>
      <p:sp>
        <p:nvSpPr>
          <p:cNvPr id="1249" name="Google Shape;1249;ga745d1862b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0" name="Google Shape;1250;ga745d1862b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5" name="Shape 1255"/>
        <p:cNvGrpSpPr/>
        <p:nvPr/>
      </p:nvGrpSpPr>
      <p:grpSpPr>
        <a:xfrm>
          <a:off x="0" y="0"/>
          <a:ext cx="0" cy="0"/>
          <a:chOff x="0" y="0"/>
          <a:chExt cx="0" cy="0"/>
        </a:xfrm>
      </p:grpSpPr>
      <p:sp>
        <p:nvSpPr>
          <p:cNvPr id="1256" name="Google Shape;1256;g9fa85cf4fd_0_4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7" name="Google Shape;1257;g9fa85cf4fd_0_4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4" name="Shape 1394"/>
        <p:cNvGrpSpPr/>
        <p:nvPr/>
      </p:nvGrpSpPr>
      <p:grpSpPr>
        <a:xfrm>
          <a:off x="0" y="0"/>
          <a:ext cx="0" cy="0"/>
          <a:chOff x="0" y="0"/>
          <a:chExt cx="0" cy="0"/>
        </a:xfrm>
      </p:grpSpPr>
      <p:sp>
        <p:nvSpPr>
          <p:cNvPr id="1395" name="Google Shape;1395;ga745d1862b_0_10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6" name="Google Shape;1396;ga745d1862b_0_10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8" name="Shape 2278"/>
        <p:cNvGrpSpPr/>
        <p:nvPr/>
      </p:nvGrpSpPr>
      <p:grpSpPr>
        <a:xfrm>
          <a:off x="0" y="0"/>
          <a:ext cx="0" cy="0"/>
          <a:chOff x="0" y="0"/>
          <a:chExt cx="0" cy="0"/>
        </a:xfrm>
      </p:grpSpPr>
      <p:sp>
        <p:nvSpPr>
          <p:cNvPr id="2279" name="Google Shape;2279;ga77613c805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0" name="Google Shape;2280;ga77613c805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6" name="Shape 2526"/>
        <p:cNvGrpSpPr/>
        <p:nvPr/>
      </p:nvGrpSpPr>
      <p:grpSpPr>
        <a:xfrm>
          <a:off x="0" y="0"/>
          <a:ext cx="0" cy="0"/>
          <a:chOff x="0" y="0"/>
          <a:chExt cx="0" cy="0"/>
        </a:xfrm>
      </p:grpSpPr>
      <p:sp>
        <p:nvSpPr>
          <p:cNvPr id="2527" name="Google Shape;2527;ga77613c80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8" name="Google Shape;2528;ga77613c80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2" name="Shape 2532"/>
        <p:cNvGrpSpPr/>
        <p:nvPr/>
      </p:nvGrpSpPr>
      <p:grpSpPr>
        <a:xfrm>
          <a:off x="0" y="0"/>
          <a:ext cx="0" cy="0"/>
          <a:chOff x="0" y="0"/>
          <a:chExt cx="0" cy="0"/>
        </a:xfrm>
      </p:grpSpPr>
      <p:sp>
        <p:nvSpPr>
          <p:cNvPr id="2533" name="Google Shape;2533;ga77613c805_0_15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4" name="Google Shape;2534;ga77613c805_0_15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9" name="Shape 2539"/>
        <p:cNvGrpSpPr/>
        <p:nvPr/>
      </p:nvGrpSpPr>
      <p:grpSpPr>
        <a:xfrm>
          <a:off x="0" y="0"/>
          <a:ext cx="0" cy="0"/>
          <a:chOff x="0" y="0"/>
          <a:chExt cx="0" cy="0"/>
        </a:xfrm>
      </p:grpSpPr>
      <p:sp>
        <p:nvSpPr>
          <p:cNvPr id="2540" name="Google Shape;2540;ga77613c805_0_153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1" name="Google Shape;2541;ga77613c805_0_153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8" name="Shape 2558"/>
        <p:cNvGrpSpPr/>
        <p:nvPr/>
      </p:nvGrpSpPr>
      <p:grpSpPr>
        <a:xfrm>
          <a:off x="0" y="0"/>
          <a:ext cx="0" cy="0"/>
          <a:chOff x="0" y="0"/>
          <a:chExt cx="0" cy="0"/>
        </a:xfrm>
      </p:grpSpPr>
      <p:sp>
        <p:nvSpPr>
          <p:cNvPr id="2559" name="Google Shape;2559;ga77613c805_0_15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0" name="Google Shape;2560;ga77613c805_0_15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4" name="Shape 2574"/>
        <p:cNvGrpSpPr/>
        <p:nvPr/>
      </p:nvGrpSpPr>
      <p:grpSpPr>
        <a:xfrm>
          <a:off x="0" y="0"/>
          <a:ext cx="0" cy="0"/>
          <a:chOff x="0" y="0"/>
          <a:chExt cx="0" cy="0"/>
        </a:xfrm>
      </p:grpSpPr>
      <p:sp>
        <p:nvSpPr>
          <p:cNvPr id="2575" name="Google Shape;2575;ga77613c805_0_153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6" name="Google Shape;2576;ga77613c805_0_153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1" name="Shape 2911"/>
        <p:cNvGrpSpPr/>
        <p:nvPr/>
      </p:nvGrpSpPr>
      <p:grpSpPr>
        <a:xfrm>
          <a:off x="0" y="0"/>
          <a:ext cx="0" cy="0"/>
          <a:chOff x="0" y="0"/>
          <a:chExt cx="0" cy="0"/>
        </a:xfrm>
      </p:grpSpPr>
      <p:sp>
        <p:nvSpPr>
          <p:cNvPr id="2912" name="Google Shape;2912;ga77613c805_0_157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3" name="Google Shape;2913;ga77613c805_0_157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8" name="Shape 5698"/>
        <p:cNvGrpSpPr/>
        <p:nvPr/>
      </p:nvGrpSpPr>
      <p:grpSpPr>
        <a:xfrm>
          <a:off x="0" y="0"/>
          <a:ext cx="0" cy="0"/>
          <a:chOff x="0" y="0"/>
          <a:chExt cx="0" cy="0"/>
        </a:xfrm>
      </p:grpSpPr>
      <p:sp>
        <p:nvSpPr>
          <p:cNvPr id="5699" name="Google Shape;5699;ga77613c805_0_184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0" name="Google Shape;5700;ga77613c805_0_184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17" name="Shape 6117"/>
        <p:cNvGrpSpPr/>
        <p:nvPr/>
      </p:nvGrpSpPr>
      <p:grpSpPr>
        <a:xfrm>
          <a:off x="0" y="0"/>
          <a:ext cx="0" cy="0"/>
          <a:chOff x="0" y="0"/>
          <a:chExt cx="0" cy="0"/>
        </a:xfrm>
      </p:grpSpPr>
      <p:sp>
        <p:nvSpPr>
          <p:cNvPr id="6118" name="Google Shape;6118;ga77613c805_0_18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19" name="Google Shape;6119;ga77613c805_0_189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7" name="Shape 6287"/>
        <p:cNvGrpSpPr/>
        <p:nvPr/>
      </p:nvGrpSpPr>
      <p:grpSpPr>
        <a:xfrm>
          <a:off x="0" y="0"/>
          <a:ext cx="0" cy="0"/>
          <a:chOff x="0" y="0"/>
          <a:chExt cx="0" cy="0"/>
        </a:xfrm>
      </p:grpSpPr>
      <p:sp>
        <p:nvSpPr>
          <p:cNvPr id="6288" name="Google Shape;6288;ga77613c805_0_190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9" name="Google Shape;6289;ga77613c805_0_190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2" name="Shape 6692"/>
        <p:cNvGrpSpPr/>
        <p:nvPr/>
      </p:nvGrpSpPr>
      <p:grpSpPr>
        <a:xfrm>
          <a:off x="0" y="0"/>
          <a:ext cx="0" cy="0"/>
          <a:chOff x="0" y="0"/>
          <a:chExt cx="0" cy="0"/>
        </a:xfrm>
      </p:grpSpPr>
      <p:sp>
        <p:nvSpPr>
          <p:cNvPr id="6693" name="Google Shape;6693;ga77613c805_0_194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94" name="Google Shape;6694;ga77613c805_0_194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72" name="Shape 7072"/>
        <p:cNvGrpSpPr/>
        <p:nvPr/>
      </p:nvGrpSpPr>
      <p:grpSpPr>
        <a:xfrm>
          <a:off x="0" y="0"/>
          <a:ext cx="0" cy="0"/>
          <a:chOff x="0" y="0"/>
          <a:chExt cx="0" cy="0"/>
        </a:xfrm>
      </p:grpSpPr>
      <p:sp>
        <p:nvSpPr>
          <p:cNvPr id="7073" name="Google Shape;7073;ga77613c805_0_198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4" name="Google Shape;7074;ga77613c805_0_198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40" name="Shape 7840"/>
        <p:cNvGrpSpPr/>
        <p:nvPr/>
      </p:nvGrpSpPr>
      <p:grpSpPr>
        <a:xfrm>
          <a:off x="0" y="0"/>
          <a:ext cx="0" cy="0"/>
          <a:chOff x="0" y="0"/>
          <a:chExt cx="0" cy="0"/>
        </a:xfrm>
      </p:grpSpPr>
      <p:sp>
        <p:nvSpPr>
          <p:cNvPr id="7841" name="Google Shape;7841;ga77613c805_0_206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42" name="Google Shape;7842;ga77613c805_0_206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7" name="Shape 9247"/>
        <p:cNvGrpSpPr/>
        <p:nvPr/>
      </p:nvGrpSpPr>
      <p:grpSpPr>
        <a:xfrm>
          <a:off x="0" y="0"/>
          <a:ext cx="0" cy="0"/>
          <a:chOff x="0" y="0"/>
          <a:chExt cx="0" cy="0"/>
        </a:xfrm>
      </p:grpSpPr>
      <p:sp>
        <p:nvSpPr>
          <p:cNvPr id="9248" name="Google Shape;9248;ga77613c805_0_220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49" name="Google Shape;9249;ga77613c805_0_220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41" name="Shape 11641"/>
        <p:cNvGrpSpPr/>
        <p:nvPr/>
      </p:nvGrpSpPr>
      <p:grpSpPr>
        <a:xfrm>
          <a:off x="0" y="0"/>
          <a:ext cx="0" cy="0"/>
          <a:chOff x="0" y="0"/>
          <a:chExt cx="0" cy="0"/>
        </a:xfrm>
      </p:grpSpPr>
      <p:sp>
        <p:nvSpPr>
          <p:cNvPr id="11642" name="Google Shape;11642;ga77613c805_0_24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43" name="Google Shape;11643;ga77613c805_0_24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55" name="Shape 13655"/>
        <p:cNvGrpSpPr/>
        <p:nvPr/>
      </p:nvGrpSpPr>
      <p:grpSpPr>
        <a:xfrm>
          <a:off x="0" y="0"/>
          <a:ext cx="0" cy="0"/>
          <a:chOff x="0" y="0"/>
          <a:chExt cx="0" cy="0"/>
        </a:xfrm>
      </p:grpSpPr>
      <p:sp>
        <p:nvSpPr>
          <p:cNvPr id="13656" name="Google Shape;13656;ga77613c805_0_264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57" name="Google Shape;13657;ga77613c805_0_264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91" name="Shape 15291"/>
        <p:cNvGrpSpPr/>
        <p:nvPr/>
      </p:nvGrpSpPr>
      <p:grpSpPr>
        <a:xfrm>
          <a:off x="0" y="0"/>
          <a:ext cx="0" cy="0"/>
          <a:chOff x="0" y="0"/>
          <a:chExt cx="0" cy="0"/>
        </a:xfrm>
      </p:grpSpPr>
      <p:sp>
        <p:nvSpPr>
          <p:cNvPr id="15292" name="Google Shape;15292;ga77613c805_0_280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93" name="Google Shape;15293;ga77613c805_0_280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33" name="Shape 16333"/>
        <p:cNvGrpSpPr/>
        <p:nvPr/>
      </p:nvGrpSpPr>
      <p:grpSpPr>
        <a:xfrm>
          <a:off x="0" y="0"/>
          <a:ext cx="0" cy="0"/>
          <a:chOff x="0" y="0"/>
          <a:chExt cx="0" cy="0"/>
        </a:xfrm>
      </p:grpSpPr>
      <p:sp>
        <p:nvSpPr>
          <p:cNvPr id="16334" name="Google Shape;16334;ga77613c805_0_29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35" name="Google Shape;16335;ga77613c805_0_29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68" name="Shape 17868"/>
        <p:cNvGrpSpPr/>
        <p:nvPr/>
      </p:nvGrpSpPr>
      <p:grpSpPr>
        <a:xfrm>
          <a:off x="0" y="0"/>
          <a:ext cx="0" cy="0"/>
          <a:chOff x="0" y="0"/>
          <a:chExt cx="0" cy="0"/>
        </a:xfrm>
      </p:grpSpPr>
      <p:sp>
        <p:nvSpPr>
          <p:cNvPr id="17869" name="Google Shape;17869;ga77613c805_0_30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70" name="Google Shape;17870;ga77613c805_0_30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2"/>
        </a:solidFill>
      </p:bgPr>
    </p:bg>
    <p:spTree>
      <p:nvGrpSpPr>
        <p:cNvPr id="8" name="Shape 8"/>
        <p:cNvGrpSpPr/>
        <p:nvPr/>
      </p:nvGrpSpPr>
      <p:grpSpPr>
        <a:xfrm>
          <a:off x="0" y="0"/>
          <a:ext cx="0" cy="0"/>
          <a:chOff x="0" y="0"/>
          <a:chExt cx="0" cy="0"/>
        </a:xfrm>
      </p:grpSpPr>
      <p:grpSp>
        <p:nvGrpSpPr>
          <p:cNvPr id="9" name="Google Shape;9;p2"/>
          <p:cNvGrpSpPr/>
          <p:nvPr/>
        </p:nvGrpSpPr>
        <p:grpSpPr>
          <a:xfrm>
            <a:off x="255151" y="2785291"/>
            <a:ext cx="2526614" cy="874564"/>
            <a:chOff x="3457434" y="4469778"/>
            <a:chExt cx="1572451" cy="544289"/>
          </a:xfrm>
        </p:grpSpPr>
        <p:sp>
          <p:nvSpPr>
            <p:cNvPr id="10" name="Google Shape;10;p2"/>
            <p:cNvSpPr/>
            <p:nvPr/>
          </p:nvSpPr>
          <p:spPr>
            <a:xfrm>
              <a:off x="3457434" y="4667694"/>
              <a:ext cx="1467538" cy="346372"/>
            </a:xfrm>
            <a:custGeom>
              <a:rect b="b" l="l" r="r" t="t"/>
              <a:pathLst>
                <a:path extrusionOk="0" h="14307" w="60617">
                  <a:moveTo>
                    <a:pt x="7848" y="0"/>
                  </a:moveTo>
                  <a:cubicBezTo>
                    <a:pt x="3393" y="0"/>
                    <a:pt x="1" y="3229"/>
                    <a:pt x="1" y="7153"/>
                  </a:cubicBezTo>
                  <a:cubicBezTo>
                    <a:pt x="1" y="11077"/>
                    <a:pt x="3393" y="14306"/>
                    <a:pt x="7848" y="14306"/>
                  </a:cubicBezTo>
                  <a:lnTo>
                    <a:pt x="60617" y="14306"/>
                  </a:lnTo>
                  <a:lnTo>
                    <a:pt x="60617" y="0"/>
                  </a:lnTo>
                  <a:close/>
                </a:path>
              </a:pathLst>
            </a:custGeom>
            <a:solidFill>
              <a:schemeClr val="accent6"/>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3531662" y="4713209"/>
              <a:ext cx="1393310" cy="255319"/>
            </a:xfrm>
            <a:custGeom>
              <a:rect b="b" l="l" r="r" t="t"/>
              <a:pathLst>
                <a:path extrusionOk="0" h="10546" w="57551">
                  <a:moveTo>
                    <a:pt x="7480" y="0"/>
                  </a:moveTo>
                  <a:cubicBezTo>
                    <a:pt x="3393" y="0"/>
                    <a:pt x="0" y="2371"/>
                    <a:pt x="0" y="5273"/>
                  </a:cubicBezTo>
                  <a:cubicBezTo>
                    <a:pt x="0" y="8175"/>
                    <a:pt x="3393" y="10546"/>
                    <a:pt x="7480" y="10546"/>
                  </a:cubicBezTo>
                  <a:lnTo>
                    <a:pt x="57551" y="10546"/>
                  </a:lnTo>
                  <a:lnTo>
                    <a:pt x="5755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3531662" y="4750807"/>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3598337" y="4741898"/>
              <a:ext cx="1422023" cy="16850"/>
            </a:xfrm>
            <a:custGeom>
              <a:rect b="b" l="l" r="r" t="t"/>
              <a:pathLst>
                <a:path extrusionOk="0" h="696" w="58737">
                  <a:moveTo>
                    <a:pt x="0" y="1"/>
                  </a:moveTo>
                  <a:lnTo>
                    <a:pt x="0" y="696"/>
                  </a:lnTo>
                  <a:lnTo>
                    <a:pt x="58736" y="696"/>
                  </a:lnTo>
                  <a:lnTo>
                    <a:pt x="587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3531662" y="4812156"/>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3531662" y="4804239"/>
              <a:ext cx="1422023" cy="15858"/>
            </a:xfrm>
            <a:custGeom>
              <a:rect b="b" l="l" r="r" t="t"/>
              <a:pathLst>
                <a:path extrusionOk="0" h="655" w="58737">
                  <a:moveTo>
                    <a:pt x="0" y="1"/>
                  </a:moveTo>
                  <a:lnTo>
                    <a:pt x="0" y="655"/>
                  </a:lnTo>
                  <a:lnTo>
                    <a:pt x="58736" y="655"/>
                  </a:lnTo>
                  <a:lnTo>
                    <a:pt x="587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3531662" y="4869557"/>
              <a:ext cx="1422023" cy="24"/>
            </a:xfrm>
            <a:custGeom>
              <a:rect b="b" l="l" r="r" t="t"/>
              <a:pathLst>
                <a:path extrusionOk="0" h="1" w="58737">
                  <a:moveTo>
                    <a:pt x="0" y="0"/>
                  </a:moveTo>
                  <a:lnTo>
                    <a:pt x="58736" y="0"/>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3531662" y="4861641"/>
              <a:ext cx="1422023" cy="16850"/>
            </a:xfrm>
            <a:custGeom>
              <a:rect b="b" l="l" r="r" t="t"/>
              <a:pathLst>
                <a:path extrusionOk="0" h="696" w="58737">
                  <a:moveTo>
                    <a:pt x="0" y="0"/>
                  </a:moveTo>
                  <a:lnTo>
                    <a:pt x="0" y="695"/>
                  </a:lnTo>
                  <a:lnTo>
                    <a:pt x="58736" y="695"/>
                  </a:lnTo>
                  <a:lnTo>
                    <a:pt x="587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3531662" y="4931898"/>
              <a:ext cx="1422023" cy="24"/>
            </a:xfrm>
            <a:custGeom>
              <a:rect b="b" l="l" r="r" t="t"/>
              <a:pathLst>
                <a:path extrusionOk="0" h="1" w="58737">
                  <a:moveTo>
                    <a:pt x="0" y="0"/>
                  </a:moveTo>
                  <a:lnTo>
                    <a:pt x="58736" y="0"/>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3607862" y="4923982"/>
              <a:ext cx="1422023" cy="15858"/>
            </a:xfrm>
            <a:custGeom>
              <a:rect b="b" l="l" r="r" t="t"/>
              <a:pathLst>
                <a:path extrusionOk="0" h="655" w="58737">
                  <a:moveTo>
                    <a:pt x="0" y="0"/>
                  </a:moveTo>
                  <a:lnTo>
                    <a:pt x="0" y="654"/>
                  </a:lnTo>
                  <a:lnTo>
                    <a:pt x="58736" y="654"/>
                  </a:lnTo>
                  <a:lnTo>
                    <a:pt x="587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3457434" y="4469778"/>
              <a:ext cx="1467538" cy="197941"/>
            </a:xfrm>
            <a:custGeom>
              <a:rect b="b" l="l" r="r" t="t"/>
              <a:pathLst>
                <a:path extrusionOk="0" h="8176" w="60617">
                  <a:moveTo>
                    <a:pt x="7848" y="0"/>
                  </a:moveTo>
                  <a:cubicBezTo>
                    <a:pt x="3393" y="0"/>
                    <a:pt x="1" y="1881"/>
                    <a:pt x="1" y="4088"/>
                  </a:cubicBezTo>
                  <a:cubicBezTo>
                    <a:pt x="1" y="6295"/>
                    <a:pt x="3393" y="8175"/>
                    <a:pt x="7848" y="8175"/>
                  </a:cubicBezTo>
                  <a:lnTo>
                    <a:pt x="60617" y="8175"/>
                  </a:lnTo>
                  <a:lnTo>
                    <a:pt x="60617" y="0"/>
                  </a:lnTo>
                  <a:close/>
                </a:path>
              </a:pathLst>
            </a:custGeom>
            <a:solidFill>
              <a:schemeClr val="accent3"/>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3531662" y="4494520"/>
              <a:ext cx="1393310" cy="144485"/>
            </a:xfrm>
            <a:custGeom>
              <a:rect b="b" l="l" r="r" t="t"/>
              <a:pathLst>
                <a:path extrusionOk="0" h="5968" w="57551">
                  <a:moveTo>
                    <a:pt x="7480" y="0"/>
                  </a:moveTo>
                  <a:cubicBezTo>
                    <a:pt x="3393" y="0"/>
                    <a:pt x="0" y="1390"/>
                    <a:pt x="0" y="3066"/>
                  </a:cubicBezTo>
                  <a:cubicBezTo>
                    <a:pt x="0" y="4782"/>
                    <a:pt x="3393" y="5968"/>
                    <a:pt x="7480" y="5968"/>
                  </a:cubicBezTo>
                  <a:lnTo>
                    <a:pt x="57551" y="5968"/>
                  </a:lnTo>
                  <a:lnTo>
                    <a:pt x="5755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3531662" y="4515293"/>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3607862" y="4507376"/>
              <a:ext cx="1422023" cy="15858"/>
            </a:xfrm>
            <a:custGeom>
              <a:rect b="b" l="l" r="r" t="t"/>
              <a:pathLst>
                <a:path extrusionOk="0" h="655" w="58737">
                  <a:moveTo>
                    <a:pt x="0" y="1"/>
                  </a:moveTo>
                  <a:lnTo>
                    <a:pt x="0" y="655"/>
                  </a:lnTo>
                  <a:lnTo>
                    <a:pt x="58736" y="655"/>
                  </a:lnTo>
                  <a:lnTo>
                    <a:pt x="587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3531662" y="4552891"/>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3541187" y="4543981"/>
              <a:ext cx="1422023" cy="16850"/>
            </a:xfrm>
            <a:custGeom>
              <a:rect b="b" l="l" r="r" t="t"/>
              <a:pathLst>
                <a:path extrusionOk="0" h="696" w="58737">
                  <a:moveTo>
                    <a:pt x="0" y="1"/>
                  </a:moveTo>
                  <a:lnTo>
                    <a:pt x="0" y="696"/>
                  </a:lnTo>
                  <a:lnTo>
                    <a:pt x="58736" y="696"/>
                  </a:lnTo>
                  <a:lnTo>
                    <a:pt x="587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3531662" y="4585550"/>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3531662" y="4618209"/>
              <a:ext cx="1422023" cy="24"/>
            </a:xfrm>
            <a:custGeom>
              <a:rect b="b" l="l" r="r" t="t"/>
              <a:pathLst>
                <a:path extrusionOk="0" h="1" w="58737">
                  <a:moveTo>
                    <a:pt x="0" y="0"/>
                  </a:moveTo>
                  <a:lnTo>
                    <a:pt x="58736" y="0"/>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3607862" y="4610293"/>
              <a:ext cx="1422023" cy="16850"/>
            </a:xfrm>
            <a:custGeom>
              <a:rect b="b" l="l" r="r" t="t"/>
              <a:pathLst>
                <a:path extrusionOk="0" h="696" w="58737">
                  <a:moveTo>
                    <a:pt x="0" y="0"/>
                  </a:moveTo>
                  <a:lnTo>
                    <a:pt x="0" y="695"/>
                  </a:lnTo>
                  <a:lnTo>
                    <a:pt x="58736" y="695"/>
                  </a:lnTo>
                  <a:lnTo>
                    <a:pt x="587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3541187" y="4577633"/>
              <a:ext cx="1422023" cy="15858"/>
            </a:xfrm>
            <a:custGeom>
              <a:rect b="b" l="l" r="r" t="t"/>
              <a:pathLst>
                <a:path extrusionOk="0" h="655" w="58737">
                  <a:moveTo>
                    <a:pt x="0" y="1"/>
                  </a:moveTo>
                  <a:lnTo>
                    <a:pt x="0" y="655"/>
                  </a:lnTo>
                  <a:lnTo>
                    <a:pt x="58736" y="655"/>
                  </a:lnTo>
                  <a:lnTo>
                    <a:pt x="587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 name="Google Shape;30;p2"/>
          <p:cNvGrpSpPr/>
          <p:nvPr/>
        </p:nvGrpSpPr>
        <p:grpSpPr>
          <a:xfrm>
            <a:off x="102751" y="3680641"/>
            <a:ext cx="2526614" cy="874564"/>
            <a:chOff x="3457434" y="4469778"/>
            <a:chExt cx="1572451" cy="544289"/>
          </a:xfrm>
        </p:grpSpPr>
        <p:sp>
          <p:nvSpPr>
            <p:cNvPr id="31" name="Google Shape;31;p2"/>
            <p:cNvSpPr/>
            <p:nvPr/>
          </p:nvSpPr>
          <p:spPr>
            <a:xfrm>
              <a:off x="3457434" y="4667694"/>
              <a:ext cx="1467538" cy="346372"/>
            </a:xfrm>
            <a:custGeom>
              <a:rect b="b" l="l" r="r" t="t"/>
              <a:pathLst>
                <a:path extrusionOk="0" h="14307" w="60617">
                  <a:moveTo>
                    <a:pt x="7848" y="0"/>
                  </a:moveTo>
                  <a:cubicBezTo>
                    <a:pt x="3393" y="0"/>
                    <a:pt x="1" y="3229"/>
                    <a:pt x="1" y="7153"/>
                  </a:cubicBezTo>
                  <a:cubicBezTo>
                    <a:pt x="1" y="11077"/>
                    <a:pt x="3393" y="14306"/>
                    <a:pt x="7848" y="14306"/>
                  </a:cubicBezTo>
                  <a:lnTo>
                    <a:pt x="60617" y="14306"/>
                  </a:lnTo>
                  <a:lnTo>
                    <a:pt x="60617" y="0"/>
                  </a:lnTo>
                  <a:close/>
                </a:path>
              </a:pathLst>
            </a:custGeom>
            <a:solidFill>
              <a:schemeClr val="accent3"/>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3531662" y="4713209"/>
              <a:ext cx="1393310" cy="255319"/>
            </a:xfrm>
            <a:custGeom>
              <a:rect b="b" l="l" r="r" t="t"/>
              <a:pathLst>
                <a:path extrusionOk="0" h="10546" w="57551">
                  <a:moveTo>
                    <a:pt x="7480" y="0"/>
                  </a:moveTo>
                  <a:cubicBezTo>
                    <a:pt x="3393" y="0"/>
                    <a:pt x="0" y="2371"/>
                    <a:pt x="0" y="5273"/>
                  </a:cubicBezTo>
                  <a:cubicBezTo>
                    <a:pt x="0" y="8175"/>
                    <a:pt x="3393" y="10546"/>
                    <a:pt x="7480" y="10546"/>
                  </a:cubicBezTo>
                  <a:lnTo>
                    <a:pt x="57551" y="10546"/>
                  </a:lnTo>
                  <a:lnTo>
                    <a:pt x="5755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3531662" y="4750807"/>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3598337" y="4741898"/>
              <a:ext cx="1422023" cy="16850"/>
            </a:xfrm>
            <a:custGeom>
              <a:rect b="b" l="l" r="r" t="t"/>
              <a:pathLst>
                <a:path extrusionOk="0" h="696" w="58737">
                  <a:moveTo>
                    <a:pt x="0" y="1"/>
                  </a:moveTo>
                  <a:lnTo>
                    <a:pt x="0" y="696"/>
                  </a:lnTo>
                  <a:lnTo>
                    <a:pt x="58736" y="696"/>
                  </a:lnTo>
                  <a:lnTo>
                    <a:pt x="587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3531662" y="4812156"/>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3531662" y="4804239"/>
              <a:ext cx="1422023" cy="15858"/>
            </a:xfrm>
            <a:custGeom>
              <a:rect b="b" l="l" r="r" t="t"/>
              <a:pathLst>
                <a:path extrusionOk="0" h="655" w="58737">
                  <a:moveTo>
                    <a:pt x="0" y="1"/>
                  </a:moveTo>
                  <a:lnTo>
                    <a:pt x="0" y="655"/>
                  </a:lnTo>
                  <a:lnTo>
                    <a:pt x="58736" y="655"/>
                  </a:lnTo>
                  <a:lnTo>
                    <a:pt x="587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3531662" y="4869557"/>
              <a:ext cx="1422023" cy="24"/>
            </a:xfrm>
            <a:custGeom>
              <a:rect b="b" l="l" r="r" t="t"/>
              <a:pathLst>
                <a:path extrusionOk="0" h="1" w="58737">
                  <a:moveTo>
                    <a:pt x="0" y="0"/>
                  </a:moveTo>
                  <a:lnTo>
                    <a:pt x="58736" y="0"/>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3531662" y="4861641"/>
              <a:ext cx="1422023" cy="16850"/>
            </a:xfrm>
            <a:custGeom>
              <a:rect b="b" l="l" r="r" t="t"/>
              <a:pathLst>
                <a:path extrusionOk="0" h="696" w="58737">
                  <a:moveTo>
                    <a:pt x="0" y="0"/>
                  </a:moveTo>
                  <a:lnTo>
                    <a:pt x="0" y="695"/>
                  </a:lnTo>
                  <a:lnTo>
                    <a:pt x="58736" y="695"/>
                  </a:lnTo>
                  <a:lnTo>
                    <a:pt x="587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3531662" y="4931898"/>
              <a:ext cx="1422023" cy="24"/>
            </a:xfrm>
            <a:custGeom>
              <a:rect b="b" l="l" r="r" t="t"/>
              <a:pathLst>
                <a:path extrusionOk="0" h="1" w="58737">
                  <a:moveTo>
                    <a:pt x="0" y="0"/>
                  </a:moveTo>
                  <a:lnTo>
                    <a:pt x="58736" y="0"/>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3607862" y="4923982"/>
              <a:ext cx="1422023" cy="15858"/>
            </a:xfrm>
            <a:custGeom>
              <a:rect b="b" l="l" r="r" t="t"/>
              <a:pathLst>
                <a:path extrusionOk="0" h="655" w="58737">
                  <a:moveTo>
                    <a:pt x="0" y="0"/>
                  </a:moveTo>
                  <a:lnTo>
                    <a:pt x="0" y="654"/>
                  </a:lnTo>
                  <a:lnTo>
                    <a:pt x="58736" y="654"/>
                  </a:lnTo>
                  <a:lnTo>
                    <a:pt x="587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3457434" y="4469778"/>
              <a:ext cx="1467538" cy="197941"/>
            </a:xfrm>
            <a:custGeom>
              <a:rect b="b" l="l" r="r" t="t"/>
              <a:pathLst>
                <a:path extrusionOk="0" h="8176" w="60617">
                  <a:moveTo>
                    <a:pt x="7848" y="0"/>
                  </a:moveTo>
                  <a:cubicBezTo>
                    <a:pt x="3393" y="0"/>
                    <a:pt x="1" y="1881"/>
                    <a:pt x="1" y="4088"/>
                  </a:cubicBezTo>
                  <a:cubicBezTo>
                    <a:pt x="1" y="6295"/>
                    <a:pt x="3393" y="8175"/>
                    <a:pt x="7848" y="8175"/>
                  </a:cubicBezTo>
                  <a:lnTo>
                    <a:pt x="60617" y="8175"/>
                  </a:lnTo>
                  <a:lnTo>
                    <a:pt x="60617" y="0"/>
                  </a:lnTo>
                  <a:close/>
                </a:path>
              </a:pathLst>
            </a:custGeom>
            <a:solidFill>
              <a:schemeClr val="accent1"/>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3531662" y="4494520"/>
              <a:ext cx="1393310" cy="144485"/>
            </a:xfrm>
            <a:custGeom>
              <a:rect b="b" l="l" r="r" t="t"/>
              <a:pathLst>
                <a:path extrusionOk="0" h="5968" w="57551">
                  <a:moveTo>
                    <a:pt x="7480" y="0"/>
                  </a:moveTo>
                  <a:cubicBezTo>
                    <a:pt x="3393" y="0"/>
                    <a:pt x="0" y="1390"/>
                    <a:pt x="0" y="3066"/>
                  </a:cubicBezTo>
                  <a:cubicBezTo>
                    <a:pt x="0" y="4782"/>
                    <a:pt x="3393" y="5968"/>
                    <a:pt x="7480" y="5968"/>
                  </a:cubicBezTo>
                  <a:lnTo>
                    <a:pt x="57551" y="5968"/>
                  </a:lnTo>
                  <a:lnTo>
                    <a:pt x="5755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3531662" y="4536065"/>
              <a:ext cx="477978" cy="102941"/>
            </a:xfrm>
            <a:custGeom>
              <a:rect b="b" l="l" r="r" t="t"/>
              <a:pathLst>
                <a:path extrusionOk="0" h="4252" w="19743">
                  <a:moveTo>
                    <a:pt x="859" y="1"/>
                  </a:moveTo>
                  <a:cubicBezTo>
                    <a:pt x="327" y="328"/>
                    <a:pt x="0" y="859"/>
                    <a:pt x="0" y="1350"/>
                  </a:cubicBezTo>
                  <a:cubicBezTo>
                    <a:pt x="0" y="3066"/>
                    <a:pt x="3393" y="4252"/>
                    <a:pt x="7480" y="4252"/>
                  </a:cubicBezTo>
                  <a:lnTo>
                    <a:pt x="19742" y="4252"/>
                  </a:lnTo>
                  <a:cubicBezTo>
                    <a:pt x="12753" y="3761"/>
                    <a:pt x="4946" y="2739"/>
                    <a:pt x="8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3531662" y="4515293"/>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3607862" y="4507376"/>
              <a:ext cx="1422023" cy="15858"/>
            </a:xfrm>
            <a:custGeom>
              <a:rect b="b" l="l" r="r" t="t"/>
              <a:pathLst>
                <a:path extrusionOk="0" h="655" w="58737">
                  <a:moveTo>
                    <a:pt x="0" y="1"/>
                  </a:moveTo>
                  <a:lnTo>
                    <a:pt x="0" y="655"/>
                  </a:lnTo>
                  <a:lnTo>
                    <a:pt x="58736" y="655"/>
                  </a:lnTo>
                  <a:lnTo>
                    <a:pt x="587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3531662" y="4552891"/>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3541187" y="4543981"/>
              <a:ext cx="1422023" cy="16850"/>
            </a:xfrm>
            <a:custGeom>
              <a:rect b="b" l="l" r="r" t="t"/>
              <a:pathLst>
                <a:path extrusionOk="0" h="696" w="58737">
                  <a:moveTo>
                    <a:pt x="0" y="1"/>
                  </a:moveTo>
                  <a:lnTo>
                    <a:pt x="0" y="696"/>
                  </a:lnTo>
                  <a:lnTo>
                    <a:pt x="58736" y="696"/>
                  </a:lnTo>
                  <a:lnTo>
                    <a:pt x="587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3531662" y="4585550"/>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3531662" y="4618209"/>
              <a:ext cx="1422023" cy="24"/>
            </a:xfrm>
            <a:custGeom>
              <a:rect b="b" l="l" r="r" t="t"/>
              <a:pathLst>
                <a:path extrusionOk="0" h="1" w="58737">
                  <a:moveTo>
                    <a:pt x="0" y="0"/>
                  </a:moveTo>
                  <a:lnTo>
                    <a:pt x="58736" y="0"/>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3607862" y="4610293"/>
              <a:ext cx="1422023" cy="16850"/>
            </a:xfrm>
            <a:custGeom>
              <a:rect b="b" l="l" r="r" t="t"/>
              <a:pathLst>
                <a:path extrusionOk="0" h="696" w="58737">
                  <a:moveTo>
                    <a:pt x="0" y="0"/>
                  </a:moveTo>
                  <a:lnTo>
                    <a:pt x="0" y="695"/>
                  </a:lnTo>
                  <a:lnTo>
                    <a:pt x="58736" y="695"/>
                  </a:lnTo>
                  <a:lnTo>
                    <a:pt x="587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3541187" y="4577633"/>
              <a:ext cx="1422023" cy="15858"/>
            </a:xfrm>
            <a:custGeom>
              <a:rect b="b" l="l" r="r" t="t"/>
              <a:pathLst>
                <a:path extrusionOk="0" h="655" w="58737">
                  <a:moveTo>
                    <a:pt x="0" y="1"/>
                  </a:moveTo>
                  <a:lnTo>
                    <a:pt x="0" y="655"/>
                  </a:lnTo>
                  <a:lnTo>
                    <a:pt x="58736" y="655"/>
                  </a:lnTo>
                  <a:lnTo>
                    <a:pt x="587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 name="Google Shape;52;p2"/>
          <p:cNvGrpSpPr/>
          <p:nvPr/>
        </p:nvGrpSpPr>
        <p:grpSpPr>
          <a:xfrm>
            <a:off x="7228313" y="-114309"/>
            <a:ext cx="1915697" cy="4616272"/>
            <a:chOff x="7899913" y="-114309"/>
            <a:chExt cx="1915697" cy="4616272"/>
          </a:xfrm>
        </p:grpSpPr>
        <p:sp>
          <p:nvSpPr>
            <p:cNvPr id="53" name="Google Shape;53;p2"/>
            <p:cNvSpPr/>
            <p:nvPr/>
          </p:nvSpPr>
          <p:spPr>
            <a:xfrm>
              <a:off x="8606186" y="3608365"/>
              <a:ext cx="39" cy="483371"/>
            </a:xfrm>
            <a:custGeom>
              <a:rect b="b" l="l" r="r" t="t"/>
              <a:pathLst>
                <a:path extrusionOk="0" h="12426" w="1">
                  <a:moveTo>
                    <a:pt x="1" y="0"/>
                  </a:moveTo>
                  <a:lnTo>
                    <a:pt x="1"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8566430" y="3568608"/>
              <a:ext cx="79551" cy="562883"/>
            </a:xfrm>
            <a:custGeom>
              <a:rect b="b" l="l" r="r" t="t"/>
              <a:pathLst>
                <a:path extrusionOk="0" h="14470" w="2045">
                  <a:moveTo>
                    <a:pt x="1023" y="0"/>
                  </a:moveTo>
                  <a:cubicBezTo>
                    <a:pt x="369" y="0"/>
                    <a:pt x="1" y="327"/>
                    <a:pt x="1" y="1022"/>
                  </a:cubicBezTo>
                  <a:lnTo>
                    <a:pt x="1" y="13448"/>
                  </a:lnTo>
                  <a:cubicBezTo>
                    <a:pt x="1" y="13979"/>
                    <a:pt x="369" y="14470"/>
                    <a:pt x="1023" y="14470"/>
                  </a:cubicBezTo>
                  <a:cubicBezTo>
                    <a:pt x="1554" y="14470"/>
                    <a:pt x="2044" y="13979"/>
                    <a:pt x="2044" y="13448"/>
                  </a:cubicBezTo>
                  <a:lnTo>
                    <a:pt x="2044" y="1022"/>
                  </a:lnTo>
                  <a:cubicBezTo>
                    <a:pt x="2044" y="327"/>
                    <a:pt x="1554" y="0"/>
                    <a:pt x="1023"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8798589" y="3873900"/>
              <a:ext cx="39" cy="483371"/>
            </a:xfrm>
            <a:custGeom>
              <a:rect b="b" l="l" r="r" t="t"/>
              <a:pathLst>
                <a:path extrusionOk="0" h="12426" w="1">
                  <a:moveTo>
                    <a:pt x="0" y="0"/>
                  </a:moveTo>
                  <a:lnTo>
                    <a:pt x="0"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8758832" y="3834144"/>
              <a:ext cx="79551" cy="562883"/>
            </a:xfrm>
            <a:custGeom>
              <a:rect b="b" l="l" r="r" t="t"/>
              <a:pathLst>
                <a:path extrusionOk="0" h="14470" w="2045">
                  <a:moveTo>
                    <a:pt x="1022" y="0"/>
                  </a:moveTo>
                  <a:cubicBezTo>
                    <a:pt x="532" y="0"/>
                    <a:pt x="0" y="491"/>
                    <a:pt x="0" y="1022"/>
                  </a:cubicBezTo>
                  <a:lnTo>
                    <a:pt x="0" y="13448"/>
                  </a:lnTo>
                  <a:cubicBezTo>
                    <a:pt x="0" y="14102"/>
                    <a:pt x="532" y="14470"/>
                    <a:pt x="1022" y="14470"/>
                  </a:cubicBezTo>
                  <a:cubicBezTo>
                    <a:pt x="1554" y="14470"/>
                    <a:pt x="2044" y="14102"/>
                    <a:pt x="2044" y="13448"/>
                  </a:cubicBezTo>
                  <a:lnTo>
                    <a:pt x="2044" y="1022"/>
                  </a:lnTo>
                  <a:cubicBezTo>
                    <a:pt x="2044" y="491"/>
                    <a:pt x="1554" y="0"/>
                    <a:pt x="1022"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7899913" y="-114309"/>
              <a:ext cx="1238654" cy="3139619"/>
            </a:xfrm>
            <a:custGeom>
              <a:rect b="b" l="l" r="r" t="t"/>
              <a:pathLst>
                <a:path extrusionOk="0" h="80710" w="31842">
                  <a:moveTo>
                    <a:pt x="3210" y="0"/>
                  </a:moveTo>
                  <a:cubicBezTo>
                    <a:pt x="2252" y="0"/>
                    <a:pt x="1348" y="293"/>
                    <a:pt x="818" y="992"/>
                  </a:cubicBezTo>
                  <a:cubicBezTo>
                    <a:pt x="164" y="1851"/>
                    <a:pt x="1" y="2873"/>
                    <a:pt x="1" y="3894"/>
                  </a:cubicBezTo>
                  <a:cubicBezTo>
                    <a:pt x="1" y="8677"/>
                    <a:pt x="4088" y="12928"/>
                    <a:pt x="3557" y="17710"/>
                  </a:cubicBezTo>
                  <a:cubicBezTo>
                    <a:pt x="3393" y="20408"/>
                    <a:pt x="1513" y="22983"/>
                    <a:pt x="1513" y="25680"/>
                  </a:cubicBezTo>
                  <a:cubicBezTo>
                    <a:pt x="1513" y="29768"/>
                    <a:pt x="5437" y="33038"/>
                    <a:pt x="6295" y="36921"/>
                  </a:cubicBezTo>
                  <a:cubicBezTo>
                    <a:pt x="7481" y="43420"/>
                    <a:pt x="655" y="50736"/>
                    <a:pt x="4579" y="56009"/>
                  </a:cubicBezTo>
                  <a:cubicBezTo>
                    <a:pt x="6295" y="58584"/>
                    <a:pt x="10219" y="59933"/>
                    <a:pt x="10383" y="62998"/>
                  </a:cubicBezTo>
                  <a:cubicBezTo>
                    <a:pt x="10546" y="65369"/>
                    <a:pt x="7971" y="67086"/>
                    <a:pt x="6786" y="69293"/>
                  </a:cubicBezTo>
                  <a:cubicBezTo>
                    <a:pt x="5273" y="71663"/>
                    <a:pt x="5437" y="74729"/>
                    <a:pt x="6786" y="77141"/>
                  </a:cubicBezTo>
                  <a:cubicBezTo>
                    <a:pt x="8254" y="79382"/>
                    <a:pt x="10929" y="80710"/>
                    <a:pt x="13496" y="80710"/>
                  </a:cubicBezTo>
                  <a:cubicBezTo>
                    <a:pt x="13644" y="80710"/>
                    <a:pt x="13792" y="80706"/>
                    <a:pt x="13939" y="80697"/>
                  </a:cubicBezTo>
                  <a:lnTo>
                    <a:pt x="22645" y="79838"/>
                  </a:lnTo>
                  <a:cubicBezTo>
                    <a:pt x="28245" y="79511"/>
                    <a:pt x="31842" y="71663"/>
                    <a:pt x="28245" y="67249"/>
                  </a:cubicBezTo>
                  <a:cubicBezTo>
                    <a:pt x="26569" y="65042"/>
                    <a:pt x="23503" y="63489"/>
                    <a:pt x="22645" y="60791"/>
                  </a:cubicBezTo>
                  <a:cubicBezTo>
                    <a:pt x="21623" y="56540"/>
                    <a:pt x="26732" y="52248"/>
                    <a:pt x="25016" y="48161"/>
                  </a:cubicBezTo>
                  <a:cubicBezTo>
                    <a:pt x="24321" y="46322"/>
                    <a:pt x="22277" y="45300"/>
                    <a:pt x="21092" y="43583"/>
                  </a:cubicBezTo>
                  <a:cubicBezTo>
                    <a:pt x="17863" y="39169"/>
                    <a:pt x="21787" y="32670"/>
                    <a:pt x="20601" y="27397"/>
                  </a:cubicBezTo>
                  <a:cubicBezTo>
                    <a:pt x="19743" y="22615"/>
                    <a:pt x="15124" y="19549"/>
                    <a:pt x="12917" y="15298"/>
                  </a:cubicBezTo>
                  <a:cubicBezTo>
                    <a:pt x="10383" y="10353"/>
                    <a:pt x="10546" y="3404"/>
                    <a:pt x="5764" y="665"/>
                  </a:cubicBezTo>
                  <a:cubicBezTo>
                    <a:pt x="5036" y="252"/>
                    <a:pt x="4100" y="0"/>
                    <a:pt x="3210" y="0"/>
                  </a:cubicBezTo>
                  <a:close/>
                </a:path>
              </a:pathLst>
            </a:custGeom>
            <a:solidFill>
              <a:schemeClr val="accent6"/>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8119015" y="89647"/>
              <a:ext cx="596298" cy="2776176"/>
            </a:xfrm>
            <a:custGeom>
              <a:rect b="b" l="l" r="r" t="t"/>
              <a:pathLst>
                <a:path extrusionOk="0" h="71367" w="15329">
                  <a:moveTo>
                    <a:pt x="328" y="0"/>
                  </a:moveTo>
                  <a:cubicBezTo>
                    <a:pt x="164" y="0"/>
                    <a:pt x="1" y="205"/>
                    <a:pt x="1" y="368"/>
                  </a:cubicBezTo>
                  <a:cubicBezTo>
                    <a:pt x="164" y="695"/>
                    <a:pt x="5805" y="23339"/>
                    <a:pt x="10219" y="43776"/>
                  </a:cubicBezTo>
                  <a:lnTo>
                    <a:pt x="10219" y="43776"/>
                  </a:lnTo>
                  <a:lnTo>
                    <a:pt x="4252" y="39525"/>
                  </a:lnTo>
                  <a:cubicBezTo>
                    <a:pt x="4252" y="39362"/>
                    <a:pt x="4088" y="39362"/>
                    <a:pt x="4088" y="39362"/>
                  </a:cubicBezTo>
                  <a:cubicBezTo>
                    <a:pt x="3925" y="39362"/>
                    <a:pt x="3925" y="39362"/>
                    <a:pt x="3925" y="39525"/>
                  </a:cubicBezTo>
                  <a:cubicBezTo>
                    <a:pt x="3761" y="39689"/>
                    <a:pt x="3761" y="39852"/>
                    <a:pt x="3925" y="40057"/>
                  </a:cubicBezTo>
                  <a:lnTo>
                    <a:pt x="10056" y="44471"/>
                  </a:lnTo>
                  <a:lnTo>
                    <a:pt x="10219" y="44635"/>
                  </a:lnTo>
                  <a:lnTo>
                    <a:pt x="10383" y="44635"/>
                  </a:lnTo>
                  <a:cubicBezTo>
                    <a:pt x="11568" y="50929"/>
                    <a:pt x="12754" y="57060"/>
                    <a:pt x="13612" y="62170"/>
                  </a:cubicBezTo>
                  <a:lnTo>
                    <a:pt x="8666" y="57060"/>
                  </a:lnTo>
                  <a:cubicBezTo>
                    <a:pt x="8666" y="56897"/>
                    <a:pt x="8503" y="56897"/>
                    <a:pt x="8503" y="56897"/>
                  </a:cubicBezTo>
                  <a:cubicBezTo>
                    <a:pt x="8339" y="56897"/>
                    <a:pt x="8339" y="56897"/>
                    <a:pt x="8176" y="57060"/>
                  </a:cubicBezTo>
                  <a:lnTo>
                    <a:pt x="8176" y="57428"/>
                  </a:lnTo>
                  <a:lnTo>
                    <a:pt x="13775" y="63355"/>
                  </a:lnTo>
                  <a:cubicBezTo>
                    <a:pt x="14307" y="66420"/>
                    <a:pt x="14634" y="69159"/>
                    <a:pt x="14797" y="71366"/>
                  </a:cubicBezTo>
                  <a:lnTo>
                    <a:pt x="15329" y="71366"/>
                  </a:lnTo>
                  <a:cubicBezTo>
                    <a:pt x="15329" y="69322"/>
                    <a:pt x="15002" y="66788"/>
                    <a:pt x="14470" y="64050"/>
                  </a:cubicBezTo>
                  <a:lnTo>
                    <a:pt x="14634" y="64050"/>
                  </a:lnTo>
                  <a:cubicBezTo>
                    <a:pt x="14634" y="64050"/>
                    <a:pt x="14797" y="64050"/>
                    <a:pt x="14797" y="63886"/>
                  </a:cubicBezTo>
                  <a:cubicBezTo>
                    <a:pt x="15002" y="63886"/>
                    <a:pt x="15002" y="63559"/>
                    <a:pt x="14797" y="63559"/>
                  </a:cubicBezTo>
                  <a:lnTo>
                    <a:pt x="14470" y="63028"/>
                  </a:lnTo>
                  <a:cubicBezTo>
                    <a:pt x="11078" y="41406"/>
                    <a:pt x="859" y="695"/>
                    <a:pt x="696" y="205"/>
                  </a:cubicBezTo>
                  <a:cubicBezTo>
                    <a:pt x="696" y="0"/>
                    <a:pt x="491" y="0"/>
                    <a:pt x="328"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8424307" y="938692"/>
              <a:ext cx="111332" cy="318046"/>
            </a:xfrm>
            <a:custGeom>
              <a:rect b="b" l="l" r="r" t="t"/>
              <a:pathLst>
                <a:path extrusionOk="0" h="8176" w="2862">
                  <a:moveTo>
                    <a:pt x="2535" y="1"/>
                  </a:moveTo>
                  <a:cubicBezTo>
                    <a:pt x="2371" y="1"/>
                    <a:pt x="2208" y="164"/>
                    <a:pt x="2208" y="328"/>
                  </a:cubicBezTo>
                  <a:lnTo>
                    <a:pt x="1" y="7808"/>
                  </a:lnTo>
                  <a:cubicBezTo>
                    <a:pt x="1" y="8012"/>
                    <a:pt x="1" y="8176"/>
                    <a:pt x="164" y="8176"/>
                  </a:cubicBezTo>
                  <a:lnTo>
                    <a:pt x="328" y="8176"/>
                  </a:lnTo>
                  <a:cubicBezTo>
                    <a:pt x="491" y="8176"/>
                    <a:pt x="491" y="8176"/>
                    <a:pt x="655" y="8012"/>
                  </a:cubicBezTo>
                  <a:lnTo>
                    <a:pt x="2862" y="491"/>
                  </a:lnTo>
                  <a:cubicBezTo>
                    <a:pt x="2862" y="328"/>
                    <a:pt x="2698" y="164"/>
                    <a:pt x="2535" y="1"/>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8788417" y="298310"/>
              <a:ext cx="1027193" cy="2682583"/>
            </a:xfrm>
            <a:custGeom>
              <a:rect b="b" l="l" r="r" t="t"/>
              <a:pathLst>
                <a:path extrusionOk="0" h="68961" w="26406">
                  <a:moveTo>
                    <a:pt x="18871" y="0"/>
                  </a:moveTo>
                  <a:cubicBezTo>
                    <a:pt x="18467" y="0"/>
                    <a:pt x="18069" y="86"/>
                    <a:pt x="17699" y="277"/>
                  </a:cubicBezTo>
                  <a:cubicBezTo>
                    <a:pt x="17004" y="604"/>
                    <a:pt x="16514" y="1462"/>
                    <a:pt x="16187" y="2321"/>
                  </a:cubicBezTo>
                  <a:cubicBezTo>
                    <a:pt x="14961" y="6081"/>
                    <a:pt x="16841" y="10495"/>
                    <a:pt x="15165" y="14256"/>
                  </a:cubicBezTo>
                  <a:cubicBezTo>
                    <a:pt x="14143" y="16299"/>
                    <a:pt x="12100" y="17648"/>
                    <a:pt x="11241" y="19856"/>
                  </a:cubicBezTo>
                  <a:cubicBezTo>
                    <a:pt x="10056" y="23085"/>
                    <a:pt x="12263" y="26845"/>
                    <a:pt x="11568" y="30237"/>
                  </a:cubicBezTo>
                  <a:cubicBezTo>
                    <a:pt x="10710" y="35715"/>
                    <a:pt x="3230" y="39434"/>
                    <a:pt x="4742" y="44707"/>
                  </a:cubicBezTo>
                  <a:cubicBezTo>
                    <a:pt x="5437" y="47282"/>
                    <a:pt x="8176" y="49326"/>
                    <a:pt x="7317" y="51696"/>
                  </a:cubicBezTo>
                  <a:cubicBezTo>
                    <a:pt x="6786" y="53740"/>
                    <a:pt x="4415" y="54435"/>
                    <a:pt x="2699" y="55784"/>
                  </a:cubicBezTo>
                  <a:cubicBezTo>
                    <a:pt x="859" y="57173"/>
                    <a:pt x="1" y="59708"/>
                    <a:pt x="491" y="62078"/>
                  </a:cubicBezTo>
                  <a:cubicBezTo>
                    <a:pt x="1023" y="64326"/>
                    <a:pt x="2903" y="66166"/>
                    <a:pt x="5110" y="66861"/>
                  </a:cubicBezTo>
                  <a:lnTo>
                    <a:pt x="12263" y="68741"/>
                  </a:lnTo>
                  <a:cubicBezTo>
                    <a:pt x="12754" y="68891"/>
                    <a:pt x="13251" y="68961"/>
                    <a:pt x="13745" y="68961"/>
                  </a:cubicBezTo>
                  <a:cubicBezTo>
                    <a:pt x="17699" y="68961"/>
                    <a:pt x="21473" y="64472"/>
                    <a:pt x="20274" y="60402"/>
                  </a:cubicBezTo>
                  <a:cubicBezTo>
                    <a:pt x="19580" y="58195"/>
                    <a:pt x="17536" y="56152"/>
                    <a:pt x="17699" y="53577"/>
                  </a:cubicBezTo>
                  <a:cubicBezTo>
                    <a:pt x="18026" y="50020"/>
                    <a:pt x="23340" y="48140"/>
                    <a:pt x="23136" y="44380"/>
                  </a:cubicBezTo>
                  <a:cubicBezTo>
                    <a:pt x="23136" y="42663"/>
                    <a:pt x="21787" y="41314"/>
                    <a:pt x="21460" y="39598"/>
                  </a:cubicBezTo>
                  <a:cubicBezTo>
                    <a:pt x="20070" y="35183"/>
                    <a:pt x="25016" y="31259"/>
                    <a:pt x="25711" y="26681"/>
                  </a:cubicBezTo>
                  <a:cubicBezTo>
                    <a:pt x="26406" y="22758"/>
                    <a:pt x="23667" y="18997"/>
                    <a:pt x="23340" y="14910"/>
                  </a:cubicBezTo>
                  <a:cubicBezTo>
                    <a:pt x="22645" y="10332"/>
                    <a:pt x="24852" y="4855"/>
                    <a:pt x="21787" y="1462"/>
                  </a:cubicBezTo>
                  <a:cubicBezTo>
                    <a:pt x="21045" y="602"/>
                    <a:pt x="19938" y="0"/>
                    <a:pt x="18871" y="0"/>
                  </a:cubicBezTo>
                  <a:close/>
                </a:path>
              </a:pathLst>
            </a:custGeom>
            <a:solidFill>
              <a:schemeClr val="accent6"/>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9179562" y="495109"/>
              <a:ext cx="410278" cy="2370722"/>
            </a:xfrm>
            <a:custGeom>
              <a:rect b="b" l="l" r="r" t="t"/>
              <a:pathLst>
                <a:path extrusionOk="0" h="60944" w="10547">
                  <a:moveTo>
                    <a:pt x="10383" y="0"/>
                  </a:moveTo>
                  <a:cubicBezTo>
                    <a:pt x="10219" y="0"/>
                    <a:pt x="10015" y="0"/>
                    <a:pt x="10015" y="164"/>
                  </a:cubicBezTo>
                  <a:cubicBezTo>
                    <a:pt x="10015" y="491"/>
                    <a:pt x="7971" y="19906"/>
                    <a:pt x="5437" y="37277"/>
                  </a:cubicBezTo>
                  <a:lnTo>
                    <a:pt x="2045" y="32168"/>
                  </a:lnTo>
                  <a:cubicBezTo>
                    <a:pt x="2045" y="32168"/>
                    <a:pt x="2045" y="32004"/>
                    <a:pt x="1840" y="32004"/>
                  </a:cubicBezTo>
                  <a:lnTo>
                    <a:pt x="1677" y="32168"/>
                  </a:lnTo>
                  <a:cubicBezTo>
                    <a:pt x="1677" y="32168"/>
                    <a:pt x="1513" y="32331"/>
                    <a:pt x="1677" y="32495"/>
                  </a:cubicBezTo>
                  <a:lnTo>
                    <a:pt x="5274" y="37972"/>
                  </a:lnTo>
                  <a:lnTo>
                    <a:pt x="5437" y="37972"/>
                  </a:lnTo>
                  <a:cubicBezTo>
                    <a:pt x="4579" y="43408"/>
                    <a:pt x="3720" y="48518"/>
                    <a:pt x="2862" y="52768"/>
                  </a:cubicBezTo>
                  <a:lnTo>
                    <a:pt x="491" y="47332"/>
                  </a:lnTo>
                  <a:cubicBezTo>
                    <a:pt x="491" y="47169"/>
                    <a:pt x="328" y="47169"/>
                    <a:pt x="328" y="47169"/>
                  </a:cubicBezTo>
                  <a:lnTo>
                    <a:pt x="164" y="47169"/>
                  </a:lnTo>
                  <a:cubicBezTo>
                    <a:pt x="1" y="47169"/>
                    <a:pt x="1" y="47332"/>
                    <a:pt x="1" y="47496"/>
                  </a:cubicBezTo>
                  <a:lnTo>
                    <a:pt x="2699" y="53790"/>
                  </a:lnTo>
                  <a:cubicBezTo>
                    <a:pt x="2208" y="56692"/>
                    <a:pt x="1513" y="59063"/>
                    <a:pt x="1023" y="60943"/>
                  </a:cubicBezTo>
                  <a:lnTo>
                    <a:pt x="1513" y="60943"/>
                  </a:lnTo>
                  <a:cubicBezTo>
                    <a:pt x="2045" y="59267"/>
                    <a:pt x="2535" y="57019"/>
                    <a:pt x="3066" y="54485"/>
                  </a:cubicBezTo>
                  <a:lnTo>
                    <a:pt x="3393" y="54485"/>
                  </a:lnTo>
                  <a:cubicBezTo>
                    <a:pt x="3393" y="54485"/>
                    <a:pt x="3557" y="54322"/>
                    <a:pt x="3393" y="54158"/>
                  </a:cubicBezTo>
                  <a:lnTo>
                    <a:pt x="3230" y="53627"/>
                  </a:lnTo>
                  <a:cubicBezTo>
                    <a:pt x="6786" y="35560"/>
                    <a:pt x="10546" y="654"/>
                    <a:pt x="10546" y="164"/>
                  </a:cubicBezTo>
                  <a:cubicBezTo>
                    <a:pt x="10546" y="164"/>
                    <a:pt x="10546" y="0"/>
                    <a:pt x="1038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9476919" y="1275805"/>
              <a:ext cx="179718" cy="225815"/>
            </a:xfrm>
            <a:custGeom>
              <a:rect b="b" l="l" r="r" t="t"/>
              <a:pathLst>
                <a:path extrusionOk="0" h="5805" w="4620">
                  <a:moveTo>
                    <a:pt x="4251" y="0"/>
                  </a:moveTo>
                  <a:cubicBezTo>
                    <a:pt x="4088" y="0"/>
                    <a:pt x="4088" y="0"/>
                    <a:pt x="4088" y="164"/>
                  </a:cubicBezTo>
                  <a:lnTo>
                    <a:pt x="0" y="5477"/>
                  </a:lnTo>
                  <a:cubicBezTo>
                    <a:pt x="0" y="5477"/>
                    <a:pt x="0" y="5641"/>
                    <a:pt x="164" y="5804"/>
                  </a:cubicBezTo>
                  <a:lnTo>
                    <a:pt x="532" y="5804"/>
                  </a:lnTo>
                  <a:lnTo>
                    <a:pt x="4415" y="368"/>
                  </a:lnTo>
                  <a:cubicBezTo>
                    <a:pt x="4619" y="368"/>
                    <a:pt x="4415" y="164"/>
                    <a:pt x="441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8106294" y="2865830"/>
              <a:ext cx="1510565" cy="1636134"/>
            </a:xfrm>
            <a:custGeom>
              <a:rect b="b" l="l" r="r" t="t"/>
              <a:pathLst>
                <a:path extrusionOk="0" h="42060" w="38832">
                  <a:moveTo>
                    <a:pt x="1" y="0"/>
                  </a:moveTo>
                  <a:lnTo>
                    <a:pt x="5437" y="42059"/>
                  </a:lnTo>
                  <a:lnTo>
                    <a:pt x="34744" y="42059"/>
                  </a:lnTo>
                  <a:lnTo>
                    <a:pt x="38831" y="0"/>
                  </a:lnTo>
                  <a:close/>
                </a:path>
              </a:pathLst>
            </a:custGeom>
            <a:solidFill>
              <a:schemeClr val="accent3"/>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8522881" y="3144086"/>
              <a:ext cx="39" cy="483371"/>
            </a:xfrm>
            <a:custGeom>
              <a:rect b="b" l="l" r="r" t="t"/>
              <a:pathLst>
                <a:path extrusionOk="0" h="12426" w="1">
                  <a:moveTo>
                    <a:pt x="1" y="0"/>
                  </a:moveTo>
                  <a:lnTo>
                    <a:pt x="1"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8483163" y="3104329"/>
              <a:ext cx="79512" cy="562883"/>
            </a:xfrm>
            <a:custGeom>
              <a:rect b="b" l="l" r="r" t="t"/>
              <a:pathLst>
                <a:path extrusionOk="0" h="14470" w="2044">
                  <a:moveTo>
                    <a:pt x="1022" y="0"/>
                  </a:moveTo>
                  <a:cubicBezTo>
                    <a:pt x="327" y="0"/>
                    <a:pt x="0" y="368"/>
                    <a:pt x="0" y="1022"/>
                  </a:cubicBezTo>
                  <a:lnTo>
                    <a:pt x="0" y="13448"/>
                  </a:lnTo>
                  <a:cubicBezTo>
                    <a:pt x="0" y="13979"/>
                    <a:pt x="327" y="14470"/>
                    <a:pt x="1022" y="14470"/>
                  </a:cubicBezTo>
                  <a:cubicBezTo>
                    <a:pt x="1553" y="14470"/>
                    <a:pt x="2044" y="13979"/>
                    <a:pt x="2044" y="13448"/>
                  </a:cubicBezTo>
                  <a:lnTo>
                    <a:pt x="2044" y="1022"/>
                  </a:lnTo>
                  <a:cubicBezTo>
                    <a:pt x="2044" y="368"/>
                    <a:pt x="1553" y="0"/>
                    <a:pt x="1022"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9139845" y="3031196"/>
              <a:ext cx="79512" cy="564478"/>
            </a:xfrm>
            <a:custGeom>
              <a:rect b="b" l="l" r="r" t="t"/>
              <a:pathLst>
                <a:path extrusionOk="0" h="14511" w="2044">
                  <a:moveTo>
                    <a:pt x="1022" y="0"/>
                  </a:moveTo>
                  <a:cubicBezTo>
                    <a:pt x="491" y="0"/>
                    <a:pt x="0" y="368"/>
                    <a:pt x="0" y="1022"/>
                  </a:cubicBezTo>
                  <a:lnTo>
                    <a:pt x="0" y="13488"/>
                  </a:lnTo>
                  <a:cubicBezTo>
                    <a:pt x="0" y="13979"/>
                    <a:pt x="491" y="14510"/>
                    <a:pt x="1022" y="14510"/>
                  </a:cubicBezTo>
                  <a:cubicBezTo>
                    <a:pt x="1512" y="14510"/>
                    <a:pt x="2044" y="13979"/>
                    <a:pt x="2044" y="13488"/>
                  </a:cubicBezTo>
                  <a:lnTo>
                    <a:pt x="2044" y="1022"/>
                  </a:lnTo>
                  <a:cubicBezTo>
                    <a:pt x="2044" y="368"/>
                    <a:pt x="1512" y="0"/>
                    <a:pt x="1022" y="0"/>
                  </a:cubicBezTo>
                  <a:close/>
                </a:path>
              </a:pathLst>
            </a:custGeom>
            <a:solidFill>
              <a:srgbClr val="FFB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8993540" y="3323729"/>
              <a:ext cx="79551" cy="562922"/>
            </a:xfrm>
            <a:custGeom>
              <a:rect b="b" l="l" r="r" t="t"/>
              <a:pathLst>
                <a:path extrusionOk="0" h="14471" w="2045">
                  <a:moveTo>
                    <a:pt x="1022" y="1"/>
                  </a:moveTo>
                  <a:cubicBezTo>
                    <a:pt x="491" y="1"/>
                    <a:pt x="1" y="328"/>
                    <a:pt x="1" y="1023"/>
                  </a:cubicBezTo>
                  <a:lnTo>
                    <a:pt x="1" y="13448"/>
                  </a:lnTo>
                  <a:cubicBezTo>
                    <a:pt x="1" y="14143"/>
                    <a:pt x="491" y="14470"/>
                    <a:pt x="1022" y="14470"/>
                  </a:cubicBezTo>
                  <a:cubicBezTo>
                    <a:pt x="1513" y="14470"/>
                    <a:pt x="2044" y="14143"/>
                    <a:pt x="2044" y="13448"/>
                  </a:cubicBezTo>
                  <a:lnTo>
                    <a:pt x="2044" y="1023"/>
                  </a:lnTo>
                  <a:cubicBezTo>
                    <a:pt x="2044" y="328"/>
                    <a:pt x="1513" y="1"/>
                    <a:pt x="1022" y="1"/>
                  </a:cubicBezTo>
                  <a:close/>
                </a:path>
              </a:pathLst>
            </a:custGeom>
            <a:solidFill>
              <a:srgbClr val="FFB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9165286" y="3733975"/>
              <a:ext cx="79512" cy="569263"/>
            </a:xfrm>
            <a:custGeom>
              <a:rect b="b" l="l" r="r" t="t"/>
              <a:pathLst>
                <a:path extrusionOk="0" h="14634" w="2044">
                  <a:moveTo>
                    <a:pt x="1022" y="0"/>
                  </a:moveTo>
                  <a:cubicBezTo>
                    <a:pt x="368" y="0"/>
                    <a:pt x="0" y="532"/>
                    <a:pt x="0" y="1022"/>
                  </a:cubicBezTo>
                  <a:lnTo>
                    <a:pt x="0" y="13611"/>
                  </a:lnTo>
                  <a:cubicBezTo>
                    <a:pt x="0" y="14143"/>
                    <a:pt x="368" y="14633"/>
                    <a:pt x="1022" y="14633"/>
                  </a:cubicBezTo>
                  <a:cubicBezTo>
                    <a:pt x="1553" y="14633"/>
                    <a:pt x="2044" y="14143"/>
                    <a:pt x="2044" y="13611"/>
                  </a:cubicBezTo>
                  <a:lnTo>
                    <a:pt x="2044" y="1022"/>
                  </a:lnTo>
                  <a:cubicBezTo>
                    <a:pt x="2044" y="532"/>
                    <a:pt x="1553" y="0"/>
                    <a:pt x="1022" y="0"/>
                  </a:cubicBezTo>
                  <a:close/>
                </a:path>
              </a:pathLst>
            </a:custGeom>
            <a:solidFill>
              <a:srgbClr val="FFB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 name="Google Shape;69;p2"/>
          <p:cNvGrpSpPr/>
          <p:nvPr/>
        </p:nvGrpSpPr>
        <p:grpSpPr>
          <a:xfrm>
            <a:off x="-400231" y="71459"/>
            <a:ext cx="9944461" cy="5619869"/>
            <a:chOff x="-1009131" y="114298"/>
            <a:chExt cx="11162264" cy="5619869"/>
          </a:xfrm>
        </p:grpSpPr>
        <p:grpSp>
          <p:nvGrpSpPr>
            <p:cNvPr id="70" name="Google Shape;70;p2"/>
            <p:cNvGrpSpPr/>
            <p:nvPr/>
          </p:nvGrpSpPr>
          <p:grpSpPr>
            <a:xfrm>
              <a:off x="-1009131" y="114298"/>
              <a:ext cx="11162264" cy="5619869"/>
              <a:chOff x="-852900" y="114300"/>
              <a:chExt cx="10849790" cy="6172288"/>
            </a:xfrm>
          </p:grpSpPr>
          <p:sp>
            <p:nvSpPr>
              <p:cNvPr id="71" name="Google Shape;71;p2"/>
              <p:cNvSpPr/>
              <p:nvPr/>
            </p:nvSpPr>
            <p:spPr>
              <a:xfrm>
                <a:off x="-845014" y="129282"/>
                <a:ext cx="10826179" cy="6147915"/>
              </a:xfrm>
              <a:custGeom>
                <a:rect b="b" l="l" r="r" t="t"/>
                <a:pathLst>
                  <a:path extrusionOk="0" h="134190" w="225135">
                    <a:moveTo>
                      <a:pt x="41896" y="1"/>
                    </a:moveTo>
                    <a:cubicBezTo>
                      <a:pt x="37114" y="1"/>
                      <a:pt x="33190" y="3924"/>
                      <a:pt x="33190" y="8707"/>
                    </a:cubicBezTo>
                    <a:lnTo>
                      <a:pt x="33190" y="102349"/>
                    </a:lnTo>
                    <a:lnTo>
                      <a:pt x="1676" y="125197"/>
                    </a:lnTo>
                    <a:lnTo>
                      <a:pt x="2044" y="125197"/>
                    </a:lnTo>
                    <a:cubicBezTo>
                      <a:pt x="859" y="126015"/>
                      <a:pt x="0" y="127568"/>
                      <a:pt x="0" y="129081"/>
                    </a:cubicBezTo>
                    <a:cubicBezTo>
                      <a:pt x="0" y="131819"/>
                      <a:pt x="2371" y="134190"/>
                      <a:pt x="5109" y="134190"/>
                    </a:cubicBezTo>
                    <a:lnTo>
                      <a:pt x="220188" y="134190"/>
                    </a:lnTo>
                    <a:cubicBezTo>
                      <a:pt x="222927" y="134190"/>
                      <a:pt x="225134" y="131819"/>
                      <a:pt x="225134" y="129081"/>
                    </a:cubicBezTo>
                    <a:cubicBezTo>
                      <a:pt x="225134" y="127732"/>
                      <a:pt x="224644" y="126383"/>
                      <a:pt x="223622" y="125524"/>
                    </a:cubicBezTo>
                    <a:lnTo>
                      <a:pt x="223785" y="125524"/>
                    </a:lnTo>
                    <a:lnTo>
                      <a:pt x="192762" y="102349"/>
                    </a:lnTo>
                    <a:lnTo>
                      <a:pt x="192762" y="8707"/>
                    </a:lnTo>
                    <a:cubicBezTo>
                      <a:pt x="192762" y="3924"/>
                      <a:pt x="188879" y="1"/>
                      <a:pt x="184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852900" y="114300"/>
                <a:ext cx="10849790" cy="6172288"/>
              </a:xfrm>
              <a:custGeom>
                <a:rect b="b" l="l" r="r" t="t"/>
                <a:pathLst>
                  <a:path extrusionOk="0" h="134722" w="225626">
                    <a:moveTo>
                      <a:pt x="184261" y="491"/>
                    </a:moveTo>
                    <a:cubicBezTo>
                      <a:pt x="186468" y="491"/>
                      <a:pt x="188675" y="1513"/>
                      <a:pt x="190228" y="3066"/>
                    </a:cubicBezTo>
                    <a:cubicBezTo>
                      <a:pt x="191577" y="4578"/>
                      <a:pt x="192599" y="6622"/>
                      <a:pt x="192599" y="9034"/>
                    </a:cubicBezTo>
                    <a:lnTo>
                      <a:pt x="192599" y="102839"/>
                    </a:lnTo>
                    <a:lnTo>
                      <a:pt x="223381" y="125714"/>
                    </a:lnTo>
                    <a:lnTo>
                      <a:pt x="223581" y="126015"/>
                    </a:lnTo>
                    <a:cubicBezTo>
                      <a:pt x="224440" y="126873"/>
                      <a:pt x="225135" y="128059"/>
                      <a:pt x="225135" y="129408"/>
                    </a:cubicBezTo>
                    <a:cubicBezTo>
                      <a:pt x="225135" y="130797"/>
                      <a:pt x="224603" y="131983"/>
                      <a:pt x="223581" y="132841"/>
                    </a:cubicBezTo>
                    <a:cubicBezTo>
                      <a:pt x="222764" y="133699"/>
                      <a:pt x="221538" y="134190"/>
                      <a:pt x="220352" y="134190"/>
                    </a:cubicBezTo>
                    <a:lnTo>
                      <a:pt x="5273" y="134190"/>
                    </a:lnTo>
                    <a:cubicBezTo>
                      <a:pt x="3884" y="134190"/>
                      <a:pt x="2698" y="133699"/>
                      <a:pt x="1840" y="132841"/>
                    </a:cubicBezTo>
                    <a:cubicBezTo>
                      <a:pt x="1023" y="131983"/>
                      <a:pt x="491" y="130797"/>
                      <a:pt x="491" y="129408"/>
                    </a:cubicBezTo>
                    <a:cubicBezTo>
                      <a:pt x="491" y="127895"/>
                      <a:pt x="1186" y="126546"/>
                      <a:pt x="2371" y="125688"/>
                    </a:cubicBezTo>
                    <a:lnTo>
                      <a:pt x="2862" y="125157"/>
                    </a:lnTo>
                    <a:lnTo>
                      <a:pt x="2698" y="125157"/>
                    </a:lnTo>
                    <a:lnTo>
                      <a:pt x="33722" y="102839"/>
                    </a:lnTo>
                    <a:lnTo>
                      <a:pt x="33722" y="9034"/>
                    </a:lnTo>
                    <a:cubicBezTo>
                      <a:pt x="33722" y="6622"/>
                      <a:pt x="34539" y="4578"/>
                      <a:pt x="36092" y="3066"/>
                    </a:cubicBezTo>
                    <a:cubicBezTo>
                      <a:pt x="37605" y="1513"/>
                      <a:pt x="39853" y="491"/>
                      <a:pt x="42060" y="491"/>
                    </a:cubicBezTo>
                    <a:close/>
                    <a:moveTo>
                      <a:pt x="42060" y="1"/>
                    </a:moveTo>
                    <a:cubicBezTo>
                      <a:pt x="37114" y="1"/>
                      <a:pt x="33190" y="4088"/>
                      <a:pt x="33190" y="9034"/>
                    </a:cubicBezTo>
                    <a:lnTo>
                      <a:pt x="33190" y="102676"/>
                    </a:lnTo>
                    <a:lnTo>
                      <a:pt x="1023" y="125688"/>
                    </a:lnTo>
                    <a:lnTo>
                      <a:pt x="1589" y="125688"/>
                    </a:lnTo>
                    <a:cubicBezTo>
                      <a:pt x="620" y="126584"/>
                      <a:pt x="1" y="127949"/>
                      <a:pt x="1" y="129408"/>
                    </a:cubicBezTo>
                    <a:cubicBezTo>
                      <a:pt x="1" y="132310"/>
                      <a:pt x="2371" y="134721"/>
                      <a:pt x="5273" y="134721"/>
                    </a:cubicBezTo>
                    <a:lnTo>
                      <a:pt x="220352" y="134721"/>
                    </a:lnTo>
                    <a:cubicBezTo>
                      <a:pt x="223254" y="134721"/>
                      <a:pt x="225625" y="132310"/>
                      <a:pt x="225625" y="129408"/>
                    </a:cubicBezTo>
                    <a:cubicBezTo>
                      <a:pt x="225625" y="128054"/>
                      <a:pt x="225101" y="126962"/>
                      <a:pt x="224258" y="126015"/>
                    </a:cubicBezTo>
                    <a:lnTo>
                      <a:pt x="224603" y="126015"/>
                    </a:lnTo>
                    <a:lnTo>
                      <a:pt x="223949" y="125530"/>
                    </a:lnTo>
                    <a:lnTo>
                      <a:pt x="223949" y="125530"/>
                    </a:lnTo>
                    <a:lnTo>
                      <a:pt x="223949" y="125524"/>
                    </a:lnTo>
                    <a:lnTo>
                      <a:pt x="223942" y="125524"/>
                    </a:lnTo>
                    <a:lnTo>
                      <a:pt x="193130" y="102676"/>
                    </a:lnTo>
                    <a:lnTo>
                      <a:pt x="193130" y="9034"/>
                    </a:lnTo>
                    <a:cubicBezTo>
                      <a:pt x="193130" y="4088"/>
                      <a:pt x="189043" y="1"/>
                      <a:pt x="1842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27366" y="4975819"/>
                <a:ext cx="9247851" cy="702298"/>
              </a:xfrm>
              <a:custGeom>
                <a:rect b="b" l="l" r="r" t="t"/>
                <a:pathLst>
                  <a:path extrusionOk="0" h="15329" w="192313">
                    <a:moveTo>
                      <a:pt x="20806" y="164"/>
                    </a:moveTo>
                    <a:lnTo>
                      <a:pt x="44043" y="327"/>
                    </a:lnTo>
                    <a:lnTo>
                      <a:pt x="43777" y="327"/>
                    </a:lnTo>
                    <a:lnTo>
                      <a:pt x="42428" y="1840"/>
                    </a:lnTo>
                    <a:lnTo>
                      <a:pt x="30329" y="1676"/>
                    </a:lnTo>
                    <a:lnTo>
                      <a:pt x="32046" y="327"/>
                    </a:lnTo>
                    <a:lnTo>
                      <a:pt x="31188" y="327"/>
                    </a:lnTo>
                    <a:lnTo>
                      <a:pt x="29471" y="1676"/>
                    </a:lnTo>
                    <a:lnTo>
                      <a:pt x="18925" y="1676"/>
                    </a:lnTo>
                    <a:lnTo>
                      <a:pt x="20806" y="164"/>
                    </a:lnTo>
                    <a:close/>
                    <a:moveTo>
                      <a:pt x="44632" y="332"/>
                    </a:moveTo>
                    <a:lnTo>
                      <a:pt x="67279" y="491"/>
                    </a:lnTo>
                    <a:lnTo>
                      <a:pt x="66625" y="2044"/>
                    </a:lnTo>
                    <a:lnTo>
                      <a:pt x="55876" y="2044"/>
                    </a:lnTo>
                    <a:lnTo>
                      <a:pt x="56897" y="491"/>
                    </a:lnTo>
                    <a:lnTo>
                      <a:pt x="56039" y="491"/>
                    </a:lnTo>
                    <a:lnTo>
                      <a:pt x="55017" y="1840"/>
                    </a:lnTo>
                    <a:lnTo>
                      <a:pt x="43286" y="1840"/>
                    </a:lnTo>
                    <a:lnTo>
                      <a:pt x="44632" y="332"/>
                    </a:lnTo>
                    <a:close/>
                    <a:moveTo>
                      <a:pt x="68138" y="491"/>
                    </a:moveTo>
                    <a:lnTo>
                      <a:pt x="80073" y="654"/>
                    </a:lnTo>
                    <a:lnTo>
                      <a:pt x="79542" y="2208"/>
                    </a:lnTo>
                    <a:lnTo>
                      <a:pt x="67443" y="2044"/>
                    </a:lnTo>
                    <a:lnTo>
                      <a:pt x="68138" y="491"/>
                    </a:lnTo>
                    <a:close/>
                    <a:moveTo>
                      <a:pt x="80727" y="654"/>
                    </a:moveTo>
                    <a:lnTo>
                      <a:pt x="92335" y="818"/>
                    </a:lnTo>
                    <a:lnTo>
                      <a:pt x="92335" y="2208"/>
                    </a:lnTo>
                    <a:lnTo>
                      <a:pt x="80400" y="2208"/>
                    </a:lnTo>
                    <a:lnTo>
                      <a:pt x="80727" y="654"/>
                    </a:lnTo>
                    <a:close/>
                    <a:moveTo>
                      <a:pt x="104597" y="818"/>
                    </a:moveTo>
                    <a:lnTo>
                      <a:pt x="104761" y="2371"/>
                    </a:lnTo>
                    <a:lnTo>
                      <a:pt x="93194" y="2208"/>
                    </a:lnTo>
                    <a:lnTo>
                      <a:pt x="93194" y="818"/>
                    </a:lnTo>
                    <a:close/>
                    <a:moveTo>
                      <a:pt x="105456" y="818"/>
                    </a:moveTo>
                    <a:lnTo>
                      <a:pt x="116492" y="1022"/>
                    </a:lnTo>
                    <a:lnTo>
                      <a:pt x="116860" y="2371"/>
                    </a:lnTo>
                    <a:lnTo>
                      <a:pt x="105619" y="2371"/>
                    </a:lnTo>
                    <a:lnTo>
                      <a:pt x="105456" y="818"/>
                    </a:lnTo>
                    <a:close/>
                    <a:moveTo>
                      <a:pt x="128100" y="1022"/>
                    </a:moveTo>
                    <a:lnTo>
                      <a:pt x="128754" y="2535"/>
                    </a:lnTo>
                    <a:lnTo>
                      <a:pt x="117718" y="2371"/>
                    </a:lnTo>
                    <a:lnTo>
                      <a:pt x="117187" y="1022"/>
                    </a:lnTo>
                    <a:close/>
                    <a:moveTo>
                      <a:pt x="128958" y="1022"/>
                    </a:moveTo>
                    <a:lnTo>
                      <a:pt x="139504" y="1186"/>
                    </a:lnTo>
                    <a:lnTo>
                      <a:pt x="140526" y="2535"/>
                    </a:lnTo>
                    <a:lnTo>
                      <a:pt x="129612" y="2535"/>
                    </a:lnTo>
                    <a:lnTo>
                      <a:pt x="128958" y="1022"/>
                    </a:lnTo>
                    <a:close/>
                    <a:moveTo>
                      <a:pt x="150744" y="1186"/>
                    </a:moveTo>
                    <a:lnTo>
                      <a:pt x="151929" y="2698"/>
                    </a:lnTo>
                    <a:lnTo>
                      <a:pt x="141220" y="2535"/>
                    </a:lnTo>
                    <a:lnTo>
                      <a:pt x="140362" y="1186"/>
                    </a:lnTo>
                    <a:close/>
                    <a:moveTo>
                      <a:pt x="151439" y="1186"/>
                    </a:moveTo>
                    <a:lnTo>
                      <a:pt x="162843" y="1349"/>
                    </a:lnTo>
                    <a:lnTo>
                      <a:pt x="164355" y="2698"/>
                    </a:lnTo>
                    <a:lnTo>
                      <a:pt x="152624" y="2698"/>
                    </a:lnTo>
                    <a:lnTo>
                      <a:pt x="151439" y="1186"/>
                    </a:lnTo>
                    <a:close/>
                    <a:moveTo>
                      <a:pt x="163701" y="1349"/>
                    </a:moveTo>
                    <a:lnTo>
                      <a:pt x="174574" y="1513"/>
                    </a:lnTo>
                    <a:lnTo>
                      <a:pt x="176290" y="2862"/>
                    </a:lnTo>
                    <a:lnTo>
                      <a:pt x="165050" y="2698"/>
                    </a:lnTo>
                    <a:lnTo>
                      <a:pt x="163701" y="1349"/>
                    </a:lnTo>
                    <a:close/>
                    <a:moveTo>
                      <a:pt x="18598" y="1840"/>
                    </a:moveTo>
                    <a:lnTo>
                      <a:pt x="29307" y="2044"/>
                    </a:lnTo>
                    <a:lnTo>
                      <a:pt x="27427" y="3556"/>
                    </a:lnTo>
                    <a:lnTo>
                      <a:pt x="16350" y="3556"/>
                    </a:lnTo>
                    <a:lnTo>
                      <a:pt x="18598" y="1840"/>
                    </a:lnTo>
                    <a:close/>
                    <a:moveTo>
                      <a:pt x="42265" y="2044"/>
                    </a:moveTo>
                    <a:lnTo>
                      <a:pt x="40711" y="3720"/>
                    </a:lnTo>
                    <a:lnTo>
                      <a:pt x="28286" y="3556"/>
                    </a:lnTo>
                    <a:lnTo>
                      <a:pt x="30166" y="2044"/>
                    </a:lnTo>
                    <a:close/>
                    <a:moveTo>
                      <a:pt x="43123" y="2044"/>
                    </a:moveTo>
                    <a:lnTo>
                      <a:pt x="54854" y="2208"/>
                    </a:lnTo>
                    <a:lnTo>
                      <a:pt x="53832" y="3720"/>
                    </a:lnTo>
                    <a:lnTo>
                      <a:pt x="41733" y="3720"/>
                    </a:lnTo>
                    <a:lnTo>
                      <a:pt x="43123" y="2044"/>
                    </a:lnTo>
                    <a:close/>
                    <a:moveTo>
                      <a:pt x="66421" y="2208"/>
                    </a:moveTo>
                    <a:lnTo>
                      <a:pt x="65604" y="3883"/>
                    </a:lnTo>
                    <a:lnTo>
                      <a:pt x="54690" y="3720"/>
                    </a:lnTo>
                    <a:lnTo>
                      <a:pt x="55876" y="2208"/>
                    </a:lnTo>
                    <a:close/>
                    <a:moveTo>
                      <a:pt x="67279" y="2208"/>
                    </a:moveTo>
                    <a:lnTo>
                      <a:pt x="79542" y="2371"/>
                    </a:lnTo>
                    <a:lnTo>
                      <a:pt x="79051" y="3883"/>
                    </a:lnTo>
                    <a:lnTo>
                      <a:pt x="66625" y="3883"/>
                    </a:lnTo>
                    <a:lnTo>
                      <a:pt x="67279" y="2208"/>
                    </a:lnTo>
                    <a:close/>
                    <a:moveTo>
                      <a:pt x="92335" y="2371"/>
                    </a:moveTo>
                    <a:lnTo>
                      <a:pt x="92172" y="4088"/>
                    </a:lnTo>
                    <a:lnTo>
                      <a:pt x="79909" y="3883"/>
                    </a:lnTo>
                    <a:lnTo>
                      <a:pt x="80400" y="2371"/>
                    </a:lnTo>
                    <a:close/>
                    <a:moveTo>
                      <a:pt x="93194" y="2371"/>
                    </a:moveTo>
                    <a:lnTo>
                      <a:pt x="104761" y="2535"/>
                    </a:lnTo>
                    <a:lnTo>
                      <a:pt x="104924" y="4088"/>
                    </a:lnTo>
                    <a:lnTo>
                      <a:pt x="92989" y="4088"/>
                    </a:lnTo>
                    <a:lnTo>
                      <a:pt x="93194" y="2371"/>
                    </a:lnTo>
                    <a:close/>
                    <a:moveTo>
                      <a:pt x="117023" y="2535"/>
                    </a:moveTo>
                    <a:lnTo>
                      <a:pt x="117514" y="4088"/>
                    </a:lnTo>
                    <a:lnTo>
                      <a:pt x="105783" y="4088"/>
                    </a:lnTo>
                    <a:lnTo>
                      <a:pt x="105619" y="2535"/>
                    </a:lnTo>
                    <a:close/>
                    <a:moveTo>
                      <a:pt x="117718" y="2535"/>
                    </a:moveTo>
                    <a:lnTo>
                      <a:pt x="128958" y="2698"/>
                    </a:lnTo>
                    <a:lnTo>
                      <a:pt x="129776" y="4251"/>
                    </a:lnTo>
                    <a:lnTo>
                      <a:pt x="118372" y="4088"/>
                    </a:lnTo>
                    <a:lnTo>
                      <a:pt x="117718" y="2535"/>
                    </a:lnTo>
                    <a:close/>
                    <a:moveTo>
                      <a:pt x="140689" y="2698"/>
                    </a:moveTo>
                    <a:lnTo>
                      <a:pt x="141711" y="4251"/>
                    </a:lnTo>
                    <a:lnTo>
                      <a:pt x="130471" y="4251"/>
                    </a:lnTo>
                    <a:lnTo>
                      <a:pt x="129776" y="2698"/>
                    </a:lnTo>
                    <a:close/>
                    <a:moveTo>
                      <a:pt x="141384" y="2698"/>
                    </a:moveTo>
                    <a:lnTo>
                      <a:pt x="152093" y="2862"/>
                    </a:lnTo>
                    <a:lnTo>
                      <a:pt x="153483" y="4415"/>
                    </a:lnTo>
                    <a:lnTo>
                      <a:pt x="153483" y="4415"/>
                    </a:lnTo>
                    <a:lnTo>
                      <a:pt x="142569" y="4251"/>
                    </a:lnTo>
                    <a:lnTo>
                      <a:pt x="141384" y="2698"/>
                    </a:lnTo>
                    <a:close/>
                    <a:moveTo>
                      <a:pt x="164519" y="2862"/>
                    </a:moveTo>
                    <a:lnTo>
                      <a:pt x="166235" y="4415"/>
                    </a:lnTo>
                    <a:lnTo>
                      <a:pt x="154137" y="4415"/>
                    </a:lnTo>
                    <a:lnTo>
                      <a:pt x="152788" y="2862"/>
                    </a:lnTo>
                    <a:close/>
                    <a:moveTo>
                      <a:pt x="165377" y="2862"/>
                    </a:moveTo>
                    <a:lnTo>
                      <a:pt x="176617" y="3066"/>
                    </a:lnTo>
                    <a:lnTo>
                      <a:pt x="178498" y="4415"/>
                    </a:lnTo>
                    <a:lnTo>
                      <a:pt x="166930" y="4415"/>
                    </a:lnTo>
                    <a:lnTo>
                      <a:pt x="165377" y="2862"/>
                    </a:lnTo>
                    <a:close/>
                    <a:moveTo>
                      <a:pt x="16187" y="3720"/>
                    </a:moveTo>
                    <a:lnTo>
                      <a:pt x="27100" y="3883"/>
                    </a:lnTo>
                    <a:lnTo>
                      <a:pt x="25220" y="5600"/>
                    </a:lnTo>
                    <a:lnTo>
                      <a:pt x="13816" y="5600"/>
                    </a:lnTo>
                    <a:lnTo>
                      <a:pt x="16187" y="3720"/>
                    </a:lnTo>
                    <a:close/>
                    <a:moveTo>
                      <a:pt x="40548" y="3883"/>
                    </a:moveTo>
                    <a:lnTo>
                      <a:pt x="39035" y="5600"/>
                    </a:lnTo>
                    <a:lnTo>
                      <a:pt x="26242" y="5600"/>
                    </a:lnTo>
                    <a:lnTo>
                      <a:pt x="28122" y="3883"/>
                    </a:lnTo>
                    <a:close/>
                    <a:moveTo>
                      <a:pt x="53668" y="3883"/>
                    </a:moveTo>
                    <a:lnTo>
                      <a:pt x="52483" y="5764"/>
                    </a:lnTo>
                    <a:lnTo>
                      <a:pt x="40057" y="5600"/>
                    </a:lnTo>
                    <a:lnTo>
                      <a:pt x="41570" y="3883"/>
                    </a:lnTo>
                    <a:close/>
                    <a:moveTo>
                      <a:pt x="54527" y="3883"/>
                    </a:moveTo>
                    <a:lnTo>
                      <a:pt x="65604" y="4088"/>
                    </a:lnTo>
                    <a:lnTo>
                      <a:pt x="64745" y="5764"/>
                    </a:lnTo>
                    <a:lnTo>
                      <a:pt x="53341" y="5764"/>
                    </a:lnTo>
                    <a:lnTo>
                      <a:pt x="54527" y="3883"/>
                    </a:lnTo>
                    <a:close/>
                    <a:moveTo>
                      <a:pt x="79051" y="4088"/>
                    </a:moveTo>
                    <a:lnTo>
                      <a:pt x="78520" y="5764"/>
                    </a:lnTo>
                    <a:lnTo>
                      <a:pt x="65604" y="5764"/>
                    </a:lnTo>
                    <a:lnTo>
                      <a:pt x="66421" y="4088"/>
                    </a:lnTo>
                    <a:close/>
                    <a:moveTo>
                      <a:pt x="79909" y="4088"/>
                    </a:moveTo>
                    <a:lnTo>
                      <a:pt x="92172" y="4251"/>
                    </a:lnTo>
                    <a:lnTo>
                      <a:pt x="91967" y="5927"/>
                    </a:lnTo>
                    <a:lnTo>
                      <a:pt x="79378" y="5764"/>
                    </a:lnTo>
                    <a:lnTo>
                      <a:pt x="79909" y="4088"/>
                    </a:lnTo>
                    <a:close/>
                    <a:moveTo>
                      <a:pt x="104924" y="4251"/>
                    </a:moveTo>
                    <a:lnTo>
                      <a:pt x="105088" y="5927"/>
                    </a:lnTo>
                    <a:lnTo>
                      <a:pt x="92826" y="5927"/>
                    </a:lnTo>
                    <a:lnTo>
                      <a:pt x="92989" y="4251"/>
                    </a:lnTo>
                    <a:close/>
                    <a:moveTo>
                      <a:pt x="105783" y="4251"/>
                    </a:moveTo>
                    <a:lnTo>
                      <a:pt x="117514" y="4415"/>
                    </a:lnTo>
                    <a:lnTo>
                      <a:pt x="118045" y="5927"/>
                    </a:lnTo>
                    <a:lnTo>
                      <a:pt x="106110" y="5927"/>
                    </a:lnTo>
                    <a:lnTo>
                      <a:pt x="105783" y="4251"/>
                    </a:lnTo>
                    <a:close/>
                    <a:moveTo>
                      <a:pt x="129776" y="4415"/>
                    </a:moveTo>
                    <a:lnTo>
                      <a:pt x="130634" y="5927"/>
                    </a:lnTo>
                    <a:lnTo>
                      <a:pt x="118903" y="5927"/>
                    </a:lnTo>
                    <a:lnTo>
                      <a:pt x="118372" y="4415"/>
                    </a:lnTo>
                    <a:close/>
                    <a:moveTo>
                      <a:pt x="141874" y="4415"/>
                    </a:moveTo>
                    <a:lnTo>
                      <a:pt x="142896" y="6131"/>
                    </a:lnTo>
                    <a:lnTo>
                      <a:pt x="131492" y="6131"/>
                    </a:lnTo>
                    <a:lnTo>
                      <a:pt x="130634" y="4415"/>
                    </a:lnTo>
                    <a:close/>
                    <a:moveTo>
                      <a:pt x="142569" y="4415"/>
                    </a:moveTo>
                    <a:lnTo>
                      <a:pt x="153646" y="4578"/>
                    </a:lnTo>
                    <a:lnTo>
                      <a:pt x="154995" y="6131"/>
                    </a:lnTo>
                    <a:lnTo>
                      <a:pt x="143755" y="6131"/>
                    </a:lnTo>
                    <a:lnTo>
                      <a:pt x="142569" y="4415"/>
                    </a:lnTo>
                    <a:close/>
                    <a:moveTo>
                      <a:pt x="166399" y="4578"/>
                    </a:moveTo>
                    <a:lnTo>
                      <a:pt x="168116" y="6131"/>
                    </a:lnTo>
                    <a:lnTo>
                      <a:pt x="155853" y="6131"/>
                    </a:lnTo>
                    <a:lnTo>
                      <a:pt x="154300" y="4578"/>
                    </a:lnTo>
                    <a:close/>
                    <a:moveTo>
                      <a:pt x="167094" y="4578"/>
                    </a:moveTo>
                    <a:lnTo>
                      <a:pt x="178661" y="4742"/>
                    </a:lnTo>
                    <a:lnTo>
                      <a:pt x="180705" y="6295"/>
                    </a:lnTo>
                    <a:lnTo>
                      <a:pt x="168974" y="6131"/>
                    </a:lnTo>
                    <a:lnTo>
                      <a:pt x="167094" y="4578"/>
                    </a:lnTo>
                    <a:close/>
                    <a:moveTo>
                      <a:pt x="24893" y="5764"/>
                    </a:moveTo>
                    <a:lnTo>
                      <a:pt x="22849" y="7644"/>
                    </a:lnTo>
                    <a:lnTo>
                      <a:pt x="11078" y="7644"/>
                    </a:lnTo>
                    <a:lnTo>
                      <a:pt x="13653" y="5764"/>
                    </a:lnTo>
                    <a:close/>
                    <a:moveTo>
                      <a:pt x="25915" y="5764"/>
                    </a:moveTo>
                    <a:lnTo>
                      <a:pt x="38831" y="5927"/>
                    </a:lnTo>
                    <a:lnTo>
                      <a:pt x="37155" y="7807"/>
                    </a:lnTo>
                    <a:lnTo>
                      <a:pt x="23871" y="7644"/>
                    </a:lnTo>
                    <a:lnTo>
                      <a:pt x="25915" y="5764"/>
                    </a:lnTo>
                    <a:close/>
                    <a:moveTo>
                      <a:pt x="52320" y="5927"/>
                    </a:moveTo>
                    <a:lnTo>
                      <a:pt x="51093" y="7807"/>
                    </a:lnTo>
                    <a:lnTo>
                      <a:pt x="38177" y="7807"/>
                    </a:lnTo>
                    <a:lnTo>
                      <a:pt x="39689" y="5927"/>
                    </a:lnTo>
                    <a:close/>
                    <a:moveTo>
                      <a:pt x="64582" y="5927"/>
                    </a:moveTo>
                    <a:lnTo>
                      <a:pt x="63723" y="7807"/>
                    </a:lnTo>
                    <a:lnTo>
                      <a:pt x="51952" y="7807"/>
                    </a:lnTo>
                    <a:lnTo>
                      <a:pt x="53341" y="5927"/>
                    </a:lnTo>
                    <a:close/>
                    <a:moveTo>
                      <a:pt x="65604" y="5927"/>
                    </a:moveTo>
                    <a:lnTo>
                      <a:pt x="78356" y="6131"/>
                    </a:lnTo>
                    <a:lnTo>
                      <a:pt x="77866" y="7807"/>
                    </a:lnTo>
                    <a:lnTo>
                      <a:pt x="64582" y="7807"/>
                    </a:lnTo>
                    <a:lnTo>
                      <a:pt x="65604" y="5927"/>
                    </a:lnTo>
                    <a:close/>
                    <a:moveTo>
                      <a:pt x="91967" y="6131"/>
                    </a:moveTo>
                    <a:lnTo>
                      <a:pt x="91804" y="7807"/>
                    </a:lnTo>
                    <a:lnTo>
                      <a:pt x="78888" y="7807"/>
                    </a:lnTo>
                    <a:lnTo>
                      <a:pt x="79378" y="6131"/>
                    </a:lnTo>
                    <a:close/>
                    <a:moveTo>
                      <a:pt x="105251" y="6131"/>
                    </a:moveTo>
                    <a:lnTo>
                      <a:pt x="105456" y="7971"/>
                    </a:lnTo>
                    <a:lnTo>
                      <a:pt x="105456" y="7971"/>
                    </a:lnTo>
                    <a:lnTo>
                      <a:pt x="92826" y="7807"/>
                    </a:lnTo>
                    <a:lnTo>
                      <a:pt x="92826" y="6131"/>
                    </a:lnTo>
                    <a:close/>
                    <a:moveTo>
                      <a:pt x="118208" y="6131"/>
                    </a:moveTo>
                    <a:lnTo>
                      <a:pt x="118740" y="7971"/>
                    </a:lnTo>
                    <a:lnTo>
                      <a:pt x="106273" y="7971"/>
                    </a:lnTo>
                    <a:lnTo>
                      <a:pt x="106110" y="6131"/>
                    </a:lnTo>
                    <a:close/>
                    <a:moveTo>
                      <a:pt x="119067" y="6131"/>
                    </a:moveTo>
                    <a:lnTo>
                      <a:pt x="130798" y="6295"/>
                    </a:lnTo>
                    <a:lnTo>
                      <a:pt x="131656" y="7971"/>
                    </a:lnTo>
                    <a:lnTo>
                      <a:pt x="119557" y="7971"/>
                    </a:lnTo>
                    <a:lnTo>
                      <a:pt x="119067" y="6131"/>
                    </a:lnTo>
                    <a:close/>
                    <a:moveTo>
                      <a:pt x="143060" y="6295"/>
                    </a:moveTo>
                    <a:lnTo>
                      <a:pt x="144286" y="7971"/>
                    </a:lnTo>
                    <a:lnTo>
                      <a:pt x="132514" y="7971"/>
                    </a:lnTo>
                    <a:lnTo>
                      <a:pt x="131656" y="6295"/>
                    </a:lnTo>
                    <a:close/>
                    <a:moveTo>
                      <a:pt x="155158" y="6295"/>
                    </a:moveTo>
                    <a:lnTo>
                      <a:pt x="156712" y="7971"/>
                    </a:lnTo>
                    <a:lnTo>
                      <a:pt x="145103" y="7971"/>
                    </a:lnTo>
                    <a:lnTo>
                      <a:pt x="143918" y="6295"/>
                    </a:lnTo>
                    <a:close/>
                    <a:moveTo>
                      <a:pt x="156017" y="6295"/>
                    </a:moveTo>
                    <a:lnTo>
                      <a:pt x="168279" y="6458"/>
                    </a:lnTo>
                    <a:lnTo>
                      <a:pt x="170159" y="7971"/>
                    </a:lnTo>
                    <a:lnTo>
                      <a:pt x="157570" y="7971"/>
                    </a:lnTo>
                    <a:lnTo>
                      <a:pt x="156017" y="6295"/>
                    </a:lnTo>
                    <a:close/>
                    <a:moveTo>
                      <a:pt x="180868" y="6458"/>
                    </a:moveTo>
                    <a:lnTo>
                      <a:pt x="183116" y="8175"/>
                    </a:lnTo>
                    <a:lnTo>
                      <a:pt x="171018" y="7971"/>
                    </a:lnTo>
                    <a:lnTo>
                      <a:pt x="169137" y="6458"/>
                    </a:lnTo>
                    <a:close/>
                    <a:moveTo>
                      <a:pt x="22686" y="7971"/>
                    </a:moveTo>
                    <a:lnTo>
                      <a:pt x="20274" y="10014"/>
                    </a:lnTo>
                    <a:lnTo>
                      <a:pt x="8176" y="10014"/>
                    </a:lnTo>
                    <a:lnTo>
                      <a:pt x="10751" y="7971"/>
                    </a:lnTo>
                    <a:close/>
                    <a:moveTo>
                      <a:pt x="36992" y="7971"/>
                    </a:moveTo>
                    <a:lnTo>
                      <a:pt x="35112" y="10014"/>
                    </a:lnTo>
                    <a:lnTo>
                      <a:pt x="21460" y="10014"/>
                    </a:lnTo>
                    <a:lnTo>
                      <a:pt x="23708" y="7971"/>
                    </a:lnTo>
                    <a:close/>
                    <a:moveTo>
                      <a:pt x="50930" y="7971"/>
                    </a:moveTo>
                    <a:lnTo>
                      <a:pt x="49581" y="10014"/>
                    </a:lnTo>
                    <a:lnTo>
                      <a:pt x="36133" y="10014"/>
                    </a:lnTo>
                    <a:lnTo>
                      <a:pt x="37809" y="7971"/>
                    </a:lnTo>
                    <a:close/>
                    <a:moveTo>
                      <a:pt x="63560" y="7971"/>
                    </a:moveTo>
                    <a:lnTo>
                      <a:pt x="62538" y="10014"/>
                    </a:lnTo>
                    <a:lnTo>
                      <a:pt x="50603" y="10014"/>
                    </a:lnTo>
                    <a:lnTo>
                      <a:pt x="51788" y="7971"/>
                    </a:lnTo>
                    <a:close/>
                    <a:moveTo>
                      <a:pt x="64582" y="7971"/>
                    </a:moveTo>
                    <a:lnTo>
                      <a:pt x="77866" y="8175"/>
                    </a:lnTo>
                    <a:lnTo>
                      <a:pt x="77334" y="10014"/>
                    </a:lnTo>
                    <a:lnTo>
                      <a:pt x="63560" y="10014"/>
                    </a:lnTo>
                    <a:lnTo>
                      <a:pt x="64582" y="7971"/>
                    </a:lnTo>
                    <a:close/>
                    <a:moveTo>
                      <a:pt x="91804" y="8175"/>
                    </a:moveTo>
                    <a:lnTo>
                      <a:pt x="91640" y="10014"/>
                    </a:lnTo>
                    <a:lnTo>
                      <a:pt x="78356" y="10014"/>
                    </a:lnTo>
                    <a:lnTo>
                      <a:pt x="78888" y="8175"/>
                    </a:lnTo>
                    <a:close/>
                    <a:moveTo>
                      <a:pt x="105456" y="8175"/>
                    </a:moveTo>
                    <a:lnTo>
                      <a:pt x="105619" y="10014"/>
                    </a:lnTo>
                    <a:lnTo>
                      <a:pt x="92662" y="10014"/>
                    </a:lnTo>
                    <a:lnTo>
                      <a:pt x="92662" y="8175"/>
                    </a:lnTo>
                    <a:close/>
                    <a:moveTo>
                      <a:pt x="118740" y="8175"/>
                    </a:moveTo>
                    <a:lnTo>
                      <a:pt x="119394" y="10014"/>
                    </a:lnTo>
                    <a:lnTo>
                      <a:pt x="106641" y="10014"/>
                    </a:lnTo>
                    <a:lnTo>
                      <a:pt x="106273" y="8175"/>
                    </a:lnTo>
                    <a:close/>
                    <a:moveTo>
                      <a:pt x="131819" y="8175"/>
                    </a:moveTo>
                    <a:lnTo>
                      <a:pt x="132678" y="10014"/>
                    </a:lnTo>
                    <a:lnTo>
                      <a:pt x="120252" y="10014"/>
                    </a:lnTo>
                    <a:lnTo>
                      <a:pt x="119557" y="8175"/>
                    </a:lnTo>
                    <a:close/>
                    <a:moveTo>
                      <a:pt x="144449" y="8175"/>
                    </a:moveTo>
                    <a:lnTo>
                      <a:pt x="145798" y="10014"/>
                    </a:lnTo>
                    <a:lnTo>
                      <a:pt x="133536" y="10014"/>
                    </a:lnTo>
                    <a:lnTo>
                      <a:pt x="132678" y="8175"/>
                    </a:lnTo>
                    <a:close/>
                    <a:moveTo>
                      <a:pt x="156875" y="8175"/>
                    </a:moveTo>
                    <a:lnTo>
                      <a:pt x="158388" y="10014"/>
                    </a:lnTo>
                    <a:lnTo>
                      <a:pt x="146657" y="10014"/>
                    </a:lnTo>
                    <a:lnTo>
                      <a:pt x="145308" y="8175"/>
                    </a:lnTo>
                    <a:close/>
                    <a:moveTo>
                      <a:pt x="157734" y="8175"/>
                    </a:moveTo>
                    <a:lnTo>
                      <a:pt x="170323" y="8339"/>
                    </a:lnTo>
                    <a:lnTo>
                      <a:pt x="172366" y="10014"/>
                    </a:lnTo>
                    <a:lnTo>
                      <a:pt x="159246" y="10014"/>
                    </a:lnTo>
                    <a:lnTo>
                      <a:pt x="157734" y="8175"/>
                    </a:lnTo>
                    <a:close/>
                    <a:moveTo>
                      <a:pt x="183280" y="8339"/>
                    </a:moveTo>
                    <a:lnTo>
                      <a:pt x="185487" y="10014"/>
                    </a:lnTo>
                    <a:lnTo>
                      <a:pt x="173061" y="10014"/>
                    </a:lnTo>
                    <a:lnTo>
                      <a:pt x="171181" y="8339"/>
                    </a:lnTo>
                    <a:close/>
                    <a:moveTo>
                      <a:pt x="172530" y="10219"/>
                    </a:moveTo>
                    <a:lnTo>
                      <a:pt x="174574" y="12058"/>
                    </a:lnTo>
                    <a:lnTo>
                      <a:pt x="161126" y="12058"/>
                    </a:lnTo>
                    <a:lnTo>
                      <a:pt x="159409" y="10219"/>
                    </a:lnTo>
                    <a:close/>
                    <a:moveTo>
                      <a:pt x="185814" y="10219"/>
                    </a:moveTo>
                    <a:lnTo>
                      <a:pt x="188226" y="12058"/>
                    </a:lnTo>
                    <a:lnTo>
                      <a:pt x="175432" y="12058"/>
                    </a:lnTo>
                    <a:lnTo>
                      <a:pt x="173388" y="10219"/>
                    </a:lnTo>
                    <a:close/>
                    <a:moveTo>
                      <a:pt x="77171" y="10219"/>
                    </a:moveTo>
                    <a:lnTo>
                      <a:pt x="76640" y="12263"/>
                    </a:lnTo>
                    <a:lnTo>
                      <a:pt x="62538" y="12263"/>
                    </a:lnTo>
                    <a:lnTo>
                      <a:pt x="63355" y="10219"/>
                    </a:lnTo>
                    <a:close/>
                    <a:moveTo>
                      <a:pt x="91640" y="10219"/>
                    </a:moveTo>
                    <a:lnTo>
                      <a:pt x="91477" y="12263"/>
                    </a:lnTo>
                    <a:lnTo>
                      <a:pt x="77661" y="12263"/>
                    </a:lnTo>
                    <a:lnTo>
                      <a:pt x="78193" y="10219"/>
                    </a:lnTo>
                    <a:close/>
                    <a:moveTo>
                      <a:pt x="105783" y="10219"/>
                    </a:moveTo>
                    <a:lnTo>
                      <a:pt x="105946" y="12263"/>
                    </a:lnTo>
                    <a:lnTo>
                      <a:pt x="92499" y="12263"/>
                    </a:lnTo>
                    <a:lnTo>
                      <a:pt x="92662" y="10219"/>
                    </a:lnTo>
                    <a:close/>
                    <a:moveTo>
                      <a:pt x="119394" y="10219"/>
                    </a:moveTo>
                    <a:lnTo>
                      <a:pt x="120089" y="12263"/>
                    </a:lnTo>
                    <a:lnTo>
                      <a:pt x="106968" y="12263"/>
                    </a:lnTo>
                    <a:lnTo>
                      <a:pt x="106641" y="10219"/>
                    </a:lnTo>
                    <a:close/>
                    <a:moveTo>
                      <a:pt x="132841" y="10219"/>
                    </a:moveTo>
                    <a:lnTo>
                      <a:pt x="133863" y="12263"/>
                    </a:lnTo>
                    <a:lnTo>
                      <a:pt x="120947" y="12263"/>
                    </a:lnTo>
                    <a:lnTo>
                      <a:pt x="120252" y="10219"/>
                    </a:lnTo>
                    <a:close/>
                    <a:moveTo>
                      <a:pt x="145962" y="10219"/>
                    </a:moveTo>
                    <a:lnTo>
                      <a:pt x="147147" y="12263"/>
                    </a:lnTo>
                    <a:lnTo>
                      <a:pt x="134721" y="12263"/>
                    </a:lnTo>
                    <a:lnTo>
                      <a:pt x="133700" y="10219"/>
                    </a:lnTo>
                    <a:close/>
                    <a:moveTo>
                      <a:pt x="158755" y="10219"/>
                    </a:moveTo>
                    <a:lnTo>
                      <a:pt x="160268" y="12058"/>
                    </a:lnTo>
                    <a:lnTo>
                      <a:pt x="148169" y="12263"/>
                    </a:lnTo>
                    <a:lnTo>
                      <a:pt x="146820" y="10219"/>
                    </a:lnTo>
                    <a:close/>
                    <a:moveTo>
                      <a:pt x="20111" y="10219"/>
                    </a:moveTo>
                    <a:lnTo>
                      <a:pt x="17740" y="12426"/>
                    </a:lnTo>
                    <a:lnTo>
                      <a:pt x="5110" y="12426"/>
                    </a:lnTo>
                    <a:lnTo>
                      <a:pt x="7849" y="10219"/>
                    </a:lnTo>
                    <a:close/>
                    <a:moveTo>
                      <a:pt x="34948" y="10219"/>
                    </a:moveTo>
                    <a:lnTo>
                      <a:pt x="33068" y="12426"/>
                    </a:lnTo>
                    <a:lnTo>
                      <a:pt x="18762" y="12426"/>
                    </a:lnTo>
                    <a:lnTo>
                      <a:pt x="21133" y="10219"/>
                    </a:lnTo>
                    <a:close/>
                    <a:moveTo>
                      <a:pt x="49417" y="10219"/>
                    </a:moveTo>
                    <a:lnTo>
                      <a:pt x="47864" y="12426"/>
                    </a:lnTo>
                    <a:lnTo>
                      <a:pt x="34090" y="12426"/>
                    </a:lnTo>
                    <a:lnTo>
                      <a:pt x="35970" y="10219"/>
                    </a:lnTo>
                    <a:close/>
                    <a:moveTo>
                      <a:pt x="62538" y="10219"/>
                    </a:moveTo>
                    <a:lnTo>
                      <a:pt x="61516" y="12263"/>
                    </a:lnTo>
                    <a:lnTo>
                      <a:pt x="48886" y="12426"/>
                    </a:lnTo>
                    <a:lnTo>
                      <a:pt x="50439" y="10219"/>
                    </a:lnTo>
                    <a:close/>
                    <a:moveTo>
                      <a:pt x="174737" y="12426"/>
                    </a:moveTo>
                    <a:lnTo>
                      <a:pt x="177149" y="14470"/>
                    </a:lnTo>
                    <a:lnTo>
                      <a:pt x="163333" y="14470"/>
                    </a:lnTo>
                    <a:lnTo>
                      <a:pt x="161453" y="12426"/>
                    </a:lnTo>
                    <a:close/>
                    <a:moveTo>
                      <a:pt x="188553" y="12426"/>
                    </a:moveTo>
                    <a:lnTo>
                      <a:pt x="191087" y="14470"/>
                    </a:lnTo>
                    <a:lnTo>
                      <a:pt x="178007" y="14470"/>
                    </a:lnTo>
                    <a:lnTo>
                      <a:pt x="175595" y="12426"/>
                    </a:lnTo>
                    <a:close/>
                    <a:moveTo>
                      <a:pt x="32700" y="12590"/>
                    </a:moveTo>
                    <a:lnTo>
                      <a:pt x="30656" y="14960"/>
                    </a:lnTo>
                    <a:lnTo>
                      <a:pt x="15860" y="14960"/>
                    </a:lnTo>
                    <a:lnTo>
                      <a:pt x="18394" y="12590"/>
                    </a:lnTo>
                    <a:close/>
                    <a:moveTo>
                      <a:pt x="47701" y="12590"/>
                    </a:moveTo>
                    <a:lnTo>
                      <a:pt x="46188" y="14960"/>
                    </a:lnTo>
                    <a:lnTo>
                      <a:pt x="31678" y="14960"/>
                    </a:lnTo>
                    <a:lnTo>
                      <a:pt x="33722" y="12590"/>
                    </a:lnTo>
                    <a:close/>
                    <a:moveTo>
                      <a:pt x="160636" y="12426"/>
                    </a:moveTo>
                    <a:lnTo>
                      <a:pt x="162311" y="14470"/>
                    </a:lnTo>
                    <a:lnTo>
                      <a:pt x="47210" y="14960"/>
                    </a:lnTo>
                    <a:lnTo>
                      <a:pt x="48723" y="12590"/>
                    </a:lnTo>
                    <a:lnTo>
                      <a:pt x="106968" y="12590"/>
                    </a:lnTo>
                    <a:lnTo>
                      <a:pt x="106968" y="12426"/>
                    </a:lnTo>
                    <a:lnTo>
                      <a:pt x="120089" y="12426"/>
                    </a:lnTo>
                    <a:lnTo>
                      <a:pt x="120089" y="12590"/>
                    </a:lnTo>
                    <a:lnTo>
                      <a:pt x="121110" y="12590"/>
                    </a:lnTo>
                    <a:lnTo>
                      <a:pt x="121110" y="12426"/>
                    </a:lnTo>
                    <a:lnTo>
                      <a:pt x="133863" y="12426"/>
                    </a:lnTo>
                    <a:lnTo>
                      <a:pt x="134067" y="12590"/>
                    </a:lnTo>
                    <a:lnTo>
                      <a:pt x="134885" y="12590"/>
                    </a:lnTo>
                    <a:lnTo>
                      <a:pt x="134885" y="12426"/>
                    </a:lnTo>
                    <a:lnTo>
                      <a:pt x="147352" y="12426"/>
                    </a:lnTo>
                    <a:lnTo>
                      <a:pt x="147515" y="12590"/>
                    </a:lnTo>
                    <a:lnTo>
                      <a:pt x="148373" y="12590"/>
                    </a:lnTo>
                    <a:lnTo>
                      <a:pt x="148373" y="12426"/>
                    </a:lnTo>
                    <a:close/>
                    <a:moveTo>
                      <a:pt x="17372" y="12590"/>
                    </a:moveTo>
                    <a:lnTo>
                      <a:pt x="14675" y="14960"/>
                    </a:lnTo>
                    <a:lnTo>
                      <a:pt x="1554" y="15124"/>
                    </a:lnTo>
                    <a:lnTo>
                      <a:pt x="4783" y="12753"/>
                    </a:lnTo>
                    <a:lnTo>
                      <a:pt x="17372" y="12590"/>
                    </a:lnTo>
                    <a:close/>
                    <a:moveTo>
                      <a:pt x="20111" y="0"/>
                    </a:moveTo>
                    <a:lnTo>
                      <a:pt x="1" y="15328"/>
                    </a:lnTo>
                    <a:lnTo>
                      <a:pt x="31515" y="15328"/>
                    </a:lnTo>
                    <a:lnTo>
                      <a:pt x="45984" y="15124"/>
                    </a:lnTo>
                    <a:lnTo>
                      <a:pt x="45821" y="15328"/>
                    </a:lnTo>
                    <a:lnTo>
                      <a:pt x="47006" y="15328"/>
                    </a:lnTo>
                    <a:lnTo>
                      <a:pt x="47006" y="15124"/>
                    </a:lnTo>
                    <a:lnTo>
                      <a:pt x="192313" y="14633"/>
                    </a:lnTo>
                    <a:lnTo>
                      <a:pt x="175105" y="1349"/>
                    </a:lnTo>
                    <a:lnTo>
                      <a:pt x="163333" y="1186"/>
                    </a:lnTo>
                    <a:lnTo>
                      <a:pt x="162679" y="1186"/>
                    </a:lnTo>
                    <a:lnTo>
                      <a:pt x="151235" y="1022"/>
                    </a:lnTo>
                    <a:lnTo>
                      <a:pt x="139340" y="1022"/>
                    </a:lnTo>
                    <a:lnTo>
                      <a:pt x="128754" y="818"/>
                    </a:lnTo>
                    <a:lnTo>
                      <a:pt x="116328" y="818"/>
                    </a:lnTo>
                    <a:lnTo>
                      <a:pt x="105251" y="654"/>
                    </a:lnTo>
                    <a:lnTo>
                      <a:pt x="104597" y="654"/>
                    </a:lnTo>
                    <a:lnTo>
                      <a:pt x="93194" y="491"/>
                    </a:lnTo>
                    <a:lnTo>
                      <a:pt x="80073" y="491"/>
                    </a:lnTo>
                    <a:lnTo>
                      <a:pt x="68301" y="327"/>
                    </a:lnTo>
                    <a:lnTo>
                      <a:pt x="67443" y="327"/>
                    </a:lnTo>
                    <a:lnTo>
                      <a:pt x="201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 name="Google Shape;74;p2"/>
            <p:cNvGrpSpPr/>
            <p:nvPr/>
          </p:nvGrpSpPr>
          <p:grpSpPr>
            <a:xfrm>
              <a:off x="904874" y="328675"/>
              <a:ext cx="7315554" cy="4024396"/>
              <a:chOff x="992433" y="538196"/>
              <a:chExt cx="7139913" cy="4021179"/>
            </a:xfrm>
          </p:grpSpPr>
          <p:sp>
            <p:nvSpPr>
              <p:cNvPr id="75" name="Google Shape;75;p2"/>
              <p:cNvSpPr/>
              <p:nvPr/>
            </p:nvSpPr>
            <p:spPr>
              <a:xfrm>
                <a:off x="992433" y="538196"/>
                <a:ext cx="7139815" cy="4021171"/>
              </a:xfrm>
              <a:custGeom>
                <a:rect b="b" l="l" r="r" t="t"/>
                <a:pathLst>
                  <a:path extrusionOk="0" h="82566" w="139504">
                    <a:moveTo>
                      <a:pt x="8871" y="0"/>
                    </a:moveTo>
                    <a:cubicBezTo>
                      <a:pt x="3925" y="0"/>
                      <a:pt x="1" y="4088"/>
                      <a:pt x="1" y="8829"/>
                    </a:cubicBezTo>
                    <a:lnTo>
                      <a:pt x="1" y="73573"/>
                    </a:lnTo>
                    <a:cubicBezTo>
                      <a:pt x="1" y="78478"/>
                      <a:pt x="3925" y="82566"/>
                      <a:pt x="8871" y="82566"/>
                    </a:cubicBezTo>
                    <a:lnTo>
                      <a:pt x="130471" y="82566"/>
                    </a:lnTo>
                    <a:cubicBezTo>
                      <a:pt x="135416" y="82566"/>
                      <a:pt x="139504" y="78478"/>
                      <a:pt x="139504" y="73573"/>
                    </a:cubicBezTo>
                    <a:lnTo>
                      <a:pt x="139504" y="8829"/>
                    </a:lnTo>
                    <a:cubicBezTo>
                      <a:pt x="139504" y="4088"/>
                      <a:pt x="135416" y="0"/>
                      <a:pt x="1304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1237231" y="669547"/>
                <a:ext cx="6641936" cy="3758421"/>
              </a:xfrm>
              <a:custGeom>
                <a:rect b="b" l="l" r="r" t="t"/>
                <a:pathLst>
                  <a:path extrusionOk="0" h="77171" w="129776">
                    <a:moveTo>
                      <a:pt x="121232" y="696"/>
                    </a:moveTo>
                    <a:cubicBezTo>
                      <a:pt x="123480" y="696"/>
                      <a:pt x="125320" y="1554"/>
                      <a:pt x="126873" y="3066"/>
                    </a:cubicBezTo>
                    <a:cubicBezTo>
                      <a:pt x="128222" y="4456"/>
                      <a:pt x="129080" y="6500"/>
                      <a:pt x="129080" y="8543"/>
                    </a:cubicBezTo>
                    <a:lnTo>
                      <a:pt x="129080" y="68465"/>
                    </a:lnTo>
                    <a:cubicBezTo>
                      <a:pt x="129080" y="70672"/>
                      <a:pt x="128222" y="72716"/>
                      <a:pt x="126873" y="74105"/>
                    </a:cubicBezTo>
                    <a:cubicBezTo>
                      <a:pt x="125320" y="75454"/>
                      <a:pt x="123480" y="76476"/>
                      <a:pt x="121232" y="76476"/>
                    </a:cubicBezTo>
                    <a:lnTo>
                      <a:pt x="8665" y="76476"/>
                    </a:lnTo>
                    <a:cubicBezTo>
                      <a:pt x="6458" y="76476"/>
                      <a:pt x="4415" y="75454"/>
                      <a:pt x="3066" y="74105"/>
                    </a:cubicBezTo>
                    <a:cubicBezTo>
                      <a:pt x="1676" y="72716"/>
                      <a:pt x="654" y="70672"/>
                      <a:pt x="654" y="68465"/>
                    </a:cubicBezTo>
                    <a:lnTo>
                      <a:pt x="654" y="8543"/>
                    </a:lnTo>
                    <a:cubicBezTo>
                      <a:pt x="654" y="6500"/>
                      <a:pt x="1676" y="4456"/>
                      <a:pt x="3066" y="3066"/>
                    </a:cubicBezTo>
                    <a:cubicBezTo>
                      <a:pt x="4415" y="1554"/>
                      <a:pt x="6458" y="696"/>
                      <a:pt x="8665" y="696"/>
                    </a:cubicBezTo>
                    <a:close/>
                    <a:moveTo>
                      <a:pt x="8665" y="1"/>
                    </a:moveTo>
                    <a:cubicBezTo>
                      <a:pt x="3924" y="1"/>
                      <a:pt x="0" y="3925"/>
                      <a:pt x="0" y="8543"/>
                    </a:cubicBezTo>
                    <a:lnTo>
                      <a:pt x="0" y="68465"/>
                    </a:lnTo>
                    <a:cubicBezTo>
                      <a:pt x="0" y="73247"/>
                      <a:pt x="3924" y="77171"/>
                      <a:pt x="8665" y="77171"/>
                    </a:cubicBezTo>
                    <a:lnTo>
                      <a:pt x="121232" y="77171"/>
                    </a:lnTo>
                    <a:cubicBezTo>
                      <a:pt x="126015" y="77171"/>
                      <a:pt x="129775" y="73247"/>
                      <a:pt x="129775" y="68465"/>
                    </a:cubicBezTo>
                    <a:lnTo>
                      <a:pt x="129775" y="8543"/>
                    </a:lnTo>
                    <a:cubicBezTo>
                      <a:pt x="129775" y="3925"/>
                      <a:pt x="126015" y="1"/>
                      <a:pt x="1212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992433" y="2437258"/>
                <a:ext cx="1255241" cy="1293977"/>
              </a:xfrm>
              <a:custGeom>
                <a:rect b="b" l="l" r="r" t="t"/>
                <a:pathLst>
                  <a:path extrusionOk="0" h="26569" w="24526">
                    <a:moveTo>
                      <a:pt x="1" y="1"/>
                    </a:moveTo>
                    <a:lnTo>
                      <a:pt x="1" y="4252"/>
                    </a:lnTo>
                    <a:lnTo>
                      <a:pt x="4783" y="9034"/>
                    </a:lnTo>
                    <a:lnTo>
                      <a:pt x="4783" y="4947"/>
                    </a:lnTo>
                    <a:lnTo>
                      <a:pt x="1" y="1"/>
                    </a:lnTo>
                    <a:close/>
                    <a:moveTo>
                      <a:pt x="5437" y="5601"/>
                    </a:moveTo>
                    <a:lnTo>
                      <a:pt x="5437" y="9688"/>
                    </a:lnTo>
                    <a:lnTo>
                      <a:pt x="21787" y="26038"/>
                    </a:lnTo>
                    <a:cubicBezTo>
                      <a:pt x="22155" y="26405"/>
                      <a:pt x="22482" y="26569"/>
                      <a:pt x="22809" y="26569"/>
                    </a:cubicBezTo>
                    <a:cubicBezTo>
                      <a:pt x="23340" y="26569"/>
                      <a:pt x="23667" y="26405"/>
                      <a:pt x="24035" y="26038"/>
                    </a:cubicBezTo>
                    <a:cubicBezTo>
                      <a:pt x="24525" y="25547"/>
                      <a:pt x="24525" y="24525"/>
                      <a:pt x="24035" y="23994"/>
                    </a:cubicBezTo>
                    <a:lnTo>
                      <a:pt x="5437" y="5601"/>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992433" y="2080949"/>
                <a:ext cx="872414" cy="927685"/>
              </a:xfrm>
              <a:custGeom>
                <a:rect b="b" l="l" r="r" t="t"/>
                <a:pathLst>
                  <a:path extrusionOk="0" h="19048" w="17046">
                    <a:moveTo>
                      <a:pt x="1" y="0"/>
                    </a:moveTo>
                    <a:lnTo>
                      <a:pt x="1" y="4088"/>
                    </a:lnTo>
                    <a:lnTo>
                      <a:pt x="4783" y="8993"/>
                    </a:lnTo>
                    <a:lnTo>
                      <a:pt x="4783" y="4742"/>
                    </a:lnTo>
                    <a:lnTo>
                      <a:pt x="1" y="0"/>
                    </a:lnTo>
                    <a:close/>
                    <a:moveTo>
                      <a:pt x="5437" y="5437"/>
                    </a:moveTo>
                    <a:lnTo>
                      <a:pt x="5437" y="9688"/>
                    </a:lnTo>
                    <a:lnTo>
                      <a:pt x="14470" y="18557"/>
                    </a:lnTo>
                    <a:cubicBezTo>
                      <a:pt x="14634" y="18884"/>
                      <a:pt x="15165" y="19048"/>
                      <a:pt x="15492" y="19048"/>
                    </a:cubicBezTo>
                    <a:cubicBezTo>
                      <a:pt x="15860" y="19048"/>
                      <a:pt x="16187" y="18884"/>
                      <a:pt x="16514" y="18557"/>
                    </a:cubicBezTo>
                    <a:cubicBezTo>
                      <a:pt x="17045" y="18026"/>
                      <a:pt x="17045" y="17004"/>
                      <a:pt x="16514" y="16514"/>
                    </a:cubicBezTo>
                    <a:lnTo>
                      <a:pt x="5437" y="5437"/>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5795597" y="538196"/>
                <a:ext cx="1018840" cy="770425"/>
              </a:xfrm>
              <a:custGeom>
                <a:rect b="b" l="l" r="r" t="t"/>
                <a:pathLst>
                  <a:path extrusionOk="0" h="15819" w="19907">
                    <a:moveTo>
                      <a:pt x="1" y="0"/>
                    </a:moveTo>
                    <a:lnTo>
                      <a:pt x="3066" y="2698"/>
                    </a:lnTo>
                    <a:lnTo>
                      <a:pt x="7481" y="2698"/>
                    </a:lnTo>
                    <a:lnTo>
                      <a:pt x="4415" y="0"/>
                    </a:lnTo>
                    <a:close/>
                    <a:moveTo>
                      <a:pt x="3924" y="3393"/>
                    </a:moveTo>
                    <a:lnTo>
                      <a:pt x="17209" y="15491"/>
                    </a:lnTo>
                    <a:cubicBezTo>
                      <a:pt x="17536" y="15655"/>
                      <a:pt x="17863" y="15818"/>
                      <a:pt x="18230" y="15818"/>
                    </a:cubicBezTo>
                    <a:cubicBezTo>
                      <a:pt x="18557" y="15818"/>
                      <a:pt x="19089" y="15655"/>
                      <a:pt x="19252" y="15328"/>
                    </a:cubicBezTo>
                    <a:cubicBezTo>
                      <a:pt x="19906" y="14633"/>
                      <a:pt x="19743" y="13775"/>
                      <a:pt x="19252" y="13284"/>
                    </a:cubicBezTo>
                    <a:lnTo>
                      <a:pt x="8339" y="3393"/>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2387775" y="3862589"/>
                <a:ext cx="922622" cy="696787"/>
              </a:xfrm>
              <a:custGeom>
                <a:rect b="b" l="l" r="r" t="t"/>
                <a:pathLst>
                  <a:path extrusionOk="0" h="14307" w="18027">
                    <a:moveTo>
                      <a:pt x="1677" y="1"/>
                    </a:moveTo>
                    <a:cubicBezTo>
                      <a:pt x="1186" y="1"/>
                      <a:pt x="859" y="205"/>
                      <a:pt x="491" y="532"/>
                    </a:cubicBezTo>
                    <a:cubicBezTo>
                      <a:pt x="1" y="1227"/>
                      <a:pt x="1" y="2044"/>
                      <a:pt x="655" y="2576"/>
                    </a:cubicBezTo>
                    <a:lnTo>
                      <a:pt x="9688" y="10914"/>
                    </a:lnTo>
                    <a:lnTo>
                      <a:pt x="14143" y="10914"/>
                    </a:lnTo>
                    <a:lnTo>
                      <a:pt x="2535" y="368"/>
                    </a:lnTo>
                    <a:cubicBezTo>
                      <a:pt x="2372" y="205"/>
                      <a:pt x="2045" y="1"/>
                      <a:pt x="1677" y="1"/>
                    </a:cubicBezTo>
                    <a:close/>
                    <a:moveTo>
                      <a:pt x="10546" y="11609"/>
                    </a:moveTo>
                    <a:lnTo>
                      <a:pt x="13612" y="14307"/>
                    </a:lnTo>
                    <a:lnTo>
                      <a:pt x="18026" y="14307"/>
                    </a:lnTo>
                    <a:lnTo>
                      <a:pt x="14961" y="11609"/>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2919134" y="3972072"/>
                <a:ext cx="792932" cy="587303"/>
              </a:xfrm>
              <a:custGeom>
                <a:rect b="b" l="l" r="r" t="t"/>
                <a:pathLst>
                  <a:path extrusionOk="0" h="12059" w="15493">
                    <a:moveTo>
                      <a:pt x="1718" y="1"/>
                    </a:moveTo>
                    <a:cubicBezTo>
                      <a:pt x="1186" y="1"/>
                      <a:pt x="859" y="164"/>
                      <a:pt x="491" y="491"/>
                    </a:cubicBezTo>
                    <a:cubicBezTo>
                      <a:pt x="1" y="1186"/>
                      <a:pt x="1" y="2044"/>
                      <a:pt x="696" y="2535"/>
                    </a:cubicBezTo>
                    <a:lnTo>
                      <a:pt x="7317" y="8666"/>
                    </a:lnTo>
                    <a:lnTo>
                      <a:pt x="11732" y="8666"/>
                    </a:lnTo>
                    <a:lnTo>
                      <a:pt x="2535" y="328"/>
                    </a:lnTo>
                    <a:cubicBezTo>
                      <a:pt x="2372" y="164"/>
                      <a:pt x="2045" y="1"/>
                      <a:pt x="1718" y="1"/>
                    </a:cubicBezTo>
                    <a:close/>
                    <a:moveTo>
                      <a:pt x="8012" y="9361"/>
                    </a:moveTo>
                    <a:lnTo>
                      <a:pt x="11078" y="12059"/>
                    </a:lnTo>
                    <a:lnTo>
                      <a:pt x="15492" y="12059"/>
                    </a:lnTo>
                    <a:lnTo>
                      <a:pt x="12427" y="9361"/>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5402324" y="538196"/>
                <a:ext cx="803321" cy="587255"/>
              </a:xfrm>
              <a:custGeom>
                <a:rect b="b" l="l" r="r" t="t"/>
                <a:pathLst>
                  <a:path extrusionOk="0" h="12058" w="15696">
                    <a:moveTo>
                      <a:pt x="0" y="0"/>
                    </a:moveTo>
                    <a:lnTo>
                      <a:pt x="3066" y="2698"/>
                    </a:lnTo>
                    <a:lnTo>
                      <a:pt x="7521" y="2698"/>
                    </a:lnTo>
                    <a:lnTo>
                      <a:pt x="4456" y="0"/>
                    </a:lnTo>
                    <a:close/>
                    <a:moveTo>
                      <a:pt x="3761" y="3393"/>
                    </a:moveTo>
                    <a:lnTo>
                      <a:pt x="12957" y="11731"/>
                    </a:lnTo>
                    <a:cubicBezTo>
                      <a:pt x="13284" y="11894"/>
                      <a:pt x="13652" y="12058"/>
                      <a:pt x="13979" y="12058"/>
                    </a:cubicBezTo>
                    <a:cubicBezTo>
                      <a:pt x="14511" y="12058"/>
                      <a:pt x="14838" y="11894"/>
                      <a:pt x="15165" y="11567"/>
                    </a:cubicBezTo>
                    <a:cubicBezTo>
                      <a:pt x="15696" y="11036"/>
                      <a:pt x="15696" y="10014"/>
                      <a:pt x="15001" y="9524"/>
                    </a:cubicBezTo>
                    <a:lnTo>
                      <a:pt x="8175" y="3393"/>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6519396" y="538196"/>
                <a:ext cx="1167365" cy="89583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7320631" y="777083"/>
                <a:ext cx="811715" cy="788347"/>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992433" y="3464445"/>
                <a:ext cx="811766" cy="788347"/>
              </a:xfrm>
              <a:custGeom>
                <a:rect b="b" l="l" r="r" t="t"/>
                <a:pathLst>
                  <a:path extrusionOk="0" h="16187" w="15861">
                    <a:moveTo>
                      <a:pt x="1" y="1"/>
                    </a:moveTo>
                    <a:lnTo>
                      <a:pt x="1" y="3925"/>
                    </a:lnTo>
                    <a:lnTo>
                      <a:pt x="13121" y="15860"/>
                    </a:lnTo>
                    <a:cubicBezTo>
                      <a:pt x="13448" y="16023"/>
                      <a:pt x="13816" y="16187"/>
                      <a:pt x="14143" y="16187"/>
                    </a:cubicBezTo>
                    <a:cubicBezTo>
                      <a:pt x="14470" y="16187"/>
                      <a:pt x="15002" y="16023"/>
                      <a:pt x="15165" y="15696"/>
                    </a:cubicBezTo>
                    <a:cubicBezTo>
                      <a:pt x="15860" y="15165"/>
                      <a:pt x="15656" y="14143"/>
                      <a:pt x="15165" y="13653"/>
                    </a:cubicBezTo>
                    <a:lnTo>
                      <a:pt x="1" y="1"/>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1438064" y="3597841"/>
                <a:ext cx="1236355" cy="961533"/>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 name="Google Shape;87;p2"/>
          <p:cNvGrpSpPr/>
          <p:nvPr/>
        </p:nvGrpSpPr>
        <p:grpSpPr>
          <a:xfrm>
            <a:off x="4385190" y="148199"/>
            <a:ext cx="373622" cy="90485"/>
            <a:chOff x="4685288" y="186288"/>
            <a:chExt cx="419375" cy="90485"/>
          </a:xfrm>
        </p:grpSpPr>
        <p:sp>
          <p:nvSpPr>
            <p:cNvPr id="88" name="Google Shape;88;p2"/>
            <p:cNvSpPr/>
            <p:nvPr/>
          </p:nvSpPr>
          <p:spPr>
            <a:xfrm>
              <a:off x="4687513" y="186288"/>
              <a:ext cx="414900" cy="82200"/>
            </a:xfrm>
            <a:prstGeom prst="roundRect">
              <a:avLst>
                <a:gd fmla="val 50000" name="adj"/>
              </a:avLst>
            </a:pr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 name="Google Shape;89;p2"/>
            <p:cNvGrpSpPr/>
            <p:nvPr/>
          </p:nvGrpSpPr>
          <p:grpSpPr>
            <a:xfrm>
              <a:off x="4685288" y="186300"/>
              <a:ext cx="419375" cy="90473"/>
              <a:chOff x="4390000" y="182175"/>
              <a:chExt cx="419375" cy="90473"/>
            </a:xfrm>
          </p:grpSpPr>
          <p:sp>
            <p:nvSpPr>
              <p:cNvPr id="90" name="Google Shape;90;p2"/>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2" name="Google Shape;92;p2"/>
          <p:cNvSpPr txBox="1"/>
          <p:nvPr>
            <p:ph type="ctrTitle"/>
          </p:nvPr>
        </p:nvSpPr>
        <p:spPr>
          <a:xfrm>
            <a:off x="1593150" y="849350"/>
            <a:ext cx="5957700" cy="20526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accent5"/>
              </a:buClr>
              <a:buSzPts val="5200"/>
              <a:buNone/>
              <a:defRPr sz="4500">
                <a:solidFill>
                  <a:schemeClr val="accent5"/>
                </a:solidFill>
                <a:latin typeface="Aldrich"/>
                <a:ea typeface="Aldrich"/>
                <a:cs typeface="Aldrich"/>
                <a:sym typeface="Aldrich"/>
              </a:defRPr>
            </a:lvl1pPr>
            <a:lvl2pPr lvl="1" algn="ctr">
              <a:spcBef>
                <a:spcPts val="0"/>
              </a:spcBef>
              <a:spcAft>
                <a:spcPts val="0"/>
              </a:spcAft>
              <a:buClr>
                <a:schemeClr val="accent5"/>
              </a:buClr>
              <a:buSzPts val="5200"/>
              <a:buNone/>
              <a:defRPr sz="5200">
                <a:solidFill>
                  <a:schemeClr val="accent5"/>
                </a:solidFill>
              </a:defRPr>
            </a:lvl2pPr>
            <a:lvl3pPr lvl="2" algn="ctr">
              <a:spcBef>
                <a:spcPts val="0"/>
              </a:spcBef>
              <a:spcAft>
                <a:spcPts val="0"/>
              </a:spcAft>
              <a:buClr>
                <a:schemeClr val="accent5"/>
              </a:buClr>
              <a:buSzPts val="5200"/>
              <a:buNone/>
              <a:defRPr sz="5200">
                <a:solidFill>
                  <a:schemeClr val="accent5"/>
                </a:solidFill>
              </a:defRPr>
            </a:lvl3pPr>
            <a:lvl4pPr lvl="3" algn="ctr">
              <a:spcBef>
                <a:spcPts val="0"/>
              </a:spcBef>
              <a:spcAft>
                <a:spcPts val="0"/>
              </a:spcAft>
              <a:buClr>
                <a:schemeClr val="accent5"/>
              </a:buClr>
              <a:buSzPts val="5200"/>
              <a:buNone/>
              <a:defRPr sz="5200">
                <a:solidFill>
                  <a:schemeClr val="accent5"/>
                </a:solidFill>
              </a:defRPr>
            </a:lvl4pPr>
            <a:lvl5pPr lvl="4" algn="ctr">
              <a:spcBef>
                <a:spcPts val="0"/>
              </a:spcBef>
              <a:spcAft>
                <a:spcPts val="0"/>
              </a:spcAft>
              <a:buClr>
                <a:schemeClr val="accent5"/>
              </a:buClr>
              <a:buSzPts val="5200"/>
              <a:buNone/>
              <a:defRPr sz="5200">
                <a:solidFill>
                  <a:schemeClr val="accent5"/>
                </a:solidFill>
              </a:defRPr>
            </a:lvl5pPr>
            <a:lvl6pPr lvl="5" algn="ctr">
              <a:spcBef>
                <a:spcPts val="0"/>
              </a:spcBef>
              <a:spcAft>
                <a:spcPts val="0"/>
              </a:spcAft>
              <a:buClr>
                <a:schemeClr val="accent5"/>
              </a:buClr>
              <a:buSzPts val="5200"/>
              <a:buNone/>
              <a:defRPr sz="5200">
                <a:solidFill>
                  <a:schemeClr val="accent5"/>
                </a:solidFill>
              </a:defRPr>
            </a:lvl6pPr>
            <a:lvl7pPr lvl="6" algn="ctr">
              <a:spcBef>
                <a:spcPts val="0"/>
              </a:spcBef>
              <a:spcAft>
                <a:spcPts val="0"/>
              </a:spcAft>
              <a:buClr>
                <a:schemeClr val="accent5"/>
              </a:buClr>
              <a:buSzPts val="5200"/>
              <a:buNone/>
              <a:defRPr sz="5200">
                <a:solidFill>
                  <a:schemeClr val="accent5"/>
                </a:solidFill>
              </a:defRPr>
            </a:lvl7pPr>
            <a:lvl8pPr lvl="7" algn="ctr">
              <a:spcBef>
                <a:spcPts val="0"/>
              </a:spcBef>
              <a:spcAft>
                <a:spcPts val="0"/>
              </a:spcAft>
              <a:buClr>
                <a:schemeClr val="accent5"/>
              </a:buClr>
              <a:buSzPts val="5200"/>
              <a:buNone/>
              <a:defRPr sz="5200">
                <a:solidFill>
                  <a:schemeClr val="accent5"/>
                </a:solidFill>
              </a:defRPr>
            </a:lvl8pPr>
            <a:lvl9pPr lvl="8" algn="ctr">
              <a:spcBef>
                <a:spcPts val="0"/>
              </a:spcBef>
              <a:spcAft>
                <a:spcPts val="0"/>
              </a:spcAft>
              <a:buClr>
                <a:schemeClr val="accent5"/>
              </a:buClr>
              <a:buSzPts val="5200"/>
              <a:buNone/>
              <a:defRPr sz="5200">
                <a:solidFill>
                  <a:schemeClr val="accent5"/>
                </a:solidFill>
              </a:defRPr>
            </a:lvl9pPr>
          </a:lstStyle>
          <a:p/>
        </p:txBody>
      </p:sp>
      <p:sp>
        <p:nvSpPr>
          <p:cNvPr id="93" name="Google Shape;93;p2"/>
          <p:cNvSpPr txBox="1"/>
          <p:nvPr>
            <p:ph idx="1" type="subTitle"/>
          </p:nvPr>
        </p:nvSpPr>
        <p:spPr>
          <a:xfrm>
            <a:off x="2254050" y="2862700"/>
            <a:ext cx="46359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6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grpSp>
        <p:nvGrpSpPr>
          <p:cNvPr id="94" name="Google Shape;94;p2"/>
          <p:cNvGrpSpPr/>
          <p:nvPr/>
        </p:nvGrpSpPr>
        <p:grpSpPr>
          <a:xfrm rot="-230834">
            <a:off x="414418" y="301686"/>
            <a:ext cx="1386005" cy="2705399"/>
            <a:chOff x="409722" y="228600"/>
            <a:chExt cx="1385931" cy="2705253"/>
          </a:xfrm>
        </p:grpSpPr>
        <p:grpSp>
          <p:nvGrpSpPr>
            <p:cNvPr id="95" name="Google Shape;95;p2"/>
            <p:cNvGrpSpPr/>
            <p:nvPr/>
          </p:nvGrpSpPr>
          <p:grpSpPr>
            <a:xfrm flipH="1" rot="-617154">
              <a:off x="575967" y="402323"/>
              <a:ext cx="1053440" cy="2450002"/>
              <a:chOff x="3817855" y="1437512"/>
              <a:chExt cx="541146" cy="1128254"/>
            </a:xfrm>
          </p:grpSpPr>
          <p:sp>
            <p:nvSpPr>
              <p:cNvPr id="96" name="Google Shape;96;p2"/>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 name="Google Shape;98;p2"/>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2"/>
        </a:solidFill>
      </p:bgPr>
    </p:bg>
    <p:spTree>
      <p:nvGrpSpPr>
        <p:cNvPr id="99" name="Shape 99"/>
        <p:cNvGrpSpPr/>
        <p:nvPr/>
      </p:nvGrpSpPr>
      <p:grpSpPr>
        <a:xfrm>
          <a:off x="0" y="0"/>
          <a:ext cx="0" cy="0"/>
          <a:chOff x="0" y="0"/>
          <a:chExt cx="0" cy="0"/>
        </a:xfrm>
      </p:grpSpPr>
      <p:grpSp>
        <p:nvGrpSpPr>
          <p:cNvPr id="100" name="Google Shape;100;p3"/>
          <p:cNvGrpSpPr/>
          <p:nvPr/>
        </p:nvGrpSpPr>
        <p:grpSpPr>
          <a:xfrm>
            <a:off x="319043" y="283350"/>
            <a:ext cx="8505900" cy="4576800"/>
            <a:chOff x="319043" y="283350"/>
            <a:chExt cx="8505900" cy="4576800"/>
          </a:xfrm>
        </p:grpSpPr>
        <p:sp>
          <p:nvSpPr>
            <p:cNvPr id="101" name="Google Shape;101;p3"/>
            <p:cNvSpPr/>
            <p:nvPr/>
          </p:nvSpPr>
          <p:spPr>
            <a:xfrm flipH="1">
              <a:off x="319043" y="283350"/>
              <a:ext cx="8505900" cy="4576800"/>
            </a:xfrm>
            <a:prstGeom prst="roundRect">
              <a:avLst>
                <a:gd fmla="val 3396" name="adj"/>
              </a:avLst>
            </a:prstGeom>
            <a:solidFill>
              <a:schemeClr val="accent1"/>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flipH="1" rot="10800000">
              <a:off x="694692" y="580875"/>
              <a:ext cx="7754700" cy="3981600"/>
            </a:xfrm>
            <a:prstGeom prst="roundRect">
              <a:avLst>
                <a:gd fmla="val 3396" name="adj"/>
              </a:avLst>
            </a:prstGeom>
            <a:solidFill>
              <a:schemeClr val="accent4"/>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3"/>
            <p:cNvSpPr/>
            <p:nvPr/>
          </p:nvSpPr>
          <p:spPr>
            <a:xfrm flipH="1">
              <a:off x="1289186" y="298550"/>
              <a:ext cx="1611114" cy="120209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3"/>
            <p:cNvSpPr/>
            <p:nvPr/>
          </p:nvSpPr>
          <p:spPr>
            <a:xfrm flipH="1">
              <a:off x="2162181" y="298550"/>
              <a:ext cx="1348069" cy="995345"/>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 name="Google Shape;105;p3"/>
          <p:cNvGrpSpPr/>
          <p:nvPr/>
        </p:nvGrpSpPr>
        <p:grpSpPr>
          <a:xfrm>
            <a:off x="4281415" y="375214"/>
            <a:ext cx="581170" cy="125403"/>
            <a:chOff x="4685288" y="186288"/>
            <a:chExt cx="419375" cy="90485"/>
          </a:xfrm>
        </p:grpSpPr>
        <p:sp>
          <p:nvSpPr>
            <p:cNvPr id="106" name="Google Shape;106;p3"/>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 name="Google Shape;107;p3"/>
            <p:cNvGrpSpPr/>
            <p:nvPr/>
          </p:nvGrpSpPr>
          <p:grpSpPr>
            <a:xfrm>
              <a:off x="4685288" y="186300"/>
              <a:ext cx="419375" cy="90473"/>
              <a:chOff x="4390000" y="182175"/>
              <a:chExt cx="419375" cy="90473"/>
            </a:xfrm>
          </p:grpSpPr>
          <p:sp>
            <p:nvSpPr>
              <p:cNvPr id="108" name="Google Shape;108;p3"/>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3"/>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0" name="Google Shape;110;p3"/>
          <p:cNvSpPr txBox="1"/>
          <p:nvPr>
            <p:ph type="ctrTitle"/>
          </p:nvPr>
        </p:nvSpPr>
        <p:spPr>
          <a:xfrm>
            <a:off x="2492100" y="2123475"/>
            <a:ext cx="4159800" cy="1124400"/>
          </a:xfrm>
          <a:prstGeom prst="rect">
            <a:avLst/>
          </a:prstGeom>
        </p:spPr>
        <p:txBody>
          <a:bodyPr anchorCtr="0" anchor="b" bIns="0" lIns="0" spcFirstLastPara="1" rIns="0" wrap="square" tIns="0">
            <a:noAutofit/>
          </a:bodyPr>
          <a:lstStyle>
            <a:lvl1pPr lvl="0" rtl="0" algn="ctr">
              <a:spcBef>
                <a:spcPts val="0"/>
              </a:spcBef>
              <a:spcAft>
                <a:spcPts val="0"/>
              </a:spcAft>
              <a:buSzPts val="8000"/>
              <a:buNone/>
              <a:defRPr sz="5000"/>
            </a:lvl1pPr>
            <a:lvl2pPr lvl="1" rtl="0" algn="ctr">
              <a:spcBef>
                <a:spcPts val="0"/>
              </a:spcBef>
              <a:spcAft>
                <a:spcPts val="0"/>
              </a:spcAft>
              <a:buSzPts val="3200"/>
              <a:buNone/>
              <a:defRPr sz="3200"/>
            </a:lvl2pPr>
            <a:lvl3pPr lvl="2" rtl="0" algn="ctr">
              <a:spcBef>
                <a:spcPts val="0"/>
              </a:spcBef>
              <a:spcAft>
                <a:spcPts val="0"/>
              </a:spcAft>
              <a:buSzPts val="3200"/>
              <a:buNone/>
              <a:defRPr sz="3200"/>
            </a:lvl3pPr>
            <a:lvl4pPr lvl="3" rtl="0" algn="ctr">
              <a:spcBef>
                <a:spcPts val="0"/>
              </a:spcBef>
              <a:spcAft>
                <a:spcPts val="0"/>
              </a:spcAft>
              <a:buSzPts val="3200"/>
              <a:buNone/>
              <a:defRPr sz="3200"/>
            </a:lvl4pPr>
            <a:lvl5pPr lvl="4" rtl="0" algn="ctr">
              <a:spcBef>
                <a:spcPts val="0"/>
              </a:spcBef>
              <a:spcAft>
                <a:spcPts val="0"/>
              </a:spcAft>
              <a:buSzPts val="3200"/>
              <a:buNone/>
              <a:defRPr sz="3200"/>
            </a:lvl5pPr>
            <a:lvl6pPr lvl="5" rtl="0" algn="ctr">
              <a:spcBef>
                <a:spcPts val="0"/>
              </a:spcBef>
              <a:spcAft>
                <a:spcPts val="0"/>
              </a:spcAft>
              <a:buSzPts val="3200"/>
              <a:buNone/>
              <a:defRPr sz="3200"/>
            </a:lvl6pPr>
            <a:lvl7pPr lvl="6" rtl="0" algn="ctr">
              <a:spcBef>
                <a:spcPts val="0"/>
              </a:spcBef>
              <a:spcAft>
                <a:spcPts val="0"/>
              </a:spcAft>
              <a:buSzPts val="3200"/>
              <a:buNone/>
              <a:defRPr sz="3200"/>
            </a:lvl7pPr>
            <a:lvl8pPr lvl="7" rtl="0" algn="ctr">
              <a:spcBef>
                <a:spcPts val="0"/>
              </a:spcBef>
              <a:spcAft>
                <a:spcPts val="0"/>
              </a:spcAft>
              <a:buSzPts val="3200"/>
              <a:buNone/>
              <a:defRPr sz="3200"/>
            </a:lvl8pPr>
            <a:lvl9pPr lvl="8" rtl="0" algn="ctr">
              <a:spcBef>
                <a:spcPts val="0"/>
              </a:spcBef>
              <a:spcAft>
                <a:spcPts val="0"/>
              </a:spcAft>
              <a:buSzPts val="3200"/>
              <a:buNone/>
              <a:defRPr sz="3200"/>
            </a:lvl9pPr>
          </a:lstStyle>
          <a:p/>
        </p:txBody>
      </p:sp>
      <p:sp>
        <p:nvSpPr>
          <p:cNvPr id="111" name="Google Shape;111;p3"/>
          <p:cNvSpPr txBox="1"/>
          <p:nvPr>
            <p:ph idx="1" type="subTitle"/>
          </p:nvPr>
        </p:nvSpPr>
        <p:spPr>
          <a:xfrm>
            <a:off x="2492100" y="3323814"/>
            <a:ext cx="4159800" cy="336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12" name="Google Shape;112;p3"/>
          <p:cNvSpPr txBox="1"/>
          <p:nvPr>
            <p:ph hasCustomPrompt="1" idx="2" type="title"/>
          </p:nvPr>
        </p:nvSpPr>
        <p:spPr>
          <a:xfrm>
            <a:off x="2492100" y="1483386"/>
            <a:ext cx="4159800" cy="704700"/>
          </a:xfrm>
          <a:prstGeom prst="rect">
            <a:avLst/>
          </a:prstGeom>
        </p:spPr>
        <p:txBody>
          <a:bodyPr anchorCtr="0" anchor="ctr" bIns="0" lIns="0" spcFirstLastPara="1" rIns="0" wrap="square" tIns="0">
            <a:noAutofit/>
          </a:bodyPr>
          <a:lstStyle>
            <a:lvl1pPr lvl="0" rtl="0" algn="ctr">
              <a:spcBef>
                <a:spcPts val="0"/>
              </a:spcBef>
              <a:spcAft>
                <a:spcPts val="0"/>
              </a:spcAft>
              <a:buClr>
                <a:schemeClr val="accent2"/>
              </a:buClr>
              <a:buSzPts val="5000"/>
              <a:buNone/>
              <a:defRPr sz="7000">
                <a:solidFill>
                  <a:schemeClr val="accent3"/>
                </a:solidFill>
              </a:defRPr>
            </a:lvl1pPr>
            <a:lvl2pPr lvl="1" rtl="0" algn="ctr">
              <a:spcBef>
                <a:spcPts val="0"/>
              </a:spcBef>
              <a:spcAft>
                <a:spcPts val="0"/>
              </a:spcAft>
              <a:buSzPts val="10000"/>
              <a:buNone/>
              <a:defRPr sz="10000"/>
            </a:lvl2pPr>
            <a:lvl3pPr lvl="2" rtl="0" algn="ctr">
              <a:spcBef>
                <a:spcPts val="0"/>
              </a:spcBef>
              <a:spcAft>
                <a:spcPts val="0"/>
              </a:spcAft>
              <a:buSzPts val="10000"/>
              <a:buNone/>
              <a:defRPr sz="10000"/>
            </a:lvl3pPr>
            <a:lvl4pPr lvl="3" rtl="0" algn="ctr">
              <a:spcBef>
                <a:spcPts val="0"/>
              </a:spcBef>
              <a:spcAft>
                <a:spcPts val="0"/>
              </a:spcAft>
              <a:buSzPts val="10000"/>
              <a:buNone/>
              <a:defRPr sz="10000"/>
            </a:lvl4pPr>
            <a:lvl5pPr lvl="4" rtl="0" algn="ctr">
              <a:spcBef>
                <a:spcPts val="0"/>
              </a:spcBef>
              <a:spcAft>
                <a:spcPts val="0"/>
              </a:spcAft>
              <a:buSzPts val="10000"/>
              <a:buNone/>
              <a:defRPr sz="10000"/>
            </a:lvl5pPr>
            <a:lvl6pPr lvl="5" rtl="0" algn="ctr">
              <a:spcBef>
                <a:spcPts val="0"/>
              </a:spcBef>
              <a:spcAft>
                <a:spcPts val="0"/>
              </a:spcAft>
              <a:buSzPts val="10000"/>
              <a:buNone/>
              <a:defRPr sz="10000"/>
            </a:lvl6pPr>
            <a:lvl7pPr lvl="6" rtl="0" algn="ctr">
              <a:spcBef>
                <a:spcPts val="0"/>
              </a:spcBef>
              <a:spcAft>
                <a:spcPts val="0"/>
              </a:spcAft>
              <a:buSzPts val="10000"/>
              <a:buNone/>
              <a:defRPr sz="10000"/>
            </a:lvl7pPr>
            <a:lvl8pPr lvl="7" rtl="0" algn="ctr">
              <a:spcBef>
                <a:spcPts val="0"/>
              </a:spcBef>
              <a:spcAft>
                <a:spcPts val="0"/>
              </a:spcAft>
              <a:buSzPts val="10000"/>
              <a:buNone/>
              <a:defRPr sz="10000"/>
            </a:lvl8pPr>
            <a:lvl9pPr lvl="8" rtl="0" algn="ctr">
              <a:spcBef>
                <a:spcPts val="0"/>
              </a:spcBef>
              <a:spcAft>
                <a:spcPts val="0"/>
              </a:spcAft>
              <a:buSzPts val="10000"/>
              <a:buNone/>
              <a:defRPr sz="10000"/>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accent2"/>
        </a:solidFill>
      </p:bgPr>
    </p:bg>
    <p:spTree>
      <p:nvGrpSpPr>
        <p:cNvPr id="113" name="Shape 113"/>
        <p:cNvGrpSpPr/>
        <p:nvPr/>
      </p:nvGrpSpPr>
      <p:grpSpPr>
        <a:xfrm>
          <a:off x="0" y="0"/>
          <a:ext cx="0" cy="0"/>
          <a:chOff x="0" y="0"/>
          <a:chExt cx="0" cy="0"/>
        </a:xfrm>
      </p:grpSpPr>
      <p:sp>
        <p:nvSpPr>
          <p:cNvPr id="114" name="Google Shape;114;p4"/>
          <p:cNvSpPr txBox="1"/>
          <p:nvPr>
            <p:ph idx="1" type="body"/>
          </p:nvPr>
        </p:nvSpPr>
        <p:spPr>
          <a:xfrm>
            <a:off x="722375" y="1104850"/>
            <a:ext cx="7699200" cy="3498900"/>
          </a:xfrm>
          <a:prstGeom prst="rect">
            <a:avLst/>
          </a:prstGeom>
        </p:spPr>
        <p:txBody>
          <a:bodyPr anchorCtr="0" anchor="t" bIns="91425" lIns="91425" spcFirstLastPara="1" rIns="91425" wrap="square" tIns="91425">
            <a:noAutofit/>
          </a:bodyPr>
          <a:lstStyle>
            <a:lvl1pPr indent="-368300" lvl="0" marL="457200">
              <a:lnSpc>
                <a:spcPct val="100000"/>
              </a:lnSpc>
              <a:spcBef>
                <a:spcPts val="0"/>
              </a:spcBef>
              <a:spcAft>
                <a:spcPts val="0"/>
              </a:spcAft>
              <a:buSzPts val="2200"/>
              <a:buChar char="●"/>
              <a:defRPr/>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115" name="Google Shape;115;p4"/>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chemeClr val="accent5"/>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16" name="Google Shape;116;p4"/>
          <p:cNvGrpSpPr/>
          <p:nvPr/>
        </p:nvGrpSpPr>
        <p:grpSpPr>
          <a:xfrm>
            <a:off x="8264864" y="2136847"/>
            <a:ext cx="1179753" cy="2854241"/>
            <a:chOff x="7907551" y="-114309"/>
            <a:chExt cx="1908059" cy="4616272"/>
          </a:xfrm>
        </p:grpSpPr>
        <p:sp>
          <p:nvSpPr>
            <p:cNvPr id="117" name="Google Shape;117;p4"/>
            <p:cNvSpPr/>
            <p:nvPr/>
          </p:nvSpPr>
          <p:spPr>
            <a:xfrm>
              <a:off x="8606186" y="3608365"/>
              <a:ext cx="39" cy="483371"/>
            </a:xfrm>
            <a:custGeom>
              <a:rect b="b" l="l" r="r" t="t"/>
              <a:pathLst>
                <a:path extrusionOk="0" h="12426" w="1">
                  <a:moveTo>
                    <a:pt x="1" y="0"/>
                  </a:moveTo>
                  <a:lnTo>
                    <a:pt x="1"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4"/>
            <p:cNvSpPr/>
            <p:nvPr/>
          </p:nvSpPr>
          <p:spPr>
            <a:xfrm>
              <a:off x="8566430" y="3568608"/>
              <a:ext cx="79551" cy="562883"/>
            </a:xfrm>
            <a:custGeom>
              <a:rect b="b" l="l" r="r" t="t"/>
              <a:pathLst>
                <a:path extrusionOk="0" h="14470" w="2045">
                  <a:moveTo>
                    <a:pt x="1023" y="0"/>
                  </a:moveTo>
                  <a:cubicBezTo>
                    <a:pt x="369" y="0"/>
                    <a:pt x="1" y="327"/>
                    <a:pt x="1" y="1022"/>
                  </a:cubicBezTo>
                  <a:lnTo>
                    <a:pt x="1" y="13448"/>
                  </a:lnTo>
                  <a:cubicBezTo>
                    <a:pt x="1" y="13979"/>
                    <a:pt x="369" y="14470"/>
                    <a:pt x="1023" y="14470"/>
                  </a:cubicBezTo>
                  <a:cubicBezTo>
                    <a:pt x="1554" y="14470"/>
                    <a:pt x="2044" y="13979"/>
                    <a:pt x="2044" y="13448"/>
                  </a:cubicBezTo>
                  <a:lnTo>
                    <a:pt x="2044" y="1022"/>
                  </a:lnTo>
                  <a:cubicBezTo>
                    <a:pt x="2044" y="327"/>
                    <a:pt x="1554" y="0"/>
                    <a:pt x="1023"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4"/>
            <p:cNvSpPr/>
            <p:nvPr/>
          </p:nvSpPr>
          <p:spPr>
            <a:xfrm>
              <a:off x="8798589" y="3873900"/>
              <a:ext cx="39" cy="483371"/>
            </a:xfrm>
            <a:custGeom>
              <a:rect b="b" l="l" r="r" t="t"/>
              <a:pathLst>
                <a:path extrusionOk="0" h="12426" w="1">
                  <a:moveTo>
                    <a:pt x="0" y="0"/>
                  </a:moveTo>
                  <a:lnTo>
                    <a:pt x="0"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4"/>
            <p:cNvSpPr/>
            <p:nvPr/>
          </p:nvSpPr>
          <p:spPr>
            <a:xfrm>
              <a:off x="8758832" y="3834144"/>
              <a:ext cx="79551" cy="562883"/>
            </a:xfrm>
            <a:custGeom>
              <a:rect b="b" l="l" r="r" t="t"/>
              <a:pathLst>
                <a:path extrusionOk="0" h="14470" w="2045">
                  <a:moveTo>
                    <a:pt x="1022" y="0"/>
                  </a:moveTo>
                  <a:cubicBezTo>
                    <a:pt x="532" y="0"/>
                    <a:pt x="0" y="491"/>
                    <a:pt x="0" y="1022"/>
                  </a:cubicBezTo>
                  <a:lnTo>
                    <a:pt x="0" y="13448"/>
                  </a:lnTo>
                  <a:cubicBezTo>
                    <a:pt x="0" y="14102"/>
                    <a:pt x="532" y="14470"/>
                    <a:pt x="1022" y="14470"/>
                  </a:cubicBezTo>
                  <a:cubicBezTo>
                    <a:pt x="1554" y="14470"/>
                    <a:pt x="2044" y="14102"/>
                    <a:pt x="2044" y="13448"/>
                  </a:cubicBezTo>
                  <a:lnTo>
                    <a:pt x="2044" y="1022"/>
                  </a:lnTo>
                  <a:cubicBezTo>
                    <a:pt x="2044" y="491"/>
                    <a:pt x="1554" y="0"/>
                    <a:pt x="1022"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4"/>
            <p:cNvSpPr/>
            <p:nvPr/>
          </p:nvSpPr>
          <p:spPr>
            <a:xfrm>
              <a:off x="7907551" y="-114309"/>
              <a:ext cx="1238654" cy="3139619"/>
            </a:xfrm>
            <a:custGeom>
              <a:rect b="b" l="l" r="r" t="t"/>
              <a:pathLst>
                <a:path extrusionOk="0" h="80710" w="31842">
                  <a:moveTo>
                    <a:pt x="3210" y="0"/>
                  </a:moveTo>
                  <a:cubicBezTo>
                    <a:pt x="2252" y="0"/>
                    <a:pt x="1348" y="293"/>
                    <a:pt x="818" y="992"/>
                  </a:cubicBezTo>
                  <a:cubicBezTo>
                    <a:pt x="164" y="1851"/>
                    <a:pt x="1" y="2873"/>
                    <a:pt x="1" y="3894"/>
                  </a:cubicBezTo>
                  <a:cubicBezTo>
                    <a:pt x="1" y="8677"/>
                    <a:pt x="4088" y="12928"/>
                    <a:pt x="3557" y="17710"/>
                  </a:cubicBezTo>
                  <a:cubicBezTo>
                    <a:pt x="3393" y="20408"/>
                    <a:pt x="1513" y="22983"/>
                    <a:pt x="1513" y="25680"/>
                  </a:cubicBezTo>
                  <a:cubicBezTo>
                    <a:pt x="1513" y="29768"/>
                    <a:pt x="5437" y="33038"/>
                    <a:pt x="6295" y="36921"/>
                  </a:cubicBezTo>
                  <a:cubicBezTo>
                    <a:pt x="7481" y="43420"/>
                    <a:pt x="655" y="50736"/>
                    <a:pt x="4579" y="56009"/>
                  </a:cubicBezTo>
                  <a:cubicBezTo>
                    <a:pt x="6295" y="58584"/>
                    <a:pt x="10219" y="59933"/>
                    <a:pt x="10383" y="62998"/>
                  </a:cubicBezTo>
                  <a:cubicBezTo>
                    <a:pt x="10546" y="65369"/>
                    <a:pt x="7971" y="67086"/>
                    <a:pt x="6786" y="69293"/>
                  </a:cubicBezTo>
                  <a:cubicBezTo>
                    <a:pt x="5273" y="71663"/>
                    <a:pt x="5437" y="74729"/>
                    <a:pt x="6786" y="77141"/>
                  </a:cubicBezTo>
                  <a:cubicBezTo>
                    <a:pt x="8254" y="79382"/>
                    <a:pt x="10929" y="80710"/>
                    <a:pt x="13496" y="80710"/>
                  </a:cubicBezTo>
                  <a:cubicBezTo>
                    <a:pt x="13644" y="80710"/>
                    <a:pt x="13792" y="80706"/>
                    <a:pt x="13939" y="80697"/>
                  </a:cubicBezTo>
                  <a:lnTo>
                    <a:pt x="22645" y="79838"/>
                  </a:lnTo>
                  <a:cubicBezTo>
                    <a:pt x="28245" y="79511"/>
                    <a:pt x="31842" y="71663"/>
                    <a:pt x="28245" y="67249"/>
                  </a:cubicBezTo>
                  <a:cubicBezTo>
                    <a:pt x="26569" y="65042"/>
                    <a:pt x="23503" y="63489"/>
                    <a:pt x="22645" y="60791"/>
                  </a:cubicBezTo>
                  <a:cubicBezTo>
                    <a:pt x="21623" y="56540"/>
                    <a:pt x="26732" y="52248"/>
                    <a:pt x="25016" y="48161"/>
                  </a:cubicBezTo>
                  <a:cubicBezTo>
                    <a:pt x="24321" y="46322"/>
                    <a:pt x="22277" y="45300"/>
                    <a:pt x="21092" y="43583"/>
                  </a:cubicBezTo>
                  <a:cubicBezTo>
                    <a:pt x="17863" y="39169"/>
                    <a:pt x="21787" y="32670"/>
                    <a:pt x="20601" y="27397"/>
                  </a:cubicBezTo>
                  <a:cubicBezTo>
                    <a:pt x="19743" y="22615"/>
                    <a:pt x="15124" y="19549"/>
                    <a:pt x="12917" y="15298"/>
                  </a:cubicBezTo>
                  <a:cubicBezTo>
                    <a:pt x="10383" y="10353"/>
                    <a:pt x="10546" y="3404"/>
                    <a:pt x="5764" y="665"/>
                  </a:cubicBezTo>
                  <a:cubicBezTo>
                    <a:pt x="5036" y="252"/>
                    <a:pt x="4100" y="0"/>
                    <a:pt x="3210" y="0"/>
                  </a:cubicBezTo>
                  <a:close/>
                </a:path>
              </a:pathLst>
            </a:custGeom>
            <a:solidFill>
              <a:schemeClr val="accent3"/>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4"/>
            <p:cNvSpPr/>
            <p:nvPr/>
          </p:nvSpPr>
          <p:spPr>
            <a:xfrm>
              <a:off x="8119015" y="89647"/>
              <a:ext cx="596298" cy="2776176"/>
            </a:xfrm>
            <a:custGeom>
              <a:rect b="b" l="l" r="r" t="t"/>
              <a:pathLst>
                <a:path extrusionOk="0" h="71367" w="15329">
                  <a:moveTo>
                    <a:pt x="328" y="0"/>
                  </a:moveTo>
                  <a:cubicBezTo>
                    <a:pt x="164" y="0"/>
                    <a:pt x="1" y="205"/>
                    <a:pt x="1" y="368"/>
                  </a:cubicBezTo>
                  <a:cubicBezTo>
                    <a:pt x="164" y="695"/>
                    <a:pt x="5805" y="23339"/>
                    <a:pt x="10219" y="43776"/>
                  </a:cubicBezTo>
                  <a:lnTo>
                    <a:pt x="10219" y="43776"/>
                  </a:lnTo>
                  <a:lnTo>
                    <a:pt x="4252" y="39525"/>
                  </a:lnTo>
                  <a:cubicBezTo>
                    <a:pt x="4252" y="39362"/>
                    <a:pt x="4088" y="39362"/>
                    <a:pt x="4088" y="39362"/>
                  </a:cubicBezTo>
                  <a:cubicBezTo>
                    <a:pt x="3925" y="39362"/>
                    <a:pt x="3925" y="39362"/>
                    <a:pt x="3925" y="39525"/>
                  </a:cubicBezTo>
                  <a:cubicBezTo>
                    <a:pt x="3761" y="39689"/>
                    <a:pt x="3761" y="39852"/>
                    <a:pt x="3925" y="40057"/>
                  </a:cubicBezTo>
                  <a:lnTo>
                    <a:pt x="10056" y="44471"/>
                  </a:lnTo>
                  <a:lnTo>
                    <a:pt x="10219" y="44635"/>
                  </a:lnTo>
                  <a:lnTo>
                    <a:pt x="10383" y="44635"/>
                  </a:lnTo>
                  <a:cubicBezTo>
                    <a:pt x="11568" y="50929"/>
                    <a:pt x="12754" y="57060"/>
                    <a:pt x="13612" y="62170"/>
                  </a:cubicBezTo>
                  <a:lnTo>
                    <a:pt x="8666" y="57060"/>
                  </a:lnTo>
                  <a:cubicBezTo>
                    <a:pt x="8666" y="56897"/>
                    <a:pt x="8503" y="56897"/>
                    <a:pt x="8503" y="56897"/>
                  </a:cubicBezTo>
                  <a:cubicBezTo>
                    <a:pt x="8339" y="56897"/>
                    <a:pt x="8339" y="56897"/>
                    <a:pt x="8176" y="57060"/>
                  </a:cubicBezTo>
                  <a:lnTo>
                    <a:pt x="8176" y="57428"/>
                  </a:lnTo>
                  <a:lnTo>
                    <a:pt x="13775" y="63355"/>
                  </a:lnTo>
                  <a:cubicBezTo>
                    <a:pt x="14307" y="66420"/>
                    <a:pt x="14634" y="69159"/>
                    <a:pt x="14797" y="71366"/>
                  </a:cubicBezTo>
                  <a:lnTo>
                    <a:pt x="15329" y="71366"/>
                  </a:lnTo>
                  <a:cubicBezTo>
                    <a:pt x="15329" y="69322"/>
                    <a:pt x="15002" y="66788"/>
                    <a:pt x="14470" y="64050"/>
                  </a:cubicBezTo>
                  <a:lnTo>
                    <a:pt x="14634" y="64050"/>
                  </a:lnTo>
                  <a:cubicBezTo>
                    <a:pt x="14634" y="64050"/>
                    <a:pt x="14797" y="64050"/>
                    <a:pt x="14797" y="63886"/>
                  </a:cubicBezTo>
                  <a:cubicBezTo>
                    <a:pt x="15002" y="63886"/>
                    <a:pt x="15002" y="63559"/>
                    <a:pt x="14797" y="63559"/>
                  </a:cubicBezTo>
                  <a:lnTo>
                    <a:pt x="14470" y="63028"/>
                  </a:lnTo>
                  <a:cubicBezTo>
                    <a:pt x="11078" y="41406"/>
                    <a:pt x="859" y="695"/>
                    <a:pt x="696" y="205"/>
                  </a:cubicBezTo>
                  <a:cubicBezTo>
                    <a:pt x="696" y="0"/>
                    <a:pt x="491" y="0"/>
                    <a:pt x="328"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4"/>
            <p:cNvSpPr/>
            <p:nvPr/>
          </p:nvSpPr>
          <p:spPr>
            <a:xfrm>
              <a:off x="8424307" y="938692"/>
              <a:ext cx="111332" cy="318046"/>
            </a:xfrm>
            <a:custGeom>
              <a:rect b="b" l="l" r="r" t="t"/>
              <a:pathLst>
                <a:path extrusionOk="0" h="8176" w="2862">
                  <a:moveTo>
                    <a:pt x="2535" y="1"/>
                  </a:moveTo>
                  <a:cubicBezTo>
                    <a:pt x="2371" y="1"/>
                    <a:pt x="2208" y="164"/>
                    <a:pt x="2208" y="328"/>
                  </a:cubicBezTo>
                  <a:lnTo>
                    <a:pt x="1" y="7808"/>
                  </a:lnTo>
                  <a:cubicBezTo>
                    <a:pt x="1" y="8012"/>
                    <a:pt x="1" y="8176"/>
                    <a:pt x="164" y="8176"/>
                  </a:cubicBezTo>
                  <a:lnTo>
                    <a:pt x="328" y="8176"/>
                  </a:lnTo>
                  <a:cubicBezTo>
                    <a:pt x="491" y="8176"/>
                    <a:pt x="491" y="8176"/>
                    <a:pt x="655" y="8012"/>
                  </a:cubicBezTo>
                  <a:lnTo>
                    <a:pt x="2862" y="491"/>
                  </a:lnTo>
                  <a:cubicBezTo>
                    <a:pt x="2862" y="328"/>
                    <a:pt x="2698" y="164"/>
                    <a:pt x="2535" y="1"/>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4"/>
            <p:cNvSpPr/>
            <p:nvPr/>
          </p:nvSpPr>
          <p:spPr>
            <a:xfrm>
              <a:off x="8788417" y="298310"/>
              <a:ext cx="1027193" cy="2682583"/>
            </a:xfrm>
            <a:custGeom>
              <a:rect b="b" l="l" r="r" t="t"/>
              <a:pathLst>
                <a:path extrusionOk="0" h="68961" w="26406">
                  <a:moveTo>
                    <a:pt x="18871" y="0"/>
                  </a:moveTo>
                  <a:cubicBezTo>
                    <a:pt x="18467" y="0"/>
                    <a:pt x="18069" y="86"/>
                    <a:pt x="17699" y="277"/>
                  </a:cubicBezTo>
                  <a:cubicBezTo>
                    <a:pt x="17004" y="604"/>
                    <a:pt x="16514" y="1462"/>
                    <a:pt x="16187" y="2321"/>
                  </a:cubicBezTo>
                  <a:cubicBezTo>
                    <a:pt x="14961" y="6081"/>
                    <a:pt x="16841" y="10495"/>
                    <a:pt x="15165" y="14256"/>
                  </a:cubicBezTo>
                  <a:cubicBezTo>
                    <a:pt x="14143" y="16299"/>
                    <a:pt x="12100" y="17648"/>
                    <a:pt x="11241" y="19856"/>
                  </a:cubicBezTo>
                  <a:cubicBezTo>
                    <a:pt x="10056" y="23085"/>
                    <a:pt x="12263" y="26845"/>
                    <a:pt x="11568" y="30237"/>
                  </a:cubicBezTo>
                  <a:cubicBezTo>
                    <a:pt x="10710" y="35715"/>
                    <a:pt x="3230" y="39434"/>
                    <a:pt x="4742" y="44707"/>
                  </a:cubicBezTo>
                  <a:cubicBezTo>
                    <a:pt x="5437" y="47282"/>
                    <a:pt x="8176" y="49326"/>
                    <a:pt x="7317" y="51696"/>
                  </a:cubicBezTo>
                  <a:cubicBezTo>
                    <a:pt x="6786" y="53740"/>
                    <a:pt x="4415" y="54435"/>
                    <a:pt x="2699" y="55784"/>
                  </a:cubicBezTo>
                  <a:cubicBezTo>
                    <a:pt x="859" y="57173"/>
                    <a:pt x="1" y="59708"/>
                    <a:pt x="491" y="62078"/>
                  </a:cubicBezTo>
                  <a:cubicBezTo>
                    <a:pt x="1023" y="64326"/>
                    <a:pt x="2903" y="66166"/>
                    <a:pt x="5110" y="66861"/>
                  </a:cubicBezTo>
                  <a:lnTo>
                    <a:pt x="12263" y="68741"/>
                  </a:lnTo>
                  <a:cubicBezTo>
                    <a:pt x="12754" y="68891"/>
                    <a:pt x="13251" y="68961"/>
                    <a:pt x="13745" y="68961"/>
                  </a:cubicBezTo>
                  <a:cubicBezTo>
                    <a:pt x="17699" y="68961"/>
                    <a:pt x="21473" y="64472"/>
                    <a:pt x="20274" y="60402"/>
                  </a:cubicBezTo>
                  <a:cubicBezTo>
                    <a:pt x="19580" y="58195"/>
                    <a:pt x="17536" y="56152"/>
                    <a:pt x="17699" y="53577"/>
                  </a:cubicBezTo>
                  <a:cubicBezTo>
                    <a:pt x="18026" y="50020"/>
                    <a:pt x="23340" y="48140"/>
                    <a:pt x="23136" y="44380"/>
                  </a:cubicBezTo>
                  <a:cubicBezTo>
                    <a:pt x="23136" y="42663"/>
                    <a:pt x="21787" y="41314"/>
                    <a:pt x="21460" y="39598"/>
                  </a:cubicBezTo>
                  <a:cubicBezTo>
                    <a:pt x="20070" y="35183"/>
                    <a:pt x="25016" y="31259"/>
                    <a:pt x="25711" y="26681"/>
                  </a:cubicBezTo>
                  <a:cubicBezTo>
                    <a:pt x="26406" y="22758"/>
                    <a:pt x="23667" y="18997"/>
                    <a:pt x="23340" y="14910"/>
                  </a:cubicBezTo>
                  <a:cubicBezTo>
                    <a:pt x="22645" y="10332"/>
                    <a:pt x="24852" y="4855"/>
                    <a:pt x="21787" y="1462"/>
                  </a:cubicBezTo>
                  <a:cubicBezTo>
                    <a:pt x="21045" y="602"/>
                    <a:pt x="19938" y="0"/>
                    <a:pt x="18871" y="0"/>
                  </a:cubicBezTo>
                  <a:close/>
                </a:path>
              </a:pathLst>
            </a:custGeom>
            <a:solidFill>
              <a:schemeClr val="accent3"/>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4"/>
            <p:cNvSpPr/>
            <p:nvPr/>
          </p:nvSpPr>
          <p:spPr>
            <a:xfrm>
              <a:off x="9179562" y="495109"/>
              <a:ext cx="410278" cy="2370722"/>
            </a:xfrm>
            <a:custGeom>
              <a:rect b="b" l="l" r="r" t="t"/>
              <a:pathLst>
                <a:path extrusionOk="0" h="60944" w="10547">
                  <a:moveTo>
                    <a:pt x="10383" y="0"/>
                  </a:moveTo>
                  <a:cubicBezTo>
                    <a:pt x="10219" y="0"/>
                    <a:pt x="10015" y="0"/>
                    <a:pt x="10015" y="164"/>
                  </a:cubicBezTo>
                  <a:cubicBezTo>
                    <a:pt x="10015" y="491"/>
                    <a:pt x="7971" y="19906"/>
                    <a:pt x="5437" y="37277"/>
                  </a:cubicBezTo>
                  <a:lnTo>
                    <a:pt x="2045" y="32168"/>
                  </a:lnTo>
                  <a:cubicBezTo>
                    <a:pt x="2045" y="32168"/>
                    <a:pt x="2045" y="32004"/>
                    <a:pt x="1840" y="32004"/>
                  </a:cubicBezTo>
                  <a:lnTo>
                    <a:pt x="1677" y="32168"/>
                  </a:lnTo>
                  <a:cubicBezTo>
                    <a:pt x="1677" y="32168"/>
                    <a:pt x="1513" y="32331"/>
                    <a:pt x="1677" y="32495"/>
                  </a:cubicBezTo>
                  <a:lnTo>
                    <a:pt x="5274" y="37972"/>
                  </a:lnTo>
                  <a:lnTo>
                    <a:pt x="5437" y="37972"/>
                  </a:lnTo>
                  <a:cubicBezTo>
                    <a:pt x="4579" y="43408"/>
                    <a:pt x="3720" y="48518"/>
                    <a:pt x="2862" y="52768"/>
                  </a:cubicBezTo>
                  <a:lnTo>
                    <a:pt x="491" y="47332"/>
                  </a:lnTo>
                  <a:cubicBezTo>
                    <a:pt x="491" y="47169"/>
                    <a:pt x="328" y="47169"/>
                    <a:pt x="328" y="47169"/>
                  </a:cubicBezTo>
                  <a:lnTo>
                    <a:pt x="164" y="47169"/>
                  </a:lnTo>
                  <a:cubicBezTo>
                    <a:pt x="1" y="47169"/>
                    <a:pt x="1" y="47332"/>
                    <a:pt x="1" y="47496"/>
                  </a:cubicBezTo>
                  <a:lnTo>
                    <a:pt x="2699" y="53790"/>
                  </a:lnTo>
                  <a:cubicBezTo>
                    <a:pt x="2208" y="56692"/>
                    <a:pt x="1513" y="59063"/>
                    <a:pt x="1023" y="60943"/>
                  </a:cubicBezTo>
                  <a:lnTo>
                    <a:pt x="1513" y="60943"/>
                  </a:lnTo>
                  <a:cubicBezTo>
                    <a:pt x="2045" y="59267"/>
                    <a:pt x="2535" y="57019"/>
                    <a:pt x="3066" y="54485"/>
                  </a:cubicBezTo>
                  <a:lnTo>
                    <a:pt x="3393" y="54485"/>
                  </a:lnTo>
                  <a:cubicBezTo>
                    <a:pt x="3393" y="54485"/>
                    <a:pt x="3557" y="54322"/>
                    <a:pt x="3393" y="54158"/>
                  </a:cubicBezTo>
                  <a:lnTo>
                    <a:pt x="3230" y="53627"/>
                  </a:lnTo>
                  <a:cubicBezTo>
                    <a:pt x="6786" y="35560"/>
                    <a:pt x="10546" y="654"/>
                    <a:pt x="10546" y="164"/>
                  </a:cubicBezTo>
                  <a:cubicBezTo>
                    <a:pt x="10546" y="164"/>
                    <a:pt x="10546" y="0"/>
                    <a:pt x="10383"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4"/>
            <p:cNvSpPr/>
            <p:nvPr/>
          </p:nvSpPr>
          <p:spPr>
            <a:xfrm>
              <a:off x="9476919" y="1275805"/>
              <a:ext cx="179718" cy="225815"/>
            </a:xfrm>
            <a:custGeom>
              <a:rect b="b" l="l" r="r" t="t"/>
              <a:pathLst>
                <a:path extrusionOk="0" h="5805" w="4620">
                  <a:moveTo>
                    <a:pt x="4251" y="0"/>
                  </a:moveTo>
                  <a:cubicBezTo>
                    <a:pt x="4088" y="0"/>
                    <a:pt x="4088" y="0"/>
                    <a:pt x="4088" y="164"/>
                  </a:cubicBezTo>
                  <a:lnTo>
                    <a:pt x="0" y="5477"/>
                  </a:lnTo>
                  <a:cubicBezTo>
                    <a:pt x="0" y="5477"/>
                    <a:pt x="0" y="5641"/>
                    <a:pt x="164" y="5804"/>
                  </a:cubicBezTo>
                  <a:lnTo>
                    <a:pt x="532" y="5804"/>
                  </a:lnTo>
                  <a:lnTo>
                    <a:pt x="4415" y="368"/>
                  </a:lnTo>
                  <a:cubicBezTo>
                    <a:pt x="4619" y="368"/>
                    <a:pt x="4415" y="164"/>
                    <a:pt x="4415"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4"/>
            <p:cNvSpPr/>
            <p:nvPr/>
          </p:nvSpPr>
          <p:spPr>
            <a:xfrm>
              <a:off x="8106294" y="2865830"/>
              <a:ext cx="1510565" cy="1636134"/>
            </a:xfrm>
            <a:custGeom>
              <a:rect b="b" l="l" r="r" t="t"/>
              <a:pathLst>
                <a:path extrusionOk="0" h="42060" w="38832">
                  <a:moveTo>
                    <a:pt x="1" y="0"/>
                  </a:moveTo>
                  <a:lnTo>
                    <a:pt x="5437" y="42059"/>
                  </a:lnTo>
                  <a:lnTo>
                    <a:pt x="34744" y="42059"/>
                  </a:lnTo>
                  <a:lnTo>
                    <a:pt x="38831" y="0"/>
                  </a:lnTo>
                  <a:close/>
                </a:path>
              </a:pathLst>
            </a:custGeom>
            <a:solidFill>
              <a:schemeClr val="accent1"/>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4"/>
            <p:cNvSpPr/>
            <p:nvPr/>
          </p:nvSpPr>
          <p:spPr>
            <a:xfrm>
              <a:off x="8522881" y="3144086"/>
              <a:ext cx="39" cy="483371"/>
            </a:xfrm>
            <a:custGeom>
              <a:rect b="b" l="l" r="r" t="t"/>
              <a:pathLst>
                <a:path extrusionOk="0" h="12426" w="1">
                  <a:moveTo>
                    <a:pt x="1" y="0"/>
                  </a:moveTo>
                  <a:lnTo>
                    <a:pt x="1"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4"/>
            <p:cNvSpPr/>
            <p:nvPr/>
          </p:nvSpPr>
          <p:spPr>
            <a:xfrm>
              <a:off x="8483163" y="3104329"/>
              <a:ext cx="79512" cy="562883"/>
            </a:xfrm>
            <a:custGeom>
              <a:rect b="b" l="l" r="r" t="t"/>
              <a:pathLst>
                <a:path extrusionOk="0" h="14470" w="2044">
                  <a:moveTo>
                    <a:pt x="1022" y="0"/>
                  </a:moveTo>
                  <a:cubicBezTo>
                    <a:pt x="327" y="0"/>
                    <a:pt x="0" y="368"/>
                    <a:pt x="0" y="1022"/>
                  </a:cubicBezTo>
                  <a:lnTo>
                    <a:pt x="0" y="13448"/>
                  </a:lnTo>
                  <a:cubicBezTo>
                    <a:pt x="0" y="13979"/>
                    <a:pt x="327" y="14470"/>
                    <a:pt x="1022" y="14470"/>
                  </a:cubicBezTo>
                  <a:cubicBezTo>
                    <a:pt x="1553" y="14470"/>
                    <a:pt x="2044" y="13979"/>
                    <a:pt x="2044" y="13448"/>
                  </a:cubicBezTo>
                  <a:lnTo>
                    <a:pt x="2044" y="1022"/>
                  </a:lnTo>
                  <a:cubicBezTo>
                    <a:pt x="2044" y="368"/>
                    <a:pt x="1553" y="0"/>
                    <a:pt x="10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4"/>
            <p:cNvSpPr/>
            <p:nvPr/>
          </p:nvSpPr>
          <p:spPr>
            <a:xfrm>
              <a:off x="9139845" y="3031196"/>
              <a:ext cx="79512" cy="564478"/>
            </a:xfrm>
            <a:custGeom>
              <a:rect b="b" l="l" r="r" t="t"/>
              <a:pathLst>
                <a:path extrusionOk="0" h="14511" w="2044">
                  <a:moveTo>
                    <a:pt x="1022" y="0"/>
                  </a:moveTo>
                  <a:cubicBezTo>
                    <a:pt x="491" y="0"/>
                    <a:pt x="0" y="368"/>
                    <a:pt x="0" y="1022"/>
                  </a:cubicBezTo>
                  <a:lnTo>
                    <a:pt x="0" y="13488"/>
                  </a:lnTo>
                  <a:cubicBezTo>
                    <a:pt x="0" y="13979"/>
                    <a:pt x="491" y="14510"/>
                    <a:pt x="1022" y="14510"/>
                  </a:cubicBezTo>
                  <a:cubicBezTo>
                    <a:pt x="1512" y="14510"/>
                    <a:pt x="2044" y="13979"/>
                    <a:pt x="2044" y="13488"/>
                  </a:cubicBezTo>
                  <a:lnTo>
                    <a:pt x="2044" y="1022"/>
                  </a:lnTo>
                  <a:cubicBezTo>
                    <a:pt x="2044" y="368"/>
                    <a:pt x="1512" y="0"/>
                    <a:pt x="10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4"/>
            <p:cNvSpPr/>
            <p:nvPr/>
          </p:nvSpPr>
          <p:spPr>
            <a:xfrm>
              <a:off x="8993540" y="3323729"/>
              <a:ext cx="79551" cy="562922"/>
            </a:xfrm>
            <a:custGeom>
              <a:rect b="b" l="l" r="r" t="t"/>
              <a:pathLst>
                <a:path extrusionOk="0" h="14471" w="2045">
                  <a:moveTo>
                    <a:pt x="1022" y="1"/>
                  </a:moveTo>
                  <a:cubicBezTo>
                    <a:pt x="491" y="1"/>
                    <a:pt x="1" y="328"/>
                    <a:pt x="1" y="1023"/>
                  </a:cubicBezTo>
                  <a:lnTo>
                    <a:pt x="1" y="13448"/>
                  </a:lnTo>
                  <a:cubicBezTo>
                    <a:pt x="1" y="14143"/>
                    <a:pt x="491" y="14470"/>
                    <a:pt x="1022" y="14470"/>
                  </a:cubicBezTo>
                  <a:cubicBezTo>
                    <a:pt x="1513" y="14470"/>
                    <a:pt x="2044" y="14143"/>
                    <a:pt x="2044" y="13448"/>
                  </a:cubicBezTo>
                  <a:lnTo>
                    <a:pt x="2044" y="1023"/>
                  </a:lnTo>
                  <a:cubicBezTo>
                    <a:pt x="2044" y="328"/>
                    <a:pt x="1513" y="1"/>
                    <a:pt x="10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4"/>
            <p:cNvSpPr/>
            <p:nvPr/>
          </p:nvSpPr>
          <p:spPr>
            <a:xfrm>
              <a:off x="9165286" y="3733975"/>
              <a:ext cx="79512" cy="569263"/>
            </a:xfrm>
            <a:custGeom>
              <a:rect b="b" l="l" r="r" t="t"/>
              <a:pathLst>
                <a:path extrusionOk="0" h="14634" w="2044">
                  <a:moveTo>
                    <a:pt x="1022" y="0"/>
                  </a:moveTo>
                  <a:cubicBezTo>
                    <a:pt x="368" y="0"/>
                    <a:pt x="0" y="532"/>
                    <a:pt x="0" y="1022"/>
                  </a:cubicBezTo>
                  <a:lnTo>
                    <a:pt x="0" y="13611"/>
                  </a:lnTo>
                  <a:cubicBezTo>
                    <a:pt x="0" y="14143"/>
                    <a:pt x="368" y="14633"/>
                    <a:pt x="1022" y="14633"/>
                  </a:cubicBezTo>
                  <a:cubicBezTo>
                    <a:pt x="1553" y="14633"/>
                    <a:pt x="2044" y="14143"/>
                    <a:pt x="2044" y="13611"/>
                  </a:cubicBezTo>
                  <a:lnTo>
                    <a:pt x="2044" y="1022"/>
                  </a:lnTo>
                  <a:cubicBezTo>
                    <a:pt x="2044" y="532"/>
                    <a:pt x="1553" y="0"/>
                    <a:pt x="10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 name="Google Shape;133;p4"/>
          <p:cNvSpPr/>
          <p:nvPr/>
        </p:nvSpPr>
        <p:spPr>
          <a:xfrm>
            <a:off x="806725" y="4675051"/>
            <a:ext cx="1832405" cy="244805"/>
          </a:xfrm>
          <a:custGeom>
            <a:rect b="b" l="l" r="r" t="t"/>
            <a:pathLst>
              <a:path extrusionOk="0" h="7463" w="55866">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 name="Google Shape;134;p4"/>
          <p:cNvCxnSpPr/>
          <p:nvPr/>
        </p:nvCxnSpPr>
        <p:spPr>
          <a:xfrm rot="10800000">
            <a:off x="7381950" y="4895850"/>
            <a:ext cx="1133400" cy="0"/>
          </a:xfrm>
          <a:prstGeom prst="straightConnector1">
            <a:avLst/>
          </a:prstGeom>
          <a:noFill/>
          <a:ln cap="flat" cmpd="sng" w="28575">
            <a:solidFill>
              <a:schemeClr val="accent5"/>
            </a:solidFill>
            <a:prstDash val="solid"/>
            <a:round/>
            <a:headEnd len="med" w="med" type="none"/>
            <a:tailEnd len="med" w="med" type="none"/>
          </a:ln>
        </p:spPr>
      </p:cxn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accent2"/>
        </a:solidFill>
      </p:bgPr>
    </p:bg>
    <p:spTree>
      <p:nvGrpSpPr>
        <p:cNvPr id="135" name="Shape 135"/>
        <p:cNvGrpSpPr/>
        <p:nvPr/>
      </p:nvGrpSpPr>
      <p:grpSpPr>
        <a:xfrm>
          <a:off x="0" y="0"/>
          <a:ext cx="0" cy="0"/>
          <a:chOff x="0" y="0"/>
          <a:chExt cx="0" cy="0"/>
        </a:xfrm>
      </p:grpSpPr>
      <p:sp>
        <p:nvSpPr>
          <p:cNvPr id="136" name="Google Shape;136;p5"/>
          <p:cNvSpPr/>
          <p:nvPr/>
        </p:nvSpPr>
        <p:spPr>
          <a:xfrm flipH="1">
            <a:off x="319043" y="283350"/>
            <a:ext cx="8505900" cy="4576800"/>
          </a:xfrm>
          <a:prstGeom prst="roundRect">
            <a:avLst>
              <a:gd fmla="val 3396" name="adj"/>
            </a:avLst>
          </a:prstGeom>
          <a:solidFill>
            <a:schemeClr val="accent1"/>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5"/>
          <p:cNvSpPr/>
          <p:nvPr/>
        </p:nvSpPr>
        <p:spPr>
          <a:xfrm flipH="1" rot="10800000">
            <a:off x="4675100" y="579312"/>
            <a:ext cx="3804000" cy="3983400"/>
          </a:xfrm>
          <a:prstGeom prst="roundRect">
            <a:avLst>
              <a:gd fmla="val 3396" name="adj"/>
            </a:avLst>
          </a:prstGeom>
          <a:solidFill>
            <a:schemeClr val="accent4"/>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5"/>
          <p:cNvSpPr/>
          <p:nvPr/>
        </p:nvSpPr>
        <p:spPr>
          <a:xfrm flipH="1">
            <a:off x="6659628" y="3545595"/>
            <a:ext cx="1262868" cy="1002352"/>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5"/>
          <p:cNvSpPr/>
          <p:nvPr/>
        </p:nvSpPr>
        <p:spPr>
          <a:xfrm flipH="1" rot="10800000">
            <a:off x="7611614" y="3464137"/>
            <a:ext cx="853189" cy="845690"/>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5"/>
          <p:cNvSpPr/>
          <p:nvPr/>
        </p:nvSpPr>
        <p:spPr>
          <a:xfrm flipH="1" rot="10800000">
            <a:off x="661175" y="576012"/>
            <a:ext cx="3807600" cy="3986700"/>
          </a:xfrm>
          <a:prstGeom prst="roundRect">
            <a:avLst>
              <a:gd fmla="val 3396" name="adj"/>
            </a:avLst>
          </a:prstGeom>
          <a:solidFill>
            <a:schemeClr val="accent4"/>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5"/>
          <p:cNvSpPr/>
          <p:nvPr/>
        </p:nvSpPr>
        <p:spPr>
          <a:xfrm flipH="1">
            <a:off x="947000" y="591709"/>
            <a:ext cx="1028800" cy="820648"/>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5"/>
          <p:cNvSpPr/>
          <p:nvPr/>
        </p:nvSpPr>
        <p:spPr>
          <a:xfrm flipH="1">
            <a:off x="1535518" y="590653"/>
            <a:ext cx="804131" cy="641399"/>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5"/>
          <p:cNvSpPr/>
          <p:nvPr/>
        </p:nvSpPr>
        <p:spPr>
          <a:xfrm flipH="1">
            <a:off x="674764" y="1598807"/>
            <a:ext cx="768932" cy="729508"/>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 name="Google Shape;144;p5"/>
          <p:cNvGrpSpPr/>
          <p:nvPr/>
        </p:nvGrpSpPr>
        <p:grpSpPr>
          <a:xfrm>
            <a:off x="4281415" y="375214"/>
            <a:ext cx="581170" cy="125403"/>
            <a:chOff x="4685288" y="186288"/>
            <a:chExt cx="419375" cy="90485"/>
          </a:xfrm>
        </p:grpSpPr>
        <p:sp>
          <p:nvSpPr>
            <p:cNvPr id="145" name="Google Shape;145;p5"/>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 name="Google Shape;146;p5"/>
            <p:cNvGrpSpPr/>
            <p:nvPr/>
          </p:nvGrpSpPr>
          <p:grpSpPr>
            <a:xfrm>
              <a:off x="4685288" y="186300"/>
              <a:ext cx="419375" cy="90473"/>
              <a:chOff x="4390000" y="182175"/>
              <a:chExt cx="419375" cy="90473"/>
            </a:xfrm>
          </p:grpSpPr>
          <p:sp>
            <p:nvSpPr>
              <p:cNvPr id="147" name="Google Shape;147;p5"/>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5"/>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 name="Google Shape;149;p5"/>
          <p:cNvGrpSpPr/>
          <p:nvPr/>
        </p:nvGrpSpPr>
        <p:grpSpPr>
          <a:xfrm flipH="1" rot="-10283466">
            <a:off x="223212" y="142930"/>
            <a:ext cx="541137" cy="2225321"/>
            <a:chOff x="871338" y="1945155"/>
            <a:chExt cx="247109" cy="1016148"/>
          </a:xfrm>
        </p:grpSpPr>
        <p:sp>
          <p:nvSpPr>
            <p:cNvPr id="150" name="Google Shape;150;p5"/>
            <p:cNvSpPr/>
            <p:nvPr/>
          </p:nvSpPr>
          <p:spPr>
            <a:xfrm>
              <a:off x="1017893" y="2858365"/>
              <a:ext cx="100554" cy="102938"/>
            </a:xfrm>
            <a:custGeom>
              <a:rect b="b" l="l" r="r" t="t"/>
              <a:pathLst>
                <a:path extrusionOk="0" h="5440" w="5314">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5"/>
            <p:cNvSpPr/>
            <p:nvPr/>
          </p:nvSpPr>
          <p:spPr>
            <a:xfrm>
              <a:off x="871338" y="2075844"/>
              <a:ext cx="215338" cy="853670"/>
            </a:xfrm>
            <a:custGeom>
              <a:rect b="b" l="l" r="r" t="t"/>
              <a:pathLst>
                <a:path extrusionOk="0" h="45114" w="1138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5"/>
            <p:cNvSpPr/>
            <p:nvPr/>
          </p:nvSpPr>
          <p:spPr>
            <a:xfrm>
              <a:off x="1051083" y="1945155"/>
              <a:ext cx="67364" cy="51242"/>
            </a:xfrm>
            <a:custGeom>
              <a:rect b="b" l="l" r="r" t="t"/>
              <a:pathLst>
                <a:path extrusionOk="0" h="2708" w="3560">
                  <a:moveTo>
                    <a:pt x="1780" y="1"/>
                  </a:moveTo>
                  <a:cubicBezTo>
                    <a:pt x="1" y="1"/>
                    <a:pt x="1" y="2708"/>
                    <a:pt x="1780" y="2708"/>
                  </a:cubicBezTo>
                  <a:cubicBezTo>
                    <a:pt x="3459" y="2708"/>
                    <a:pt x="3560" y="1"/>
                    <a:pt x="17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 name="Google Shape;153;p5"/>
          <p:cNvGrpSpPr/>
          <p:nvPr/>
        </p:nvGrpSpPr>
        <p:grpSpPr>
          <a:xfrm rot="-1025565">
            <a:off x="7915709" y="165251"/>
            <a:ext cx="961174" cy="1962025"/>
            <a:chOff x="3789888" y="1403830"/>
            <a:chExt cx="569113" cy="1161936"/>
          </a:xfrm>
        </p:grpSpPr>
        <p:sp>
          <p:nvSpPr>
            <p:cNvPr id="154" name="Google Shape;154;p5"/>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5"/>
            <p:cNvSpPr/>
            <p:nvPr/>
          </p:nvSpPr>
          <p:spPr>
            <a:xfrm>
              <a:off x="3789888" y="1403830"/>
              <a:ext cx="81102" cy="79229"/>
            </a:xfrm>
            <a:custGeom>
              <a:rect b="b" l="l" r="r" t="t"/>
              <a:pathLst>
                <a:path extrusionOk="0" h="4187" w="4286">
                  <a:moveTo>
                    <a:pt x="2206" y="1"/>
                  </a:moveTo>
                  <a:cubicBezTo>
                    <a:pt x="1053" y="1"/>
                    <a:pt x="0" y="953"/>
                    <a:pt x="126" y="2106"/>
                  </a:cubicBezTo>
                  <a:cubicBezTo>
                    <a:pt x="126" y="3259"/>
                    <a:pt x="1053" y="4186"/>
                    <a:pt x="2206" y="4186"/>
                  </a:cubicBezTo>
                  <a:cubicBezTo>
                    <a:pt x="3258" y="4186"/>
                    <a:pt x="4286" y="3259"/>
                    <a:pt x="4286" y="2106"/>
                  </a:cubicBezTo>
                  <a:cubicBezTo>
                    <a:pt x="4186" y="953"/>
                    <a:pt x="3359" y="1"/>
                    <a:pt x="2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5"/>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 name="Google Shape;157;p5"/>
          <p:cNvSpPr txBox="1"/>
          <p:nvPr>
            <p:ph idx="1" type="subTitle"/>
          </p:nvPr>
        </p:nvSpPr>
        <p:spPr>
          <a:xfrm>
            <a:off x="1379075" y="3084605"/>
            <a:ext cx="2371800" cy="7719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58" name="Google Shape;158;p5"/>
          <p:cNvSpPr txBox="1"/>
          <p:nvPr>
            <p:ph idx="2" type="subTitle"/>
          </p:nvPr>
        </p:nvSpPr>
        <p:spPr>
          <a:xfrm>
            <a:off x="5391200" y="3084606"/>
            <a:ext cx="2371800" cy="7719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59" name="Google Shape;159;p5"/>
          <p:cNvSpPr/>
          <p:nvPr/>
        </p:nvSpPr>
        <p:spPr>
          <a:xfrm>
            <a:off x="3757049" y="4494946"/>
            <a:ext cx="1629891" cy="217696"/>
          </a:xfrm>
          <a:custGeom>
            <a:rect b="b" l="l" r="r" t="t"/>
            <a:pathLst>
              <a:path extrusionOk="0" h="7463" w="55866">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5"/>
          <p:cNvSpPr txBox="1"/>
          <p:nvPr>
            <p:ph type="title"/>
          </p:nvPr>
        </p:nvSpPr>
        <p:spPr>
          <a:xfrm>
            <a:off x="1276350" y="2638425"/>
            <a:ext cx="2581200" cy="420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1" sz="1800"/>
            </a:lvl1pPr>
            <a:lvl2pPr lvl="1" rtl="0">
              <a:spcBef>
                <a:spcPts val="0"/>
              </a:spcBef>
              <a:spcAft>
                <a:spcPts val="0"/>
              </a:spcAft>
              <a:buSzPts val="2800"/>
              <a:buNone/>
              <a:defRPr>
                <a:latin typeface="Didact Gothic"/>
                <a:ea typeface="Didact Gothic"/>
                <a:cs typeface="Didact Gothic"/>
                <a:sym typeface="Didact Gothic"/>
              </a:defRPr>
            </a:lvl2pPr>
            <a:lvl3pPr lvl="2" rtl="0">
              <a:spcBef>
                <a:spcPts val="0"/>
              </a:spcBef>
              <a:spcAft>
                <a:spcPts val="0"/>
              </a:spcAft>
              <a:buSzPts val="2800"/>
              <a:buNone/>
              <a:defRPr>
                <a:latin typeface="Didact Gothic"/>
                <a:ea typeface="Didact Gothic"/>
                <a:cs typeface="Didact Gothic"/>
                <a:sym typeface="Didact Gothic"/>
              </a:defRPr>
            </a:lvl3pPr>
            <a:lvl4pPr lvl="3" rtl="0">
              <a:spcBef>
                <a:spcPts val="0"/>
              </a:spcBef>
              <a:spcAft>
                <a:spcPts val="0"/>
              </a:spcAft>
              <a:buSzPts val="2800"/>
              <a:buNone/>
              <a:defRPr>
                <a:latin typeface="Didact Gothic"/>
                <a:ea typeface="Didact Gothic"/>
                <a:cs typeface="Didact Gothic"/>
                <a:sym typeface="Didact Gothic"/>
              </a:defRPr>
            </a:lvl4pPr>
            <a:lvl5pPr lvl="4" rtl="0">
              <a:spcBef>
                <a:spcPts val="0"/>
              </a:spcBef>
              <a:spcAft>
                <a:spcPts val="0"/>
              </a:spcAft>
              <a:buSzPts val="2800"/>
              <a:buNone/>
              <a:defRPr>
                <a:latin typeface="Didact Gothic"/>
                <a:ea typeface="Didact Gothic"/>
                <a:cs typeface="Didact Gothic"/>
                <a:sym typeface="Didact Gothic"/>
              </a:defRPr>
            </a:lvl5pPr>
            <a:lvl6pPr lvl="5" rtl="0">
              <a:spcBef>
                <a:spcPts val="0"/>
              </a:spcBef>
              <a:spcAft>
                <a:spcPts val="0"/>
              </a:spcAft>
              <a:buSzPts val="2800"/>
              <a:buNone/>
              <a:defRPr>
                <a:latin typeface="Didact Gothic"/>
                <a:ea typeface="Didact Gothic"/>
                <a:cs typeface="Didact Gothic"/>
                <a:sym typeface="Didact Gothic"/>
              </a:defRPr>
            </a:lvl6pPr>
            <a:lvl7pPr lvl="6" rtl="0">
              <a:spcBef>
                <a:spcPts val="0"/>
              </a:spcBef>
              <a:spcAft>
                <a:spcPts val="0"/>
              </a:spcAft>
              <a:buSzPts val="2800"/>
              <a:buNone/>
              <a:defRPr>
                <a:latin typeface="Didact Gothic"/>
                <a:ea typeface="Didact Gothic"/>
                <a:cs typeface="Didact Gothic"/>
                <a:sym typeface="Didact Gothic"/>
              </a:defRPr>
            </a:lvl7pPr>
            <a:lvl8pPr lvl="7" rtl="0">
              <a:spcBef>
                <a:spcPts val="0"/>
              </a:spcBef>
              <a:spcAft>
                <a:spcPts val="0"/>
              </a:spcAft>
              <a:buSzPts val="2800"/>
              <a:buNone/>
              <a:defRPr>
                <a:latin typeface="Didact Gothic"/>
                <a:ea typeface="Didact Gothic"/>
                <a:cs typeface="Didact Gothic"/>
                <a:sym typeface="Didact Gothic"/>
              </a:defRPr>
            </a:lvl8pPr>
            <a:lvl9pPr lvl="8" rtl="0">
              <a:spcBef>
                <a:spcPts val="0"/>
              </a:spcBef>
              <a:spcAft>
                <a:spcPts val="0"/>
              </a:spcAft>
              <a:buSzPts val="2800"/>
              <a:buNone/>
              <a:defRPr>
                <a:latin typeface="Didact Gothic"/>
                <a:ea typeface="Didact Gothic"/>
                <a:cs typeface="Didact Gothic"/>
                <a:sym typeface="Didact Gothic"/>
              </a:defRPr>
            </a:lvl9pPr>
          </a:lstStyle>
          <a:p/>
        </p:txBody>
      </p:sp>
      <p:sp>
        <p:nvSpPr>
          <p:cNvPr id="161" name="Google Shape;161;p5"/>
          <p:cNvSpPr txBox="1"/>
          <p:nvPr>
            <p:ph idx="3" type="title"/>
          </p:nvPr>
        </p:nvSpPr>
        <p:spPr>
          <a:xfrm>
            <a:off x="5286375" y="2638425"/>
            <a:ext cx="2581200" cy="420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1" sz="1800"/>
            </a:lvl1pPr>
            <a:lvl2pPr lvl="1" rtl="0">
              <a:spcBef>
                <a:spcPts val="0"/>
              </a:spcBef>
              <a:spcAft>
                <a:spcPts val="0"/>
              </a:spcAft>
              <a:buSzPts val="2800"/>
              <a:buNone/>
              <a:defRPr>
                <a:latin typeface="Didact Gothic"/>
                <a:ea typeface="Didact Gothic"/>
                <a:cs typeface="Didact Gothic"/>
                <a:sym typeface="Didact Gothic"/>
              </a:defRPr>
            </a:lvl2pPr>
            <a:lvl3pPr lvl="2" rtl="0">
              <a:spcBef>
                <a:spcPts val="0"/>
              </a:spcBef>
              <a:spcAft>
                <a:spcPts val="0"/>
              </a:spcAft>
              <a:buSzPts val="2800"/>
              <a:buNone/>
              <a:defRPr>
                <a:latin typeface="Didact Gothic"/>
                <a:ea typeface="Didact Gothic"/>
                <a:cs typeface="Didact Gothic"/>
                <a:sym typeface="Didact Gothic"/>
              </a:defRPr>
            </a:lvl3pPr>
            <a:lvl4pPr lvl="3" rtl="0">
              <a:spcBef>
                <a:spcPts val="0"/>
              </a:spcBef>
              <a:spcAft>
                <a:spcPts val="0"/>
              </a:spcAft>
              <a:buSzPts val="2800"/>
              <a:buNone/>
              <a:defRPr>
                <a:latin typeface="Didact Gothic"/>
                <a:ea typeface="Didact Gothic"/>
                <a:cs typeface="Didact Gothic"/>
                <a:sym typeface="Didact Gothic"/>
              </a:defRPr>
            </a:lvl4pPr>
            <a:lvl5pPr lvl="4" rtl="0">
              <a:spcBef>
                <a:spcPts val="0"/>
              </a:spcBef>
              <a:spcAft>
                <a:spcPts val="0"/>
              </a:spcAft>
              <a:buSzPts val="2800"/>
              <a:buNone/>
              <a:defRPr>
                <a:latin typeface="Didact Gothic"/>
                <a:ea typeface="Didact Gothic"/>
                <a:cs typeface="Didact Gothic"/>
                <a:sym typeface="Didact Gothic"/>
              </a:defRPr>
            </a:lvl5pPr>
            <a:lvl6pPr lvl="5" rtl="0">
              <a:spcBef>
                <a:spcPts val="0"/>
              </a:spcBef>
              <a:spcAft>
                <a:spcPts val="0"/>
              </a:spcAft>
              <a:buSzPts val="2800"/>
              <a:buNone/>
              <a:defRPr>
                <a:latin typeface="Didact Gothic"/>
                <a:ea typeface="Didact Gothic"/>
                <a:cs typeface="Didact Gothic"/>
                <a:sym typeface="Didact Gothic"/>
              </a:defRPr>
            </a:lvl6pPr>
            <a:lvl7pPr lvl="6" rtl="0">
              <a:spcBef>
                <a:spcPts val="0"/>
              </a:spcBef>
              <a:spcAft>
                <a:spcPts val="0"/>
              </a:spcAft>
              <a:buSzPts val="2800"/>
              <a:buNone/>
              <a:defRPr>
                <a:latin typeface="Didact Gothic"/>
                <a:ea typeface="Didact Gothic"/>
                <a:cs typeface="Didact Gothic"/>
                <a:sym typeface="Didact Gothic"/>
              </a:defRPr>
            </a:lvl7pPr>
            <a:lvl8pPr lvl="7" rtl="0">
              <a:spcBef>
                <a:spcPts val="0"/>
              </a:spcBef>
              <a:spcAft>
                <a:spcPts val="0"/>
              </a:spcAft>
              <a:buSzPts val="2800"/>
              <a:buNone/>
              <a:defRPr>
                <a:latin typeface="Didact Gothic"/>
                <a:ea typeface="Didact Gothic"/>
                <a:cs typeface="Didact Gothic"/>
                <a:sym typeface="Didact Gothic"/>
              </a:defRPr>
            </a:lvl8pPr>
            <a:lvl9pPr lvl="8" rtl="0">
              <a:spcBef>
                <a:spcPts val="0"/>
              </a:spcBef>
              <a:spcAft>
                <a:spcPts val="0"/>
              </a:spcAft>
              <a:buSzPts val="2800"/>
              <a:buNone/>
              <a:defRPr>
                <a:latin typeface="Didact Gothic"/>
                <a:ea typeface="Didact Gothic"/>
                <a:cs typeface="Didact Gothic"/>
                <a:sym typeface="Didact Gothic"/>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62" name="Shape 162"/>
        <p:cNvGrpSpPr/>
        <p:nvPr/>
      </p:nvGrpSpPr>
      <p:grpSpPr>
        <a:xfrm>
          <a:off x="0" y="0"/>
          <a:ext cx="0" cy="0"/>
          <a:chOff x="0" y="0"/>
          <a:chExt cx="0" cy="0"/>
        </a:xfrm>
      </p:grpSpPr>
      <p:sp>
        <p:nvSpPr>
          <p:cNvPr id="163" name="Google Shape;163;p6"/>
          <p:cNvSpPr/>
          <p:nvPr/>
        </p:nvSpPr>
        <p:spPr>
          <a:xfrm>
            <a:off x="319050" y="283350"/>
            <a:ext cx="8505900" cy="4576800"/>
          </a:xfrm>
          <a:prstGeom prst="roundRect">
            <a:avLst>
              <a:gd fmla="val 3396" name="adj"/>
            </a:avLst>
          </a:prstGeom>
          <a:solidFill>
            <a:schemeClr val="accent4"/>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 name="Google Shape;164;p6"/>
          <p:cNvGrpSpPr/>
          <p:nvPr/>
        </p:nvGrpSpPr>
        <p:grpSpPr>
          <a:xfrm>
            <a:off x="4281415" y="75177"/>
            <a:ext cx="581170" cy="125403"/>
            <a:chOff x="4685288" y="186288"/>
            <a:chExt cx="419375" cy="90485"/>
          </a:xfrm>
        </p:grpSpPr>
        <p:sp>
          <p:nvSpPr>
            <p:cNvPr id="165" name="Google Shape;165;p6"/>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 name="Google Shape;166;p6"/>
            <p:cNvGrpSpPr/>
            <p:nvPr/>
          </p:nvGrpSpPr>
          <p:grpSpPr>
            <a:xfrm>
              <a:off x="4685288" y="186300"/>
              <a:ext cx="419375" cy="90473"/>
              <a:chOff x="4390000" y="182175"/>
              <a:chExt cx="419375" cy="90473"/>
            </a:xfrm>
          </p:grpSpPr>
          <p:sp>
            <p:nvSpPr>
              <p:cNvPr id="167" name="Google Shape;167;p6"/>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6"/>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9" name="Google Shape;169;p6"/>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chemeClr val="accent5"/>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70" name="Google Shape;170;p6"/>
          <p:cNvGrpSpPr/>
          <p:nvPr/>
        </p:nvGrpSpPr>
        <p:grpSpPr>
          <a:xfrm flipH="1" rot="-9602805">
            <a:off x="29343" y="129067"/>
            <a:ext cx="1386120" cy="2705624"/>
            <a:chOff x="409722" y="228600"/>
            <a:chExt cx="1385931" cy="2705253"/>
          </a:xfrm>
        </p:grpSpPr>
        <p:grpSp>
          <p:nvGrpSpPr>
            <p:cNvPr id="171" name="Google Shape;171;p6"/>
            <p:cNvGrpSpPr/>
            <p:nvPr/>
          </p:nvGrpSpPr>
          <p:grpSpPr>
            <a:xfrm flipH="1" rot="-617154">
              <a:off x="575967" y="402323"/>
              <a:ext cx="1053440" cy="2450002"/>
              <a:chOff x="3817855" y="1437512"/>
              <a:chExt cx="541146" cy="1128254"/>
            </a:xfrm>
          </p:grpSpPr>
          <p:sp>
            <p:nvSpPr>
              <p:cNvPr id="172" name="Google Shape;172;p6"/>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6"/>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 name="Google Shape;174;p6"/>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 name="Google Shape;175;p6"/>
          <p:cNvGrpSpPr/>
          <p:nvPr/>
        </p:nvGrpSpPr>
        <p:grpSpPr>
          <a:xfrm>
            <a:off x="-9513" y="2"/>
            <a:ext cx="9177947" cy="4737094"/>
            <a:chOff x="-9513" y="2"/>
            <a:chExt cx="9177947" cy="4737094"/>
          </a:xfrm>
        </p:grpSpPr>
        <p:sp>
          <p:nvSpPr>
            <p:cNvPr id="176" name="Google Shape;176;p6"/>
            <p:cNvSpPr/>
            <p:nvPr/>
          </p:nvSpPr>
          <p:spPr>
            <a:xfrm>
              <a:off x="7132742" y="2"/>
              <a:ext cx="1612254" cy="1208486"/>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6"/>
            <p:cNvSpPr/>
            <p:nvPr/>
          </p:nvSpPr>
          <p:spPr>
            <a:xfrm rot="10800000">
              <a:off x="-9513" y="3652041"/>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6"/>
            <p:cNvSpPr/>
            <p:nvPr/>
          </p:nvSpPr>
          <p:spPr>
            <a:xfrm>
              <a:off x="7972352" y="1381124"/>
              <a:ext cx="1196082" cy="1134709"/>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accent2"/>
        </a:solidFill>
      </p:bgPr>
    </p:bg>
    <p:spTree>
      <p:nvGrpSpPr>
        <p:cNvPr id="179" name="Shape 179"/>
        <p:cNvGrpSpPr/>
        <p:nvPr/>
      </p:nvGrpSpPr>
      <p:grpSpPr>
        <a:xfrm>
          <a:off x="0" y="0"/>
          <a:ext cx="0" cy="0"/>
          <a:chOff x="0" y="0"/>
          <a:chExt cx="0" cy="0"/>
        </a:xfrm>
      </p:grpSpPr>
      <p:sp>
        <p:nvSpPr>
          <p:cNvPr id="180" name="Google Shape;180;p7"/>
          <p:cNvSpPr txBox="1"/>
          <p:nvPr>
            <p:ph type="title"/>
          </p:nvPr>
        </p:nvSpPr>
        <p:spPr>
          <a:xfrm>
            <a:off x="992071" y="1521350"/>
            <a:ext cx="2649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solidFill>
                  <a:schemeClr val="accent5"/>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1" name="Google Shape;181;p7"/>
          <p:cNvSpPr txBox="1"/>
          <p:nvPr>
            <p:ph idx="1" type="subTitle"/>
          </p:nvPr>
        </p:nvSpPr>
        <p:spPr>
          <a:xfrm>
            <a:off x="949496" y="2215050"/>
            <a:ext cx="2907600" cy="7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2"/>
        </a:solidFill>
      </p:bgPr>
    </p:bg>
    <p:spTree>
      <p:nvGrpSpPr>
        <p:cNvPr id="182" name="Shape 182"/>
        <p:cNvGrpSpPr/>
        <p:nvPr/>
      </p:nvGrpSpPr>
      <p:grpSpPr>
        <a:xfrm>
          <a:off x="0" y="0"/>
          <a:ext cx="0" cy="0"/>
          <a:chOff x="0" y="0"/>
          <a:chExt cx="0" cy="0"/>
        </a:xfrm>
      </p:grpSpPr>
      <p:grpSp>
        <p:nvGrpSpPr>
          <p:cNvPr id="183" name="Google Shape;183;p8"/>
          <p:cNvGrpSpPr/>
          <p:nvPr/>
        </p:nvGrpSpPr>
        <p:grpSpPr>
          <a:xfrm>
            <a:off x="319043" y="283350"/>
            <a:ext cx="8505900" cy="4576800"/>
            <a:chOff x="319043" y="283350"/>
            <a:chExt cx="8505900" cy="4576800"/>
          </a:xfrm>
        </p:grpSpPr>
        <p:sp>
          <p:nvSpPr>
            <p:cNvPr id="184" name="Google Shape;184;p8"/>
            <p:cNvSpPr/>
            <p:nvPr/>
          </p:nvSpPr>
          <p:spPr>
            <a:xfrm flipH="1">
              <a:off x="319043" y="283350"/>
              <a:ext cx="8505900" cy="4576800"/>
            </a:xfrm>
            <a:prstGeom prst="roundRect">
              <a:avLst>
                <a:gd fmla="val 3396" name="adj"/>
              </a:avLst>
            </a:prstGeom>
            <a:solidFill>
              <a:schemeClr val="accent1"/>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8"/>
            <p:cNvSpPr/>
            <p:nvPr/>
          </p:nvSpPr>
          <p:spPr>
            <a:xfrm flipH="1" rot="10800000">
              <a:off x="694692" y="580875"/>
              <a:ext cx="7754700" cy="3981600"/>
            </a:xfrm>
            <a:prstGeom prst="roundRect">
              <a:avLst>
                <a:gd fmla="val 3396" name="adj"/>
              </a:avLst>
            </a:prstGeom>
            <a:solidFill>
              <a:schemeClr val="accent4"/>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8"/>
            <p:cNvSpPr/>
            <p:nvPr/>
          </p:nvSpPr>
          <p:spPr>
            <a:xfrm flipH="1">
              <a:off x="1289186" y="298550"/>
              <a:ext cx="1611114" cy="120209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8"/>
            <p:cNvSpPr/>
            <p:nvPr/>
          </p:nvSpPr>
          <p:spPr>
            <a:xfrm flipH="1">
              <a:off x="2162181" y="298550"/>
              <a:ext cx="1348069" cy="995345"/>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 name="Google Shape;188;p8"/>
          <p:cNvGrpSpPr/>
          <p:nvPr/>
        </p:nvGrpSpPr>
        <p:grpSpPr>
          <a:xfrm>
            <a:off x="4281415" y="375214"/>
            <a:ext cx="581170" cy="125403"/>
            <a:chOff x="4685288" y="186288"/>
            <a:chExt cx="419375" cy="90485"/>
          </a:xfrm>
        </p:grpSpPr>
        <p:sp>
          <p:nvSpPr>
            <p:cNvPr id="189" name="Google Shape;189;p8"/>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 name="Google Shape;190;p8"/>
            <p:cNvGrpSpPr/>
            <p:nvPr/>
          </p:nvGrpSpPr>
          <p:grpSpPr>
            <a:xfrm>
              <a:off x="4685288" y="186300"/>
              <a:ext cx="419375" cy="90473"/>
              <a:chOff x="4390000" y="182175"/>
              <a:chExt cx="419375" cy="90473"/>
            </a:xfrm>
          </p:grpSpPr>
          <p:sp>
            <p:nvSpPr>
              <p:cNvPr id="191" name="Google Shape;191;p8"/>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8"/>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3" name="Google Shape;193;p8"/>
          <p:cNvSpPr txBox="1"/>
          <p:nvPr>
            <p:ph type="title"/>
          </p:nvPr>
        </p:nvSpPr>
        <p:spPr>
          <a:xfrm>
            <a:off x="2046600" y="1414500"/>
            <a:ext cx="5050800" cy="23145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94" name="Shape 194"/>
        <p:cNvGrpSpPr/>
        <p:nvPr/>
      </p:nvGrpSpPr>
      <p:grpSpPr>
        <a:xfrm>
          <a:off x="0" y="0"/>
          <a:ext cx="0" cy="0"/>
          <a:chOff x="0" y="0"/>
          <a:chExt cx="0" cy="0"/>
        </a:xfrm>
      </p:grpSpPr>
      <p:grpSp>
        <p:nvGrpSpPr>
          <p:cNvPr id="195" name="Google Shape;195;p9"/>
          <p:cNvGrpSpPr/>
          <p:nvPr/>
        </p:nvGrpSpPr>
        <p:grpSpPr>
          <a:xfrm>
            <a:off x="-9513" y="-6"/>
            <a:ext cx="9177947" cy="5143519"/>
            <a:chOff x="-9513" y="-6"/>
            <a:chExt cx="9177947" cy="5143519"/>
          </a:xfrm>
        </p:grpSpPr>
        <p:sp>
          <p:nvSpPr>
            <p:cNvPr id="196" name="Google Shape;196;p9"/>
            <p:cNvSpPr/>
            <p:nvPr/>
          </p:nvSpPr>
          <p:spPr>
            <a:xfrm>
              <a:off x="319050" y="283350"/>
              <a:ext cx="8505900" cy="4576800"/>
            </a:xfrm>
            <a:prstGeom prst="roundRect">
              <a:avLst>
                <a:gd fmla="val 3396" name="adj"/>
              </a:avLst>
            </a:prstGeom>
            <a:solidFill>
              <a:schemeClr val="accent4"/>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9"/>
            <p:cNvSpPr/>
            <p:nvPr/>
          </p:nvSpPr>
          <p:spPr>
            <a:xfrm>
              <a:off x="7132742" y="2"/>
              <a:ext cx="1612254" cy="1208486"/>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9"/>
            <p:cNvSpPr/>
            <p:nvPr/>
          </p:nvSpPr>
          <p:spPr>
            <a:xfrm>
              <a:off x="6426313" y="-6"/>
              <a:ext cx="1250789" cy="93763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9"/>
            <p:cNvSpPr/>
            <p:nvPr/>
          </p:nvSpPr>
          <p:spPr>
            <a:xfrm>
              <a:off x="743298" y="3878776"/>
              <a:ext cx="1664900" cy="1264737"/>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9"/>
            <p:cNvSpPr/>
            <p:nvPr/>
          </p:nvSpPr>
          <p:spPr>
            <a:xfrm rot="10800000">
              <a:off x="-9513" y="3652041"/>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9"/>
            <p:cNvSpPr/>
            <p:nvPr/>
          </p:nvSpPr>
          <p:spPr>
            <a:xfrm rot="10800000">
              <a:off x="-9513" y="2774418"/>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9"/>
            <p:cNvSpPr/>
            <p:nvPr/>
          </p:nvSpPr>
          <p:spPr>
            <a:xfrm>
              <a:off x="7972352" y="1381124"/>
              <a:ext cx="1196082" cy="1134709"/>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 name="Google Shape;203;p9"/>
          <p:cNvSpPr txBox="1"/>
          <p:nvPr>
            <p:ph type="ctrTitle"/>
          </p:nvPr>
        </p:nvSpPr>
        <p:spPr>
          <a:xfrm>
            <a:off x="4969070" y="1686150"/>
            <a:ext cx="3441000" cy="426900"/>
          </a:xfrm>
          <a:prstGeom prst="rect">
            <a:avLst/>
          </a:prstGeom>
        </p:spPr>
        <p:txBody>
          <a:bodyPr anchorCtr="0" anchor="b" bIns="0" lIns="0" spcFirstLastPara="1" rIns="0" wrap="square" tIns="0">
            <a:noAutofit/>
          </a:bodyPr>
          <a:lstStyle>
            <a:lvl1pPr lvl="0" rtl="0">
              <a:spcBef>
                <a:spcPts val="0"/>
              </a:spcBef>
              <a:spcAft>
                <a:spcPts val="0"/>
              </a:spcAft>
              <a:buSzPts val="3000"/>
              <a:buNone/>
              <a:defRPr sz="3000">
                <a:solidFill>
                  <a:srgbClr val="00004D"/>
                </a:solidFill>
              </a:defRPr>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p:txBody>
      </p:sp>
      <p:grpSp>
        <p:nvGrpSpPr>
          <p:cNvPr id="204" name="Google Shape;204;p9"/>
          <p:cNvGrpSpPr/>
          <p:nvPr/>
        </p:nvGrpSpPr>
        <p:grpSpPr>
          <a:xfrm>
            <a:off x="4281415" y="75177"/>
            <a:ext cx="581170" cy="125403"/>
            <a:chOff x="4685288" y="186288"/>
            <a:chExt cx="419375" cy="90485"/>
          </a:xfrm>
        </p:grpSpPr>
        <p:sp>
          <p:nvSpPr>
            <p:cNvPr id="205" name="Google Shape;205;p9"/>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 name="Google Shape;206;p9"/>
            <p:cNvGrpSpPr/>
            <p:nvPr/>
          </p:nvGrpSpPr>
          <p:grpSpPr>
            <a:xfrm>
              <a:off x="4685288" y="186300"/>
              <a:ext cx="419375" cy="90473"/>
              <a:chOff x="4390000" y="182175"/>
              <a:chExt cx="419375" cy="90473"/>
            </a:xfrm>
          </p:grpSpPr>
          <p:sp>
            <p:nvSpPr>
              <p:cNvPr id="207" name="Google Shape;207;p9"/>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9"/>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9" name="Google Shape;209;p9"/>
          <p:cNvSpPr txBox="1"/>
          <p:nvPr>
            <p:ph idx="1" type="subTitle"/>
          </p:nvPr>
        </p:nvSpPr>
        <p:spPr>
          <a:xfrm>
            <a:off x="4876800" y="2313025"/>
            <a:ext cx="3029100" cy="122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solidFill>
                  <a:schemeClr val="accent5"/>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10" name="Shape 210"/>
        <p:cNvGrpSpPr/>
        <p:nvPr/>
      </p:nvGrpSpPr>
      <p:grpSpPr>
        <a:xfrm>
          <a:off x="0" y="0"/>
          <a:ext cx="0" cy="0"/>
          <a:chOff x="0" y="0"/>
          <a:chExt cx="0" cy="0"/>
        </a:xfrm>
      </p:grpSpPr>
      <p:sp>
        <p:nvSpPr>
          <p:cNvPr id="211" name="Google Shape;211;p10"/>
          <p:cNvSpPr txBox="1"/>
          <p:nvPr>
            <p:ph type="ctrTitle"/>
          </p:nvPr>
        </p:nvSpPr>
        <p:spPr>
          <a:xfrm>
            <a:off x="712850" y="539500"/>
            <a:ext cx="4278300" cy="1173600"/>
          </a:xfrm>
          <a:prstGeom prst="rect">
            <a:avLst/>
          </a:prstGeom>
        </p:spPr>
        <p:txBody>
          <a:bodyPr anchorCtr="0" anchor="b" bIns="0" lIns="0" spcFirstLastPara="1" rIns="0" wrap="square" tIns="0">
            <a:noAutofit/>
          </a:bodyPr>
          <a:lstStyle>
            <a:lvl1pPr lvl="0" rtl="0">
              <a:spcBef>
                <a:spcPts val="0"/>
              </a:spcBef>
              <a:spcAft>
                <a:spcPts val="0"/>
              </a:spcAft>
              <a:buSzPts val="3000"/>
              <a:buNone/>
              <a:defRPr sz="2400">
                <a:solidFill>
                  <a:schemeClr val="accent5"/>
                </a:solidFill>
              </a:defRPr>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2"/>
        </a:solidFill>
      </p:bgPr>
    </p:bg>
    <p:spTree>
      <p:nvGrpSpPr>
        <p:cNvPr id="212" name="Shape 212"/>
        <p:cNvGrpSpPr/>
        <p:nvPr/>
      </p:nvGrpSpPr>
      <p:grpSpPr>
        <a:xfrm>
          <a:off x="0" y="0"/>
          <a:ext cx="0" cy="0"/>
          <a:chOff x="0" y="0"/>
          <a:chExt cx="0" cy="0"/>
        </a:xfrm>
      </p:grpSpPr>
      <p:grpSp>
        <p:nvGrpSpPr>
          <p:cNvPr id="213" name="Google Shape;213;p11"/>
          <p:cNvGrpSpPr/>
          <p:nvPr/>
        </p:nvGrpSpPr>
        <p:grpSpPr>
          <a:xfrm>
            <a:off x="319043" y="283350"/>
            <a:ext cx="8505900" cy="4576800"/>
            <a:chOff x="319043" y="283350"/>
            <a:chExt cx="8505900" cy="4576800"/>
          </a:xfrm>
        </p:grpSpPr>
        <p:sp>
          <p:nvSpPr>
            <p:cNvPr id="214" name="Google Shape;214;p11"/>
            <p:cNvSpPr/>
            <p:nvPr/>
          </p:nvSpPr>
          <p:spPr>
            <a:xfrm flipH="1">
              <a:off x="319043" y="283350"/>
              <a:ext cx="8505900" cy="4576800"/>
            </a:xfrm>
            <a:prstGeom prst="roundRect">
              <a:avLst>
                <a:gd fmla="val 3396" name="adj"/>
              </a:avLst>
            </a:prstGeom>
            <a:solidFill>
              <a:schemeClr val="accent1"/>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1"/>
            <p:cNvSpPr/>
            <p:nvPr/>
          </p:nvSpPr>
          <p:spPr>
            <a:xfrm flipH="1" rot="10800000">
              <a:off x="694692" y="580875"/>
              <a:ext cx="7754700" cy="3981600"/>
            </a:xfrm>
            <a:prstGeom prst="roundRect">
              <a:avLst>
                <a:gd fmla="val 3396" name="adj"/>
              </a:avLst>
            </a:prstGeom>
            <a:solidFill>
              <a:schemeClr val="accent4"/>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1"/>
            <p:cNvSpPr/>
            <p:nvPr/>
          </p:nvSpPr>
          <p:spPr>
            <a:xfrm flipH="1">
              <a:off x="1289186" y="298550"/>
              <a:ext cx="1611114" cy="120209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1"/>
            <p:cNvSpPr/>
            <p:nvPr/>
          </p:nvSpPr>
          <p:spPr>
            <a:xfrm flipH="1">
              <a:off x="2162181" y="298550"/>
              <a:ext cx="1348069" cy="995345"/>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 name="Google Shape;218;p11"/>
          <p:cNvGrpSpPr/>
          <p:nvPr/>
        </p:nvGrpSpPr>
        <p:grpSpPr>
          <a:xfrm>
            <a:off x="4281415" y="375214"/>
            <a:ext cx="581170" cy="125403"/>
            <a:chOff x="4685288" y="186288"/>
            <a:chExt cx="419375" cy="90485"/>
          </a:xfrm>
        </p:grpSpPr>
        <p:sp>
          <p:nvSpPr>
            <p:cNvPr id="219" name="Google Shape;219;p11"/>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 name="Google Shape;220;p11"/>
            <p:cNvGrpSpPr/>
            <p:nvPr/>
          </p:nvGrpSpPr>
          <p:grpSpPr>
            <a:xfrm>
              <a:off x="4685288" y="186300"/>
              <a:ext cx="419375" cy="90473"/>
              <a:chOff x="4390000" y="182175"/>
              <a:chExt cx="419375" cy="90473"/>
            </a:xfrm>
          </p:grpSpPr>
          <p:sp>
            <p:nvSpPr>
              <p:cNvPr id="221" name="Google Shape;221;p11"/>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1"/>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3" name="Google Shape;223;p11"/>
          <p:cNvSpPr/>
          <p:nvPr/>
        </p:nvSpPr>
        <p:spPr>
          <a:xfrm flipH="1" rot="10800000">
            <a:off x="6388800" y="3636168"/>
            <a:ext cx="1611114" cy="1209957"/>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1"/>
          <p:cNvSpPr/>
          <p:nvPr/>
        </p:nvSpPr>
        <p:spPr>
          <a:xfrm flipH="1" rot="10800000">
            <a:off x="5778850" y="3842942"/>
            <a:ext cx="1348069" cy="1004358"/>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1"/>
          <p:cNvSpPr txBox="1"/>
          <p:nvPr>
            <p:ph hasCustomPrompt="1" type="title"/>
          </p:nvPr>
        </p:nvSpPr>
        <p:spPr>
          <a:xfrm>
            <a:off x="1057200" y="1106125"/>
            <a:ext cx="7029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8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226" name="Google Shape;226;p11"/>
          <p:cNvSpPr txBox="1"/>
          <p:nvPr>
            <p:ph idx="1" type="subTitle"/>
          </p:nvPr>
        </p:nvSpPr>
        <p:spPr>
          <a:xfrm>
            <a:off x="1284000" y="3069625"/>
            <a:ext cx="65760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160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27" name="Shape 22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3">
    <p:spTree>
      <p:nvGrpSpPr>
        <p:cNvPr id="228" name="Shape 228"/>
        <p:cNvGrpSpPr/>
        <p:nvPr/>
      </p:nvGrpSpPr>
      <p:grpSpPr>
        <a:xfrm>
          <a:off x="0" y="0"/>
          <a:ext cx="0" cy="0"/>
          <a:chOff x="0" y="0"/>
          <a:chExt cx="0" cy="0"/>
        </a:xfrm>
      </p:grpSpPr>
      <p:grpSp>
        <p:nvGrpSpPr>
          <p:cNvPr id="229" name="Google Shape;229;p13"/>
          <p:cNvGrpSpPr/>
          <p:nvPr/>
        </p:nvGrpSpPr>
        <p:grpSpPr>
          <a:xfrm>
            <a:off x="-9513" y="-6"/>
            <a:ext cx="9177947" cy="5143519"/>
            <a:chOff x="-9513" y="-6"/>
            <a:chExt cx="9177947" cy="5143519"/>
          </a:xfrm>
        </p:grpSpPr>
        <p:sp>
          <p:nvSpPr>
            <p:cNvPr id="230" name="Google Shape;230;p13"/>
            <p:cNvSpPr/>
            <p:nvPr/>
          </p:nvSpPr>
          <p:spPr>
            <a:xfrm>
              <a:off x="319050" y="283350"/>
              <a:ext cx="8505900" cy="4576800"/>
            </a:xfrm>
            <a:prstGeom prst="roundRect">
              <a:avLst>
                <a:gd fmla="val 3396" name="adj"/>
              </a:avLst>
            </a:prstGeom>
            <a:solidFill>
              <a:schemeClr val="accent4"/>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3"/>
            <p:cNvSpPr/>
            <p:nvPr/>
          </p:nvSpPr>
          <p:spPr>
            <a:xfrm flipH="1">
              <a:off x="109125" y="2"/>
              <a:ext cx="1612254" cy="1208486"/>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3"/>
            <p:cNvSpPr/>
            <p:nvPr/>
          </p:nvSpPr>
          <p:spPr>
            <a:xfrm flipH="1">
              <a:off x="1100819" y="-6"/>
              <a:ext cx="1250789" cy="93763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3"/>
            <p:cNvSpPr/>
            <p:nvPr/>
          </p:nvSpPr>
          <p:spPr>
            <a:xfrm flipH="1">
              <a:off x="6750722" y="3878776"/>
              <a:ext cx="1664900" cy="1264737"/>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3"/>
            <p:cNvSpPr/>
            <p:nvPr/>
          </p:nvSpPr>
          <p:spPr>
            <a:xfrm flipH="1" rot="10800000">
              <a:off x="8024650" y="2432841"/>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3"/>
            <p:cNvSpPr/>
            <p:nvPr/>
          </p:nvSpPr>
          <p:spPr>
            <a:xfrm flipH="1" rot="10800000">
              <a:off x="8024650" y="259818"/>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3"/>
            <p:cNvSpPr/>
            <p:nvPr/>
          </p:nvSpPr>
          <p:spPr>
            <a:xfrm flipH="1">
              <a:off x="-9513" y="2600324"/>
              <a:ext cx="1196082" cy="1134709"/>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 name="Google Shape;237;p13"/>
          <p:cNvGrpSpPr/>
          <p:nvPr/>
        </p:nvGrpSpPr>
        <p:grpSpPr>
          <a:xfrm>
            <a:off x="4281415" y="75177"/>
            <a:ext cx="581170" cy="125403"/>
            <a:chOff x="4685288" y="186288"/>
            <a:chExt cx="419375" cy="90485"/>
          </a:xfrm>
        </p:grpSpPr>
        <p:sp>
          <p:nvSpPr>
            <p:cNvPr id="238" name="Google Shape;238;p13"/>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 name="Google Shape;239;p13"/>
            <p:cNvGrpSpPr/>
            <p:nvPr/>
          </p:nvGrpSpPr>
          <p:grpSpPr>
            <a:xfrm>
              <a:off x="4685288" y="186300"/>
              <a:ext cx="419375" cy="90473"/>
              <a:chOff x="4390000" y="182175"/>
              <a:chExt cx="419375" cy="90473"/>
            </a:xfrm>
          </p:grpSpPr>
          <p:sp>
            <p:nvSpPr>
              <p:cNvPr id="240" name="Google Shape;240;p13"/>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3"/>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2" name="Google Shape;242;p13"/>
          <p:cNvSpPr txBox="1"/>
          <p:nvPr>
            <p:ph idx="1" type="subTitle"/>
          </p:nvPr>
        </p:nvSpPr>
        <p:spPr>
          <a:xfrm>
            <a:off x="1454213" y="2117745"/>
            <a:ext cx="23676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solidFill>
                  <a:schemeClr val="accent5"/>
                </a:solidFill>
              </a:defRPr>
            </a:lvl1pPr>
            <a:lvl2pPr lvl="1" rtl="0" algn="ctr">
              <a:lnSpc>
                <a:spcPct val="100000"/>
              </a:lnSpc>
              <a:spcBef>
                <a:spcPts val="0"/>
              </a:spcBef>
              <a:spcAft>
                <a:spcPts val="0"/>
              </a:spcAft>
              <a:buNone/>
              <a:defRPr sz="1600">
                <a:solidFill>
                  <a:schemeClr val="accent5"/>
                </a:solidFill>
              </a:defRPr>
            </a:lvl2pPr>
            <a:lvl3pPr lvl="2" rtl="0" algn="ctr">
              <a:lnSpc>
                <a:spcPct val="100000"/>
              </a:lnSpc>
              <a:spcBef>
                <a:spcPts val="0"/>
              </a:spcBef>
              <a:spcAft>
                <a:spcPts val="0"/>
              </a:spcAft>
              <a:buNone/>
              <a:defRPr sz="1600">
                <a:solidFill>
                  <a:schemeClr val="accent5"/>
                </a:solidFill>
              </a:defRPr>
            </a:lvl3pPr>
            <a:lvl4pPr lvl="3" rtl="0" algn="ctr">
              <a:lnSpc>
                <a:spcPct val="100000"/>
              </a:lnSpc>
              <a:spcBef>
                <a:spcPts val="0"/>
              </a:spcBef>
              <a:spcAft>
                <a:spcPts val="0"/>
              </a:spcAft>
              <a:buNone/>
              <a:defRPr sz="1600">
                <a:solidFill>
                  <a:schemeClr val="accent5"/>
                </a:solidFill>
              </a:defRPr>
            </a:lvl4pPr>
            <a:lvl5pPr lvl="4" rtl="0" algn="ctr">
              <a:lnSpc>
                <a:spcPct val="100000"/>
              </a:lnSpc>
              <a:spcBef>
                <a:spcPts val="0"/>
              </a:spcBef>
              <a:spcAft>
                <a:spcPts val="0"/>
              </a:spcAft>
              <a:buNone/>
              <a:defRPr sz="1600">
                <a:solidFill>
                  <a:schemeClr val="accent5"/>
                </a:solidFill>
              </a:defRPr>
            </a:lvl5pPr>
            <a:lvl6pPr lvl="5" rtl="0" algn="ctr">
              <a:lnSpc>
                <a:spcPct val="100000"/>
              </a:lnSpc>
              <a:spcBef>
                <a:spcPts val="0"/>
              </a:spcBef>
              <a:spcAft>
                <a:spcPts val="0"/>
              </a:spcAft>
              <a:buNone/>
              <a:defRPr sz="1600">
                <a:solidFill>
                  <a:schemeClr val="accent5"/>
                </a:solidFill>
              </a:defRPr>
            </a:lvl6pPr>
            <a:lvl7pPr lvl="6" rtl="0" algn="ctr">
              <a:lnSpc>
                <a:spcPct val="100000"/>
              </a:lnSpc>
              <a:spcBef>
                <a:spcPts val="0"/>
              </a:spcBef>
              <a:spcAft>
                <a:spcPts val="0"/>
              </a:spcAft>
              <a:buNone/>
              <a:defRPr sz="1600">
                <a:solidFill>
                  <a:schemeClr val="accent5"/>
                </a:solidFill>
              </a:defRPr>
            </a:lvl7pPr>
            <a:lvl8pPr lvl="7" rtl="0" algn="ctr">
              <a:lnSpc>
                <a:spcPct val="100000"/>
              </a:lnSpc>
              <a:spcBef>
                <a:spcPts val="0"/>
              </a:spcBef>
              <a:spcAft>
                <a:spcPts val="0"/>
              </a:spcAft>
              <a:buNone/>
              <a:defRPr sz="1600">
                <a:solidFill>
                  <a:schemeClr val="accent5"/>
                </a:solidFill>
              </a:defRPr>
            </a:lvl8pPr>
            <a:lvl9pPr lvl="8" rtl="0" algn="ctr">
              <a:lnSpc>
                <a:spcPct val="100000"/>
              </a:lnSpc>
              <a:spcBef>
                <a:spcPts val="0"/>
              </a:spcBef>
              <a:spcAft>
                <a:spcPts val="0"/>
              </a:spcAft>
              <a:buNone/>
              <a:defRPr sz="1600">
                <a:solidFill>
                  <a:schemeClr val="accent5"/>
                </a:solidFill>
              </a:defRPr>
            </a:lvl9pPr>
          </a:lstStyle>
          <a:p/>
        </p:txBody>
      </p:sp>
      <p:sp>
        <p:nvSpPr>
          <p:cNvPr id="243" name="Google Shape;243;p13"/>
          <p:cNvSpPr txBox="1"/>
          <p:nvPr>
            <p:ph idx="2" type="subTitle"/>
          </p:nvPr>
        </p:nvSpPr>
        <p:spPr>
          <a:xfrm>
            <a:off x="5322225" y="2127834"/>
            <a:ext cx="23676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solidFill>
                  <a:schemeClr val="accent5"/>
                </a:solidFill>
              </a:defRPr>
            </a:lvl1pPr>
            <a:lvl2pPr lvl="1" rtl="0" algn="ctr">
              <a:lnSpc>
                <a:spcPct val="100000"/>
              </a:lnSpc>
              <a:spcBef>
                <a:spcPts val="0"/>
              </a:spcBef>
              <a:spcAft>
                <a:spcPts val="0"/>
              </a:spcAft>
              <a:buNone/>
              <a:defRPr sz="1600">
                <a:solidFill>
                  <a:schemeClr val="accent5"/>
                </a:solidFill>
              </a:defRPr>
            </a:lvl2pPr>
            <a:lvl3pPr lvl="2" rtl="0" algn="ctr">
              <a:lnSpc>
                <a:spcPct val="100000"/>
              </a:lnSpc>
              <a:spcBef>
                <a:spcPts val="0"/>
              </a:spcBef>
              <a:spcAft>
                <a:spcPts val="0"/>
              </a:spcAft>
              <a:buNone/>
              <a:defRPr sz="1600">
                <a:solidFill>
                  <a:schemeClr val="accent5"/>
                </a:solidFill>
              </a:defRPr>
            </a:lvl3pPr>
            <a:lvl4pPr lvl="3" rtl="0" algn="ctr">
              <a:lnSpc>
                <a:spcPct val="100000"/>
              </a:lnSpc>
              <a:spcBef>
                <a:spcPts val="0"/>
              </a:spcBef>
              <a:spcAft>
                <a:spcPts val="0"/>
              </a:spcAft>
              <a:buNone/>
              <a:defRPr sz="1600">
                <a:solidFill>
                  <a:schemeClr val="accent5"/>
                </a:solidFill>
              </a:defRPr>
            </a:lvl4pPr>
            <a:lvl5pPr lvl="4" rtl="0" algn="ctr">
              <a:lnSpc>
                <a:spcPct val="100000"/>
              </a:lnSpc>
              <a:spcBef>
                <a:spcPts val="0"/>
              </a:spcBef>
              <a:spcAft>
                <a:spcPts val="0"/>
              </a:spcAft>
              <a:buNone/>
              <a:defRPr sz="1600">
                <a:solidFill>
                  <a:schemeClr val="accent5"/>
                </a:solidFill>
              </a:defRPr>
            </a:lvl5pPr>
            <a:lvl6pPr lvl="5" rtl="0" algn="ctr">
              <a:lnSpc>
                <a:spcPct val="100000"/>
              </a:lnSpc>
              <a:spcBef>
                <a:spcPts val="0"/>
              </a:spcBef>
              <a:spcAft>
                <a:spcPts val="0"/>
              </a:spcAft>
              <a:buNone/>
              <a:defRPr sz="1600">
                <a:solidFill>
                  <a:schemeClr val="accent5"/>
                </a:solidFill>
              </a:defRPr>
            </a:lvl6pPr>
            <a:lvl7pPr lvl="6" rtl="0" algn="ctr">
              <a:lnSpc>
                <a:spcPct val="100000"/>
              </a:lnSpc>
              <a:spcBef>
                <a:spcPts val="0"/>
              </a:spcBef>
              <a:spcAft>
                <a:spcPts val="0"/>
              </a:spcAft>
              <a:buNone/>
              <a:defRPr sz="1600">
                <a:solidFill>
                  <a:schemeClr val="accent5"/>
                </a:solidFill>
              </a:defRPr>
            </a:lvl7pPr>
            <a:lvl8pPr lvl="7" rtl="0" algn="ctr">
              <a:lnSpc>
                <a:spcPct val="100000"/>
              </a:lnSpc>
              <a:spcBef>
                <a:spcPts val="0"/>
              </a:spcBef>
              <a:spcAft>
                <a:spcPts val="0"/>
              </a:spcAft>
              <a:buNone/>
              <a:defRPr sz="1600">
                <a:solidFill>
                  <a:schemeClr val="accent5"/>
                </a:solidFill>
              </a:defRPr>
            </a:lvl8pPr>
            <a:lvl9pPr lvl="8" rtl="0" algn="ctr">
              <a:lnSpc>
                <a:spcPct val="100000"/>
              </a:lnSpc>
              <a:spcBef>
                <a:spcPts val="0"/>
              </a:spcBef>
              <a:spcAft>
                <a:spcPts val="0"/>
              </a:spcAft>
              <a:buNone/>
              <a:defRPr sz="1600">
                <a:solidFill>
                  <a:schemeClr val="accent5"/>
                </a:solidFill>
              </a:defRPr>
            </a:lvl9pPr>
          </a:lstStyle>
          <a:p/>
        </p:txBody>
      </p:sp>
      <p:sp>
        <p:nvSpPr>
          <p:cNvPr id="244" name="Google Shape;244;p13"/>
          <p:cNvSpPr txBox="1"/>
          <p:nvPr>
            <p:ph hasCustomPrompt="1" type="title"/>
          </p:nvPr>
        </p:nvSpPr>
        <p:spPr>
          <a:xfrm>
            <a:off x="2270363" y="1392503"/>
            <a:ext cx="735300" cy="387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sz="3000">
                <a:solidFill>
                  <a:schemeClr val="accent3"/>
                </a:solidFill>
              </a:defRPr>
            </a:lvl1pPr>
            <a:lvl2pPr lvl="1" rtl="0" algn="ctr">
              <a:spcBef>
                <a:spcPts val="0"/>
              </a:spcBef>
              <a:spcAft>
                <a:spcPts val="0"/>
              </a:spcAft>
              <a:buClr>
                <a:schemeClr val="lt1"/>
              </a:buClr>
              <a:buSzPts val="2800"/>
              <a:buNone/>
              <a:defRPr>
                <a:solidFill>
                  <a:schemeClr val="lt1"/>
                </a:solidFill>
              </a:defRPr>
            </a:lvl2pPr>
            <a:lvl3pPr lvl="2" rtl="0" algn="ctr">
              <a:spcBef>
                <a:spcPts val="0"/>
              </a:spcBef>
              <a:spcAft>
                <a:spcPts val="0"/>
              </a:spcAft>
              <a:buClr>
                <a:schemeClr val="lt1"/>
              </a:buClr>
              <a:buSzPts val="2800"/>
              <a:buNone/>
              <a:defRPr>
                <a:solidFill>
                  <a:schemeClr val="lt1"/>
                </a:solidFill>
              </a:defRPr>
            </a:lvl3pPr>
            <a:lvl4pPr lvl="3" rtl="0" algn="ctr">
              <a:spcBef>
                <a:spcPts val="0"/>
              </a:spcBef>
              <a:spcAft>
                <a:spcPts val="0"/>
              </a:spcAft>
              <a:buClr>
                <a:schemeClr val="lt1"/>
              </a:buClr>
              <a:buSzPts val="2800"/>
              <a:buNone/>
              <a:defRPr>
                <a:solidFill>
                  <a:schemeClr val="lt1"/>
                </a:solidFill>
              </a:defRPr>
            </a:lvl4pPr>
            <a:lvl5pPr lvl="4" rtl="0" algn="ctr">
              <a:spcBef>
                <a:spcPts val="0"/>
              </a:spcBef>
              <a:spcAft>
                <a:spcPts val="0"/>
              </a:spcAft>
              <a:buClr>
                <a:schemeClr val="lt1"/>
              </a:buClr>
              <a:buSzPts val="2800"/>
              <a:buNone/>
              <a:defRPr>
                <a:solidFill>
                  <a:schemeClr val="lt1"/>
                </a:solidFill>
              </a:defRPr>
            </a:lvl5pPr>
            <a:lvl6pPr lvl="5" rtl="0" algn="ctr">
              <a:spcBef>
                <a:spcPts val="0"/>
              </a:spcBef>
              <a:spcAft>
                <a:spcPts val="0"/>
              </a:spcAft>
              <a:buClr>
                <a:schemeClr val="lt1"/>
              </a:buClr>
              <a:buSzPts val="2800"/>
              <a:buNone/>
              <a:defRPr>
                <a:solidFill>
                  <a:schemeClr val="lt1"/>
                </a:solidFill>
              </a:defRPr>
            </a:lvl6pPr>
            <a:lvl7pPr lvl="6" rtl="0" algn="ctr">
              <a:spcBef>
                <a:spcPts val="0"/>
              </a:spcBef>
              <a:spcAft>
                <a:spcPts val="0"/>
              </a:spcAft>
              <a:buClr>
                <a:schemeClr val="lt1"/>
              </a:buClr>
              <a:buSzPts val="2800"/>
              <a:buNone/>
              <a:defRPr>
                <a:solidFill>
                  <a:schemeClr val="lt1"/>
                </a:solidFill>
              </a:defRPr>
            </a:lvl7pPr>
            <a:lvl8pPr lvl="7" rtl="0" algn="ctr">
              <a:spcBef>
                <a:spcPts val="0"/>
              </a:spcBef>
              <a:spcAft>
                <a:spcPts val="0"/>
              </a:spcAft>
              <a:buClr>
                <a:schemeClr val="lt1"/>
              </a:buClr>
              <a:buSzPts val="2800"/>
              <a:buNone/>
              <a:defRPr>
                <a:solidFill>
                  <a:schemeClr val="lt1"/>
                </a:solidFill>
              </a:defRPr>
            </a:lvl8pPr>
            <a:lvl9pPr lvl="8" rtl="0" algn="ctr">
              <a:spcBef>
                <a:spcPts val="0"/>
              </a:spcBef>
              <a:spcAft>
                <a:spcPts val="0"/>
              </a:spcAft>
              <a:buClr>
                <a:schemeClr val="lt1"/>
              </a:buClr>
              <a:buSzPts val="2800"/>
              <a:buNone/>
              <a:defRPr>
                <a:solidFill>
                  <a:schemeClr val="lt1"/>
                </a:solidFill>
              </a:defRPr>
            </a:lvl9pPr>
          </a:lstStyle>
          <a:p>
            <a:r>
              <a:t>xx%</a:t>
            </a:r>
          </a:p>
        </p:txBody>
      </p:sp>
      <p:sp>
        <p:nvSpPr>
          <p:cNvPr id="245" name="Google Shape;245;p13"/>
          <p:cNvSpPr txBox="1"/>
          <p:nvPr>
            <p:ph hasCustomPrompt="1" idx="3" type="title"/>
          </p:nvPr>
        </p:nvSpPr>
        <p:spPr>
          <a:xfrm>
            <a:off x="6130262" y="1393328"/>
            <a:ext cx="735300" cy="387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sz="3000">
                <a:solidFill>
                  <a:schemeClr val="accent3"/>
                </a:solidFill>
              </a:defRPr>
            </a:lvl1pPr>
            <a:lvl2pPr lvl="1" rtl="0" algn="ctr">
              <a:spcBef>
                <a:spcPts val="0"/>
              </a:spcBef>
              <a:spcAft>
                <a:spcPts val="0"/>
              </a:spcAft>
              <a:buClr>
                <a:schemeClr val="lt1"/>
              </a:buClr>
              <a:buSzPts val="2800"/>
              <a:buNone/>
              <a:defRPr>
                <a:solidFill>
                  <a:schemeClr val="lt1"/>
                </a:solidFill>
              </a:defRPr>
            </a:lvl2pPr>
            <a:lvl3pPr lvl="2" rtl="0" algn="ctr">
              <a:spcBef>
                <a:spcPts val="0"/>
              </a:spcBef>
              <a:spcAft>
                <a:spcPts val="0"/>
              </a:spcAft>
              <a:buClr>
                <a:schemeClr val="lt1"/>
              </a:buClr>
              <a:buSzPts val="2800"/>
              <a:buNone/>
              <a:defRPr>
                <a:solidFill>
                  <a:schemeClr val="lt1"/>
                </a:solidFill>
              </a:defRPr>
            </a:lvl3pPr>
            <a:lvl4pPr lvl="3" rtl="0" algn="ctr">
              <a:spcBef>
                <a:spcPts val="0"/>
              </a:spcBef>
              <a:spcAft>
                <a:spcPts val="0"/>
              </a:spcAft>
              <a:buClr>
                <a:schemeClr val="lt1"/>
              </a:buClr>
              <a:buSzPts val="2800"/>
              <a:buNone/>
              <a:defRPr>
                <a:solidFill>
                  <a:schemeClr val="lt1"/>
                </a:solidFill>
              </a:defRPr>
            </a:lvl4pPr>
            <a:lvl5pPr lvl="4" rtl="0" algn="ctr">
              <a:spcBef>
                <a:spcPts val="0"/>
              </a:spcBef>
              <a:spcAft>
                <a:spcPts val="0"/>
              </a:spcAft>
              <a:buClr>
                <a:schemeClr val="lt1"/>
              </a:buClr>
              <a:buSzPts val="2800"/>
              <a:buNone/>
              <a:defRPr>
                <a:solidFill>
                  <a:schemeClr val="lt1"/>
                </a:solidFill>
              </a:defRPr>
            </a:lvl5pPr>
            <a:lvl6pPr lvl="5" rtl="0" algn="ctr">
              <a:spcBef>
                <a:spcPts val="0"/>
              </a:spcBef>
              <a:spcAft>
                <a:spcPts val="0"/>
              </a:spcAft>
              <a:buClr>
                <a:schemeClr val="lt1"/>
              </a:buClr>
              <a:buSzPts val="2800"/>
              <a:buNone/>
              <a:defRPr>
                <a:solidFill>
                  <a:schemeClr val="lt1"/>
                </a:solidFill>
              </a:defRPr>
            </a:lvl6pPr>
            <a:lvl7pPr lvl="6" rtl="0" algn="ctr">
              <a:spcBef>
                <a:spcPts val="0"/>
              </a:spcBef>
              <a:spcAft>
                <a:spcPts val="0"/>
              </a:spcAft>
              <a:buClr>
                <a:schemeClr val="lt1"/>
              </a:buClr>
              <a:buSzPts val="2800"/>
              <a:buNone/>
              <a:defRPr>
                <a:solidFill>
                  <a:schemeClr val="lt1"/>
                </a:solidFill>
              </a:defRPr>
            </a:lvl7pPr>
            <a:lvl8pPr lvl="7" rtl="0" algn="ctr">
              <a:spcBef>
                <a:spcPts val="0"/>
              </a:spcBef>
              <a:spcAft>
                <a:spcPts val="0"/>
              </a:spcAft>
              <a:buClr>
                <a:schemeClr val="lt1"/>
              </a:buClr>
              <a:buSzPts val="2800"/>
              <a:buNone/>
              <a:defRPr>
                <a:solidFill>
                  <a:schemeClr val="lt1"/>
                </a:solidFill>
              </a:defRPr>
            </a:lvl8pPr>
            <a:lvl9pPr lvl="8" rtl="0" algn="ctr">
              <a:spcBef>
                <a:spcPts val="0"/>
              </a:spcBef>
              <a:spcAft>
                <a:spcPts val="0"/>
              </a:spcAft>
              <a:buClr>
                <a:schemeClr val="lt1"/>
              </a:buClr>
              <a:buSzPts val="2800"/>
              <a:buNone/>
              <a:defRPr>
                <a:solidFill>
                  <a:schemeClr val="lt1"/>
                </a:solidFill>
              </a:defRPr>
            </a:lvl9pPr>
          </a:lstStyle>
          <a:p>
            <a:r>
              <a:t>xx%</a:t>
            </a:r>
          </a:p>
        </p:txBody>
      </p:sp>
      <p:sp>
        <p:nvSpPr>
          <p:cNvPr id="246" name="Google Shape;246;p13"/>
          <p:cNvSpPr txBox="1"/>
          <p:nvPr>
            <p:ph idx="4" type="subTitle"/>
          </p:nvPr>
        </p:nvSpPr>
        <p:spPr>
          <a:xfrm>
            <a:off x="1009425" y="1809973"/>
            <a:ext cx="3257100" cy="388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1800">
                <a:solidFill>
                  <a:schemeClr val="accent5"/>
                </a:solidFill>
                <a:latin typeface="Aldrich"/>
                <a:ea typeface="Aldrich"/>
                <a:cs typeface="Aldrich"/>
                <a:sym typeface="Aldrich"/>
              </a:defRPr>
            </a:lvl1pPr>
            <a:lvl2pPr lvl="1" rtl="0" algn="ctr">
              <a:lnSpc>
                <a:spcPct val="100000"/>
              </a:lnSpc>
              <a:spcBef>
                <a:spcPts val="0"/>
              </a:spcBef>
              <a:spcAft>
                <a:spcPts val="0"/>
              </a:spcAft>
              <a:buNone/>
              <a:defRPr b="1" sz="1800">
                <a:solidFill>
                  <a:schemeClr val="accent5"/>
                </a:solidFill>
                <a:latin typeface="Aldrich"/>
                <a:ea typeface="Aldrich"/>
                <a:cs typeface="Aldrich"/>
                <a:sym typeface="Aldrich"/>
              </a:defRPr>
            </a:lvl2pPr>
            <a:lvl3pPr lvl="2" rtl="0" algn="ctr">
              <a:lnSpc>
                <a:spcPct val="100000"/>
              </a:lnSpc>
              <a:spcBef>
                <a:spcPts val="0"/>
              </a:spcBef>
              <a:spcAft>
                <a:spcPts val="0"/>
              </a:spcAft>
              <a:buNone/>
              <a:defRPr b="1" sz="1800">
                <a:solidFill>
                  <a:schemeClr val="accent5"/>
                </a:solidFill>
                <a:latin typeface="Aldrich"/>
                <a:ea typeface="Aldrich"/>
                <a:cs typeface="Aldrich"/>
                <a:sym typeface="Aldrich"/>
              </a:defRPr>
            </a:lvl3pPr>
            <a:lvl4pPr lvl="3" rtl="0" algn="ctr">
              <a:lnSpc>
                <a:spcPct val="100000"/>
              </a:lnSpc>
              <a:spcBef>
                <a:spcPts val="0"/>
              </a:spcBef>
              <a:spcAft>
                <a:spcPts val="0"/>
              </a:spcAft>
              <a:buNone/>
              <a:defRPr b="1" sz="1800">
                <a:solidFill>
                  <a:schemeClr val="accent5"/>
                </a:solidFill>
                <a:latin typeface="Aldrich"/>
                <a:ea typeface="Aldrich"/>
                <a:cs typeface="Aldrich"/>
                <a:sym typeface="Aldrich"/>
              </a:defRPr>
            </a:lvl4pPr>
            <a:lvl5pPr lvl="4" rtl="0" algn="ctr">
              <a:lnSpc>
                <a:spcPct val="100000"/>
              </a:lnSpc>
              <a:spcBef>
                <a:spcPts val="0"/>
              </a:spcBef>
              <a:spcAft>
                <a:spcPts val="0"/>
              </a:spcAft>
              <a:buNone/>
              <a:defRPr b="1" sz="1800">
                <a:solidFill>
                  <a:schemeClr val="accent5"/>
                </a:solidFill>
                <a:latin typeface="Aldrich"/>
                <a:ea typeface="Aldrich"/>
                <a:cs typeface="Aldrich"/>
                <a:sym typeface="Aldrich"/>
              </a:defRPr>
            </a:lvl5pPr>
            <a:lvl6pPr lvl="5" rtl="0" algn="ctr">
              <a:lnSpc>
                <a:spcPct val="100000"/>
              </a:lnSpc>
              <a:spcBef>
                <a:spcPts val="0"/>
              </a:spcBef>
              <a:spcAft>
                <a:spcPts val="0"/>
              </a:spcAft>
              <a:buNone/>
              <a:defRPr b="1" sz="1800">
                <a:solidFill>
                  <a:schemeClr val="accent5"/>
                </a:solidFill>
                <a:latin typeface="Aldrich"/>
                <a:ea typeface="Aldrich"/>
                <a:cs typeface="Aldrich"/>
                <a:sym typeface="Aldrich"/>
              </a:defRPr>
            </a:lvl6pPr>
            <a:lvl7pPr lvl="6" rtl="0" algn="ctr">
              <a:lnSpc>
                <a:spcPct val="100000"/>
              </a:lnSpc>
              <a:spcBef>
                <a:spcPts val="0"/>
              </a:spcBef>
              <a:spcAft>
                <a:spcPts val="0"/>
              </a:spcAft>
              <a:buNone/>
              <a:defRPr b="1" sz="1800">
                <a:solidFill>
                  <a:schemeClr val="accent5"/>
                </a:solidFill>
                <a:latin typeface="Aldrich"/>
                <a:ea typeface="Aldrich"/>
                <a:cs typeface="Aldrich"/>
                <a:sym typeface="Aldrich"/>
              </a:defRPr>
            </a:lvl7pPr>
            <a:lvl8pPr lvl="7" rtl="0" algn="ctr">
              <a:lnSpc>
                <a:spcPct val="100000"/>
              </a:lnSpc>
              <a:spcBef>
                <a:spcPts val="0"/>
              </a:spcBef>
              <a:spcAft>
                <a:spcPts val="0"/>
              </a:spcAft>
              <a:buNone/>
              <a:defRPr b="1" sz="1800">
                <a:solidFill>
                  <a:schemeClr val="accent5"/>
                </a:solidFill>
                <a:latin typeface="Aldrich"/>
                <a:ea typeface="Aldrich"/>
                <a:cs typeface="Aldrich"/>
                <a:sym typeface="Aldrich"/>
              </a:defRPr>
            </a:lvl8pPr>
            <a:lvl9pPr lvl="8" rtl="0" algn="ctr">
              <a:lnSpc>
                <a:spcPct val="100000"/>
              </a:lnSpc>
              <a:spcBef>
                <a:spcPts val="0"/>
              </a:spcBef>
              <a:spcAft>
                <a:spcPts val="0"/>
              </a:spcAft>
              <a:buNone/>
              <a:defRPr b="1" sz="1800">
                <a:solidFill>
                  <a:schemeClr val="accent5"/>
                </a:solidFill>
                <a:latin typeface="Aldrich"/>
                <a:ea typeface="Aldrich"/>
                <a:cs typeface="Aldrich"/>
                <a:sym typeface="Aldrich"/>
              </a:defRPr>
            </a:lvl9pPr>
          </a:lstStyle>
          <a:p/>
        </p:txBody>
      </p:sp>
      <p:sp>
        <p:nvSpPr>
          <p:cNvPr id="247" name="Google Shape;247;p13"/>
          <p:cNvSpPr txBox="1"/>
          <p:nvPr>
            <p:ph idx="5" type="subTitle"/>
          </p:nvPr>
        </p:nvSpPr>
        <p:spPr>
          <a:xfrm>
            <a:off x="4877475" y="1820073"/>
            <a:ext cx="3257100" cy="388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1800">
                <a:solidFill>
                  <a:schemeClr val="accent5"/>
                </a:solidFill>
                <a:latin typeface="Aldrich"/>
                <a:ea typeface="Aldrich"/>
                <a:cs typeface="Aldrich"/>
                <a:sym typeface="Aldrich"/>
              </a:defRPr>
            </a:lvl1pPr>
            <a:lvl2pPr lvl="1" rtl="0" algn="ctr">
              <a:lnSpc>
                <a:spcPct val="100000"/>
              </a:lnSpc>
              <a:spcBef>
                <a:spcPts val="0"/>
              </a:spcBef>
              <a:spcAft>
                <a:spcPts val="0"/>
              </a:spcAft>
              <a:buNone/>
              <a:defRPr b="1" sz="1800">
                <a:solidFill>
                  <a:schemeClr val="accent5"/>
                </a:solidFill>
                <a:latin typeface="Aldrich"/>
                <a:ea typeface="Aldrich"/>
                <a:cs typeface="Aldrich"/>
                <a:sym typeface="Aldrich"/>
              </a:defRPr>
            </a:lvl2pPr>
            <a:lvl3pPr lvl="2" rtl="0" algn="ctr">
              <a:lnSpc>
                <a:spcPct val="100000"/>
              </a:lnSpc>
              <a:spcBef>
                <a:spcPts val="0"/>
              </a:spcBef>
              <a:spcAft>
                <a:spcPts val="0"/>
              </a:spcAft>
              <a:buNone/>
              <a:defRPr b="1" sz="1800">
                <a:solidFill>
                  <a:schemeClr val="accent5"/>
                </a:solidFill>
                <a:latin typeface="Aldrich"/>
                <a:ea typeface="Aldrich"/>
                <a:cs typeface="Aldrich"/>
                <a:sym typeface="Aldrich"/>
              </a:defRPr>
            </a:lvl3pPr>
            <a:lvl4pPr lvl="3" rtl="0" algn="ctr">
              <a:lnSpc>
                <a:spcPct val="100000"/>
              </a:lnSpc>
              <a:spcBef>
                <a:spcPts val="0"/>
              </a:spcBef>
              <a:spcAft>
                <a:spcPts val="0"/>
              </a:spcAft>
              <a:buNone/>
              <a:defRPr b="1" sz="1800">
                <a:solidFill>
                  <a:schemeClr val="accent5"/>
                </a:solidFill>
                <a:latin typeface="Aldrich"/>
                <a:ea typeface="Aldrich"/>
                <a:cs typeface="Aldrich"/>
                <a:sym typeface="Aldrich"/>
              </a:defRPr>
            </a:lvl4pPr>
            <a:lvl5pPr lvl="4" rtl="0" algn="ctr">
              <a:lnSpc>
                <a:spcPct val="100000"/>
              </a:lnSpc>
              <a:spcBef>
                <a:spcPts val="0"/>
              </a:spcBef>
              <a:spcAft>
                <a:spcPts val="0"/>
              </a:spcAft>
              <a:buNone/>
              <a:defRPr b="1" sz="1800">
                <a:solidFill>
                  <a:schemeClr val="accent5"/>
                </a:solidFill>
                <a:latin typeface="Aldrich"/>
                <a:ea typeface="Aldrich"/>
                <a:cs typeface="Aldrich"/>
                <a:sym typeface="Aldrich"/>
              </a:defRPr>
            </a:lvl5pPr>
            <a:lvl6pPr lvl="5" rtl="0" algn="ctr">
              <a:lnSpc>
                <a:spcPct val="100000"/>
              </a:lnSpc>
              <a:spcBef>
                <a:spcPts val="0"/>
              </a:spcBef>
              <a:spcAft>
                <a:spcPts val="0"/>
              </a:spcAft>
              <a:buNone/>
              <a:defRPr b="1" sz="1800">
                <a:solidFill>
                  <a:schemeClr val="accent5"/>
                </a:solidFill>
                <a:latin typeface="Aldrich"/>
                <a:ea typeface="Aldrich"/>
                <a:cs typeface="Aldrich"/>
                <a:sym typeface="Aldrich"/>
              </a:defRPr>
            </a:lvl6pPr>
            <a:lvl7pPr lvl="6" rtl="0" algn="ctr">
              <a:lnSpc>
                <a:spcPct val="100000"/>
              </a:lnSpc>
              <a:spcBef>
                <a:spcPts val="0"/>
              </a:spcBef>
              <a:spcAft>
                <a:spcPts val="0"/>
              </a:spcAft>
              <a:buNone/>
              <a:defRPr b="1" sz="1800">
                <a:solidFill>
                  <a:schemeClr val="accent5"/>
                </a:solidFill>
                <a:latin typeface="Aldrich"/>
                <a:ea typeface="Aldrich"/>
                <a:cs typeface="Aldrich"/>
                <a:sym typeface="Aldrich"/>
              </a:defRPr>
            </a:lvl7pPr>
            <a:lvl8pPr lvl="7" rtl="0" algn="ctr">
              <a:lnSpc>
                <a:spcPct val="100000"/>
              </a:lnSpc>
              <a:spcBef>
                <a:spcPts val="0"/>
              </a:spcBef>
              <a:spcAft>
                <a:spcPts val="0"/>
              </a:spcAft>
              <a:buNone/>
              <a:defRPr b="1" sz="1800">
                <a:solidFill>
                  <a:schemeClr val="accent5"/>
                </a:solidFill>
                <a:latin typeface="Aldrich"/>
                <a:ea typeface="Aldrich"/>
                <a:cs typeface="Aldrich"/>
                <a:sym typeface="Aldrich"/>
              </a:defRPr>
            </a:lvl8pPr>
            <a:lvl9pPr lvl="8" rtl="0" algn="ctr">
              <a:lnSpc>
                <a:spcPct val="100000"/>
              </a:lnSpc>
              <a:spcBef>
                <a:spcPts val="0"/>
              </a:spcBef>
              <a:spcAft>
                <a:spcPts val="0"/>
              </a:spcAft>
              <a:buNone/>
              <a:defRPr b="1" sz="1800">
                <a:solidFill>
                  <a:schemeClr val="accent5"/>
                </a:solidFill>
                <a:latin typeface="Aldrich"/>
                <a:ea typeface="Aldrich"/>
                <a:cs typeface="Aldrich"/>
                <a:sym typeface="Aldrich"/>
              </a:defRPr>
            </a:lvl9pPr>
          </a:lstStyle>
          <a:p/>
        </p:txBody>
      </p:sp>
      <p:sp>
        <p:nvSpPr>
          <p:cNvPr id="248" name="Google Shape;248;p13"/>
          <p:cNvSpPr txBox="1"/>
          <p:nvPr>
            <p:ph idx="6" type="title"/>
          </p:nvPr>
        </p:nvSpPr>
        <p:spPr>
          <a:xfrm>
            <a:off x="722375" y="530750"/>
            <a:ext cx="76992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49" name="Google Shape;249;p13"/>
          <p:cNvSpPr txBox="1"/>
          <p:nvPr>
            <p:ph idx="7" type="subTitle"/>
          </p:nvPr>
        </p:nvSpPr>
        <p:spPr>
          <a:xfrm>
            <a:off x="1454213" y="3738095"/>
            <a:ext cx="23676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solidFill>
                  <a:schemeClr val="accent5"/>
                </a:solidFill>
              </a:defRPr>
            </a:lvl1pPr>
            <a:lvl2pPr lvl="1" rtl="0" algn="ctr">
              <a:lnSpc>
                <a:spcPct val="100000"/>
              </a:lnSpc>
              <a:spcBef>
                <a:spcPts val="0"/>
              </a:spcBef>
              <a:spcAft>
                <a:spcPts val="0"/>
              </a:spcAft>
              <a:buNone/>
              <a:defRPr sz="1600">
                <a:solidFill>
                  <a:schemeClr val="accent5"/>
                </a:solidFill>
              </a:defRPr>
            </a:lvl2pPr>
            <a:lvl3pPr lvl="2" rtl="0" algn="ctr">
              <a:lnSpc>
                <a:spcPct val="100000"/>
              </a:lnSpc>
              <a:spcBef>
                <a:spcPts val="0"/>
              </a:spcBef>
              <a:spcAft>
                <a:spcPts val="0"/>
              </a:spcAft>
              <a:buNone/>
              <a:defRPr sz="1600">
                <a:solidFill>
                  <a:schemeClr val="accent5"/>
                </a:solidFill>
              </a:defRPr>
            </a:lvl3pPr>
            <a:lvl4pPr lvl="3" rtl="0" algn="ctr">
              <a:lnSpc>
                <a:spcPct val="100000"/>
              </a:lnSpc>
              <a:spcBef>
                <a:spcPts val="0"/>
              </a:spcBef>
              <a:spcAft>
                <a:spcPts val="0"/>
              </a:spcAft>
              <a:buNone/>
              <a:defRPr sz="1600">
                <a:solidFill>
                  <a:schemeClr val="accent5"/>
                </a:solidFill>
              </a:defRPr>
            </a:lvl4pPr>
            <a:lvl5pPr lvl="4" rtl="0" algn="ctr">
              <a:lnSpc>
                <a:spcPct val="100000"/>
              </a:lnSpc>
              <a:spcBef>
                <a:spcPts val="0"/>
              </a:spcBef>
              <a:spcAft>
                <a:spcPts val="0"/>
              </a:spcAft>
              <a:buNone/>
              <a:defRPr sz="1600">
                <a:solidFill>
                  <a:schemeClr val="accent5"/>
                </a:solidFill>
              </a:defRPr>
            </a:lvl5pPr>
            <a:lvl6pPr lvl="5" rtl="0" algn="ctr">
              <a:lnSpc>
                <a:spcPct val="100000"/>
              </a:lnSpc>
              <a:spcBef>
                <a:spcPts val="0"/>
              </a:spcBef>
              <a:spcAft>
                <a:spcPts val="0"/>
              </a:spcAft>
              <a:buNone/>
              <a:defRPr sz="1600">
                <a:solidFill>
                  <a:schemeClr val="accent5"/>
                </a:solidFill>
              </a:defRPr>
            </a:lvl6pPr>
            <a:lvl7pPr lvl="6" rtl="0" algn="ctr">
              <a:lnSpc>
                <a:spcPct val="100000"/>
              </a:lnSpc>
              <a:spcBef>
                <a:spcPts val="0"/>
              </a:spcBef>
              <a:spcAft>
                <a:spcPts val="0"/>
              </a:spcAft>
              <a:buNone/>
              <a:defRPr sz="1600">
                <a:solidFill>
                  <a:schemeClr val="accent5"/>
                </a:solidFill>
              </a:defRPr>
            </a:lvl7pPr>
            <a:lvl8pPr lvl="7" rtl="0" algn="ctr">
              <a:lnSpc>
                <a:spcPct val="100000"/>
              </a:lnSpc>
              <a:spcBef>
                <a:spcPts val="0"/>
              </a:spcBef>
              <a:spcAft>
                <a:spcPts val="0"/>
              </a:spcAft>
              <a:buNone/>
              <a:defRPr sz="1600">
                <a:solidFill>
                  <a:schemeClr val="accent5"/>
                </a:solidFill>
              </a:defRPr>
            </a:lvl8pPr>
            <a:lvl9pPr lvl="8" rtl="0" algn="ctr">
              <a:lnSpc>
                <a:spcPct val="100000"/>
              </a:lnSpc>
              <a:spcBef>
                <a:spcPts val="0"/>
              </a:spcBef>
              <a:spcAft>
                <a:spcPts val="0"/>
              </a:spcAft>
              <a:buNone/>
              <a:defRPr sz="1600">
                <a:solidFill>
                  <a:schemeClr val="accent5"/>
                </a:solidFill>
              </a:defRPr>
            </a:lvl9pPr>
          </a:lstStyle>
          <a:p/>
        </p:txBody>
      </p:sp>
      <p:sp>
        <p:nvSpPr>
          <p:cNvPr id="250" name="Google Shape;250;p13"/>
          <p:cNvSpPr txBox="1"/>
          <p:nvPr>
            <p:ph idx="8" type="subTitle"/>
          </p:nvPr>
        </p:nvSpPr>
        <p:spPr>
          <a:xfrm>
            <a:off x="5322225" y="3748184"/>
            <a:ext cx="23676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solidFill>
                  <a:schemeClr val="accent5"/>
                </a:solidFill>
              </a:defRPr>
            </a:lvl1pPr>
            <a:lvl2pPr lvl="1" rtl="0" algn="ctr">
              <a:lnSpc>
                <a:spcPct val="100000"/>
              </a:lnSpc>
              <a:spcBef>
                <a:spcPts val="0"/>
              </a:spcBef>
              <a:spcAft>
                <a:spcPts val="0"/>
              </a:spcAft>
              <a:buNone/>
              <a:defRPr sz="1600">
                <a:solidFill>
                  <a:schemeClr val="accent5"/>
                </a:solidFill>
              </a:defRPr>
            </a:lvl2pPr>
            <a:lvl3pPr lvl="2" rtl="0" algn="ctr">
              <a:lnSpc>
                <a:spcPct val="100000"/>
              </a:lnSpc>
              <a:spcBef>
                <a:spcPts val="0"/>
              </a:spcBef>
              <a:spcAft>
                <a:spcPts val="0"/>
              </a:spcAft>
              <a:buNone/>
              <a:defRPr sz="1600">
                <a:solidFill>
                  <a:schemeClr val="accent5"/>
                </a:solidFill>
              </a:defRPr>
            </a:lvl3pPr>
            <a:lvl4pPr lvl="3" rtl="0" algn="ctr">
              <a:lnSpc>
                <a:spcPct val="100000"/>
              </a:lnSpc>
              <a:spcBef>
                <a:spcPts val="0"/>
              </a:spcBef>
              <a:spcAft>
                <a:spcPts val="0"/>
              </a:spcAft>
              <a:buNone/>
              <a:defRPr sz="1600">
                <a:solidFill>
                  <a:schemeClr val="accent5"/>
                </a:solidFill>
              </a:defRPr>
            </a:lvl4pPr>
            <a:lvl5pPr lvl="4" rtl="0" algn="ctr">
              <a:lnSpc>
                <a:spcPct val="100000"/>
              </a:lnSpc>
              <a:spcBef>
                <a:spcPts val="0"/>
              </a:spcBef>
              <a:spcAft>
                <a:spcPts val="0"/>
              </a:spcAft>
              <a:buNone/>
              <a:defRPr sz="1600">
                <a:solidFill>
                  <a:schemeClr val="accent5"/>
                </a:solidFill>
              </a:defRPr>
            </a:lvl5pPr>
            <a:lvl6pPr lvl="5" rtl="0" algn="ctr">
              <a:lnSpc>
                <a:spcPct val="100000"/>
              </a:lnSpc>
              <a:spcBef>
                <a:spcPts val="0"/>
              </a:spcBef>
              <a:spcAft>
                <a:spcPts val="0"/>
              </a:spcAft>
              <a:buNone/>
              <a:defRPr sz="1600">
                <a:solidFill>
                  <a:schemeClr val="accent5"/>
                </a:solidFill>
              </a:defRPr>
            </a:lvl6pPr>
            <a:lvl7pPr lvl="6" rtl="0" algn="ctr">
              <a:lnSpc>
                <a:spcPct val="100000"/>
              </a:lnSpc>
              <a:spcBef>
                <a:spcPts val="0"/>
              </a:spcBef>
              <a:spcAft>
                <a:spcPts val="0"/>
              </a:spcAft>
              <a:buNone/>
              <a:defRPr sz="1600">
                <a:solidFill>
                  <a:schemeClr val="accent5"/>
                </a:solidFill>
              </a:defRPr>
            </a:lvl7pPr>
            <a:lvl8pPr lvl="7" rtl="0" algn="ctr">
              <a:lnSpc>
                <a:spcPct val="100000"/>
              </a:lnSpc>
              <a:spcBef>
                <a:spcPts val="0"/>
              </a:spcBef>
              <a:spcAft>
                <a:spcPts val="0"/>
              </a:spcAft>
              <a:buNone/>
              <a:defRPr sz="1600">
                <a:solidFill>
                  <a:schemeClr val="accent5"/>
                </a:solidFill>
              </a:defRPr>
            </a:lvl8pPr>
            <a:lvl9pPr lvl="8" rtl="0" algn="ctr">
              <a:lnSpc>
                <a:spcPct val="100000"/>
              </a:lnSpc>
              <a:spcBef>
                <a:spcPts val="0"/>
              </a:spcBef>
              <a:spcAft>
                <a:spcPts val="0"/>
              </a:spcAft>
              <a:buNone/>
              <a:defRPr sz="1600">
                <a:solidFill>
                  <a:schemeClr val="accent5"/>
                </a:solidFill>
              </a:defRPr>
            </a:lvl9pPr>
          </a:lstStyle>
          <a:p/>
        </p:txBody>
      </p:sp>
      <p:sp>
        <p:nvSpPr>
          <p:cNvPr id="251" name="Google Shape;251;p13"/>
          <p:cNvSpPr txBox="1"/>
          <p:nvPr>
            <p:ph hasCustomPrompt="1" idx="9" type="title"/>
          </p:nvPr>
        </p:nvSpPr>
        <p:spPr>
          <a:xfrm>
            <a:off x="2270363" y="3012853"/>
            <a:ext cx="735300" cy="387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sz="3000">
                <a:solidFill>
                  <a:schemeClr val="accent3"/>
                </a:solidFill>
              </a:defRPr>
            </a:lvl1pPr>
            <a:lvl2pPr lvl="1" rtl="0" algn="ctr">
              <a:spcBef>
                <a:spcPts val="0"/>
              </a:spcBef>
              <a:spcAft>
                <a:spcPts val="0"/>
              </a:spcAft>
              <a:buClr>
                <a:schemeClr val="lt1"/>
              </a:buClr>
              <a:buSzPts val="2800"/>
              <a:buNone/>
              <a:defRPr>
                <a:solidFill>
                  <a:schemeClr val="lt1"/>
                </a:solidFill>
              </a:defRPr>
            </a:lvl2pPr>
            <a:lvl3pPr lvl="2" rtl="0" algn="ctr">
              <a:spcBef>
                <a:spcPts val="0"/>
              </a:spcBef>
              <a:spcAft>
                <a:spcPts val="0"/>
              </a:spcAft>
              <a:buClr>
                <a:schemeClr val="lt1"/>
              </a:buClr>
              <a:buSzPts val="2800"/>
              <a:buNone/>
              <a:defRPr>
                <a:solidFill>
                  <a:schemeClr val="lt1"/>
                </a:solidFill>
              </a:defRPr>
            </a:lvl3pPr>
            <a:lvl4pPr lvl="3" rtl="0" algn="ctr">
              <a:spcBef>
                <a:spcPts val="0"/>
              </a:spcBef>
              <a:spcAft>
                <a:spcPts val="0"/>
              </a:spcAft>
              <a:buClr>
                <a:schemeClr val="lt1"/>
              </a:buClr>
              <a:buSzPts val="2800"/>
              <a:buNone/>
              <a:defRPr>
                <a:solidFill>
                  <a:schemeClr val="lt1"/>
                </a:solidFill>
              </a:defRPr>
            </a:lvl4pPr>
            <a:lvl5pPr lvl="4" rtl="0" algn="ctr">
              <a:spcBef>
                <a:spcPts val="0"/>
              </a:spcBef>
              <a:spcAft>
                <a:spcPts val="0"/>
              </a:spcAft>
              <a:buClr>
                <a:schemeClr val="lt1"/>
              </a:buClr>
              <a:buSzPts val="2800"/>
              <a:buNone/>
              <a:defRPr>
                <a:solidFill>
                  <a:schemeClr val="lt1"/>
                </a:solidFill>
              </a:defRPr>
            </a:lvl5pPr>
            <a:lvl6pPr lvl="5" rtl="0" algn="ctr">
              <a:spcBef>
                <a:spcPts val="0"/>
              </a:spcBef>
              <a:spcAft>
                <a:spcPts val="0"/>
              </a:spcAft>
              <a:buClr>
                <a:schemeClr val="lt1"/>
              </a:buClr>
              <a:buSzPts val="2800"/>
              <a:buNone/>
              <a:defRPr>
                <a:solidFill>
                  <a:schemeClr val="lt1"/>
                </a:solidFill>
              </a:defRPr>
            </a:lvl6pPr>
            <a:lvl7pPr lvl="6" rtl="0" algn="ctr">
              <a:spcBef>
                <a:spcPts val="0"/>
              </a:spcBef>
              <a:spcAft>
                <a:spcPts val="0"/>
              </a:spcAft>
              <a:buClr>
                <a:schemeClr val="lt1"/>
              </a:buClr>
              <a:buSzPts val="2800"/>
              <a:buNone/>
              <a:defRPr>
                <a:solidFill>
                  <a:schemeClr val="lt1"/>
                </a:solidFill>
              </a:defRPr>
            </a:lvl7pPr>
            <a:lvl8pPr lvl="7" rtl="0" algn="ctr">
              <a:spcBef>
                <a:spcPts val="0"/>
              </a:spcBef>
              <a:spcAft>
                <a:spcPts val="0"/>
              </a:spcAft>
              <a:buClr>
                <a:schemeClr val="lt1"/>
              </a:buClr>
              <a:buSzPts val="2800"/>
              <a:buNone/>
              <a:defRPr>
                <a:solidFill>
                  <a:schemeClr val="lt1"/>
                </a:solidFill>
              </a:defRPr>
            </a:lvl8pPr>
            <a:lvl9pPr lvl="8" rtl="0" algn="ctr">
              <a:spcBef>
                <a:spcPts val="0"/>
              </a:spcBef>
              <a:spcAft>
                <a:spcPts val="0"/>
              </a:spcAft>
              <a:buClr>
                <a:schemeClr val="lt1"/>
              </a:buClr>
              <a:buSzPts val="2800"/>
              <a:buNone/>
              <a:defRPr>
                <a:solidFill>
                  <a:schemeClr val="lt1"/>
                </a:solidFill>
              </a:defRPr>
            </a:lvl9pPr>
          </a:lstStyle>
          <a:p>
            <a:r>
              <a:t>xx%</a:t>
            </a:r>
          </a:p>
        </p:txBody>
      </p:sp>
      <p:sp>
        <p:nvSpPr>
          <p:cNvPr id="252" name="Google Shape;252;p13"/>
          <p:cNvSpPr txBox="1"/>
          <p:nvPr>
            <p:ph hasCustomPrompt="1" idx="13" type="title"/>
          </p:nvPr>
        </p:nvSpPr>
        <p:spPr>
          <a:xfrm>
            <a:off x="6130262" y="3013678"/>
            <a:ext cx="735300" cy="387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sz="3000">
                <a:solidFill>
                  <a:schemeClr val="accent3"/>
                </a:solidFill>
              </a:defRPr>
            </a:lvl1pPr>
            <a:lvl2pPr lvl="1" rtl="0" algn="ctr">
              <a:spcBef>
                <a:spcPts val="0"/>
              </a:spcBef>
              <a:spcAft>
                <a:spcPts val="0"/>
              </a:spcAft>
              <a:buClr>
                <a:schemeClr val="lt1"/>
              </a:buClr>
              <a:buSzPts val="2800"/>
              <a:buNone/>
              <a:defRPr>
                <a:solidFill>
                  <a:schemeClr val="lt1"/>
                </a:solidFill>
              </a:defRPr>
            </a:lvl2pPr>
            <a:lvl3pPr lvl="2" rtl="0" algn="ctr">
              <a:spcBef>
                <a:spcPts val="0"/>
              </a:spcBef>
              <a:spcAft>
                <a:spcPts val="0"/>
              </a:spcAft>
              <a:buClr>
                <a:schemeClr val="lt1"/>
              </a:buClr>
              <a:buSzPts val="2800"/>
              <a:buNone/>
              <a:defRPr>
                <a:solidFill>
                  <a:schemeClr val="lt1"/>
                </a:solidFill>
              </a:defRPr>
            </a:lvl3pPr>
            <a:lvl4pPr lvl="3" rtl="0" algn="ctr">
              <a:spcBef>
                <a:spcPts val="0"/>
              </a:spcBef>
              <a:spcAft>
                <a:spcPts val="0"/>
              </a:spcAft>
              <a:buClr>
                <a:schemeClr val="lt1"/>
              </a:buClr>
              <a:buSzPts val="2800"/>
              <a:buNone/>
              <a:defRPr>
                <a:solidFill>
                  <a:schemeClr val="lt1"/>
                </a:solidFill>
              </a:defRPr>
            </a:lvl4pPr>
            <a:lvl5pPr lvl="4" rtl="0" algn="ctr">
              <a:spcBef>
                <a:spcPts val="0"/>
              </a:spcBef>
              <a:spcAft>
                <a:spcPts val="0"/>
              </a:spcAft>
              <a:buClr>
                <a:schemeClr val="lt1"/>
              </a:buClr>
              <a:buSzPts val="2800"/>
              <a:buNone/>
              <a:defRPr>
                <a:solidFill>
                  <a:schemeClr val="lt1"/>
                </a:solidFill>
              </a:defRPr>
            </a:lvl5pPr>
            <a:lvl6pPr lvl="5" rtl="0" algn="ctr">
              <a:spcBef>
                <a:spcPts val="0"/>
              </a:spcBef>
              <a:spcAft>
                <a:spcPts val="0"/>
              </a:spcAft>
              <a:buClr>
                <a:schemeClr val="lt1"/>
              </a:buClr>
              <a:buSzPts val="2800"/>
              <a:buNone/>
              <a:defRPr>
                <a:solidFill>
                  <a:schemeClr val="lt1"/>
                </a:solidFill>
              </a:defRPr>
            </a:lvl6pPr>
            <a:lvl7pPr lvl="6" rtl="0" algn="ctr">
              <a:spcBef>
                <a:spcPts val="0"/>
              </a:spcBef>
              <a:spcAft>
                <a:spcPts val="0"/>
              </a:spcAft>
              <a:buClr>
                <a:schemeClr val="lt1"/>
              </a:buClr>
              <a:buSzPts val="2800"/>
              <a:buNone/>
              <a:defRPr>
                <a:solidFill>
                  <a:schemeClr val="lt1"/>
                </a:solidFill>
              </a:defRPr>
            </a:lvl7pPr>
            <a:lvl8pPr lvl="7" rtl="0" algn="ctr">
              <a:spcBef>
                <a:spcPts val="0"/>
              </a:spcBef>
              <a:spcAft>
                <a:spcPts val="0"/>
              </a:spcAft>
              <a:buClr>
                <a:schemeClr val="lt1"/>
              </a:buClr>
              <a:buSzPts val="2800"/>
              <a:buNone/>
              <a:defRPr>
                <a:solidFill>
                  <a:schemeClr val="lt1"/>
                </a:solidFill>
              </a:defRPr>
            </a:lvl8pPr>
            <a:lvl9pPr lvl="8" rtl="0" algn="ctr">
              <a:spcBef>
                <a:spcPts val="0"/>
              </a:spcBef>
              <a:spcAft>
                <a:spcPts val="0"/>
              </a:spcAft>
              <a:buClr>
                <a:schemeClr val="lt1"/>
              </a:buClr>
              <a:buSzPts val="2800"/>
              <a:buNone/>
              <a:defRPr>
                <a:solidFill>
                  <a:schemeClr val="lt1"/>
                </a:solidFill>
              </a:defRPr>
            </a:lvl9pPr>
          </a:lstStyle>
          <a:p>
            <a:r>
              <a:t>xx%</a:t>
            </a:r>
          </a:p>
        </p:txBody>
      </p:sp>
      <p:sp>
        <p:nvSpPr>
          <p:cNvPr id="253" name="Google Shape;253;p13"/>
          <p:cNvSpPr txBox="1"/>
          <p:nvPr>
            <p:ph idx="14" type="subTitle"/>
          </p:nvPr>
        </p:nvSpPr>
        <p:spPr>
          <a:xfrm>
            <a:off x="1009425" y="3430323"/>
            <a:ext cx="3257100" cy="388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1800">
                <a:solidFill>
                  <a:schemeClr val="accent5"/>
                </a:solidFill>
                <a:latin typeface="Aldrich"/>
                <a:ea typeface="Aldrich"/>
                <a:cs typeface="Aldrich"/>
                <a:sym typeface="Aldrich"/>
              </a:defRPr>
            </a:lvl1pPr>
            <a:lvl2pPr lvl="1" rtl="0" algn="ctr">
              <a:lnSpc>
                <a:spcPct val="100000"/>
              </a:lnSpc>
              <a:spcBef>
                <a:spcPts val="0"/>
              </a:spcBef>
              <a:spcAft>
                <a:spcPts val="0"/>
              </a:spcAft>
              <a:buNone/>
              <a:defRPr b="1" sz="1800">
                <a:solidFill>
                  <a:schemeClr val="accent5"/>
                </a:solidFill>
                <a:latin typeface="Aldrich"/>
                <a:ea typeface="Aldrich"/>
                <a:cs typeface="Aldrich"/>
                <a:sym typeface="Aldrich"/>
              </a:defRPr>
            </a:lvl2pPr>
            <a:lvl3pPr lvl="2" rtl="0" algn="ctr">
              <a:lnSpc>
                <a:spcPct val="100000"/>
              </a:lnSpc>
              <a:spcBef>
                <a:spcPts val="0"/>
              </a:spcBef>
              <a:spcAft>
                <a:spcPts val="0"/>
              </a:spcAft>
              <a:buNone/>
              <a:defRPr b="1" sz="1800">
                <a:solidFill>
                  <a:schemeClr val="accent5"/>
                </a:solidFill>
                <a:latin typeface="Aldrich"/>
                <a:ea typeface="Aldrich"/>
                <a:cs typeface="Aldrich"/>
                <a:sym typeface="Aldrich"/>
              </a:defRPr>
            </a:lvl3pPr>
            <a:lvl4pPr lvl="3" rtl="0" algn="ctr">
              <a:lnSpc>
                <a:spcPct val="100000"/>
              </a:lnSpc>
              <a:spcBef>
                <a:spcPts val="0"/>
              </a:spcBef>
              <a:spcAft>
                <a:spcPts val="0"/>
              </a:spcAft>
              <a:buNone/>
              <a:defRPr b="1" sz="1800">
                <a:solidFill>
                  <a:schemeClr val="accent5"/>
                </a:solidFill>
                <a:latin typeface="Aldrich"/>
                <a:ea typeface="Aldrich"/>
                <a:cs typeface="Aldrich"/>
                <a:sym typeface="Aldrich"/>
              </a:defRPr>
            </a:lvl4pPr>
            <a:lvl5pPr lvl="4" rtl="0" algn="ctr">
              <a:lnSpc>
                <a:spcPct val="100000"/>
              </a:lnSpc>
              <a:spcBef>
                <a:spcPts val="0"/>
              </a:spcBef>
              <a:spcAft>
                <a:spcPts val="0"/>
              </a:spcAft>
              <a:buNone/>
              <a:defRPr b="1" sz="1800">
                <a:solidFill>
                  <a:schemeClr val="accent5"/>
                </a:solidFill>
                <a:latin typeface="Aldrich"/>
                <a:ea typeface="Aldrich"/>
                <a:cs typeface="Aldrich"/>
                <a:sym typeface="Aldrich"/>
              </a:defRPr>
            </a:lvl5pPr>
            <a:lvl6pPr lvl="5" rtl="0" algn="ctr">
              <a:lnSpc>
                <a:spcPct val="100000"/>
              </a:lnSpc>
              <a:spcBef>
                <a:spcPts val="0"/>
              </a:spcBef>
              <a:spcAft>
                <a:spcPts val="0"/>
              </a:spcAft>
              <a:buNone/>
              <a:defRPr b="1" sz="1800">
                <a:solidFill>
                  <a:schemeClr val="accent5"/>
                </a:solidFill>
                <a:latin typeface="Aldrich"/>
                <a:ea typeface="Aldrich"/>
                <a:cs typeface="Aldrich"/>
                <a:sym typeface="Aldrich"/>
              </a:defRPr>
            </a:lvl6pPr>
            <a:lvl7pPr lvl="6" rtl="0" algn="ctr">
              <a:lnSpc>
                <a:spcPct val="100000"/>
              </a:lnSpc>
              <a:spcBef>
                <a:spcPts val="0"/>
              </a:spcBef>
              <a:spcAft>
                <a:spcPts val="0"/>
              </a:spcAft>
              <a:buNone/>
              <a:defRPr b="1" sz="1800">
                <a:solidFill>
                  <a:schemeClr val="accent5"/>
                </a:solidFill>
                <a:latin typeface="Aldrich"/>
                <a:ea typeface="Aldrich"/>
                <a:cs typeface="Aldrich"/>
                <a:sym typeface="Aldrich"/>
              </a:defRPr>
            </a:lvl7pPr>
            <a:lvl8pPr lvl="7" rtl="0" algn="ctr">
              <a:lnSpc>
                <a:spcPct val="100000"/>
              </a:lnSpc>
              <a:spcBef>
                <a:spcPts val="0"/>
              </a:spcBef>
              <a:spcAft>
                <a:spcPts val="0"/>
              </a:spcAft>
              <a:buNone/>
              <a:defRPr b="1" sz="1800">
                <a:solidFill>
                  <a:schemeClr val="accent5"/>
                </a:solidFill>
                <a:latin typeface="Aldrich"/>
                <a:ea typeface="Aldrich"/>
                <a:cs typeface="Aldrich"/>
                <a:sym typeface="Aldrich"/>
              </a:defRPr>
            </a:lvl8pPr>
            <a:lvl9pPr lvl="8" rtl="0" algn="ctr">
              <a:lnSpc>
                <a:spcPct val="100000"/>
              </a:lnSpc>
              <a:spcBef>
                <a:spcPts val="0"/>
              </a:spcBef>
              <a:spcAft>
                <a:spcPts val="0"/>
              </a:spcAft>
              <a:buNone/>
              <a:defRPr b="1" sz="1800">
                <a:solidFill>
                  <a:schemeClr val="accent5"/>
                </a:solidFill>
                <a:latin typeface="Aldrich"/>
                <a:ea typeface="Aldrich"/>
                <a:cs typeface="Aldrich"/>
                <a:sym typeface="Aldrich"/>
              </a:defRPr>
            </a:lvl9pPr>
          </a:lstStyle>
          <a:p/>
        </p:txBody>
      </p:sp>
      <p:sp>
        <p:nvSpPr>
          <p:cNvPr id="254" name="Google Shape;254;p13"/>
          <p:cNvSpPr txBox="1"/>
          <p:nvPr>
            <p:ph idx="15" type="subTitle"/>
          </p:nvPr>
        </p:nvSpPr>
        <p:spPr>
          <a:xfrm>
            <a:off x="4877475" y="3440423"/>
            <a:ext cx="3257100" cy="388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1800">
                <a:solidFill>
                  <a:schemeClr val="accent5"/>
                </a:solidFill>
                <a:latin typeface="Aldrich"/>
                <a:ea typeface="Aldrich"/>
                <a:cs typeface="Aldrich"/>
                <a:sym typeface="Aldrich"/>
              </a:defRPr>
            </a:lvl1pPr>
            <a:lvl2pPr lvl="1" rtl="0" algn="ctr">
              <a:lnSpc>
                <a:spcPct val="100000"/>
              </a:lnSpc>
              <a:spcBef>
                <a:spcPts val="0"/>
              </a:spcBef>
              <a:spcAft>
                <a:spcPts val="0"/>
              </a:spcAft>
              <a:buNone/>
              <a:defRPr b="1" sz="1800">
                <a:solidFill>
                  <a:schemeClr val="accent5"/>
                </a:solidFill>
                <a:latin typeface="Aldrich"/>
                <a:ea typeface="Aldrich"/>
                <a:cs typeface="Aldrich"/>
                <a:sym typeface="Aldrich"/>
              </a:defRPr>
            </a:lvl2pPr>
            <a:lvl3pPr lvl="2" rtl="0" algn="ctr">
              <a:lnSpc>
                <a:spcPct val="100000"/>
              </a:lnSpc>
              <a:spcBef>
                <a:spcPts val="0"/>
              </a:spcBef>
              <a:spcAft>
                <a:spcPts val="0"/>
              </a:spcAft>
              <a:buNone/>
              <a:defRPr b="1" sz="1800">
                <a:solidFill>
                  <a:schemeClr val="accent5"/>
                </a:solidFill>
                <a:latin typeface="Aldrich"/>
                <a:ea typeface="Aldrich"/>
                <a:cs typeface="Aldrich"/>
                <a:sym typeface="Aldrich"/>
              </a:defRPr>
            </a:lvl3pPr>
            <a:lvl4pPr lvl="3" rtl="0" algn="ctr">
              <a:lnSpc>
                <a:spcPct val="100000"/>
              </a:lnSpc>
              <a:spcBef>
                <a:spcPts val="0"/>
              </a:spcBef>
              <a:spcAft>
                <a:spcPts val="0"/>
              </a:spcAft>
              <a:buNone/>
              <a:defRPr b="1" sz="1800">
                <a:solidFill>
                  <a:schemeClr val="accent5"/>
                </a:solidFill>
                <a:latin typeface="Aldrich"/>
                <a:ea typeface="Aldrich"/>
                <a:cs typeface="Aldrich"/>
                <a:sym typeface="Aldrich"/>
              </a:defRPr>
            </a:lvl4pPr>
            <a:lvl5pPr lvl="4" rtl="0" algn="ctr">
              <a:lnSpc>
                <a:spcPct val="100000"/>
              </a:lnSpc>
              <a:spcBef>
                <a:spcPts val="0"/>
              </a:spcBef>
              <a:spcAft>
                <a:spcPts val="0"/>
              </a:spcAft>
              <a:buNone/>
              <a:defRPr b="1" sz="1800">
                <a:solidFill>
                  <a:schemeClr val="accent5"/>
                </a:solidFill>
                <a:latin typeface="Aldrich"/>
                <a:ea typeface="Aldrich"/>
                <a:cs typeface="Aldrich"/>
                <a:sym typeface="Aldrich"/>
              </a:defRPr>
            </a:lvl5pPr>
            <a:lvl6pPr lvl="5" rtl="0" algn="ctr">
              <a:lnSpc>
                <a:spcPct val="100000"/>
              </a:lnSpc>
              <a:spcBef>
                <a:spcPts val="0"/>
              </a:spcBef>
              <a:spcAft>
                <a:spcPts val="0"/>
              </a:spcAft>
              <a:buNone/>
              <a:defRPr b="1" sz="1800">
                <a:solidFill>
                  <a:schemeClr val="accent5"/>
                </a:solidFill>
                <a:latin typeface="Aldrich"/>
                <a:ea typeface="Aldrich"/>
                <a:cs typeface="Aldrich"/>
                <a:sym typeface="Aldrich"/>
              </a:defRPr>
            </a:lvl6pPr>
            <a:lvl7pPr lvl="6" rtl="0" algn="ctr">
              <a:lnSpc>
                <a:spcPct val="100000"/>
              </a:lnSpc>
              <a:spcBef>
                <a:spcPts val="0"/>
              </a:spcBef>
              <a:spcAft>
                <a:spcPts val="0"/>
              </a:spcAft>
              <a:buNone/>
              <a:defRPr b="1" sz="1800">
                <a:solidFill>
                  <a:schemeClr val="accent5"/>
                </a:solidFill>
                <a:latin typeface="Aldrich"/>
                <a:ea typeface="Aldrich"/>
                <a:cs typeface="Aldrich"/>
                <a:sym typeface="Aldrich"/>
              </a:defRPr>
            </a:lvl7pPr>
            <a:lvl8pPr lvl="7" rtl="0" algn="ctr">
              <a:lnSpc>
                <a:spcPct val="100000"/>
              </a:lnSpc>
              <a:spcBef>
                <a:spcPts val="0"/>
              </a:spcBef>
              <a:spcAft>
                <a:spcPts val="0"/>
              </a:spcAft>
              <a:buNone/>
              <a:defRPr b="1" sz="1800">
                <a:solidFill>
                  <a:schemeClr val="accent5"/>
                </a:solidFill>
                <a:latin typeface="Aldrich"/>
                <a:ea typeface="Aldrich"/>
                <a:cs typeface="Aldrich"/>
                <a:sym typeface="Aldrich"/>
              </a:defRPr>
            </a:lvl8pPr>
            <a:lvl9pPr lvl="8" rtl="0" algn="ctr">
              <a:lnSpc>
                <a:spcPct val="100000"/>
              </a:lnSpc>
              <a:spcBef>
                <a:spcPts val="0"/>
              </a:spcBef>
              <a:spcAft>
                <a:spcPts val="0"/>
              </a:spcAft>
              <a:buNone/>
              <a:defRPr b="1" sz="1800">
                <a:solidFill>
                  <a:schemeClr val="accent5"/>
                </a:solidFill>
                <a:latin typeface="Aldrich"/>
                <a:ea typeface="Aldrich"/>
                <a:cs typeface="Aldrich"/>
                <a:sym typeface="Aldrich"/>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9">
    <p:spTree>
      <p:nvGrpSpPr>
        <p:cNvPr id="255" name="Shape 255"/>
        <p:cNvGrpSpPr/>
        <p:nvPr/>
      </p:nvGrpSpPr>
      <p:grpSpPr>
        <a:xfrm>
          <a:off x="0" y="0"/>
          <a:ext cx="0" cy="0"/>
          <a:chOff x="0" y="0"/>
          <a:chExt cx="0" cy="0"/>
        </a:xfrm>
      </p:grpSpPr>
      <p:grpSp>
        <p:nvGrpSpPr>
          <p:cNvPr id="256" name="Google Shape;256;p14"/>
          <p:cNvGrpSpPr/>
          <p:nvPr/>
        </p:nvGrpSpPr>
        <p:grpSpPr>
          <a:xfrm flipH="1" rot="10800000">
            <a:off x="-9513" y="-6"/>
            <a:ext cx="9177947" cy="5143519"/>
            <a:chOff x="-9513" y="-6"/>
            <a:chExt cx="9177947" cy="5143519"/>
          </a:xfrm>
        </p:grpSpPr>
        <p:sp>
          <p:nvSpPr>
            <p:cNvPr id="257" name="Google Shape;257;p14"/>
            <p:cNvSpPr/>
            <p:nvPr/>
          </p:nvSpPr>
          <p:spPr>
            <a:xfrm>
              <a:off x="319050" y="283350"/>
              <a:ext cx="8505900" cy="4576800"/>
            </a:xfrm>
            <a:prstGeom prst="roundRect">
              <a:avLst>
                <a:gd fmla="val 3396" name="adj"/>
              </a:avLst>
            </a:prstGeom>
            <a:solidFill>
              <a:schemeClr val="accent4"/>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4"/>
            <p:cNvSpPr/>
            <p:nvPr/>
          </p:nvSpPr>
          <p:spPr>
            <a:xfrm>
              <a:off x="7132742" y="2"/>
              <a:ext cx="1612254" cy="1208486"/>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4"/>
            <p:cNvSpPr/>
            <p:nvPr/>
          </p:nvSpPr>
          <p:spPr>
            <a:xfrm>
              <a:off x="6426313" y="-6"/>
              <a:ext cx="1250789" cy="93763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4"/>
            <p:cNvSpPr/>
            <p:nvPr/>
          </p:nvSpPr>
          <p:spPr>
            <a:xfrm>
              <a:off x="743298" y="3878776"/>
              <a:ext cx="1664900" cy="1264737"/>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4"/>
            <p:cNvSpPr/>
            <p:nvPr/>
          </p:nvSpPr>
          <p:spPr>
            <a:xfrm rot="10800000">
              <a:off x="-9513" y="3652041"/>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4"/>
            <p:cNvSpPr/>
            <p:nvPr/>
          </p:nvSpPr>
          <p:spPr>
            <a:xfrm rot="10800000">
              <a:off x="-9513" y="2774418"/>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4"/>
            <p:cNvSpPr/>
            <p:nvPr/>
          </p:nvSpPr>
          <p:spPr>
            <a:xfrm>
              <a:off x="7972352" y="1381124"/>
              <a:ext cx="1196082" cy="1134709"/>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 name="Google Shape;264;p14"/>
          <p:cNvGrpSpPr/>
          <p:nvPr/>
        </p:nvGrpSpPr>
        <p:grpSpPr>
          <a:xfrm>
            <a:off x="4281415" y="75177"/>
            <a:ext cx="581170" cy="125403"/>
            <a:chOff x="4685288" y="186288"/>
            <a:chExt cx="419375" cy="90485"/>
          </a:xfrm>
        </p:grpSpPr>
        <p:sp>
          <p:nvSpPr>
            <p:cNvPr id="265" name="Google Shape;265;p14"/>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 name="Google Shape;266;p14"/>
            <p:cNvGrpSpPr/>
            <p:nvPr/>
          </p:nvGrpSpPr>
          <p:grpSpPr>
            <a:xfrm>
              <a:off x="4685288" y="186300"/>
              <a:ext cx="419375" cy="90473"/>
              <a:chOff x="4390000" y="182175"/>
              <a:chExt cx="419375" cy="90473"/>
            </a:xfrm>
          </p:grpSpPr>
          <p:sp>
            <p:nvSpPr>
              <p:cNvPr id="267" name="Google Shape;267;p14"/>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4"/>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9" name="Google Shape;269;p14"/>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chemeClr val="accent5"/>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270" name="Google Shape;270;p14"/>
          <p:cNvGrpSpPr/>
          <p:nvPr/>
        </p:nvGrpSpPr>
        <p:grpSpPr>
          <a:xfrm flipH="1" rot="-338429">
            <a:off x="7728496" y="462641"/>
            <a:ext cx="1386128" cy="2705639"/>
            <a:chOff x="409722" y="228600"/>
            <a:chExt cx="1385931" cy="2705253"/>
          </a:xfrm>
        </p:grpSpPr>
        <p:grpSp>
          <p:nvGrpSpPr>
            <p:cNvPr id="271" name="Google Shape;271;p14"/>
            <p:cNvGrpSpPr/>
            <p:nvPr/>
          </p:nvGrpSpPr>
          <p:grpSpPr>
            <a:xfrm flipH="1" rot="-617154">
              <a:off x="575967" y="402323"/>
              <a:ext cx="1053440" cy="2450002"/>
              <a:chOff x="3817855" y="1437512"/>
              <a:chExt cx="541146" cy="1128254"/>
            </a:xfrm>
          </p:grpSpPr>
          <p:sp>
            <p:nvSpPr>
              <p:cNvPr id="272" name="Google Shape;272;p14"/>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4"/>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 name="Google Shape;274;p14"/>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CUSTOM_4">
    <p:bg>
      <p:bgPr>
        <a:solidFill>
          <a:schemeClr val="accent2"/>
        </a:solidFill>
      </p:bgPr>
    </p:bg>
    <p:spTree>
      <p:nvGrpSpPr>
        <p:cNvPr id="275" name="Shape 275"/>
        <p:cNvGrpSpPr/>
        <p:nvPr/>
      </p:nvGrpSpPr>
      <p:grpSpPr>
        <a:xfrm>
          <a:off x="0" y="0"/>
          <a:ext cx="0" cy="0"/>
          <a:chOff x="0" y="0"/>
          <a:chExt cx="0" cy="0"/>
        </a:xfrm>
      </p:grpSpPr>
      <p:sp>
        <p:nvSpPr>
          <p:cNvPr id="276" name="Google Shape;276;p15"/>
          <p:cNvSpPr txBox="1"/>
          <p:nvPr>
            <p:ph idx="1" type="body"/>
          </p:nvPr>
        </p:nvSpPr>
        <p:spPr>
          <a:xfrm>
            <a:off x="5205225" y="1366325"/>
            <a:ext cx="2984700" cy="3120300"/>
          </a:xfrm>
          <a:prstGeom prst="rect">
            <a:avLst/>
          </a:prstGeom>
        </p:spPr>
        <p:txBody>
          <a:bodyPr anchorCtr="0" anchor="ctr" bIns="91425" lIns="91425" spcFirstLastPara="1" rIns="91425" wrap="square" tIns="91425">
            <a:noAutofit/>
          </a:bodyPr>
          <a:lstStyle>
            <a:lvl1pPr indent="-342900" lvl="0" marL="457200" rtl="0">
              <a:lnSpc>
                <a:spcPct val="100000"/>
              </a:lnSpc>
              <a:spcBef>
                <a:spcPts val="1000"/>
              </a:spcBef>
              <a:spcAft>
                <a:spcPts val="0"/>
              </a:spcAft>
              <a:buClr>
                <a:schemeClr val="accent3"/>
              </a:buClr>
              <a:buSzPts val="1800"/>
              <a:buChar char="●"/>
              <a:defRPr sz="1600">
                <a:solidFill>
                  <a:schemeClr val="accent3"/>
                </a:solidFill>
              </a:defRPr>
            </a:lvl1pPr>
            <a:lvl2pPr indent="-342900" lvl="1" marL="914400" rtl="0">
              <a:spcBef>
                <a:spcPts val="1600"/>
              </a:spcBef>
              <a:spcAft>
                <a:spcPts val="0"/>
              </a:spcAft>
              <a:buClr>
                <a:schemeClr val="accent3"/>
              </a:buClr>
              <a:buSzPts val="1800"/>
              <a:buChar char="○"/>
              <a:defRPr sz="1800">
                <a:solidFill>
                  <a:schemeClr val="accent3"/>
                </a:solidFill>
              </a:defRPr>
            </a:lvl2pPr>
            <a:lvl3pPr indent="-342900" lvl="2" marL="1371600" rtl="0">
              <a:spcBef>
                <a:spcPts val="1600"/>
              </a:spcBef>
              <a:spcAft>
                <a:spcPts val="0"/>
              </a:spcAft>
              <a:buClr>
                <a:schemeClr val="accent3"/>
              </a:buClr>
              <a:buSzPts val="1800"/>
              <a:buChar char="■"/>
              <a:defRPr sz="1800">
                <a:solidFill>
                  <a:schemeClr val="accent3"/>
                </a:solidFill>
              </a:defRPr>
            </a:lvl3pPr>
            <a:lvl4pPr indent="-342900" lvl="3" marL="1828800" rtl="0">
              <a:spcBef>
                <a:spcPts val="1600"/>
              </a:spcBef>
              <a:spcAft>
                <a:spcPts val="0"/>
              </a:spcAft>
              <a:buClr>
                <a:schemeClr val="accent3"/>
              </a:buClr>
              <a:buSzPts val="1800"/>
              <a:buChar char="●"/>
              <a:defRPr sz="1800">
                <a:solidFill>
                  <a:schemeClr val="accent3"/>
                </a:solidFill>
              </a:defRPr>
            </a:lvl4pPr>
            <a:lvl5pPr indent="-342900" lvl="4" marL="2286000" rtl="0">
              <a:spcBef>
                <a:spcPts val="1600"/>
              </a:spcBef>
              <a:spcAft>
                <a:spcPts val="0"/>
              </a:spcAft>
              <a:buClr>
                <a:schemeClr val="accent3"/>
              </a:buClr>
              <a:buSzPts val="1800"/>
              <a:buChar char="○"/>
              <a:defRPr sz="1800">
                <a:solidFill>
                  <a:schemeClr val="accent3"/>
                </a:solidFill>
              </a:defRPr>
            </a:lvl5pPr>
            <a:lvl6pPr indent="-342900" lvl="5" marL="2743200" rtl="0">
              <a:spcBef>
                <a:spcPts val="1600"/>
              </a:spcBef>
              <a:spcAft>
                <a:spcPts val="0"/>
              </a:spcAft>
              <a:buClr>
                <a:schemeClr val="accent3"/>
              </a:buClr>
              <a:buSzPts val="1800"/>
              <a:buChar char="■"/>
              <a:defRPr sz="1800">
                <a:solidFill>
                  <a:schemeClr val="accent3"/>
                </a:solidFill>
              </a:defRPr>
            </a:lvl6pPr>
            <a:lvl7pPr indent="-342900" lvl="6" marL="3200400" rtl="0">
              <a:spcBef>
                <a:spcPts val="1600"/>
              </a:spcBef>
              <a:spcAft>
                <a:spcPts val="0"/>
              </a:spcAft>
              <a:buClr>
                <a:schemeClr val="accent3"/>
              </a:buClr>
              <a:buSzPts val="1800"/>
              <a:buChar char="●"/>
              <a:defRPr sz="1800">
                <a:solidFill>
                  <a:schemeClr val="accent3"/>
                </a:solidFill>
              </a:defRPr>
            </a:lvl7pPr>
            <a:lvl8pPr indent="-342900" lvl="7" marL="3657600" rtl="0">
              <a:spcBef>
                <a:spcPts val="1600"/>
              </a:spcBef>
              <a:spcAft>
                <a:spcPts val="0"/>
              </a:spcAft>
              <a:buClr>
                <a:schemeClr val="accent3"/>
              </a:buClr>
              <a:buSzPts val="1800"/>
              <a:buChar char="○"/>
              <a:defRPr sz="1800">
                <a:solidFill>
                  <a:schemeClr val="accent3"/>
                </a:solidFill>
              </a:defRPr>
            </a:lvl8pPr>
            <a:lvl9pPr indent="-342900" lvl="8" marL="4114800" rtl="0">
              <a:spcBef>
                <a:spcPts val="1600"/>
              </a:spcBef>
              <a:spcAft>
                <a:spcPts val="1600"/>
              </a:spcAft>
              <a:buClr>
                <a:schemeClr val="accent3"/>
              </a:buClr>
              <a:buSzPts val="1800"/>
              <a:buChar char="■"/>
              <a:defRPr sz="1800">
                <a:solidFill>
                  <a:schemeClr val="accent3"/>
                </a:solidFill>
              </a:defRPr>
            </a:lvl9pPr>
          </a:lstStyle>
          <a:p/>
        </p:txBody>
      </p:sp>
      <p:sp>
        <p:nvSpPr>
          <p:cNvPr id="277" name="Google Shape;277;p15"/>
          <p:cNvSpPr txBox="1"/>
          <p:nvPr>
            <p:ph type="title"/>
          </p:nvPr>
        </p:nvSpPr>
        <p:spPr>
          <a:xfrm>
            <a:off x="722375" y="530750"/>
            <a:ext cx="792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278" name="Google Shape;278;p15"/>
          <p:cNvGrpSpPr/>
          <p:nvPr/>
        </p:nvGrpSpPr>
        <p:grpSpPr>
          <a:xfrm flipH="1">
            <a:off x="-447600" y="2065597"/>
            <a:ext cx="1179753" cy="2854241"/>
            <a:chOff x="7907551" y="-114309"/>
            <a:chExt cx="1908059" cy="4616272"/>
          </a:xfrm>
        </p:grpSpPr>
        <p:sp>
          <p:nvSpPr>
            <p:cNvPr id="279" name="Google Shape;279;p15"/>
            <p:cNvSpPr/>
            <p:nvPr/>
          </p:nvSpPr>
          <p:spPr>
            <a:xfrm>
              <a:off x="8606186" y="3608365"/>
              <a:ext cx="39" cy="483371"/>
            </a:xfrm>
            <a:custGeom>
              <a:rect b="b" l="l" r="r" t="t"/>
              <a:pathLst>
                <a:path extrusionOk="0" h="12426" w="1">
                  <a:moveTo>
                    <a:pt x="1" y="0"/>
                  </a:moveTo>
                  <a:lnTo>
                    <a:pt x="1"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5"/>
            <p:cNvSpPr/>
            <p:nvPr/>
          </p:nvSpPr>
          <p:spPr>
            <a:xfrm>
              <a:off x="8566430" y="3568608"/>
              <a:ext cx="79551" cy="562883"/>
            </a:xfrm>
            <a:custGeom>
              <a:rect b="b" l="l" r="r" t="t"/>
              <a:pathLst>
                <a:path extrusionOk="0" h="14470" w="2045">
                  <a:moveTo>
                    <a:pt x="1023" y="0"/>
                  </a:moveTo>
                  <a:cubicBezTo>
                    <a:pt x="369" y="0"/>
                    <a:pt x="1" y="327"/>
                    <a:pt x="1" y="1022"/>
                  </a:cubicBezTo>
                  <a:lnTo>
                    <a:pt x="1" y="13448"/>
                  </a:lnTo>
                  <a:cubicBezTo>
                    <a:pt x="1" y="13979"/>
                    <a:pt x="369" y="14470"/>
                    <a:pt x="1023" y="14470"/>
                  </a:cubicBezTo>
                  <a:cubicBezTo>
                    <a:pt x="1554" y="14470"/>
                    <a:pt x="2044" y="13979"/>
                    <a:pt x="2044" y="13448"/>
                  </a:cubicBezTo>
                  <a:lnTo>
                    <a:pt x="2044" y="1022"/>
                  </a:lnTo>
                  <a:cubicBezTo>
                    <a:pt x="2044" y="327"/>
                    <a:pt x="1554" y="0"/>
                    <a:pt x="1023"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5"/>
            <p:cNvSpPr/>
            <p:nvPr/>
          </p:nvSpPr>
          <p:spPr>
            <a:xfrm>
              <a:off x="8798589" y="3873900"/>
              <a:ext cx="39" cy="483371"/>
            </a:xfrm>
            <a:custGeom>
              <a:rect b="b" l="l" r="r" t="t"/>
              <a:pathLst>
                <a:path extrusionOk="0" h="12426" w="1">
                  <a:moveTo>
                    <a:pt x="0" y="0"/>
                  </a:moveTo>
                  <a:lnTo>
                    <a:pt x="0"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5"/>
            <p:cNvSpPr/>
            <p:nvPr/>
          </p:nvSpPr>
          <p:spPr>
            <a:xfrm>
              <a:off x="8758832" y="3834144"/>
              <a:ext cx="79551" cy="562883"/>
            </a:xfrm>
            <a:custGeom>
              <a:rect b="b" l="l" r="r" t="t"/>
              <a:pathLst>
                <a:path extrusionOk="0" h="14470" w="2045">
                  <a:moveTo>
                    <a:pt x="1022" y="0"/>
                  </a:moveTo>
                  <a:cubicBezTo>
                    <a:pt x="532" y="0"/>
                    <a:pt x="0" y="491"/>
                    <a:pt x="0" y="1022"/>
                  </a:cubicBezTo>
                  <a:lnTo>
                    <a:pt x="0" y="13448"/>
                  </a:lnTo>
                  <a:cubicBezTo>
                    <a:pt x="0" y="14102"/>
                    <a:pt x="532" y="14470"/>
                    <a:pt x="1022" y="14470"/>
                  </a:cubicBezTo>
                  <a:cubicBezTo>
                    <a:pt x="1554" y="14470"/>
                    <a:pt x="2044" y="14102"/>
                    <a:pt x="2044" y="13448"/>
                  </a:cubicBezTo>
                  <a:lnTo>
                    <a:pt x="2044" y="1022"/>
                  </a:lnTo>
                  <a:cubicBezTo>
                    <a:pt x="2044" y="491"/>
                    <a:pt x="1554" y="0"/>
                    <a:pt x="1022"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5"/>
            <p:cNvSpPr/>
            <p:nvPr/>
          </p:nvSpPr>
          <p:spPr>
            <a:xfrm>
              <a:off x="7907551" y="-114309"/>
              <a:ext cx="1238654" cy="3139619"/>
            </a:xfrm>
            <a:custGeom>
              <a:rect b="b" l="l" r="r" t="t"/>
              <a:pathLst>
                <a:path extrusionOk="0" h="80710" w="31842">
                  <a:moveTo>
                    <a:pt x="3210" y="0"/>
                  </a:moveTo>
                  <a:cubicBezTo>
                    <a:pt x="2252" y="0"/>
                    <a:pt x="1348" y="293"/>
                    <a:pt x="818" y="992"/>
                  </a:cubicBezTo>
                  <a:cubicBezTo>
                    <a:pt x="164" y="1851"/>
                    <a:pt x="1" y="2873"/>
                    <a:pt x="1" y="3894"/>
                  </a:cubicBezTo>
                  <a:cubicBezTo>
                    <a:pt x="1" y="8677"/>
                    <a:pt x="4088" y="12928"/>
                    <a:pt x="3557" y="17710"/>
                  </a:cubicBezTo>
                  <a:cubicBezTo>
                    <a:pt x="3393" y="20408"/>
                    <a:pt x="1513" y="22983"/>
                    <a:pt x="1513" y="25680"/>
                  </a:cubicBezTo>
                  <a:cubicBezTo>
                    <a:pt x="1513" y="29768"/>
                    <a:pt x="5437" y="33038"/>
                    <a:pt x="6295" y="36921"/>
                  </a:cubicBezTo>
                  <a:cubicBezTo>
                    <a:pt x="7481" y="43420"/>
                    <a:pt x="655" y="50736"/>
                    <a:pt x="4579" y="56009"/>
                  </a:cubicBezTo>
                  <a:cubicBezTo>
                    <a:pt x="6295" y="58584"/>
                    <a:pt x="10219" y="59933"/>
                    <a:pt x="10383" y="62998"/>
                  </a:cubicBezTo>
                  <a:cubicBezTo>
                    <a:pt x="10546" y="65369"/>
                    <a:pt x="7971" y="67086"/>
                    <a:pt x="6786" y="69293"/>
                  </a:cubicBezTo>
                  <a:cubicBezTo>
                    <a:pt x="5273" y="71663"/>
                    <a:pt x="5437" y="74729"/>
                    <a:pt x="6786" y="77141"/>
                  </a:cubicBezTo>
                  <a:cubicBezTo>
                    <a:pt x="8254" y="79382"/>
                    <a:pt x="10929" y="80710"/>
                    <a:pt x="13496" y="80710"/>
                  </a:cubicBezTo>
                  <a:cubicBezTo>
                    <a:pt x="13644" y="80710"/>
                    <a:pt x="13792" y="80706"/>
                    <a:pt x="13939" y="80697"/>
                  </a:cubicBezTo>
                  <a:lnTo>
                    <a:pt x="22645" y="79838"/>
                  </a:lnTo>
                  <a:cubicBezTo>
                    <a:pt x="28245" y="79511"/>
                    <a:pt x="31842" y="71663"/>
                    <a:pt x="28245" y="67249"/>
                  </a:cubicBezTo>
                  <a:cubicBezTo>
                    <a:pt x="26569" y="65042"/>
                    <a:pt x="23503" y="63489"/>
                    <a:pt x="22645" y="60791"/>
                  </a:cubicBezTo>
                  <a:cubicBezTo>
                    <a:pt x="21623" y="56540"/>
                    <a:pt x="26732" y="52248"/>
                    <a:pt x="25016" y="48161"/>
                  </a:cubicBezTo>
                  <a:cubicBezTo>
                    <a:pt x="24321" y="46322"/>
                    <a:pt x="22277" y="45300"/>
                    <a:pt x="21092" y="43583"/>
                  </a:cubicBezTo>
                  <a:cubicBezTo>
                    <a:pt x="17863" y="39169"/>
                    <a:pt x="21787" y="32670"/>
                    <a:pt x="20601" y="27397"/>
                  </a:cubicBezTo>
                  <a:cubicBezTo>
                    <a:pt x="19743" y="22615"/>
                    <a:pt x="15124" y="19549"/>
                    <a:pt x="12917" y="15298"/>
                  </a:cubicBezTo>
                  <a:cubicBezTo>
                    <a:pt x="10383" y="10353"/>
                    <a:pt x="10546" y="3404"/>
                    <a:pt x="5764" y="665"/>
                  </a:cubicBezTo>
                  <a:cubicBezTo>
                    <a:pt x="5036" y="252"/>
                    <a:pt x="4100" y="0"/>
                    <a:pt x="3210" y="0"/>
                  </a:cubicBezTo>
                  <a:close/>
                </a:path>
              </a:pathLst>
            </a:custGeom>
            <a:solidFill>
              <a:schemeClr val="accent6"/>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5"/>
            <p:cNvSpPr/>
            <p:nvPr/>
          </p:nvSpPr>
          <p:spPr>
            <a:xfrm>
              <a:off x="8119015" y="89647"/>
              <a:ext cx="596298" cy="2776176"/>
            </a:xfrm>
            <a:custGeom>
              <a:rect b="b" l="l" r="r" t="t"/>
              <a:pathLst>
                <a:path extrusionOk="0" h="71367" w="15329">
                  <a:moveTo>
                    <a:pt x="328" y="0"/>
                  </a:moveTo>
                  <a:cubicBezTo>
                    <a:pt x="164" y="0"/>
                    <a:pt x="1" y="205"/>
                    <a:pt x="1" y="368"/>
                  </a:cubicBezTo>
                  <a:cubicBezTo>
                    <a:pt x="164" y="695"/>
                    <a:pt x="5805" y="23339"/>
                    <a:pt x="10219" y="43776"/>
                  </a:cubicBezTo>
                  <a:lnTo>
                    <a:pt x="10219" y="43776"/>
                  </a:lnTo>
                  <a:lnTo>
                    <a:pt x="4252" y="39525"/>
                  </a:lnTo>
                  <a:cubicBezTo>
                    <a:pt x="4252" y="39362"/>
                    <a:pt x="4088" y="39362"/>
                    <a:pt x="4088" y="39362"/>
                  </a:cubicBezTo>
                  <a:cubicBezTo>
                    <a:pt x="3925" y="39362"/>
                    <a:pt x="3925" y="39362"/>
                    <a:pt x="3925" y="39525"/>
                  </a:cubicBezTo>
                  <a:cubicBezTo>
                    <a:pt x="3761" y="39689"/>
                    <a:pt x="3761" y="39852"/>
                    <a:pt x="3925" y="40057"/>
                  </a:cubicBezTo>
                  <a:lnTo>
                    <a:pt x="10056" y="44471"/>
                  </a:lnTo>
                  <a:lnTo>
                    <a:pt x="10219" y="44635"/>
                  </a:lnTo>
                  <a:lnTo>
                    <a:pt x="10383" y="44635"/>
                  </a:lnTo>
                  <a:cubicBezTo>
                    <a:pt x="11568" y="50929"/>
                    <a:pt x="12754" y="57060"/>
                    <a:pt x="13612" y="62170"/>
                  </a:cubicBezTo>
                  <a:lnTo>
                    <a:pt x="8666" y="57060"/>
                  </a:lnTo>
                  <a:cubicBezTo>
                    <a:pt x="8666" y="56897"/>
                    <a:pt x="8503" y="56897"/>
                    <a:pt x="8503" y="56897"/>
                  </a:cubicBezTo>
                  <a:cubicBezTo>
                    <a:pt x="8339" y="56897"/>
                    <a:pt x="8339" y="56897"/>
                    <a:pt x="8176" y="57060"/>
                  </a:cubicBezTo>
                  <a:lnTo>
                    <a:pt x="8176" y="57428"/>
                  </a:lnTo>
                  <a:lnTo>
                    <a:pt x="13775" y="63355"/>
                  </a:lnTo>
                  <a:cubicBezTo>
                    <a:pt x="14307" y="66420"/>
                    <a:pt x="14634" y="69159"/>
                    <a:pt x="14797" y="71366"/>
                  </a:cubicBezTo>
                  <a:lnTo>
                    <a:pt x="15329" y="71366"/>
                  </a:lnTo>
                  <a:cubicBezTo>
                    <a:pt x="15329" y="69322"/>
                    <a:pt x="15002" y="66788"/>
                    <a:pt x="14470" y="64050"/>
                  </a:cubicBezTo>
                  <a:lnTo>
                    <a:pt x="14634" y="64050"/>
                  </a:lnTo>
                  <a:cubicBezTo>
                    <a:pt x="14634" y="64050"/>
                    <a:pt x="14797" y="64050"/>
                    <a:pt x="14797" y="63886"/>
                  </a:cubicBezTo>
                  <a:cubicBezTo>
                    <a:pt x="15002" y="63886"/>
                    <a:pt x="15002" y="63559"/>
                    <a:pt x="14797" y="63559"/>
                  </a:cubicBezTo>
                  <a:lnTo>
                    <a:pt x="14470" y="63028"/>
                  </a:lnTo>
                  <a:cubicBezTo>
                    <a:pt x="11078" y="41406"/>
                    <a:pt x="859" y="695"/>
                    <a:pt x="696" y="205"/>
                  </a:cubicBezTo>
                  <a:cubicBezTo>
                    <a:pt x="696" y="0"/>
                    <a:pt x="491" y="0"/>
                    <a:pt x="328"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5"/>
            <p:cNvSpPr/>
            <p:nvPr/>
          </p:nvSpPr>
          <p:spPr>
            <a:xfrm>
              <a:off x="8424307" y="938692"/>
              <a:ext cx="111332" cy="318046"/>
            </a:xfrm>
            <a:custGeom>
              <a:rect b="b" l="l" r="r" t="t"/>
              <a:pathLst>
                <a:path extrusionOk="0" h="8176" w="2862">
                  <a:moveTo>
                    <a:pt x="2535" y="1"/>
                  </a:moveTo>
                  <a:cubicBezTo>
                    <a:pt x="2371" y="1"/>
                    <a:pt x="2208" y="164"/>
                    <a:pt x="2208" y="328"/>
                  </a:cubicBezTo>
                  <a:lnTo>
                    <a:pt x="1" y="7808"/>
                  </a:lnTo>
                  <a:cubicBezTo>
                    <a:pt x="1" y="8012"/>
                    <a:pt x="1" y="8176"/>
                    <a:pt x="164" y="8176"/>
                  </a:cubicBezTo>
                  <a:lnTo>
                    <a:pt x="328" y="8176"/>
                  </a:lnTo>
                  <a:cubicBezTo>
                    <a:pt x="491" y="8176"/>
                    <a:pt x="491" y="8176"/>
                    <a:pt x="655" y="8012"/>
                  </a:cubicBezTo>
                  <a:lnTo>
                    <a:pt x="2862" y="491"/>
                  </a:lnTo>
                  <a:cubicBezTo>
                    <a:pt x="2862" y="328"/>
                    <a:pt x="2698" y="164"/>
                    <a:pt x="2535" y="1"/>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5"/>
            <p:cNvSpPr/>
            <p:nvPr/>
          </p:nvSpPr>
          <p:spPr>
            <a:xfrm>
              <a:off x="8788417" y="298310"/>
              <a:ext cx="1027193" cy="2682583"/>
            </a:xfrm>
            <a:custGeom>
              <a:rect b="b" l="l" r="r" t="t"/>
              <a:pathLst>
                <a:path extrusionOk="0" h="68961" w="26406">
                  <a:moveTo>
                    <a:pt x="18871" y="0"/>
                  </a:moveTo>
                  <a:cubicBezTo>
                    <a:pt x="18467" y="0"/>
                    <a:pt x="18069" y="86"/>
                    <a:pt x="17699" y="277"/>
                  </a:cubicBezTo>
                  <a:cubicBezTo>
                    <a:pt x="17004" y="604"/>
                    <a:pt x="16514" y="1462"/>
                    <a:pt x="16187" y="2321"/>
                  </a:cubicBezTo>
                  <a:cubicBezTo>
                    <a:pt x="14961" y="6081"/>
                    <a:pt x="16841" y="10495"/>
                    <a:pt x="15165" y="14256"/>
                  </a:cubicBezTo>
                  <a:cubicBezTo>
                    <a:pt x="14143" y="16299"/>
                    <a:pt x="12100" y="17648"/>
                    <a:pt x="11241" y="19856"/>
                  </a:cubicBezTo>
                  <a:cubicBezTo>
                    <a:pt x="10056" y="23085"/>
                    <a:pt x="12263" y="26845"/>
                    <a:pt x="11568" y="30237"/>
                  </a:cubicBezTo>
                  <a:cubicBezTo>
                    <a:pt x="10710" y="35715"/>
                    <a:pt x="3230" y="39434"/>
                    <a:pt x="4742" y="44707"/>
                  </a:cubicBezTo>
                  <a:cubicBezTo>
                    <a:pt x="5437" y="47282"/>
                    <a:pt x="8176" y="49326"/>
                    <a:pt x="7317" y="51696"/>
                  </a:cubicBezTo>
                  <a:cubicBezTo>
                    <a:pt x="6786" y="53740"/>
                    <a:pt x="4415" y="54435"/>
                    <a:pt x="2699" y="55784"/>
                  </a:cubicBezTo>
                  <a:cubicBezTo>
                    <a:pt x="859" y="57173"/>
                    <a:pt x="1" y="59708"/>
                    <a:pt x="491" y="62078"/>
                  </a:cubicBezTo>
                  <a:cubicBezTo>
                    <a:pt x="1023" y="64326"/>
                    <a:pt x="2903" y="66166"/>
                    <a:pt x="5110" y="66861"/>
                  </a:cubicBezTo>
                  <a:lnTo>
                    <a:pt x="12263" y="68741"/>
                  </a:lnTo>
                  <a:cubicBezTo>
                    <a:pt x="12754" y="68891"/>
                    <a:pt x="13251" y="68961"/>
                    <a:pt x="13745" y="68961"/>
                  </a:cubicBezTo>
                  <a:cubicBezTo>
                    <a:pt x="17699" y="68961"/>
                    <a:pt x="21473" y="64472"/>
                    <a:pt x="20274" y="60402"/>
                  </a:cubicBezTo>
                  <a:cubicBezTo>
                    <a:pt x="19580" y="58195"/>
                    <a:pt x="17536" y="56152"/>
                    <a:pt x="17699" y="53577"/>
                  </a:cubicBezTo>
                  <a:cubicBezTo>
                    <a:pt x="18026" y="50020"/>
                    <a:pt x="23340" y="48140"/>
                    <a:pt x="23136" y="44380"/>
                  </a:cubicBezTo>
                  <a:cubicBezTo>
                    <a:pt x="23136" y="42663"/>
                    <a:pt x="21787" y="41314"/>
                    <a:pt x="21460" y="39598"/>
                  </a:cubicBezTo>
                  <a:cubicBezTo>
                    <a:pt x="20070" y="35183"/>
                    <a:pt x="25016" y="31259"/>
                    <a:pt x="25711" y="26681"/>
                  </a:cubicBezTo>
                  <a:cubicBezTo>
                    <a:pt x="26406" y="22758"/>
                    <a:pt x="23667" y="18997"/>
                    <a:pt x="23340" y="14910"/>
                  </a:cubicBezTo>
                  <a:cubicBezTo>
                    <a:pt x="22645" y="10332"/>
                    <a:pt x="24852" y="4855"/>
                    <a:pt x="21787" y="1462"/>
                  </a:cubicBezTo>
                  <a:cubicBezTo>
                    <a:pt x="21045" y="602"/>
                    <a:pt x="19938" y="0"/>
                    <a:pt x="18871" y="0"/>
                  </a:cubicBezTo>
                  <a:close/>
                </a:path>
              </a:pathLst>
            </a:custGeom>
            <a:solidFill>
              <a:schemeClr val="accent6"/>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5"/>
            <p:cNvSpPr/>
            <p:nvPr/>
          </p:nvSpPr>
          <p:spPr>
            <a:xfrm>
              <a:off x="9179562" y="495109"/>
              <a:ext cx="410278" cy="2370722"/>
            </a:xfrm>
            <a:custGeom>
              <a:rect b="b" l="l" r="r" t="t"/>
              <a:pathLst>
                <a:path extrusionOk="0" h="60944" w="10547">
                  <a:moveTo>
                    <a:pt x="10383" y="0"/>
                  </a:moveTo>
                  <a:cubicBezTo>
                    <a:pt x="10219" y="0"/>
                    <a:pt x="10015" y="0"/>
                    <a:pt x="10015" y="164"/>
                  </a:cubicBezTo>
                  <a:cubicBezTo>
                    <a:pt x="10015" y="491"/>
                    <a:pt x="7971" y="19906"/>
                    <a:pt x="5437" y="37277"/>
                  </a:cubicBezTo>
                  <a:lnTo>
                    <a:pt x="2045" y="32168"/>
                  </a:lnTo>
                  <a:cubicBezTo>
                    <a:pt x="2045" y="32168"/>
                    <a:pt x="2045" y="32004"/>
                    <a:pt x="1840" y="32004"/>
                  </a:cubicBezTo>
                  <a:lnTo>
                    <a:pt x="1677" y="32168"/>
                  </a:lnTo>
                  <a:cubicBezTo>
                    <a:pt x="1677" y="32168"/>
                    <a:pt x="1513" y="32331"/>
                    <a:pt x="1677" y="32495"/>
                  </a:cubicBezTo>
                  <a:lnTo>
                    <a:pt x="5274" y="37972"/>
                  </a:lnTo>
                  <a:lnTo>
                    <a:pt x="5437" y="37972"/>
                  </a:lnTo>
                  <a:cubicBezTo>
                    <a:pt x="4579" y="43408"/>
                    <a:pt x="3720" y="48518"/>
                    <a:pt x="2862" y="52768"/>
                  </a:cubicBezTo>
                  <a:lnTo>
                    <a:pt x="491" y="47332"/>
                  </a:lnTo>
                  <a:cubicBezTo>
                    <a:pt x="491" y="47169"/>
                    <a:pt x="328" y="47169"/>
                    <a:pt x="328" y="47169"/>
                  </a:cubicBezTo>
                  <a:lnTo>
                    <a:pt x="164" y="47169"/>
                  </a:lnTo>
                  <a:cubicBezTo>
                    <a:pt x="1" y="47169"/>
                    <a:pt x="1" y="47332"/>
                    <a:pt x="1" y="47496"/>
                  </a:cubicBezTo>
                  <a:lnTo>
                    <a:pt x="2699" y="53790"/>
                  </a:lnTo>
                  <a:cubicBezTo>
                    <a:pt x="2208" y="56692"/>
                    <a:pt x="1513" y="59063"/>
                    <a:pt x="1023" y="60943"/>
                  </a:cubicBezTo>
                  <a:lnTo>
                    <a:pt x="1513" y="60943"/>
                  </a:lnTo>
                  <a:cubicBezTo>
                    <a:pt x="2045" y="59267"/>
                    <a:pt x="2535" y="57019"/>
                    <a:pt x="3066" y="54485"/>
                  </a:cubicBezTo>
                  <a:lnTo>
                    <a:pt x="3393" y="54485"/>
                  </a:lnTo>
                  <a:cubicBezTo>
                    <a:pt x="3393" y="54485"/>
                    <a:pt x="3557" y="54322"/>
                    <a:pt x="3393" y="54158"/>
                  </a:cubicBezTo>
                  <a:lnTo>
                    <a:pt x="3230" y="53627"/>
                  </a:lnTo>
                  <a:cubicBezTo>
                    <a:pt x="6786" y="35560"/>
                    <a:pt x="10546" y="654"/>
                    <a:pt x="10546" y="164"/>
                  </a:cubicBezTo>
                  <a:cubicBezTo>
                    <a:pt x="10546" y="164"/>
                    <a:pt x="10546" y="0"/>
                    <a:pt x="10383"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5"/>
            <p:cNvSpPr/>
            <p:nvPr/>
          </p:nvSpPr>
          <p:spPr>
            <a:xfrm>
              <a:off x="9476919" y="1275805"/>
              <a:ext cx="179718" cy="225815"/>
            </a:xfrm>
            <a:custGeom>
              <a:rect b="b" l="l" r="r" t="t"/>
              <a:pathLst>
                <a:path extrusionOk="0" h="5805" w="4620">
                  <a:moveTo>
                    <a:pt x="4251" y="0"/>
                  </a:moveTo>
                  <a:cubicBezTo>
                    <a:pt x="4088" y="0"/>
                    <a:pt x="4088" y="0"/>
                    <a:pt x="4088" y="164"/>
                  </a:cubicBezTo>
                  <a:lnTo>
                    <a:pt x="0" y="5477"/>
                  </a:lnTo>
                  <a:cubicBezTo>
                    <a:pt x="0" y="5477"/>
                    <a:pt x="0" y="5641"/>
                    <a:pt x="164" y="5804"/>
                  </a:cubicBezTo>
                  <a:lnTo>
                    <a:pt x="532" y="5804"/>
                  </a:lnTo>
                  <a:lnTo>
                    <a:pt x="4415" y="368"/>
                  </a:lnTo>
                  <a:cubicBezTo>
                    <a:pt x="4619" y="368"/>
                    <a:pt x="4415" y="164"/>
                    <a:pt x="4415"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5"/>
            <p:cNvSpPr/>
            <p:nvPr/>
          </p:nvSpPr>
          <p:spPr>
            <a:xfrm>
              <a:off x="8106294" y="2865830"/>
              <a:ext cx="1510565" cy="1636134"/>
            </a:xfrm>
            <a:custGeom>
              <a:rect b="b" l="l" r="r" t="t"/>
              <a:pathLst>
                <a:path extrusionOk="0" h="42060" w="38832">
                  <a:moveTo>
                    <a:pt x="1" y="0"/>
                  </a:moveTo>
                  <a:lnTo>
                    <a:pt x="5437" y="42059"/>
                  </a:lnTo>
                  <a:lnTo>
                    <a:pt x="34744" y="42059"/>
                  </a:lnTo>
                  <a:lnTo>
                    <a:pt x="38831" y="0"/>
                  </a:lnTo>
                  <a:close/>
                </a:path>
              </a:pathLst>
            </a:custGeom>
            <a:solidFill>
              <a:schemeClr val="accent3"/>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5"/>
            <p:cNvSpPr/>
            <p:nvPr/>
          </p:nvSpPr>
          <p:spPr>
            <a:xfrm>
              <a:off x="8522881" y="3144086"/>
              <a:ext cx="39" cy="483371"/>
            </a:xfrm>
            <a:custGeom>
              <a:rect b="b" l="l" r="r" t="t"/>
              <a:pathLst>
                <a:path extrusionOk="0" h="12426" w="1">
                  <a:moveTo>
                    <a:pt x="1" y="0"/>
                  </a:moveTo>
                  <a:lnTo>
                    <a:pt x="1"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5"/>
            <p:cNvSpPr/>
            <p:nvPr/>
          </p:nvSpPr>
          <p:spPr>
            <a:xfrm>
              <a:off x="8483163" y="3104329"/>
              <a:ext cx="79512" cy="562883"/>
            </a:xfrm>
            <a:custGeom>
              <a:rect b="b" l="l" r="r" t="t"/>
              <a:pathLst>
                <a:path extrusionOk="0" h="14470" w="2044">
                  <a:moveTo>
                    <a:pt x="1022" y="0"/>
                  </a:moveTo>
                  <a:cubicBezTo>
                    <a:pt x="327" y="0"/>
                    <a:pt x="0" y="368"/>
                    <a:pt x="0" y="1022"/>
                  </a:cubicBezTo>
                  <a:lnTo>
                    <a:pt x="0" y="13448"/>
                  </a:lnTo>
                  <a:cubicBezTo>
                    <a:pt x="0" y="13979"/>
                    <a:pt x="327" y="14470"/>
                    <a:pt x="1022" y="14470"/>
                  </a:cubicBezTo>
                  <a:cubicBezTo>
                    <a:pt x="1553" y="14470"/>
                    <a:pt x="2044" y="13979"/>
                    <a:pt x="2044" y="13448"/>
                  </a:cubicBezTo>
                  <a:lnTo>
                    <a:pt x="2044" y="1022"/>
                  </a:lnTo>
                  <a:cubicBezTo>
                    <a:pt x="2044" y="368"/>
                    <a:pt x="1553" y="0"/>
                    <a:pt x="10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5"/>
            <p:cNvSpPr/>
            <p:nvPr/>
          </p:nvSpPr>
          <p:spPr>
            <a:xfrm>
              <a:off x="9139845" y="3031196"/>
              <a:ext cx="79512" cy="564478"/>
            </a:xfrm>
            <a:custGeom>
              <a:rect b="b" l="l" r="r" t="t"/>
              <a:pathLst>
                <a:path extrusionOk="0" h="14511" w="2044">
                  <a:moveTo>
                    <a:pt x="1022" y="0"/>
                  </a:moveTo>
                  <a:cubicBezTo>
                    <a:pt x="491" y="0"/>
                    <a:pt x="0" y="368"/>
                    <a:pt x="0" y="1022"/>
                  </a:cubicBezTo>
                  <a:lnTo>
                    <a:pt x="0" y="13488"/>
                  </a:lnTo>
                  <a:cubicBezTo>
                    <a:pt x="0" y="13979"/>
                    <a:pt x="491" y="14510"/>
                    <a:pt x="1022" y="14510"/>
                  </a:cubicBezTo>
                  <a:cubicBezTo>
                    <a:pt x="1512" y="14510"/>
                    <a:pt x="2044" y="13979"/>
                    <a:pt x="2044" y="13488"/>
                  </a:cubicBezTo>
                  <a:lnTo>
                    <a:pt x="2044" y="1022"/>
                  </a:lnTo>
                  <a:cubicBezTo>
                    <a:pt x="2044" y="368"/>
                    <a:pt x="1512" y="0"/>
                    <a:pt x="10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5"/>
            <p:cNvSpPr/>
            <p:nvPr/>
          </p:nvSpPr>
          <p:spPr>
            <a:xfrm>
              <a:off x="8993540" y="3323729"/>
              <a:ext cx="79551" cy="562922"/>
            </a:xfrm>
            <a:custGeom>
              <a:rect b="b" l="l" r="r" t="t"/>
              <a:pathLst>
                <a:path extrusionOk="0" h="14471" w="2045">
                  <a:moveTo>
                    <a:pt x="1022" y="1"/>
                  </a:moveTo>
                  <a:cubicBezTo>
                    <a:pt x="491" y="1"/>
                    <a:pt x="1" y="328"/>
                    <a:pt x="1" y="1023"/>
                  </a:cubicBezTo>
                  <a:lnTo>
                    <a:pt x="1" y="13448"/>
                  </a:lnTo>
                  <a:cubicBezTo>
                    <a:pt x="1" y="14143"/>
                    <a:pt x="491" y="14470"/>
                    <a:pt x="1022" y="14470"/>
                  </a:cubicBezTo>
                  <a:cubicBezTo>
                    <a:pt x="1513" y="14470"/>
                    <a:pt x="2044" y="14143"/>
                    <a:pt x="2044" y="13448"/>
                  </a:cubicBezTo>
                  <a:lnTo>
                    <a:pt x="2044" y="1023"/>
                  </a:lnTo>
                  <a:cubicBezTo>
                    <a:pt x="2044" y="328"/>
                    <a:pt x="1513" y="1"/>
                    <a:pt x="10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5"/>
            <p:cNvSpPr/>
            <p:nvPr/>
          </p:nvSpPr>
          <p:spPr>
            <a:xfrm>
              <a:off x="9165286" y="3733975"/>
              <a:ext cx="79512" cy="569263"/>
            </a:xfrm>
            <a:custGeom>
              <a:rect b="b" l="l" r="r" t="t"/>
              <a:pathLst>
                <a:path extrusionOk="0" h="14634" w="2044">
                  <a:moveTo>
                    <a:pt x="1022" y="0"/>
                  </a:moveTo>
                  <a:cubicBezTo>
                    <a:pt x="368" y="0"/>
                    <a:pt x="0" y="532"/>
                    <a:pt x="0" y="1022"/>
                  </a:cubicBezTo>
                  <a:lnTo>
                    <a:pt x="0" y="13611"/>
                  </a:lnTo>
                  <a:cubicBezTo>
                    <a:pt x="0" y="14143"/>
                    <a:pt x="368" y="14633"/>
                    <a:pt x="1022" y="14633"/>
                  </a:cubicBezTo>
                  <a:cubicBezTo>
                    <a:pt x="1553" y="14633"/>
                    <a:pt x="2044" y="14143"/>
                    <a:pt x="2044" y="13611"/>
                  </a:cubicBezTo>
                  <a:lnTo>
                    <a:pt x="2044" y="1022"/>
                  </a:lnTo>
                  <a:cubicBezTo>
                    <a:pt x="2044" y="532"/>
                    <a:pt x="1553" y="0"/>
                    <a:pt x="10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 name="Google Shape;295;p15"/>
          <p:cNvGrpSpPr/>
          <p:nvPr/>
        </p:nvGrpSpPr>
        <p:grpSpPr>
          <a:xfrm flipH="1">
            <a:off x="7839222" y="781050"/>
            <a:ext cx="1385931" cy="2705253"/>
            <a:chOff x="409722" y="228600"/>
            <a:chExt cx="1385931" cy="2705253"/>
          </a:xfrm>
        </p:grpSpPr>
        <p:grpSp>
          <p:nvGrpSpPr>
            <p:cNvPr id="296" name="Google Shape;296;p15"/>
            <p:cNvGrpSpPr/>
            <p:nvPr/>
          </p:nvGrpSpPr>
          <p:grpSpPr>
            <a:xfrm flipH="1" rot="-617154">
              <a:off x="575967" y="402323"/>
              <a:ext cx="1053440" cy="2450002"/>
              <a:chOff x="3817855" y="1437512"/>
              <a:chExt cx="541146" cy="1128254"/>
            </a:xfrm>
          </p:grpSpPr>
          <p:sp>
            <p:nvSpPr>
              <p:cNvPr id="297" name="Google Shape;297;p15"/>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5"/>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 name="Google Shape;299;p15"/>
            <p:cNvSpPr/>
            <p:nvPr/>
          </p:nvSpPr>
          <p:spPr>
            <a:xfrm>
              <a:off x="1419225" y="228600"/>
              <a:ext cx="142800" cy="142800"/>
            </a:xfrm>
            <a:prstGeom prst="ellipse">
              <a:avLst/>
            </a:prstGeom>
            <a:solidFill>
              <a:schemeClr val="accent3"/>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00" name="Google Shape;300;p15"/>
          <p:cNvCxnSpPr/>
          <p:nvPr/>
        </p:nvCxnSpPr>
        <p:spPr>
          <a:xfrm>
            <a:off x="481667" y="4824600"/>
            <a:ext cx="1133400" cy="0"/>
          </a:xfrm>
          <a:prstGeom prst="straightConnector1">
            <a:avLst/>
          </a:prstGeom>
          <a:noFill/>
          <a:ln cap="flat" cmpd="sng" w="19050">
            <a:solidFill>
              <a:schemeClr val="accent5"/>
            </a:solidFill>
            <a:prstDash val="solid"/>
            <a:round/>
            <a:headEnd len="med" w="med" type="none"/>
            <a:tailEnd len="med" w="med" type="none"/>
          </a:ln>
        </p:spPr>
      </p:cxn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
    <p:spTree>
      <p:nvGrpSpPr>
        <p:cNvPr id="301" name="Shape 301"/>
        <p:cNvGrpSpPr/>
        <p:nvPr/>
      </p:nvGrpSpPr>
      <p:grpSpPr>
        <a:xfrm>
          <a:off x="0" y="0"/>
          <a:ext cx="0" cy="0"/>
          <a:chOff x="0" y="0"/>
          <a:chExt cx="0" cy="0"/>
        </a:xfrm>
      </p:grpSpPr>
      <p:grpSp>
        <p:nvGrpSpPr>
          <p:cNvPr id="302" name="Google Shape;302;p16"/>
          <p:cNvGrpSpPr/>
          <p:nvPr/>
        </p:nvGrpSpPr>
        <p:grpSpPr>
          <a:xfrm>
            <a:off x="-97582" y="-6"/>
            <a:ext cx="9411247" cy="5153383"/>
            <a:chOff x="-97582" y="-6"/>
            <a:chExt cx="9411247" cy="5153383"/>
          </a:xfrm>
        </p:grpSpPr>
        <p:sp>
          <p:nvSpPr>
            <p:cNvPr id="303" name="Google Shape;303;p16"/>
            <p:cNvSpPr/>
            <p:nvPr/>
          </p:nvSpPr>
          <p:spPr>
            <a:xfrm>
              <a:off x="319050" y="283350"/>
              <a:ext cx="8505900" cy="4576800"/>
            </a:xfrm>
            <a:prstGeom prst="roundRect">
              <a:avLst>
                <a:gd fmla="val 3396" name="adj"/>
              </a:avLst>
            </a:prstGeom>
            <a:solidFill>
              <a:schemeClr val="accent4"/>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6"/>
            <p:cNvSpPr/>
            <p:nvPr/>
          </p:nvSpPr>
          <p:spPr>
            <a:xfrm flipH="1">
              <a:off x="399046" y="0"/>
              <a:ext cx="1600279" cy="1208486"/>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6"/>
            <p:cNvSpPr/>
            <p:nvPr/>
          </p:nvSpPr>
          <p:spPr>
            <a:xfrm flipH="1">
              <a:off x="1314444" y="-6"/>
              <a:ext cx="1250846" cy="93763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6"/>
            <p:cNvSpPr/>
            <p:nvPr/>
          </p:nvSpPr>
          <p:spPr>
            <a:xfrm flipH="1">
              <a:off x="6735804" y="3878776"/>
              <a:ext cx="1664900" cy="1264737"/>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6"/>
            <p:cNvSpPr/>
            <p:nvPr/>
          </p:nvSpPr>
          <p:spPr>
            <a:xfrm flipH="1" rot="10800000">
              <a:off x="8009700" y="3670093"/>
              <a:ext cx="1135497" cy="1067007"/>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6"/>
            <p:cNvSpPr/>
            <p:nvPr/>
          </p:nvSpPr>
          <p:spPr>
            <a:xfrm flipH="1">
              <a:off x="-24431" y="1228724"/>
              <a:ext cx="1196082" cy="1134709"/>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 name="Google Shape;309;p16"/>
            <p:cNvGrpSpPr/>
            <p:nvPr/>
          </p:nvGrpSpPr>
          <p:grpSpPr>
            <a:xfrm>
              <a:off x="4281415" y="75177"/>
              <a:ext cx="581170" cy="125403"/>
              <a:chOff x="4685288" y="186288"/>
              <a:chExt cx="419375" cy="90485"/>
            </a:xfrm>
          </p:grpSpPr>
          <p:sp>
            <p:nvSpPr>
              <p:cNvPr id="310" name="Google Shape;310;p16"/>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 name="Google Shape;311;p16"/>
              <p:cNvGrpSpPr/>
              <p:nvPr/>
            </p:nvGrpSpPr>
            <p:grpSpPr>
              <a:xfrm>
                <a:off x="4685288" y="186300"/>
                <a:ext cx="419375" cy="90473"/>
                <a:chOff x="4390000" y="182175"/>
                <a:chExt cx="419375" cy="90473"/>
              </a:xfrm>
            </p:grpSpPr>
            <p:sp>
              <p:nvSpPr>
                <p:cNvPr id="312" name="Google Shape;312;p16"/>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6"/>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4" name="Google Shape;314;p16"/>
            <p:cNvGrpSpPr/>
            <p:nvPr/>
          </p:nvGrpSpPr>
          <p:grpSpPr>
            <a:xfrm rot="-1102275">
              <a:off x="239301" y="2899434"/>
              <a:ext cx="541146" cy="2225370"/>
              <a:chOff x="871338" y="1945155"/>
              <a:chExt cx="247109" cy="1016148"/>
            </a:xfrm>
          </p:grpSpPr>
          <p:sp>
            <p:nvSpPr>
              <p:cNvPr id="315" name="Google Shape;315;p16"/>
              <p:cNvSpPr/>
              <p:nvPr/>
            </p:nvSpPr>
            <p:spPr>
              <a:xfrm>
                <a:off x="1017893" y="2858365"/>
                <a:ext cx="100554" cy="102938"/>
              </a:xfrm>
              <a:custGeom>
                <a:rect b="b" l="l" r="r" t="t"/>
                <a:pathLst>
                  <a:path extrusionOk="0" h="5440" w="5314">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6"/>
              <p:cNvSpPr/>
              <p:nvPr/>
            </p:nvSpPr>
            <p:spPr>
              <a:xfrm>
                <a:off x="871338" y="2075844"/>
                <a:ext cx="215338" cy="853670"/>
              </a:xfrm>
              <a:custGeom>
                <a:rect b="b" l="l" r="r" t="t"/>
                <a:pathLst>
                  <a:path extrusionOk="0" h="45114" w="1138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6"/>
              <p:cNvSpPr/>
              <p:nvPr/>
            </p:nvSpPr>
            <p:spPr>
              <a:xfrm>
                <a:off x="1051083" y="1945155"/>
                <a:ext cx="67364" cy="51242"/>
              </a:xfrm>
              <a:custGeom>
                <a:rect b="b" l="l" r="r" t="t"/>
                <a:pathLst>
                  <a:path extrusionOk="0" h="2708" w="3560">
                    <a:moveTo>
                      <a:pt x="1780" y="1"/>
                    </a:moveTo>
                    <a:cubicBezTo>
                      <a:pt x="1" y="1"/>
                      <a:pt x="1" y="2708"/>
                      <a:pt x="1780" y="2708"/>
                    </a:cubicBezTo>
                    <a:cubicBezTo>
                      <a:pt x="3459" y="2708"/>
                      <a:pt x="3560" y="1"/>
                      <a:pt x="17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 name="Google Shape;318;p16"/>
            <p:cNvSpPr/>
            <p:nvPr/>
          </p:nvSpPr>
          <p:spPr>
            <a:xfrm>
              <a:off x="7683774" y="926546"/>
              <a:ext cx="1629891" cy="217696"/>
            </a:xfrm>
            <a:custGeom>
              <a:rect b="b" l="l" r="r" t="t"/>
              <a:pathLst>
                <a:path extrusionOk="0" h="7463" w="55866">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 name="Google Shape;319;p16"/>
          <p:cNvSpPr txBox="1"/>
          <p:nvPr>
            <p:ph idx="1" type="subTitle"/>
          </p:nvPr>
        </p:nvSpPr>
        <p:spPr>
          <a:xfrm>
            <a:off x="6450420" y="2989131"/>
            <a:ext cx="1517100" cy="314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1800">
                <a:solidFill>
                  <a:srgbClr val="00004D"/>
                </a:solidFill>
                <a:latin typeface="Aldrich"/>
                <a:ea typeface="Aldrich"/>
                <a:cs typeface="Aldrich"/>
                <a:sym typeface="Aldrich"/>
              </a:defRPr>
            </a:lvl1pPr>
            <a:lvl2pPr lvl="1" rtl="0" algn="ctr">
              <a:lnSpc>
                <a:spcPct val="100000"/>
              </a:lnSpc>
              <a:spcBef>
                <a:spcPts val="0"/>
              </a:spcBef>
              <a:spcAft>
                <a:spcPts val="0"/>
              </a:spcAft>
              <a:buNone/>
              <a:defRPr b="1">
                <a:solidFill>
                  <a:srgbClr val="00004D"/>
                </a:solidFill>
                <a:latin typeface="Aldrich"/>
                <a:ea typeface="Aldrich"/>
                <a:cs typeface="Aldrich"/>
                <a:sym typeface="Aldrich"/>
              </a:defRPr>
            </a:lvl2pPr>
            <a:lvl3pPr lvl="2" rtl="0" algn="ctr">
              <a:lnSpc>
                <a:spcPct val="100000"/>
              </a:lnSpc>
              <a:spcBef>
                <a:spcPts val="0"/>
              </a:spcBef>
              <a:spcAft>
                <a:spcPts val="0"/>
              </a:spcAft>
              <a:buNone/>
              <a:defRPr b="1">
                <a:solidFill>
                  <a:srgbClr val="00004D"/>
                </a:solidFill>
                <a:latin typeface="Aldrich"/>
                <a:ea typeface="Aldrich"/>
                <a:cs typeface="Aldrich"/>
                <a:sym typeface="Aldrich"/>
              </a:defRPr>
            </a:lvl3pPr>
            <a:lvl4pPr lvl="3" rtl="0" algn="ctr">
              <a:lnSpc>
                <a:spcPct val="100000"/>
              </a:lnSpc>
              <a:spcBef>
                <a:spcPts val="0"/>
              </a:spcBef>
              <a:spcAft>
                <a:spcPts val="0"/>
              </a:spcAft>
              <a:buNone/>
              <a:defRPr b="1">
                <a:solidFill>
                  <a:srgbClr val="00004D"/>
                </a:solidFill>
                <a:latin typeface="Aldrich"/>
                <a:ea typeface="Aldrich"/>
                <a:cs typeface="Aldrich"/>
                <a:sym typeface="Aldrich"/>
              </a:defRPr>
            </a:lvl4pPr>
            <a:lvl5pPr lvl="4" rtl="0" algn="ctr">
              <a:lnSpc>
                <a:spcPct val="100000"/>
              </a:lnSpc>
              <a:spcBef>
                <a:spcPts val="0"/>
              </a:spcBef>
              <a:spcAft>
                <a:spcPts val="0"/>
              </a:spcAft>
              <a:buNone/>
              <a:defRPr b="1">
                <a:solidFill>
                  <a:srgbClr val="00004D"/>
                </a:solidFill>
                <a:latin typeface="Aldrich"/>
                <a:ea typeface="Aldrich"/>
                <a:cs typeface="Aldrich"/>
                <a:sym typeface="Aldrich"/>
              </a:defRPr>
            </a:lvl5pPr>
            <a:lvl6pPr lvl="5" rtl="0" algn="ctr">
              <a:lnSpc>
                <a:spcPct val="100000"/>
              </a:lnSpc>
              <a:spcBef>
                <a:spcPts val="0"/>
              </a:spcBef>
              <a:spcAft>
                <a:spcPts val="0"/>
              </a:spcAft>
              <a:buNone/>
              <a:defRPr b="1">
                <a:solidFill>
                  <a:srgbClr val="00004D"/>
                </a:solidFill>
                <a:latin typeface="Aldrich"/>
                <a:ea typeface="Aldrich"/>
                <a:cs typeface="Aldrich"/>
                <a:sym typeface="Aldrich"/>
              </a:defRPr>
            </a:lvl6pPr>
            <a:lvl7pPr lvl="6" rtl="0" algn="ctr">
              <a:lnSpc>
                <a:spcPct val="100000"/>
              </a:lnSpc>
              <a:spcBef>
                <a:spcPts val="0"/>
              </a:spcBef>
              <a:spcAft>
                <a:spcPts val="0"/>
              </a:spcAft>
              <a:buNone/>
              <a:defRPr b="1">
                <a:solidFill>
                  <a:srgbClr val="00004D"/>
                </a:solidFill>
                <a:latin typeface="Aldrich"/>
                <a:ea typeface="Aldrich"/>
                <a:cs typeface="Aldrich"/>
                <a:sym typeface="Aldrich"/>
              </a:defRPr>
            </a:lvl7pPr>
            <a:lvl8pPr lvl="7" rtl="0" algn="ctr">
              <a:lnSpc>
                <a:spcPct val="100000"/>
              </a:lnSpc>
              <a:spcBef>
                <a:spcPts val="0"/>
              </a:spcBef>
              <a:spcAft>
                <a:spcPts val="0"/>
              </a:spcAft>
              <a:buNone/>
              <a:defRPr b="1">
                <a:solidFill>
                  <a:srgbClr val="00004D"/>
                </a:solidFill>
                <a:latin typeface="Aldrich"/>
                <a:ea typeface="Aldrich"/>
                <a:cs typeface="Aldrich"/>
                <a:sym typeface="Aldrich"/>
              </a:defRPr>
            </a:lvl8pPr>
            <a:lvl9pPr lvl="8" rtl="0" algn="ctr">
              <a:lnSpc>
                <a:spcPct val="100000"/>
              </a:lnSpc>
              <a:spcBef>
                <a:spcPts val="0"/>
              </a:spcBef>
              <a:spcAft>
                <a:spcPts val="0"/>
              </a:spcAft>
              <a:buNone/>
              <a:defRPr b="1">
                <a:solidFill>
                  <a:srgbClr val="00004D"/>
                </a:solidFill>
                <a:latin typeface="Aldrich"/>
                <a:ea typeface="Aldrich"/>
                <a:cs typeface="Aldrich"/>
                <a:sym typeface="Aldrich"/>
              </a:defRPr>
            </a:lvl9pPr>
          </a:lstStyle>
          <a:p/>
        </p:txBody>
      </p:sp>
      <p:sp>
        <p:nvSpPr>
          <p:cNvPr id="320" name="Google Shape;320;p16"/>
          <p:cNvSpPr txBox="1"/>
          <p:nvPr>
            <p:ph idx="2" type="subTitle"/>
          </p:nvPr>
        </p:nvSpPr>
        <p:spPr>
          <a:xfrm>
            <a:off x="5997120" y="3373105"/>
            <a:ext cx="2423700" cy="54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sz="1600"/>
            </a:lvl2pPr>
            <a:lvl3pPr lvl="2" rtl="0" algn="ctr">
              <a:lnSpc>
                <a:spcPct val="100000"/>
              </a:lnSpc>
              <a:spcBef>
                <a:spcPts val="0"/>
              </a:spcBef>
              <a:spcAft>
                <a:spcPts val="0"/>
              </a:spcAft>
              <a:buNone/>
              <a:defRPr sz="1600"/>
            </a:lvl3pPr>
            <a:lvl4pPr lvl="3" rtl="0" algn="ctr">
              <a:lnSpc>
                <a:spcPct val="100000"/>
              </a:lnSpc>
              <a:spcBef>
                <a:spcPts val="0"/>
              </a:spcBef>
              <a:spcAft>
                <a:spcPts val="0"/>
              </a:spcAft>
              <a:buNone/>
              <a:defRPr sz="1600"/>
            </a:lvl4pPr>
            <a:lvl5pPr lvl="4" rtl="0" algn="ctr">
              <a:lnSpc>
                <a:spcPct val="100000"/>
              </a:lnSpc>
              <a:spcBef>
                <a:spcPts val="0"/>
              </a:spcBef>
              <a:spcAft>
                <a:spcPts val="0"/>
              </a:spcAft>
              <a:buNone/>
              <a:defRPr sz="1600"/>
            </a:lvl5pPr>
            <a:lvl6pPr lvl="5" rtl="0" algn="ctr">
              <a:lnSpc>
                <a:spcPct val="100000"/>
              </a:lnSpc>
              <a:spcBef>
                <a:spcPts val="0"/>
              </a:spcBef>
              <a:spcAft>
                <a:spcPts val="0"/>
              </a:spcAft>
              <a:buNone/>
              <a:defRPr sz="1600"/>
            </a:lvl6pPr>
            <a:lvl7pPr lvl="6" rtl="0" algn="ctr">
              <a:lnSpc>
                <a:spcPct val="100000"/>
              </a:lnSpc>
              <a:spcBef>
                <a:spcPts val="0"/>
              </a:spcBef>
              <a:spcAft>
                <a:spcPts val="0"/>
              </a:spcAft>
              <a:buNone/>
              <a:defRPr sz="1600"/>
            </a:lvl7pPr>
            <a:lvl8pPr lvl="7" rtl="0" algn="ctr">
              <a:lnSpc>
                <a:spcPct val="100000"/>
              </a:lnSpc>
              <a:spcBef>
                <a:spcPts val="0"/>
              </a:spcBef>
              <a:spcAft>
                <a:spcPts val="0"/>
              </a:spcAft>
              <a:buNone/>
              <a:defRPr sz="1600"/>
            </a:lvl8pPr>
            <a:lvl9pPr lvl="8" rtl="0" algn="ctr">
              <a:lnSpc>
                <a:spcPct val="100000"/>
              </a:lnSpc>
              <a:spcBef>
                <a:spcPts val="0"/>
              </a:spcBef>
              <a:spcAft>
                <a:spcPts val="0"/>
              </a:spcAft>
              <a:buNone/>
              <a:defRPr sz="1600"/>
            </a:lvl9pPr>
          </a:lstStyle>
          <a:p/>
        </p:txBody>
      </p:sp>
      <p:sp>
        <p:nvSpPr>
          <p:cNvPr id="321" name="Google Shape;321;p16"/>
          <p:cNvSpPr txBox="1"/>
          <p:nvPr>
            <p:ph idx="3" type="subTitle"/>
          </p:nvPr>
        </p:nvSpPr>
        <p:spPr>
          <a:xfrm>
            <a:off x="3813450" y="2989131"/>
            <a:ext cx="1517100" cy="314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1800">
                <a:solidFill>
                  <a:srgbClr val="00004D"/>
                </a:solidFill>
                <a:latin typeface="Aldrich"/>
                <a:ea typeface="Aldrich"/>
                <a:cs typeface="Aldrich"/>
                <a:sym typeface="Aldrich"/>
              </a:defRPr>
            </a:lvl1pPr>
            <a:lvl2pPr lvl="1" rtl="0" algn="ctr">
              <a:lnSpc>
                <a:spcPct val="100000"/>
              </a:lnSpc>
              <a:spcBef>
                <a:spcPts val="0"/>
              </a:spcBef>
              <a:spcAft>
                <a:spcPts val="0"/>
              </a:spcAft>
              <a:buNone/>
              <a:defRPr b="1">
                <a:solidFill>
                  <a:srgbClr val="00004D"/>
                </a:solidFill>
                <a:latin typeface="Aldrich"/>
                <a:ea typeface="Aldrich"/>
                <a:cs typeface="Aldrich"/>
                <a:sym typeface="Aldrich"/>
              </a:defRPr>
            </a:lvl2pPr>
            <a:lvl3pPr lvl="2" rtl="0" algn="ctr">
              <a:lnSpc>
                <a:spcPct val="100000"/>
              </a:lnSpc>
              <a:spcBef>
                <a:spcPts val="0"/>
              </a:spcBef>
              <a:spcAft>
                <a:spcPts val="0"/>
              </a:spcAft>
              <a:buNone/>
              <a:defRPr b="1">
                <a:solidFill>
                  <a:srgbClr val="00004D"/>
                </a:solidFill>
                <a:latin typeface="Aldrich"/>
                <a:ea typeface="Aldrich"/>
                <a:cs typeface="Aldrich"/>
                <a:sym typeface="Aldrich"/>
              </a:defRPr>
            </a:lvl3pPr>
            <a:lvl4pPr lvl="3" rtl="0" algn="ctr">
              <a:lnSpc>
                <a:spcPct val="100000"/>
              </a:lnSpc>
              <a:spcBef>
                <a:spcPts val="0"/>
              </a:spcBef>
              <a:spcAft>
                <a:spcPts val="0"/>
              </a:spcAft>
              <a:buNone/>
              <a:defRPr b="1">
                <a:solidFill>
                  <a:srgbClr val="00004D"/>
                </a:solidFill>
                <a:latin typeface="Aldrich"/>
                <a:ea typeface="Aldrich"/>
                <a:cs typeface="Aldrich"/>
                <a:sym typeface="Aldrich"/>
              </a:defRPr>
            </a:lvl4pPr>
            <a:lvl5pPr lvl="4" rtl="0" algn="ctr">
              <a:lnSpc>
                <a:spcPct val="100000"/>
              </a:lnSpc>
              <a:spcBef>
                <a:spcPts val="0"/>
              </a:spcBef>
              <a:spcAft>
                <a:spcPts val="0"/>
              </a:spcAft>
              <a:buNone/>
              <a:defRPr b="1">
                <a:solidFill>
                  <a:srgbClr val="00004D"/>
                </a:solidFill>
                <a:latin typeface="Aldrich"/>
                <a:ea typeface="Aldrich"/>
                <a:cs typeface="Aldrich"/>
                <a:sym typeface="Aldrich"/>
              </a:defRPr>
            </a:lvl5pPr>
            <a:lvl6pPr lvl="5" rtl="0" algn="ctr">
              <a:lnSpc>
                <a:spcPct val="100000"/>
              </a:lnSpc>
              <a:spcBef>
                <a:spcPts val="0"/>
              </a:spcBef>
              <a:spcAft>
                <a:spcPts val="0"/>
              </a:spcAft>
              <a:buNone/>
              <a:defRPr b="1">
                <a:solidFill>
                  <a:srgbClr val="00004D"/>
                </a:solidFill>
                <a:latin typeface="Aldrich"/>
                <a:ea typeface="Aldrich"/>
                <a:cs typeface="Aldrich"/>
                <a:sym typeface="Aldrich"/>
              </a:defRPr>
            </a:lvl6pPr>
            <a:lvl7pPr lvl="6" rtl="0" algn="ctr">
              <a:lnSpc>
                <a:spcPct val="100000"/>
              </a:lnSpc>
              <a:spcBef>
                <a:spcPts val="0"/>
              </a:spcBef>
              <a:spcAft>
                <a:spcPts val="0"/>
              </a:spcAft>
              <a:buNone/>
              <a:defRPr b="1">
                <a:solidFill>
                  <a:srgbClr val="00004D"/>
                </a:solidFill>
                <a:latin typeface="Aldrich"/>
                <a:ea typeface="Aldrich"/>
                <a:cs typeface="Aldrich"/>
                <a:sym typeface="Aldrich"/>
              </a:defRPr>
            </a:lvl7pPr>
            <a:lvl8pPr lvl="7" rtl="0" algn="ctr">
              <a:lnSpc>
                <a:spcPct val="100000"/>
              </a:lnSpc>
              <a:spcBef>
                <a:spcPts val="0"/>
              </a:spcBef>
              <a:spcAft>
                <a:spcPts val="0"/>
              </a:spcAft>
              <a:buNone/>
              <a:defRPr b="1">
                <a:solidFill>
                  <a:srgbClr val="00004D"/>
                </a:solidFill>
                <a:latin typeface="Aldrich"/>
                <a:ea typeface="Aldrich"/>
                <a:cs typeface="Aldrich"/>
                <a:sym typeface="Aldrich"/>
              </a:defRPr>
            </a:lvl8pPr>
            <a:lvl9pPr lvl="8" rtl="0" algn="ctr">
              <a:lnSpc>
                <a:spcPct val="100000"/>
              </a:lnSpc>
              <a:spcBef>
                <a:spcPts val="0"/>
              </a:spcBef>
              <a:spcAft>
                <a:spcPts val="0"/>
              </a:spcAft>
              <a:buNone/>
              <a:defRPr b="1">
                <a:solidFill>
                  <a:srgbClr val="00004D"/>
                </a:solidFill>
                <a:latin typeface="Aldrich"/>
                <a:ea typeface="Aldrich"/>
                <a:cs typeface="Aldrich"/>
                <a:sym typeface="Aldrich"/>
              </a:defRPr>
            </a:lvl9pPr>
          </a:lstStyle>
          <a:p/>
        </p:txBody>
      </p:sp>
      <p:sp>
        <p:nvSpPr>
          <p:cNvPr id="322" name="Google Shape;322;p16"/>
          <p:cNvSpPr txBox="1"/>
          <p:nvPr>
            <p:ph idx="4" type="subTitle"/>
          </p:nvPr>
        </p:nvSpPr>
        <p:spPr>
          <a:xfrm>
            <a:off x="3360150" y="3373105"/>
            <a:ext cx="2423700" cy="54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sz="1600"/>
            </a:lvl2pPr>
            <a:lvl3pPr lvl="2" rtl="0" algn="ctr">
              <a:lnSpc>
                <a:spcPct val="100000"/>
              </a:lnSpc>
              <a:spcBef>
                <a:spcPts val="0"/>
              </a:spcBef>
              <a:spcAft>
                <a:spcPts val="0"/>
              </a:spcAft>
              <a:buNone/>
              <a:defRPr sz="1600"/>
            </a:lvl3pPr>
            <a:lvl4pPr lvl="3" rtl="0" algn="ctr">
              <a:lnSpc>
                <a:spcPct val="100000"/>
              </a:lnSpc>
              <a:spcBef>
                <a:spcPts val="0"/>
              </a:spcBef>
              <a:spcAft>
                <a:spcPts val="0"/>
              </a:spcAft>
              <a:buNone/>
              <a:defRPr sz="1600"/>
            </a:lvl4pPr>
            <a:lvl5pPr lvl="4" rtl="0" algn="ctr">
              <a:lnSpc>
                <a:spcPct val="100000"/>
              </a:lnSpc>
              <a:spcBef>
                <a:spcPts val="0"/>
              </a:spcBef>
              <a:spcAft>
                <a:spcPts val="0"/>
              </a:spcAft>
              <a:buNone/>
              <a:defRPr sz="1600"/>
            </a:lvl5pPr>
            <a:lvl6pPr lvl="5" rtl="0" algn="ctr">
              <a:lnSpc>
                <a:spcPct val="100000"/>
              </a:lnSpc>
              <a:spcBef>
                <a:spcPts val="0"/>
              </a:spcBef>
              <a:spcAft>
                <a:spcPts val="0"/>
              </a:spcAft>
              <a:buNone/>
              <a:defRPr sz="1600"/>
            </a:lvl6pPr>
            <a:lvl7pPr lvl="6" rtl="0" algn="ctr">
              <a:lnSpc>
                <a:spcPct val="100000"/>
              </a:lnSpc>
              <a:spcBef>
                <a:spcPts val="0"/>
              </a:spcBef>
              <a:spcAft>
                <a:spcPts val="0"/>
              </a:spcAft>
              <a:buNone/>
              <a:defRPr sz="1600"/>
            </a:lvl7pPr>
            <a:lvl8pPr lvl="7" rtl="0" algn="ctr">
              <a:lnSpc>
                <a:spcPct val="100000"/>
              </a:lnSpc>
              <a:spcBef>
                <a:spcPts val="0"/>
              </a:spcBef>
              <a:spcAft>
                <a:spcPts val="0"/>
              </a:spcAft>
              <a:buNone/>
              <a:defRPr sz="1600"/>
            </a:lvl8pPr>
            <a:lvl9pPr lvl="8" rtl="0" algn="ctr">
              <a:lnSpc>
                <a:spcPct val="100000"/>
              </a:lnSpc>
              <a:spcBef>
                <a:spcPts val="0"/>
              </a:spcBef>
              <a:spcAft>
                <a:spcPts val="0"/>
              </a:spcAft>
              <a:buNone/>
              <a:defRPr sz="1600"/>
            </a:lvl9pPr>
          </a:lstStyle>
          <a:p/>
        </p:txBody>
      </p:sp>
      <p:sp>
        <p:nvSpPr>
          <p:cNvPr id="323" name="Google Shape;323;p16"/>
          <p:cNvSpPr txBox="1"/>
          <p:nvPr>
            <p:ph idx="5" type="subTitle"/>
          </p:nvPr>
        </p:nvSpPr>
        <p:spPr>
          <a:xfrm>
            <a:off x="1176480" y="2989131"/>
            <a:ext cx="1517100" cy="314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1800">
                <a:solidFill>
                  <a:srgbClr val="00004D"/>
                </a:solidFill>
                <a:latin typeface="Aldrich"/>
                <a:ea typeface="Aldrich"/>
                <a:cs typeface="Aldrich"/>
                <a:sym typeface="Aldrich"/>
              </a:defRPr>
            </a:lvl1pPr>
            <a:lvl2pPr lvl="1" rtl="0" algn="ctr">
              <a:lnSpc>
                <a:spcPct val="100000"/>
              </a:lnSpc>
              <a:spcBef>
                <a:spcPts val="0"/>
              </a:spcBef>
              <a:spcAft>
                <a:spcPts val="0"/>
              </a:spcAft>
              <a:buNone/>
              <a:defRPr b="1">
                <a:solidFill>
                  <a:srgbClr val="00004D"/>
                </a:solidFill>
                <a:latin typeface="Aldrich"/>
                <a:ea typeface="Aldrich"/>
                <a:cs typeface="Aldrich"/>
                <a:sym typeface="Aldrich"/>
              </a:defRPr>
            </a:lvl2pPr>
            <a:lvl3pPr lvl="2" rtl="0" algn="ctr">
              <a:lnSpc>
                <a:spcPct val="100000"/>
              </a:lnSpc>
              <a:spcBef>
                <a:spcPts val="0"/>
              </a:spcBef>
              <a:spcAft>
                <a:spcPts val="0"/>
              </a:spcAft>
              <a:buNone/>
              <a:defRPr b="1">
                <a:solidFill>
                  <a:srgbClr val="00004D"/>
                </a:solidFill>
                <a:latin typeface="Aldrich"/>
                <a:ea typeface="Aldrich"/>
                <a:cs typeface="Aldrich"/>
                <a:sym typeface="Aldrich"/>
              </a:defRPr>
            </a:lvl3pPr>
            <a:lvl4pPr lvl="3" rtl="0" algn="ctr">
              <a:lnSpc>
                <a:spcPct val="100000"/>
              </a:lnSpc>
              <a:spcBef>
                <a:spcPts val="0"/>
              </a:spcBef>
              <a:spcAft>
                <a:spcPts val="0"/>
              </a:spcAft>
              <a:buNone/>
              <a:defRPr b="1">
                <a:solidFill>
                  <a:srgbClr val="00004D"/>
                </a:solidFill>
                <a:latin typeface="Aldrich"/>
                <a:ea typeface="Aldrich"/>
                <a:cs typeface="Aldrich"/>
                <a:sym typeface="Aldrich"/>
              </a:defRPr>
            </a:lvl4pPr>
            <a:lvl5pPr lvl="4" rtl="0" algn="ctr">
              <a:lnSpc>
                <a:spcPct val="100000"/>
              </a:lnSpc>
              <a:spcBef>
                <a:spcPts val="0"/>
              </a:spcBef>
              <a:spcAft>
                <a:spcPts val="0"/>
              </a:spcAft>
              <a:buNone/>
              <a:defRPr b="1">
                <a:solidFill>
                  <a:srgbClr val="00004D"/>
                </a:solidFill>
                <a:latin typeface="Aldrich"/>
                <a:ea typeface="Aldrich"/>
                <a:cs typeface="Aldrich"/>
                <a:sym typeface="Aldrich"/>
              </a:defRPr>
            </a:lvl5pPr>
            <a:lvl6pPr lvl="5" rtl="0" algn="ctr">
              <a:lnSpc>
                <a:spcPct val="100000"/>
              </a:lnSpc>
              <a:spcBef>
                <a:spcPts val="0"/>
              </a:spcBef>
              <a:spcAft>
                <a:spcPts val="0"/>
              </a:spcAft>
              <a:buNone/>
              <a:defRPr b="1">
                <a:solidFill>
                  <a:srgbClr val="00004D"/>
                </a:solidFill>
                <a:latin typeface="Aldrich"/>
                <a:ea typeface="Aldrich"/>
                <a:cs typeface="Aldrich"/>
                <a:sym typeface="Aldrich"/>
              </a:defRPr>
            </a:lvl6pPr>
            <a:lvl7pPr lvl="6" rtl="0" algn="ctr">
              <a:lnSpc>
                <a:spcPct val="100000"/>
              </a:lnSpc>
              <a:spcBef>
                <a:spcPts val="0"/>
              </a:spcBef>
              <a:spcAft>
                <a:spcPts val="0"/>
              </a:spcAft>
              <a:buNone/>
              <a:defRPr b="1">
                <a:solidFill>
                  <a:srgbClr val="00004D"/>
                </a:solidFill>
                <a:latin typeface="Aldrich"/>
                <a:ea typeface="Aldrich"/>
                <a:cs typeface="Aldrich"/>
                <a:sym typeface="Aldrich"/>
              </a:defRPr>
            </a:lvl7pPr>
            <a:lvl8pPr lvl="7" rtl="0" algn="ctr">
              <a:lnSpc>
                <a:spcPct val="100000"/>
              </a:lnSpc>
              <a:spcBef>
                <a:spcPts val="0"/>
              </a:spcBef>
              <a:spcAft>
                <a:spcPts val="0"/>
              </a:spcAft>
              <a:buNone/>
              <a:defRPr b="1">
                <a:solidFill>
                  <a:srgbClr val="00004D"/>
                </a:solidFill>
                <a:latin typeface="Aldrich"/>
                <a:ea typeface="Aldrich"/>
                <a:cs typeface="Aldrich"/>
                <a:sym typeface="Aldrich"/>
              </a:defRPr>
            </a:lvl8pPr>
            <a:lvl9pPr lvl="8" rtl="0" algn="ctr">
              <a:lnSpc>
                <a:spcPct val="100000"/>
              </a:lnSpc>
              <a:spcBef>
                <a:spcPts val="0"/>
              </a:spcBef>
              <a:spcAft>
                <a:spcPts val="0"/>
              </a:spcAft>
              <a:buNone/>
              <a:defRPr b="1">
                <a:solidFill>
                  <a:srgbClr val="00004D"/>
                </a:solidFill>
                <a:latin typeface="Aldrich"/>
                <a:ea typeface="Aldrich"/>
                <a:cs typeface="Aldrich"/>
                <a:sym typeface="Aldrich"/>
              </a:defRPr>
            </a:lvl9pPr>
          </a:lstStyle>
          <a:p/>
        </p:txBody>
      </p:sp>
      <p:sp>
        <p:nvSpPr>
          <p:cNvPr id="324" name="Google Shape;324;p16"/>
          <p:cNvSpPr txBox="1"/>
          <p:nvPr>
            <p:ph idx="6" type="subTitle"/>
          </p:nvPr>
        </p:nvSpPr>
        <p:spPr>
          <a:xfrm>
            <a:off x="723180" y="3373105"/>
            <a:ext cx="2423700" cy="54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sz="1600"/>
            </a:lvl2pPr>
            <a:lvl3pPr lvl="2" rtl="0" algn="ctr">
              <a:lnSpc>
                <a:spcPct val="100000"/>
              </a:lnSpc>
              <a:spcBef>
                <a:spcPts val="0"/>
              </a:spcBef>
              <a:spcAft>
                <a:spcPts val="0"/>
              </a:spcAft>
              <a:buNone/>
              <a:defRPr sz="1600"/>
            </a:lvl3pPr>
            <a:lvl4pPr lvl="3" rtl="0" algn="ctr">
              <a:lnSpc>
                <a:spcPct val="100000"/>
              </a:lnSpc>
              <a:spcBef>
                <a:spcPts val="0"/>
              </a:spcBef>
              <a:spcAft>
                <a:spcPts val="0"/>
              </a:spcAft>
              <a:buNone/>
              <a:defRPr sz="1600"/>
            </a:lvl4pPr>
            <a:lvl5pPr lvl="4" rtl="0" algn="ctr">
              <a:lnSpc>
                <a:spcPct val="100000"/>
              </a:lnSpc>
              <a:spcBef>
                <a:spcPts val="0"/>
              </a:spcBef>
              <a:spcAft>
                <a:spcPts val="0"/>
              </a:spcAft>
              <a:buNone/>
              <a:defRPr sz="1600"/>
            </a:lvl5pPr>
            <a:lvl6pPr lvl="5" rtl="0" algn="ctr">
              <a:lnSpc>
                <a:spcPct val="100000"/>
              </a:lnSpc>
              <a:spcBef>
                <a:spcPts val="0"/>
              </a:spcBef>
              <a:spcAft>
                <a:spcPts val="0"/>
              </a:spcAft>
              <a:buNone/>
              <a:defRPr sz="1600"/>
            </a:lvl6pPr>
            <a:lvl7pPr lvl="6" rtl="0" algn="ctr">
              <a:lnSpc>
                <a:spcPct val="100000"/>
              </a:lnSpc>
              <a:spcBef>
                <a:spcPts val="0"/>
              </a:spcBef>
              <a:spcAft>
                <a:spcPts val="0"/>
              </a:spcAft>
              <a:buNone/>
              <a:defRPr sz="1600"/>
            </a:lvl7pPr>
            <a:lvl8pPr lvl="7" rtl="0" algn="ctr">
              <a:lnSpc>
                <a:spcPct val="100000"/>
              </a:lnSpc>
              <a:spcBef>
                <a:spcPts val="0"/>
              </a:spcBef>
              <a:spcAft>
                <a:spcPts val="0"/>
              </a:spcAft>
              <a:buNone/>
              <a:defRPr sz="1600"/>
            </a:lvl8pPr>
            <a:lvl9pPr lvl="8" rtl="0" algn="ctr">
              <a:lnSpc>
                <a:spcPct val="100000"/>
              </a:lnSpc>
              <a:spcBef>
                <a:spcPts val="0"/>
              </a:spcBef>
              <a:spcAft>
                <a:spcPts val="0"/>
              </a:spcAft>
              <a:buNone/>
              <a:defRPr sz="1600"/>
            </a:lvl9pPr>
          </a:lstStyle>
          <a:p/>
        </p:txBody>
      </p:sp>
      <p:sp>
        <p:nvSpPr>
          <p:cNvPr id="325" name="Google Shape;325;p16"/>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26" name="Shape 326"/>
        <p:cNvGrpSpPr/>
        <p:nvPr/>
      </p:nvGrpSpPr>
      <p:grpSpPr>
        <a:xfrm>
          <a:off x="0" y="0"/>
          <a:ext cx="0" cy="0"/>
          <a:chOff x="0" y="0"/>
          <a:chExt cx="0" cy="0"/>
        </a:xfrm>
      </p:grpSpPr>
      <p:grpSp>
        <p:nvGrpSpPr>
          <p:cNvPr id="327" name="Google Shape;327;p17"/>
          <p:cNvGrpSpPr/>
          <p:nvPr/>
        </p:nvGrpSpPr>
        <p:grpSpPr>
          <a:xfrm>
            <a:off x="-9513" y="2"/>
            <a:ext cx="9177947" cy="5143510"/>
            <a:chOff x="-9513" y="2"/>
            <a:chExt cx="9177947" cy="5143510"/>
          </a:xfrm>
        </p:grpSpPr>
        <p:sp>
          <p:nvSpPr>
            <p:cNvPr id="328" name="Google Shape;328;p17"/>
            <p:cNvSpPr/>
            <p:nvPr/>
          </p:nvSpPr>
          <p:spPr>
            <a:xfrm>
              <a:off x="319050" y="283350"/>
              <a:ext cx="8505900" cy="4576800"/>
            </a:xfrm>
            <a:prstGeom prst="roundRect">
              <a:avLst>
                <a:gd fmla="val 3396" name="adj"/>
              </a:avLst>
            </a:prstGeom>
            <a:solidFill>
              <a:schemeClr val="accent4"/>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7"/>
            <p:cNvSpPr/>
            <p:nvPr/>
          </p:nvSpPr>
          <p:spPr>
            <a:xfrm>
              <a:off x="7132742" y="2"/>
              <a:ext cx="1612254" cy="1208486"/>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7"/>
            <p:cNvSpPr/>
            <p:nvPr/>
          </p:nvSpPr>
          <p:spPr>
            <a:xfrm>
              <a:off x="743298" y="3878776"/>
              <a:ext cx="1664900" cy="1264737"/>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7"/>
            <p:cNvSpPr/>
            <p:nvPr/>
          </p:nvSpPr>
          <p:spPr>
            <a:xfrm rot="10800000">
              <a:off x="-9513" y="3652041"/>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7"/>
            <p:cNvSpPr/>
            <p:nvPr/>
          </p:nvSpPr>
          <p:spPr>
            <a:xfrm>
              <a:off x="7972352" y="1381124"/>
              <a:ext cx="1196082" cy="1134709"/>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 name="Google Shape;333;p17"/>
          <p:cNvGrpSpPr/>
          <p:nvPr/>
        </p:nvGrpSpPr>
        <p:grpSpPr>
          <a:xfrm>
            <a:off x="4281415" y="75177"/>
            <a:ext cx="581170" cy="125403"/>
            <a:chOff x="4685288" y="186288"/>
            <a:chExt cx="419375" cy="90485"/>
          </a:xfrm>
        </p:grpSpPr>
        <p:sp>
          <p:nvSpPr>
            <p:cNvPr id="334" name="Google Shape;334;p17"/>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 name="Google Shape;335;p17"/>
            <p:cNvGrpSpPr/>
            <p:nvPr/>
          </p:nvGrpSpPr>
          <p:grpSpPr>
            <a:xfrm>
              <a:off x="4685288" y="186300"/>
              <a:ext cx="419375" cy="90473"/>
              <a:chOff x="4390000" y="182175"/>
              <a:chExt cx="419375" cy="90473"/>
            </a:xfrm>
          </p:grpSpPr>
          <p:sp>
            <p:nvSpPr>
              <p:cNvPr id="336" name="Google Shape;336;p17"/>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7"/>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8" name="Google Shape;338;p17"/>
          <p:cNvSpPr txBox="1"/>
          <p:nvPr>
            <p:ph idx="1" type="subTitle"/>
          </p:nvPr>
        </p:nvSpPr>
        <p:spPr>
          <a:xfrm>
            <a:off x="2117765" y="3228984"/>
            <a:ext cx="1398600" cy="405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b="1" sz="1800">
                <a:solidFill>
                  <a:schemeClr val="accent5"/>
                </a:solidFill>
                <a:latin typeface="Aldrich"/>
                <a:ea typeface="Aldrich"/>
                <a:cs typeface="Aldrich"/>
                <a:sym typeface="Aldrich"/>
              </a:defRPr>
            </a:lvl1pPr>
            <a:lvl2pPr lvl="1" rtl="0" algn="r">
              <a:lnSpc>
                <a:spcPct val="100000"/>
              </a:lnSpc>
              <a:spcBef>
                <a:spcPts val="0"/>
              </a:spcBef>
              <a:spcAft>
                <a:spcPts val="0"/>
              </a:spcAft>
              <a:buNone/>
              <a:defRPr b="1">
                <a:solidFill>
                  <a:schemeClr val="accent5"/>
                </a:solidFill>
                <a:latin typeface="Aldrich"/>
                <a:ea typeface="Aldrich"/>
                <a:cs typeface="Aldrich"/>
                <a:sym typeface="Aldrich"/>
              </a:defRPr>
            </a:lvl2pPr>
            <a:lvl3pPr lvl="2" rtl="0" algn="r">
              <a:lnSpc>
                <a:spcPct val="100000"/>
              </a:lnSpc>
              <a:spcBef>
                <a:spcPts val="0"/>
              </a:spcBef>
              <a:spcAft>
                <a:spcPts val="0"/>
              </a:spcAft>
              <a:buNone/>
              <a:defRPr b="1">
                <a:solidFill>
                  <a:schemeClr val="accent5"/>
                </a:solidFill>
                <a:latin typeface="Aldrich"/>
                <a:ea typeface="Aldrich"/>
                <a:cs typeface="Aldrich"/>
                <a:sym typeface="Aldrich"/>
              </a:defRPr>
            </a:lvl3pPr>
            <a:lvl4pPr lvl="3" rtl="0" algn="r">
              <a:lnSpc>
                <a:spcPct val="100000"/>
              </a:lnSpc>
              <a:spcBef>
                <a:spcPts val="0"/>
              </a:spcBef>
              <a:spcAft>
                <a:spcPts val="0"/>
              </a:spcAft>
              <a:buNone/>
              <a:defRPr b="1">
                <a:solidFill>
                  <a:schemeClr val="accent5"/>
                </a:solidFill>
                <a:latin typeface="Aldrich"/>
                <a:ea typeface="Aldrich"/>
                <a:cs typeface="Aldrich"/>
                <a:sym typeface="Aldrich"/>
              </a:defRPr>
            </a:lvl4pPr>
            <a:lvl5pPr lvl="4" rtl="0" algn="r">
              <a:lnSpc>
                <a:spcPct val="100000"/>
              </a:lnSpc>
              <a:spcBef>
                <a:spcPts val="0"/>
              </a:spcBef>
              <a:spcAft>
                <a:spcPts val="0"/>
              </a:spcAft>
              <a:buNone/>
              <a:defRPr b="1">
                <a:solidFill>
                  <a:schemeClr val="accent5"/>
                </a:solidFill>
                <a:latin typeface="Aldrich"/>
                <a:ea typeface="Aldrich"/>
                <a:cs typeface="Aldrich"/>
                <a:sym typeface="Aldrich"/>
              </a:defRPr>
            </a:lvl5pPr>
            <a:lvl6pPr lvl="5" rtl="0" algn="r">
              <a:lnSpc>
                <a:spcPct val="100000"/>
              </a:lnSpc>
              <a:spcBef>
                <a:spcPts val="0"/>
              </a:spcBef>
              <a:spcAft>
                <a:spcPts val="0"/>
              </a:spcAft>
              <a:buNone/>
              <a:defRPr b="1">
                <a:solidFill>
                  <a:schemeClr val="accent5"/>
                </a:solidFill>
                <a:latin typeface="Aldrich"/>
                <a:ea typeface="Aldrich"/>
                <a:cs typeface="Aldrich"/>
                <a:sym typeface="Aldrich"/>
              </a:defRPr>
            </a:lvl6pPr>
            <a:lvl7pPr lvl="6" rtl="0" algn="r">
              <a:lnSpc>
                <a:spcPct val="100000"/>
              </a:lnSpc>
              <a:spcBef>
                <a:spcPts val="0"/>
              </a:spcBef>
              <a:spcAft>
                <a:spcPts val="0"/>
              </a:spcAft>
              <a:buNone/>
              <a:defRPr b="1">
                <a:solidFill>
                  <a:schemeClr val="accent5"/>
                </a:solidFill>
                <a:latin typeface="Aldrich"/>
                <a:ea typeface="Aldrich"/>
                <a:cs typeface="Aldrich"/>
                <a:sym typeface="Aldrich"/>
              </a:defRPr>
            </a:lvl7pPr>
            <a:lvl8pPr lvl="7" rtl="0" algn="r">
              <a:lnSpc>
                <a:spcPct val="100000"/>
              </a:lnSpc>
              <a:spcBef>
                <a:spcPts val="0"/>
              </a:spcBef>
              <a:spcAft>
                <a:spcPts val="0"/>
              </a:spcAft>
              <a:buNone/>
              <a:defRPr b="1">
                <a:solidFill>
                  <a:schemeClr val="accent5"/>
                </a:solidFill>
                <a:latin typeface="Aldrich"/>
                <a:ea typeface="Aldrich"/>
                <a:cs typeface="Aldrich"/>
                <a:sym typeface="Aldrich"/>
              </a:defRPr>
            </a:lvl8pPr>
            <a:lvl9pPr lvl="8" rtl="0" algn="r">
              <a:lnSpc>
                <a:spcPct val="100000"/>
              </a:lnSpc>
              <a:spcBef>
                <a:spcPts val="0"/>
              </a:spcBef>
              <a:spcAft>
                <a:spcPts val="0"/>
              </a:spcAft>
              <a:buNone/>
              <a:defRPr b="1">
                <a:solidFill>
                  <a:schemeClr val="accent5"/>
                </a:solidFill>
                <a:latin typeface="Aldrich"/>
                <a:ea typeface="Aldrich"/>
                <a:cs typeface="Aldrich"/>
                <a:sym typeface="Aldrich"/>
              </a:defRPr>
            </a:lvl9pPr>
          </a:lstStyle>
          <a:p/>
        </p:txBody>
      </p:sp>
      <p:sp>
        <p:nvSpPr>
          <p:cNvPr id="339" name="Google Shape;339;p17"/>
          <p:cNvSpPr txBox="1"/>
          <p:nvPr>
            <p:ph idx="2" type="subTitle"/>
          </p:nvPr>
        </p:nvSpPr>
        <p:spPr>
          <a:xfrm>
            <a:off x="5627635" y="3228984"/>
            <a:ext cx="1398600" cy="405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1800">
                <a:solidFill>
                  <a:schemeClr val="accent5"/>
                </a:solidFill>
                <a:latin typeface="Aldrich"/>
                <a:ea typeface="Aldrich"/>
                <a:cs typeface="Aldrich"/>
                <a:sym typeface="Aldrich"/>
              </a:defRPr>
            </a:lvl1pPr>
            <a:lvl2pPr lvl="1" rtl="0">
              <a:lnSpc>
                <a:spcPct val="100000"/>
              </a:lnSpc>
              <a:spcBef>
                <a:spcPts val="0"/>
              </a:spcBef>
              <a:spcAft>
                <a:spcPts val="0"/>
              </a:spcAft>
              <a:buNone/>
              <a:defRPr b="1">
                <a:solidFill>
                  <a:schemeClr val="accent5"/>
                </a:solidFill>
                <a:latin typeface="Aldrich"/>
                <a:ea typeface="Aldrich"/>
                <a:cs typeface="Aldrich"/>
                <a:sym typeface="Aldrich"/>
              </a:defRPr>
            </a:lvl2pPr>
            <a:lvl3pPr lvl="2" rtl="0">
              <a:lnSpc>
                <a:spcPct val="100000"/>
              </a:lnSpc>
              <a:spcBef>
                <a:spcPts val="0"/>
              </a:spcBef>
              <a:spcAft>
                <a:spcPts val="0"/>
              </a:spcAft>
              <a:buNone/>
              <a:defRPr b="1">
                <a:solidFill>
                  <a:schemeClr val="accent5"/>
                </a:solidFill>
                <a:latin typeface="Aldrich"/>
                <a:ea typeface="Aldrich"/>
                <a:cs typeface="Aldrich"/>
                <a:sym typeface="Aldrich"/>
              </a:defRPr>
            </a:lvl3pPr>
            <a:lvl4pPr lvl="3" rtl="0">
              <a:lnSpc>
                <a:spcPct val="100000"/>
              </a:lnSpc>
              <a:spcBef>
                <a:spcPts val="0"/>
              </a:spcBef>
              <a:spcAft>
                <a:spcPts val="0"/>
              </a:spcAft>
              <a:buNone/>
              <a:defRPr b="1">
                <a:solidFill>
                  <a:schemeClr val="accent5"/>
                </a:solidFill>
                <a:latin typeface="Aldrich"/>
                <a:ea typeface="Aldrich"/>
                <a:cs typeface="Aldrich"/>
                <a:sym typeface="Aldrich"/>
              </a:defRPr>
            </a:lvl4pPr>
            <a:lvl5pPr lvl="4" rtl="0">
              <a:lnSpc>
                <a:spcPct val="100000"/>
              </a:lnSpc>
              <a:spcBef>
                <a:spcPts val="0"/>
              </a:spcBef>
              <a:spcAft>
                <a:spcPts val="0"/>
              </a:spcAft>
              <a:buNone/>
              <a:defRPr b="1">
                <a:solidFill>
                  <a:schemeClr val="accent5"/>
                </a:solidFill>
                <a:latin typeface="Aldrich"/>
                <a:ea typeface="Aldrich"/>
                <a:cs typeface="Aldrich"/>
                <a:sym typeface="Aldrich"/>
              </a:defRPr>
            </a:lvl5pPr>
            <a:lvl6pPr lvl="5" rtl="0">
              <a:lnSpc>
                <a:spcPct val="100000"/>
              </a:lnSpc>
              <a:spcBef>
                <a:spcPts val="0"/>
              </a:spcBef>
              <a:spcAft>
                <a:spcPts val="0"/>
              </a:spcAft>
              <a:buNone/>
              <a:defRPr b="1">
                <a:solidFill>
                  <a:schemeClr val="accent5"/>
                </a:solidFill>
                <a:latin typeface="Aldrich"/>
                <a:ea typeface="Aldrich"/>
                <a:cs typeface="Aldrich"/>
                <a:sym typeface="Aldrich"/>
              </a:defRPr>
            </a:lvl6pPr>
            <a:lvl7pPr lvl="6" rtl="0">
              <a:lnSpc>
                <a:spcPct val="100000"/>
              </a:lnSpc>
              <a:spcBef>
                <a:spcPts val="0"/>
              </a:spcBef>
              <a:spcAft>
                <a:spcPts val="0"/>
              </a:spcAft>
              <a:buNone/>
              <a:defRPr b="1">
                <a:solidFill>
                  <a:schemeClr val="accent5"/>
                </a:solidFill>
                <a:latin typeface="Aldrich"/>
                <a:ea typeface="Aldrich"/>
                <a:cs typeface="Aldrich"/>
                <a:sym typeface="Aldrich"/>
              </a:defRPr>
            </a:lvl7pPr>
            <a:lvl8pPr lvl="7" rtl="0">
              <a:lnSpc>
                <a:spcPct val="100000"/>
              </a:lnSpc>
              <a:spcBef>
                <a:spcPts val="0"/>
              </a:spcBef>
              <a:spcAft>
                <a:spcPts val="0"/>
              </a:spcAft>
              <a:buNone/>
              <a:defRPr b="1">
                <a:solidFill>
                  <a:schemeClr val="accent5"/>
                </a:solidFill>
                <a:latin typeface="Aldrich"/>
                <a:ea typeface="Aldrich"/>
                <a:cs typeface="Aldrich"/>
                <a:sym typeface="Aldrich"/>
              </a:defRPr>
            </a:lvl8pPr>
            <a:lvl9pPr lvl="8" rtl="0">
              <a:lnSpc>
                <a:spcPct val="100000"/>
              </a:lnSpc>
              <a:spcBef>
                <a:spcPts val="0"/>
              </a:spcBef>
              <a:spcAft>
                <a:spcPts val="0"/>
              </a:spcAft>
              <a:buNone/>
              <a:defRPr b="1">
                <a:solidFill>
                  <a:schemeClr val="accent5"/>
                </a:solidFill>
                <a:latin typeface="Aldrich"/>
                <a:ea typeface="Aldrich"/>
                <a:cs typeface="Aldrich"/>
                <a:sym typeface="Aldrich"/>
              </a:defRPr>
            </a:lvl9pPr>
          </a:lstStyle>
          <a:p/>
        </p:txBody>
      </p:sp>
      <p:sp>
        <p:nvSpPr>
          <p:cNvPr id="340" name="Google Shape;340;p17"/>
          <p:cNvSpPr txBox="1"/>
          <p:nvPr>
            <p:ph idx="3" type="subTitle"/>
          </p:nvPr>
        </p:nvSpPr>
        <p:spPr>
          <a:xfrm>
            <a:off x="1297865" y="3645247"/>
            <a:ext cx="2218500" cy="459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accent5"/>
              </a:buClr>
              <a:buSzPts val="1600"/>
              <a:buNone/>
              <a:defRPr sz="1600">
                <a:solidFill>
                  <a:schemeClr val="accent5"/>
                </a:solidFill>
              </a:defRPr>
            </a:lvl1pPr>
            <a:lvl2pPr lvl="1" rtl="0">
              <a:spcBef>
                <a:spcPts val="0"/>
              </a:spcBef>
              <a:spcAft>
                <a:spcPts val="0"/>
              </a:spcAft>
              <a:buClr>
                <a:schemeClr val="accent5"/>
              </a:buClr>
              <a:buSzPts val="1400"/>
              <a:buNone/>
              <a:defRPr>
                <a:solidFill>
                  <a:schemeClr val="accent5"/>
                </a:solidFill>
              </a:defRPr>
            </a:lvl2pPr>
            <a:lvl3pPr lvl="2" rtl="0">
              <a:spcBef>
                <a:spcPts val="1600"/>
              </a:spcBef>
              <a:spcAft>
                <a:spcPts val="0"/>
              </a:spcAft>
              <a:buClr>
                <a:schemeClr val="accent5"/>
              </a:buClr>
              <a:buSzPts val="1400"/>
              <a:buNone/>
              <a:defRPr>
                <a:solidFill>
                  <a:schemeClr val="accent5"/>
                </a:solidFill>
              </a:defRPr>
            </a:lvl3pPr>
            <a:lvl4pPr lvl="3" rtl="0">
              <a:spcBef>
                <a:spcPts val="1600"/>
              </a:spcBef>
              <a:spcAft>
                <a:spcPts val="0"/>
              </a:spcAft>
              <a:buClr>
                <a:schemeClr val="accent5"/>
              </a:buClr>
              <a:buSzPts val="1400"/>
              <a:buNone/>
              <a:defRPr>
                <a:solidFill>
                  <a:schemeClr val="accent5"/>
                </a:solidFill>
              </a:defRPr>
            </a:lvl4pPr>
            <a:lvl5pPr lvl="4" rtl="0">
              <a:spcBef>
                <a:spcPts val="1600"/>
              </a:spcBef>
              <a:spcAft>
                <a:spcPts val="0"/>
              </a:spcAft>
              <a:buClr>
                <a:schemeClr val="accent5"/>
              </a:buClr>
              <a:buSzPts val="1400"/>
              <a:buNone/>
              <a:defRPr>
                <a:solidFill>
                  <a:schemeClr val="accent5"/>
                </a:solidFill>
              </a:defRPr>
            </a:lvl5pPr>
            <a:lvl6pPr lvl="5" rtl="0">
              <a:spcBef>
                <a:spcPts val="1600"/>
              </a:spcBef>
              <a:spcAft>
                <a:spcPts val="0"/>
              </a:spcAft>
              <a:buClr>
                <a:schemeClr val="accent5"/>
              </a:buClr>
              <a:buSzPts val="1400"/>
              <a:buNone/>
              <a:defRPr>
                <a:solidFill>
                  <a:schemeClr val="accent5"/>
                </a:solidFill>
              </a:defRPr>
            </a:lvl6pPr>
            <a:lvl7pPr lvl="6" rtl="0">
              <a:spcBef>
                <a:spcPts val="1600"/>
              </a:spcBef>
              <a:spcAft>
                <a:spcPts val="0"/>
              </a:spcAft>
              <a:buClr>
                <a:schemeClr val="accent5"/>
              </a:buClr>
              <a:buSzPts val="1400"/>
              <a:buNone/>
              <a:defRPr>
                <a:solidFill>
                  <a:schemeClr val="accent5"/>
                </a:solidFill>
              </a:defRPr>
            </a:lvl7pPr>
            <a:lvl8pPr lvl="7" rtl="0">
              <a:spcBef>
                <a:spcPts val="1600"/>
              </a:spcBef>
              <a:spcAft>
                <a:spcPts val="0"/>
              </a:spcAft>
              <a:buClr>
                <a:schemeClr val="accent5"/>
              </a:buClr>
              <a:buSzPts val="1400"/>
              <a:buNone/>
              <a:defRPr>
                <a:solidFill>
                  <a:schemeClr val="accent5"/>
                </a:solidFill>
              </a:defRPr>
            </a:lvl8pPr>
            <a:lvl9pPr lvl="8" rtl="0">
              <a:spcBef>
                <a:spcPts val="1600"/>
              </a:spcBef>
              <a:spcAft>
                <a:spcPts val="1600"/>
              </a:spcAft>
              <a:buClr>
                <a:schemeClr val="accent5"/>
              </a:buClr>
              <a:buSzPts val="1400"/>
              <a:buNone/>
              <a:defRPr>
                <a:solidFill>
                  <a:schemeClr val="accent5"/>
                </a:solidFill>
              </a:defRPr>
            </a:lvl9pPr>
          </a:lstStyle>
          <a:p/>
        </p:txBody>
      </p:sp>
      <p:sp>
        <p:nvSpPr>
          <p:cNvPr id="341" name="Google Shape;341;p17"/>
          <p:cNvSpPr txBox="1"/>
          <p:nvPr>
            <p:ph idx="4" type="subTitle"/>
          </p:nvPr>
        </p:nvSpPr>
        <p:spPr>
          <a:xfrm>
            <a:off x="5627635" y="3645247"/>
            <a:ext cx="2218500" cy="459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accent5"/>
              </a:buClr>
              <a:buSzPts val="1600"/>
              <a:buNone/>
              <a:defRPr sz="1600">
                <a:solidFill>
                  <a:schemeClr val="accent5"/>
                </a:solidFill>
              </a:defRPr>
            </a:lvl1pPr>
            <a:lvl2pPr lvl="1" rtl="0">
              <a:spcBef>
                <a:spcPts val="0"/>
              </a:spcBef>
              <a:spcAft>
                <a:spcPts val="0"/>
              </a:spcAft>
              <a:buClr>
                <a:schemeClr val="accent5"/>
              </a:buClr>
              <a:buSzPts val="1400"/>
              <a:buNone/>
              <a:defRPr>
                <a:solidFill>
                  <a:schemeClr val="accent5"/>
                </a:solidFill>
              </a:defRPr>
            </a:lvl2pPr>
            <a:lvl3pPr lvl="2" rtl="0">
              <a:spcBef>
                <a:spcPts val="1600"/>
              </a:spcBef>
              <a:spcAft>
                <a:spcPts val="0"/>
              </a:spcAft>
              <a:buClr>
                <a:schemeClr val="accent5"/>
              </a:buClr>
              <a:buSzPts val="1400"/>
              <a:buNone/>
              <a:defRPr>
                <a:solidFill>
                  <a:schemeClr val="accent5"/>
                </a:solidFill>
              </a:defRPr>
            </a:lvl3pPr>
            <a:lvl4pPr lvl="3" rtl="0">
              <a:spcBef>
                <a:spcPts val="1600"/>
              </a:spcBef>
              <a:spcAft>
                <a:spcPts val="0"/>
              </a:spcAft>
              <a:buClr>
                <a:schemeClr val="accent5"/>
              </a:buClr>
              <a:buSzPts val="1400"/>
              <a:buNone/>
              <a:defRPr>
                <a:solidFill>
                  <a:schemeClr val="accent5"/>
                </a:solidFill>
              </a:defRPr>
            </a:lvl4pPr>
            <a:lvl5pPr lvl="4" rtl="0">
              <a:spcBef>
                <a:spcPts val="1600"/>
              </a:spcBef>
              <a:spcAft>
                <a:spcPts val="0"/>
              </a:spcAft>
              <a:buClr>
                <a:schemeClr val="accent5"/>
              </a:buClr>
              <a:buSzPts val="1400"/>
              <a:buNone/>
              <a:defRPr>
                <a:solidFill>
                  <a:schemeClr val="accent5"/>
                </a:solidFill>
              </a:defRPr>
            </a:lvl5pPr>
            <a:lvl6pPr lvl="5" rtl="0">
              <a:spcBef>
                <a:spcPts val="1600"/>
              </a:spcBef>
              <a:spcAft>
                <a:spcPts val="0"/>
              </a:spcAft>
              <a:buClr>
                <a:schemeClr val="accent5"/>
              </a:buClr>
              <a:buSzPts val="1400"/>
              <a:buNone/>
              <a:defRPr>
                <a:solidFill>
                  <a:schemeClr val="accent5"/>
                </a:solidFill>
              </a:defRPr>
            </a:lvl6pPr>
            <a:lvl7pPr lvl="6" rtl="0">
              <a:spcBef>
                <a:spcPts val="1600"/>
              </a:spcBef>
              <a:spcAft>
                <a:spcPts val="0"/>
              </a:spcAft>
              <a:buClr>
                <a:schemeClr val="accent5"/>
              </a:buClr>
              <a:buSzPts val="1400"/>
              <a:buNone/>
              <a:defRPr>
                <a:solidFill>
                  <a:schemeClr val="accent5"/>
                </a:solidFill>
              </a:defRPr>
            </a:lvl7pPr>
            <a:lvl8pPr lvl="7" rtl="0">
              <a:spcBef>
                <a:spcPts val="1600"/>
              </a:spcBef>
              <a:spcAft>
                <a:spcPts val="0"/>
              </a:spcAft>
              <a:buClr>
                <a:schemeClr val="accent5"/>
              </a:buClr>
              <a:buSzPts val="1400"/>
              <a:buNone/>
              <a:defRPr>
                <a:solidFill>
                  <a:schemeClr val="accent5"/>
                </a:solidFill>
              </a:defRPr>
            </a:lvl8pPr>
            <a:lvl9pPr lvl="8" rtl="0">
              <a:spcBef>
                <a:spcPts val="1600"/>
              </a:spcBef>
              <a:spcAft>
                <a:spcPts val="1600"/>
              </a:spcAft>
              <a:buClr>
                <a:schemeClr val="accent5"/>
              </a:buClr>
              <a:buSzPts val="1400"/>
              <a:buNone/>
              <a:defRPr>
                <a:solidFill>
                  <a:schemeClr val="accent5"/>
                </a:solidFill>
              </a:defRPr>
            </a:lvl9pPr>
          </a:lstStyle>
          <a:p/>
        </p:txBody>
      </p:sp>
      <p:sp>
        <p:nvSpPr>
          <p:cNvPr id="342" name="Google Shape;342;p17"/>
          <p:cNvSpPr txBox="1"/>
          <p:nvPr>
            <p:ph idx="5" type="subTitle"/>
          </p:nvPr>
        </p:nvSpPr>
        <p:spPr>
          <a:xfrm>
            <a:off x="2117765" y="1709641"/>
            <a:ext cx="1398600" cy="405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b="1" sz="1800">
                <a:solidFill>
                  <a:schemeClr val="accent5"/>
                </a:solidFill>
                <a:latin typeface="Aldrich"/>
                <a:ea typeface="Aldrich"/>
                <a:cs typeface="Aldrich"/>
                <a:sym typeface="Aldrich"/>
              </a:defRPr>
            </a:lvl1pPr>
            <a:lvl2pPr lvl="1" rtl="0" algn="r">
              <a:lnSpc>
                <a:spcPct val="100000"/>
              </a:lnSpc>
              <a:spcBef>
                <a:spcPts val="0"/>
              </a:spcBef>
              <a:spcAft>
                <a:spcPts val="0"/>
              </a:spcAft>
              <a:buNone/>
              <a:defRPr b="1">
                <a:solidFill>
                  <a:schemeClr val="accent5"/>
                </a:solidFill>
                <a:latin typeface="Aldrich"/>
                <a:ea typeface="Aldrich"/>
                <a:cs typeface="Aldrich"/>
                <a:sym typeface="Aldrich"/>
              </a:defRPr>
            </a:lvl2pPr>
            <a:lvl3pPr lvl="2" rtl="0" algn="r">
              <a:lnSpc>
                <a:spcPct val="100000"/>
              </a:lnSpc>
              <a:spcBef>
                <a:spcPts val="0"/>
              </a:spcBef>
              <a:spcAft>
                <a:spcPts val="0"/>
              </a:spcAft>
              <a:buNone/>
              <a:defRPr b="1">
                <a:solidFill>
                  <a:schemeClr val="accent5"/>
                </a:solidFill>
                <a:latin typeface="Aldrich"/>
                <a:ea typeface="Aldrich"/>
                <a:cs typeface="Aldrich"/>
                <a:sym typeface="Aldrich"/>
              </a:defRPr>
            </a:lvl3pPr>
            <a:lvl4pPr lvl="3" rtl="0" algn="r">
              <a:lnSpc>
                <a:spcPct val="100000"/>
              </a:lnSpc>
              <a:spcBef>
                <a:spcPts val="0"/>
              </a:spcBef>
              <a:spcAft>
                <a:spcPts val="0"/>
              </a:spcAft>
              <a:buNone/>
              <a:defRPr b="1">
                <a:solidFill>
                  <a:schemeClr val="accent5"/>
                </a:solidFill>
                <a:latin typeface="Aldrich"/>
                <a:ea typeface="Aldrich"/>
                <a:cs typeface="Aldrich"/>
                <a:sym typeface="Aldrich"/>
              </a:defRPr>
            </a:lvl4pPr>
            <a:lvl5pPr lvl="4" rtl="0" algn="r">
              <a:lnSpc>
                <a:spcPct val="100000"/>
              </a:lnSpc>
              <a:spcBef>
                <a:spcPts val="0"/>
              </a:spcBef>
              <a:spcAft>
                <a:spcPts val="0"/>
              </a:spcAft>
              <a:buNone/>
              <a:defRPr b="1">
                <a:solidFill>
                  <a:schemeClr val="accent5"/>
                </a:solidFill>
                <a:latin typeface="Aldrich"/>
                <a:ea typeface="Aldrich"/>
                <a:cs typeface="Aldrich"/>
                <a:sym typeface="Aldrich"/>
              </a:defRPr>
            </a:lvl5pPr>
            <a:lvl6pPr lvl="5" rtl="0" algn="r">
              <a:lnSpc>
                <a:spcPct val="100000"/>
              </a:lnSpc>
              <a:spcBef>
                <a:spcPts val="0"/>
              </a:spcBef>
              <a:spcAft>
                <a:spcPts val="0"/>
              </a:spcAft>
              <a:buNone/>
              <a:defRPr b="1">
                <a:solidFill>
                  <a:schemeClr val="accent5"/>
                </a:solidFill>
                <a:latin typeface="Aldrich"/>
                <a:ea typeface="Aldrich"/>
                <a:cs typeface="Aldrich"/>
                <a:sym typeface="Aldrich"/>
              </a:defRPr>
            </a:lvl6pPr>
            <a:lvl7pPr lvl="6" rtl="0" algn="r">
              <a:lnSpc>
                <a:spcPct val="100000"/>
              </a:lnSpc>
              <a:spcBef>
                <a:spcPts val="0"/>
              </a:spcBef>
              <a:spcAft>
                <a:spcPts val="0"/>
              </a:spcAft>
              <a:buNone/>
              <a:defRPr b="1">
                <a:solidFill>
                  <a:schemeClr val="accent5"/>
                </a:solidFill>
                <a:latin typeface="Aldrich"/>
                <a:ea typeface="Aldrich"/>
                <a:cs typeface="Aldrich"/>
                <a:sym typeface="Aldrich"/>
              </a:defRPr>
            </a:lvl7pPr>
            <a:lvl8pPr lvl="7" rtl="0" algn="r">
              <a:lnSpc>
                <a:spcPct val="100000"/>
              </a:lnSpc>
              <a:spcBef>
                <a:spcPts val="0"/>
              </a:spcBef>
              <a:spcAft>
                <a:spcPts val="0"/>
              </a:spcAft>
              <a:buNone/>
              <a:defRPr b="1">
                <a:solidFill>
                  <a:schemeClr val="accent5"/>
                </a:solidFill>
                <a:latin typeface="Aldrich"/>
                <a:ea typeface="Aldrich"/>
                <a:cs typeface="Aldrich"/>
                <a:sym typeface="Aldrich"/>
              </a:defRPr>
            </a:lvl8pPr>
            <a:lvl9pPr lvl="8" rtl="0" algn="r">
              <a:lnSpc>
                <a:spcPct val="100000"/>
              </a:lnSpc>
              <a:spcBef>
                <a:spcPts val="0"/>
              </a:spcBef>
              <a:spcAft>
                <a:spcPts val="0"/>
              </a:spcAft>
              <a:buNone/>
              <a:defRPr b="1">
                <a:solidFill>
                  <a:schemeClr val="accent5"/>
                </a:solidFill>
                <a:latin typeface="Aldrich"/>
                <a:ea typeface="Aldrich"/>
                <a:cs typeface="Aldrich"/>
                <a:sym typeface="Aldrich"/>
              </a:defRPr>
            </a:lvl9pPr>
          </a:lstStyle>
          <a:p/>
        </p:txBody>
      </p:sp>
      <p:sp>
        <p:nvSpPr>
          <p:cNvPr id="343" name="Google Shape;343;p17"/>
          <p:cNvSpPr txBox="1"/>
          <p:nvPr>
            <p:ph idx="6" type="subTitle"/>
          </p:nvPr>
        </p:nvSpPr>
        <p:spPr>
          <a:xfrm>
            <a:off x="5627635" y="1709641"/>
            <a:ext cx="1398600" cy="405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1800">
                <a:solidFill>
                  <a:schemeClr val="accent5"/>
                </a:solidFill>
                <a:latin typeface="Aldrich"/>
                <a:ea typeface="Aldrich"/>
                <a:cs typeface="Aldrich"/>
                <a:sym typeface="Aldrich"/>
              </a:defRPr>
            </a:lvl1pPr>
            <a:lvl2pPr lvl="1" rtl="0">
              <a:lnSpc>
                <a:spcPct val="100000"/>
              </a:lnSpc>
              <a:spcBef>
                <a:spcPts val="0"/>
              </a:spcBef>
              <a:spcAft>
                <a:spcPts val="0"/>
              </a:spcAft>
              <a:buNone/>
              <a:defRPr b="1">
                <a:solidFill>
                  <a:schemeClr val="accent5"/>
                </a:solidFill>
                <a:latin typeface="Aldrich"/>
                <a:ea typeface="Aldrich"/>
                <a:cs typeface="Aldrich"/>
                <a:sym typeface="Aldrich"/>
              </a:defRPr>
            </a:lvl2pPr>
            <a:lvl3pPr lvl="2" rtl="0">
              <a:lnSpc>
                <a:spcPct val="100000"/>
              </a:lnSpc>
              <a:spcBef>
                <a:spcPts val="0"/>
              </a:spcBef>
              <a:spcAft>
                <a:spcPts val="0"/>
              </a:spcAft>
              <a:buNone/>
              <a:defRPr b="1">
                <a:solidFill>
                  <a:schemeClr val="accent5"/>
                </a:solidFill>
                <a:latin typeface="Aldrich"/>
                <a:ea typeface="Aldrich"/>
                <a:cs typeface="Aldrich"/>
                <a:sym typeface="Aldrich"/>
              </a:defRPr>
            </a:lvl3pPr>
            <a:lvl4pPr lvl="3" rtl="0">
              <a:lnSpc>
                <a:spcPct val="100000"/>
              </a:lnSpc>
              <a:spcBef>
                <a:spcPts val="0"/>
              </a:spcBef>
              <a:spcAft>
                <a:spcPts val="0"/>
              </a:spcAft>
              <a:buNone/>
              <a:defRPr b="1">
                <a:solidFill>
                  <a:schemeClr val="accent5"/>
                </a:solidFill>
                <a:latin typeface="Aldrich"/>
                <a:ea typeface="Aldrich"/>
                <a:cs typeface="Aldrich"/>
                <a:sym typeface="Aldrich"/>
              </a:defRPr>
            </a:lvl4pPr>
            <a:lvl5pPr lvl="4" rtl="0">
              <a:lnSpc>
                <a:spcPct val="100000"/>
              </a:lnSpc>
              <a:spcBef>
                <a:spcPts val="0"/>
              </a:spcBef>
              <a:spcAft>
                <a:spcPts val="0"/>
              </a:spcAft>
              <a:buNone/>
              <a:defRPr b="1">
                <a:solidFill>
                  <a:schemeClr val="accent5"/>
                </a:solidFill>
                <a:latin typeface="Aldrich"/>
                <a:ea typeface="Aldrich"/>
                <a:cs typeface="Aldrich"/>
                <a:sym typeface="Aldrich"/>
              </a:defRPr>
            </a:lvl5pPr>
            <a:lvl6pPr lvl="5" rtl="0">
              <a:lnSpc>
                <a:spcPct val="100000"/>
              </a:lnSpc>
              <a:spcBef>
                <a:spcPts val="0"/>
              </a:spcBef>
              <a:spcAft>
                <a:spcPts val="0"/>
              </a:spcAft>
              <a:buNone/>
              <a:defRPr b="1">
                <a:solidFill>
                  <a:schemeClr val="accent5"/>
                </a:solidFill>
                <a:latin typeface="Aldrich"/>
                <a:ea typeface="Aldrich"/>
                <a:cs typeface="Aldrich"/>
                <a:sym typeface="Aldrich"/>
              </a:defRPr>
            </a:lvl6pPr>
            <a:lvl7pPr lvl="6" rtl="0">
              <a:lnSpc>
                <a:spcPct val="100000"/>
              </a:lnSpc>
              <a:spcBef>
                <a:spcPts val="0"/>
              </a:spcBef>
              <a:spcAft>
                <a:spcPts val="0"/>
              </a:spcAft>
              <a:buNone/>
              <a:defRPr b="1">
                <a:solidFill>
                  <a:schemeClr val="accent5"/>
                </a:solidFill>
                <a:latin typeface="Aldrich"/>
                <a:ea typeface="Aldrich"/>
                <a:cs typeface="Aldrich"/>
                <a:sym typeface="Aldrich"/>
              </a:defRPr>
            </a:lvl7pPr>
            <a:lvl8pPr lvl="7" rtl="0">
              <a:lnSpc>
                <a:spcPct val="100000"/>
              </a:lnSpc>
              <a:spcBef>
                <a:spcPts val="0"/>
              </a:spcBef>
              <a:spcAft>
                <a:spcPts val="0"/>
              </a:spcAft>
              <a:buNone/>
              <a:defRPr b="1">
                <a:solidFill>
                  <a:schemeClr val="accent5"/>
                </a:solidFill>
                <a:latin typeface="Aldrich"/>
                <a:ea typeface="Aldrich"/>
                <a:cs typeface="Aldrich"/>
                <a:sym typeface="Aldrich"/>
              </a:defRPr>
            </a:lvl8pPr>
            <a:lvl9pPr lvl="8" rtl="0">
              <a:lnSpc>
                <a:spcPct val="100000"/>
              </a:lnSpc>
              <a:spcBef>
                <a:spcPts val="0"/>
              </a:spcBef>
              <a:spcAft>
                <a:spcPts val="0"/>
              </a:spcAft>
              <a:buNone/>
              <a:defRPr b="1">
                <a:solidFill>
                  <a:schemeClr val="accent5"/>
                </a:solidFill>
                <a:latin typeface="Aldrich"/>
                <a:ea typeface="Aldrich"/>
                <a:cs typeface="Aldrich"/>
                <a:sym typeface="Aldrich"/>
              </a:defRPr>
            </a:lvl9pPr>
          </a:lstStyle>
          <a:p/>
        </p:txBody>
      </p:sp>
      <p:sp>
        <p:nvSpPr>
          <p:cNvPr id="344" name="Google Shape;344;p17"/>
          <p:cNvSpPr txBox="1"/>
          <p:nvPr>
            <p:ph idx="7" type="subTitle"/>
          </p:nvPr>
        </p:nvSpPr>
        <p:spPr>
          <a:xfrm>
            <a:off x="1297865" y="2125989"/>
            <a:ext cx="2218500" cy="459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accent5"/>
              </a:buClr>
              <a:buSzPts val="1600"/>
              <a:buNone/>
              <a:defRPr sz="1600">
                <a:solidFill>
                  <a:schemeClr val="accent5"/>
                </a:solidFill>
              </a:defRPr>
            </a:lvl1pPr>
            <a:lvl2pPr lvl="1" rtl="0">
              <a:spcBef>
                <a:spcPts val="0"/>
              </a:spcBef>
              <a:spcAft>
                <a:spcPts val="0"/>
              </a:spcAft>
              <a:buClr>
                <a:schemeClr val="accent5"/>
              </a:buClr>
              <a:buSzPts val="1400"/>
              <a:buNone/>
              <a:defRPr>
                <a:solidFill>
                  <a:schemeClr val="accent5"/>
                </a:solidFill>
              </a:defRPr>
            </a:lvl2pPr>
            <a:lvl3pPr lvl="2" rtl="0">
              <a:spcBef>
                <a:spcPts val="1600"/>
              </a:spcBef>
              <a:spcAft>
                <a:spcPts val="0"/>
              </a:spcAft>
              <a:buClr>
                <a:schemeClr val="accent5"/>
              </a:buClr>
              <a:buSzPts val="1400"/>
              <a:buNone/>
              <a:defRPr>
                <a:solidFill>
                  <a:schemeClr val="accent5"/>
                </a:solidFill>
              </a:defRPr>
            </a:lvl3pPr>
            <a:lvl4pPr lvl="3" rtl="0">
              <a:spcBef>
                <a:spcPts val="1600"/>
              </a:spcBef>
              <a:spcAft>
                <a:spcPts val="0"/>
              </a:spcAft>
              <a:buClr>
                <a:schemeClr val="accent5"/>
              </a:buClr>
              <a:buSzPts val="1400"/>
              <a:buNone/>
              <a:defRPr>
                <a:solidFill>
                  <a:schemeClr val="accent5"/>
                </a:solidFill>
              </a:defRPr>
            </a:lvl4pPr>
            <a:lvl5pPr lvl="4" rtl="0">
              <a:spcBef>
                <a:spcPts val="1600"/>
              </a:spcBef>
              <a:spcAft>
                <a:spcPts val="0"/>
              </a:spcAft>
              <a:buClr>
                <a:schemeClr val="accent5"/>
              </a:buClr>
              <a:buSzPts val="1400"/>
              <a:buNone/>
              <a:defRPr>
                <a:solidFill>
                  <a:schemeClr val="accent5"/>
                </a:solidFill>
              </a:defRPr>
            </a:lvl5pPr>
            <a:lvl6pPr lvl="5" rtl="0">
              <a:spcBef>
                <a:spcPts val="1600"/>
              </a:spcBef>
              <a:spcAft>
                <a:spcPts val="0"/>
              </a:spcAft>
              <a:buClr>
                <a:schemeClr val="accent5"/>
              </a:buClr>
              <a:buSzPts val="1400"/>
              <a:buNone/>
              <a:defRPr>
                <a:solidFill>
                  <a:schemeClr val="accent5"/>
                </a:solidFill>
              </a:defRPr>
            </a:lvl6pPr>
            <a:lvl7pPr lvl="6" rtl="0">
              <a:spcBef>
                <a:spcPts val="1600"/>
              </a:spcBef>
              <a:spcAft>
                <a:spcPts val="0"/>
              </a:spcAft>
              <a:buClr>
                <a:schemeClr val="accent5"/>
              </a:buClr>
              <a:buSzPts val="1400"/>
              <a:buNone/>
              <a:defRPr>
                <a:solidFill>
                  <a:schemeClr val="accent5"/>
                </a:solidFill>
              </a:defRPr>
            </a:lvl7pPr>
            <a:lvl8pPr lvl="7" rtl="0">
              <a:spcBef>
                <a:spcPts val="1600"/>
              </a:spcBef>
              <a:spcAft>
                <a:spcPts val="0"/>
              </a:spcAft>
              <a:buClr>
                <a:schemeClr val="accent5"/>
              </a:buClr>
              <a:buSzPts val="1400"/>
              <a:buNone/>
              <a:defRPr>
                <a:solidFill>
                  <a:schemeClr val="accent5"/>
                </a:solidFill>
              </a:defRPr>
            </a:lvl8pPr>
            <a:lvl9pPr lvl="8" rtl="0">
              <a:spcBef>
                <a:spcPts val="1600"/>
              </a:spcBef>
              <a:spcAft>
                <a:spcPts val="1600"/>
              </a:spcAft>
              <a:buClr>
                <a:schemeClr val="accent5"/>
              </a:buClr>
              <a:buSzPts val="1400"/>
              <a:buNone/>
              <a:defRPr>
                <a:solidFill>
                  <a:schemeClr val="accent5"/>
                </a:solidFill>
              </a:defRPr>
            </a:lvl9pPr>
          </a:lstStyle>
          <a:p/>
        </p:txBody>
      </p:sp>
      <p:sp>
        <p:nvSpPr>
          <p:cNvPr id="345" name="Google Shape;345;p17"/>
          <p:cNvSpPr txBox="1"/>
          <p:nvPr>
            <p:ph idx="8" type="subTitle"/>
          </p:nvPr>
        </p:nvSpPr>
        <p:spPr>
          <a:xfrm>
            <a:off x="5627635" y="2125989"/>
            <a:ext cx="2218500" cy="459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accent5"/>
              </a:buClr>
              <a:buSzPts val="1600"/>
              <a:buNone/>
              <a:defRPr sz="1600">
                <a:solidFill>
                  <a:schemeClr val="accent5"/>
                </a:solidFill>
              </a:defRPr>
            </a:lvl1pPr>
            <a:lvl2pPr lvl="1" rtl="0">
              <a:spcBef>
                <a:spcPts val="0"/>
              </a:spcBef>
              <a:spcAft>
                <a:spcPts val="0"/>
              </a:spcAft>
              <a:buClr>
                <a:schemeClr val="accent5"/>
              </a:buClr>
              <a:buSzPts val="1400"/>
              <a:buNone/>
              <a:defRPr>
                <a:solidFill>
                  <a:schemeClr val="accent5"/>
                </a:solidFill>
              </a:defRPr>
            </a:lvl2pPr>
            <a:lvl3pPr lvl="2" rtl="0">
              <a:spcBef>
                <a:spcPts val="1600"/>
              </a:spcBef>
              <a:spcAft>
                <a:spcPts val="0"/>
              </a:spcAft>
              <a:buClr>
                <a:schemeClr val="accent5"/>
              </a:buClr>
              <a:buSzPts val="1400"/>
              <a:buNone/>
              <a:defRPr>
                <a:solidFill>
                  <a:schemeClr val="accent5"/>
                </a:solidFill>
              </a:defRPr>
            </a:lvl3pPr>
            <a:lvl4pPr lvl="3" rtl="0">
              <a:spcBef>
                <a:spcPts val="1600"/>
              </a:spcBef>
              <a:spcAft>
                <a:spcPts val="0"/>
              </a:spcAft>
              <a:buClr>
                <a:schemeClr val="accent5"/>
              </a:buClr>
              <a:buSzPts val="1400"/>
              <a:buNone/>
              <a:defRPr>
                <a:solidFill>
                  <a:schemeClr val="accent5"/>
                </a:solidFill>
              </a:defRPr>
            </a:lvl4pPr>
            <a:lvl5pPr lvl="4" rtl="0">
              <a:spcBef>
                <a:spcPts val="1600"/>
              </a:spcBef>
              <a:spcAft>
                <a:spcPts val="0"/>
              </a:spcAft>
              <a:buClr>
                <a:schemeClr val="accent5"/>
              </a:buClr>
              <a:buSzPts val="1400"/>
              <a:buNone/>
              <a:defRPr>
                <a:solidFill>
                  <a:schemeClr val="accent5"/>
                </a:solidFill>
              </a:defRPr>
            </a:lvl5pPr>
            <a:lvl6pPr lvl="5" rtl="0">
              <a:spcBef>
                <a:spcPts val="1600"/>
              </a:spcBef>
              <a:spcAft>
                <a:spcPts val="0"/>
              </a:spcAft>
              <a:buClr>
                <a:schemeClr val="accent5"/>
              </a:buClr>
              <a:buSzPts val="1400"/>
              <a:buNone/>
              <a:defRPr>
                <a:solidFill>
                  <a:schemeClr val="accent5"/>
                </a:solidFill>
              </a:defRPr>
            </a:lvl6pPr>
            <a:lvl7pPr lvl="6" rtl="0">
              <a:spcBef>
                <a:spcPts val="1600"/>
              </a:spcBef>
              <a:spcAft>
                <a:spcPts val="0"/>
              </a:spcAft>
              <a:buClr>
                <a:schemeClr val="accent5"/>
              </a:buClr>
              <a:buSzPts val="1400"/>
              <a:buNone/>
              <a:defRPr>
                <a:solidFill>
                  <a:schemeClr val="accent5"/>
                </a:solidFill>
              </a:defRPr>
            </a:lvl7pPr>
            <a:lvl8pPr lvl="7" rtl="0">
              <a:spcBef>
                <a:spcPts val="1600"/>
              </a:spcBef>
              <a:spcAft>
                <a:spcPts val="0"/>
              </a:spcAft>
              <a:buClr>
                <a:schemeClr val="accent5"/>
              </a:buClr>
              <a:buSzPts val="1400"/>
              <a:buNone/>
              <a:defRPr>
                <a:solidFill>
                  <a:schemeClr val="accent5"/>
                </a:solidFill>
              </a:defRPr>
            </a:lvl8pPr>
            <a:lvl9pPr lvl="8" rtl="0">
              <a:spcBef>
                <a:spcPts val="1600"/>
              </a:spcBef>
              <a:spcAft>
                <a:spcPts val="1600"/>
              </a:spcAft>
              <a:buClr>
                <a:schemeClr val="accent5"/>
              </a:buClr>
              <a:buSzPts val="1400"/>
              <a:buNone/>
              <a:defRPr>
                <a:solidFill>
                  <a:schemeClr val="accent5"/>
                </a:solidFill>
              </a:defRPr>
            </a:lvl9pPr>
          </a:lstStyle>
          <a:p/>
        </p:txBody>
      </p:sp>
      <p:sp>
        <p:nvSpPr>
          <p:cNvPr id="346" name="Google Shape;346;p17"/>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347" name="Google Shape;347;p17"/>
          <p:cNvGrpSpPr/>
          <p:nvPr/>
        </p:nvGrpSpPr>
        <p:grpSpPr>
          <a:xfrm rot="10308110">
            <a:off x="7728626" y="741469"/>
            <a:ext cx="1385958" cy="2705306"/>
            <a:chOff x="409722" y="228600"/>
            <a:chExt cx="1385931" cy="2705253"/>
          </a:xfrm>
        </p:grpSpPr>
        <p:grpSp>
          <p:nvGrpSpPr>
            <p:cNvPr id="348" name="Google Shape;348;p17"/>
            <p:cNvGrpSpPr/>
            <p:nvPr/>
          </p:nvGrpSpPr>
          <p:grpSpPr>
            <a:xfrm flipH="1" rot="-617154">
              <a:off x="575967" y="402323"/>
              <a:ext cx="1053440" cy="2450002"/>
              <a:chOff x="3817855" y="1437512"/>
              <a:chExt cx="541146" cy="1128254"/>
            </a:xfrm>
          </p:grpSpPr>
          <p:sp>
            <p:nvSpPr>
              <p:cNvPr id="349" name="Google Shape;349;p17"/>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7"/>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 name="Google Shape;351;p17"/>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 name="Google Shape;352;p17"/>
          <p:cNvGrpSpPr/>
          <p:nvPr/>
        </p:nvGrpSpPr>
        <p:grpSpPr>
          <a:xfrm rot="-2972274">
            <a:off x="538275" y="2810662"/>
            <a:ext cx="1386048" cy="2705483"/>
            <a:chOff x="409722" y="228600"/>
            <a:chExt cx="1385931" cy="2705253"/>
          </a:xfrm>
        </p:grpSpPr>
        <p:grpSp>
          <p:nvGrpSpPr>
            <p:cNvPr id="353" name="Google Shape;353;p17"/>
            <p:cNvGrpSpPr/>
            <p:nvPr/>
          </p:nvGrpSpPr>
          <p:grpSpPr>
            <a:xfrm flipH="1" rot="-617154">
              <a:off x="575967" y="402323"/>
              <a:ext cx="1053440" cy="2450002"/>
              <a:chOff x="3817855" y="1437512"/>
              <a:chExt cx="541146" cy="1128254"/>
            </a:xfrm>
          </p:grpSpPr>
          <p:sp>
            <p:nvSpPr>
              <p:cNvPr id="354" name="Google Shape;354;p17"/>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7"/>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 name="Google Shape;356;p17"/>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57" name="Shape 357"/>
        <p:cNvGrpSpPr/>
        <p:nvPr/>
      </p:nvGrpSpPr>
      <p:grpSpPr>
        <a:xfrm>
          <a:off x="0" y="0"/>
          <a:ext cx="0" cy="0"/>
          <a:chOff x="0" y="0"/>
          <a:chExt cx="0" cy="0"/>
        </a:xfrm>
      </p:grpSpPr>
      <p:grpSp>
        <p:nvGrpSpPr>
          <p:cNvPr id="358" name="Google Shape;358;p18"/>
          <p:cNvGrpSpPr/>
          <p:nvPr/>
        </p:nvGrpSpPr>
        <p:grpSpPr>
          <a:xfrm flipH="1">
            <a:off x="-24431" y="-29154"/>
            <a:ext cx="9177970" cy="5191717"/>
            <a:chOff x="-9546" y="-29154"/>
            <a:chExt cx="9177970" cy="5191717"/>
          </a:xfrm>
        </p:grpSpPr>
        <p:sp>
          <p:nvSpPr>
            <p:cNvPr id="359" name="Google Shape;359;p18"/>
            <p:cNvSpPr/>
            <p:nvPr/>
          </p:nvSpPr>
          <p:spPr>
            <a:xfrm>
              <a:off x="319050" y="283350"/>
              <a:ext cx="8505900" cy="4576800"/>
            </a:xfrm>
            <a:prstGeom prst="roundRect">
              <a:avLst>
                <a:gd fmla="val 3396" name="adj"/>
              </a:avLst>
            </a:prstGeom>
            <a:solidFill>
              <a:schemeClr val="accent4"/>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8"/>
            <p:cNvSpPr/>
            <p:nvPr/>
          </p:nvSpPr>
          <p:spPr>
            <a:xfrm>
              <a:off x="7068464" y="-29154"/>
              <a:ext cx="1600279" cy="1199565"/>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8"/>
            <p:cNvSpPr/>
            <p:nvPr/>
          </p:nvSpPr>
          <p:spPr>
            <a:xfrm>
              <a:off x="6578703" y="-6"/>
              <a:ext cx="1250846" cy="93763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8"/>
            <p:cNvSpPr/>
            <p:nvPr/>
          </p:nvSpPr>
          <p:spPr>
            <a:xfrm>
              <a:off x="743289" y="3897826"/>
              <a:ext cx="1664900" cy="1264737"/>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8"/>
            <p:cNvSpPr/>
            <p:nvPr/>
          </p:nvSpPr>
          <p:spPr>
            <a:xfrm rot="10800000">
              <a:off x="-9546" y="3670090"/>
              <a:ext cx="1124791" cy="1067007"/>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8"/>
            <p:cNvSpPr/>
            <p:nvPr/>
          </p:nvSpPr>
          <p:spPr>
            <a:xfrm>
              <a:off x="7972342" y="1228724"/>
              <a:ext cx="1196082" cy="1134709"/>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 name="Google Shape;365;p18"/>
          <p:cNvGrpSpPr/>
          <p:nvPr/>
        </p:nvGrpSpPr>
        <p:grpSpPr>
          <a:xfrm>
            <a:off x="4281415" y="75177"/>
            <a:ext cx="581170" cy="125403"/>
            <a:chOff x="4685288" y="186288"/>
            <a:chExt cx="419375" cy="90485"/>
          </a:xfrm>
        </p:grpSpPr>
        <p:sp>
          <p:nvSpPr>
            <p:cNvPr id="366" name="Google Shape;366;p18"/>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 name="Google Shape;367;p18"/>
            <p:cNvGrpSpPr/>
            <p:nvPr/>
          </p:nvGrpSpPr>
          <p:grpSpPr>
            <a:xfrm>
              <a:off x="4685288" y="186300"/>
              <a:ext cx="419375" cy="90473"/>
              <a:chOff x="4390000" y="182175"/>
              <a:chExt cx="419375" cy="90473"/>
            </a:xfrm>
          </p:grpSpPr>
          <p:sp>
            <p:nvSpPr>
              <p:cNvPr id="368" name="Google Shape;368;p18"/>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8"/>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70" name="Google Shape;370;p18"/>
          <p:cNvSpPr txBox="1"/>
          <p:nvPr>
            <p:ph idx="1" type="subTitle"/>
          </p:nvPr>
        </p:nvSpPr>
        <p:spPr>
          <a:xfrm>
            <a:off x="6169696" y="2166691"/>
            <a:ext cx="2263800" cy="446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4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371" name="Google Shape;371;p18"/>
          <p:cNvSpPr txBox="1"/>
          <p:nvPr>
            <p:ph idx="2" type="subTitle"/>
          </p:nvPr>
        </p:nvSpPr>
        <p:spPr>
          <a:xfrm>
            <a:off x="3845886" y="1860635"/>
            <a:ext cx="1452600" cy="25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Font typeface="Aldrich"/>
              <a:buNone/>
              <a:defRPr b="1">
                <a:latin typeface="Aldrich"/>
                <a:ea typeface="Aldrich"/>
                <a:cs typeface="Aldrich"/>
                <a:sym typeface="Aldrich"/>
              </a:defRPr>
            </a:lvl1pPr>
            <a:lvl2pPr lvl="1" rtl="0" algn="ctr">
              <a:lnSpc>
                <a:spcPct val="100000"/>
              </a:lnSpc>
              <a:spcBef>
                <a:spcPts val="0"/>
              </a:spcBef>
              <a:spcAft>
                <a:spcPts val="0"/>
              </a:spcAft>
              <a:buSzPts val="1600"/>
              <a:buFont typeface="Aldrich"/>
              <a:buNone/>
              <a:defRPr sz="1600">
                <a:latin typeface="Aldrich"/>
                <a:ea typeface="Aldrich"/>
                <a:cs typeface="Aldrich"/>
                <a:sym typeface="Aldrich"/>
              </a:defRPr>
            </a:lvl2pPr>
            <a:lvl3pPr lvl="2" rtl="0" algn="ctr">
              <a:lnSpc>
                <a:spcPct val="100000"/>
              </a:lnSpc>
              <a:spcBef>
                <a:spcPts val="0"/>
              </a:spcBef>
              <a:spcAft>
                <a:spcPts val="0"/>
              </a:spcAft>
              <a:buSzPts val="1600"/>
              <a:buFont typeface="Aldrich"/>
              <a:buNone/>
              <a:defRPr sz="1600">
                <a:latin typeface="Aldrich"/>
                <a:ea typeface="Aldrich"/>
                <a:cs typeface="Aldrich"/>
                <a:sym typeface="Aldrich"/>
              </a:defRPr>
            </a:lvl3pPr>
            <a:lvl4pPr lvl="3" rtl="0" algn="ctr">
              <a:lnSpc>
                <a:spcPct val="100000"/>
              </a:lnSpc>
              <a:spcBef>
                <a:spcPts val="0"/>
              </a:spcBef>
              <a:spcAft>
                <a:spcPts val="0"/>
              </a:spcAft>
              <a:buSzPts val="1600"/>
              <a:buFont typeface="Aldrich"/>
              <a:buNone/>
              <a:defRPr sz="1600">
                <a:latin typeface="Aldrich"/>
                <a:ea typeface="Aldrich"/>
                <a:cs typeface="Aldrich"/>
                <a:sym typeface="Aldrich"/>
              </a:defRPr>
            </a:lvl4pPr>
            <a:lvl5pPr lvl="4" rtl="0" algn="ctr">
              <a:lnSpc>
                <a:spcPct val="100000"/>
              </a:lnSpc>
              <a:spcBef>
                <a:spcPts val="0"/>
              </a:spcBef>
              <a:spcAft>
                <a:spcPts val="0"/>
              </a:spcAft>
              <a:buSzPts val="1600"/>
              <a:buFont typeface="Aldrich"/>
              <a:buNone/>
              <a:defRPr sz="1600">
                <a:latin typeface="Aldrich"/>
                <a:ea typeface="Aldrich"/>
                <a:cs typeface="Aldrich"/>
                <a:sym typeface="Aldrich"/>
              </a:defRPr>
            </a:lvl5pPr>
            <a:lvl6pPr lvl="5" rtl="0" algn="ctr">
              <a:lnSpc>
                <a:spcPct val="100000"/>
              </a:lnSpc>
              <a:spcBef>
                <a:spcPts val="0"/>
              </a:spcBef>
              <a:spcAft>
                <a:spcPts val="0"/>
              </a:spcAft>
              <a:buSzPts val="1600"/>
              <a:buFont typeface="Aldrich"/>
              <a:buNone/>
              <a:defRPr sz="1600">
                <a:latin typeface="Aldrich"/>
                <a:ea typeface="Aldrich"/>
                <a:cs typeface="Aldrich"/>
                <a:sym typeface="Aldrich"/>
              </a:defRPr>
            </a:lvl6pPr>
            <a:lvl7pPr lvl="6" rtl="0" algn="ctr">
              <a:lnSpc>
                <a:spcPct val="100000"/>
              </a:lnSpc>
              <a:spcBef>
                <a:spcPts val="0"/>
              </a:spcBef>
              <a:spcAft>
                <a:spcPts val="0"/>
              </a:spcAft>
              <a:buSzPts val="1600"/>
              <a:buFont typeface="Aldrich"/>
              <a:buNone/>
              <a:defRPr sz="1600">
                <a:latin typeface="Aldrich"/>
                <a:ea typeface="Aldrich"/>
                <a:cs typeface="Aldrich"/>
                <a:sym typeface="Aldrich"/>
              </a:defRPr>
            </a:lvl7pPr>
            <a:lvl8pPr lvl="7" rtl="0" algn="ctr">
              <a:lnSpc>
                <a:spcPct val="100000"/>
              </a:lnSpc>
              <a:spcBef>
                <a:spcPts val="0"/>
              </a:spcBef>
              <a:spcAft>
                <a:spcPts val="0"/>
              </a:spcAft>
              <a:buSzPts val="1600"/>
              <a:buFont typeface="Aldrich"/>
              <a:buNone/>
              <a:defRPr sz="1600">
                <a:latin typeface="Aldrich"/>
                <a:ea typeface="Aldrich"/>
                <a:cs typeface="Aldrich"/>
                <a:sym typeface="Aldrich"/>
              </a:defRPr>
            </a:lvl8pPr>
            <a:lvl9pPr lvl="8" rtl="0" algn="ctr">
              <a:lnSpc>
                <a:spcPct val="100000"/>
              </a:lnSpc>
              <a:spcBef>
                <a:spcPts val="0"/>
              </a:spcBef>
              <a:spcAft>
                <a:spcPts val="0"/>
              </a:spcAft>
              <a:buSzPts val="1600"/>
              <a:buFont typeface="Aldrich"/>
              <a:buNone/>
              <a:defRPr sz="1600">
                <a:latin typeface="Aldrich"/>
                <a:ea typeface="Aldrich"/>
                <a:cs typeface="Aldrich"/>
                <a:sym typeface="Aldrich"/>
              </a:defRPr>
            </a:lvl9pPr>
          </a:lstStyle>
          <a:p/>
        </p:txBody>
      </p:sp>
      <p:sp>
        <p:nvSpPr>
          <p:cNvPr id="372" name="Google Shape;372;p18"/>
          <p:cNvSpPr txBox="1"/>
          <p:nvPr>
            <p:ph idx="3" type="subTitle"/>
          </p:nvPr>
        </p:nvSpPr>
        <p:spPr>
          <a:xfrm>
            <a:off x="3438336" y="2165641"/>
            <a:ext cx="2267700" cy="44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4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373" name="Google Shape;373;p18"/>
          <p:cNvSpPr txBox="1"/>
          <p:nvPr>
            <p:ph idx="4" type="subTitle"/>
          </p:nvPr>
        </p:nvSpPr>
        <p:spPr>
          <a:xfrm>
            <a:off x="1116125" y="1858985"/>
            <a:ext cx="1452600" cy="25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Font typeface="Aldrich"/>
              <a:buNone/>
              <a:defRPr b="1">
                <a:latin typeface="Aldrich"/>
                <a:ea typeface="Aldrich"/>
                <a:cs typeface="Aldrich"/>
                <a:sym typeface="Aldrich"/>
              </a:defRPr>
            </a:lvl1pPr>
            <a:lvl2pPr lvl="1" rtl="0" algn="ctr">
              <a:lnSpc>
                <a:spcPct val="100000"/>
              </a:lnSpc>
              <a:spcBef>
                <a:spcPts val="0"/>
              </a:spcBef>
              <a:spcAft>
                <a:spcPts val="0"/>
              </a:spcAft>
              <a:buSzPts val="1600"/>
              <a:buFont typeface="Aldrich"/>
              <a:buNone/>
              <a:defRPr sz="1600">
                <a:latin typeface="Aldrich"/>
                <a:ea typeface="Aldrich"/>
                <a:cs typeface="Aldrich"/>
                <a:sym typeface="Aldrich"/>
              </a:defRPr>
            </a:lvl2pPr>
            <a:lvl3pPr lvl="2" rtl="0" algn="ctr">
              <a:lnSpc>
                <a:spcPct val="100000"/>
              </a:lnSpc>
              <a:spcBef>
                <a:spcPts val="0"/>
              </a:spcBef>
              <a:spcAft>
                <a:spcPts val="0"/>
              </a:spcAft>
              <a:buSzPts val="1600"/>
              <a:buFont typeface="Aldrich"/>
              <a:buNone/>
              <a:defRPr sz="1600">
                <a:latin typeface="Aldrich"/>
                <a:ea typeface="Aldrich"/>
                <a:cs typeface="Aldrich"/>
                <a:sym typeface="Aldrich"/>
              </a:defRPr>
            </a:lvl3pPr>
            <a:lvl4pPr lvl="3" rtl="0" algn="ctr">
              <a:lnSpc>
                <a:spcPct val="100000"/>
              </a:lnSpc>
              <a:spcBef>
                <a:spcPts val="0"/>
              </a:spcBef>
              <a:spcAft>
                <a:spcPts val="0"/>
              </a:spcAft>
              <a:buSzPts val="1600"/>
              <a:buFont typeface="Aldrich"/>
              <a:buNone/>
              <a:defRPr sz="1600">
                <a:latin typeface="Aldrich"/>
                <a:ea typeface="Aldrich"/>
                <a:cs typeface="Aldrich"/>
                <a:sym typeface="Aldrich"/>
              </a:defRPr>
            </a:lvl4pPr>
            <a:lvl5pPr lvl="4" rtl="0" algn="ctr">
              <a:lnSpc>
                <a:spcPct val="100000"/>
              </a:lnSpc>
              <a:spcBef>
                <a:spcPts val="0"/>
              </a:spcBef>
              <a:spcAft>
                <a:spcPts val="0"/>
              </a:spcAft>
              <a:buSzPts val="1600"/>
              <a:buFont typeface="Aldrich"/>
              <a:buNone/>
              <a:defRPr sz="1600">
                <a:latin typeface="Aldrich"/>
                <a:ea typeface="Aldrich"/>
                <a:cs typeface="Aldrich"/>
                <a:sym typeface="Aldrich"/>
              </a:defRPr>
            </a:lvl5pPr>
            <a:lvl6pPr lvl="5" rtl="0" algn="ctr">
              <a:lnSpc>
                <a:spcPct val="100000"/>
              </a:lnSpc>
              <a:spcBef>
                <a:spcPts val="0"/>
              </a:spcBef>
              <a:spcAft>
                <a:spcPts val="0"/>
              </a:spcAft>
              <a:buSzPts val="1600"/>
              <a:buFont typeface="Aldrich"/>
              <a:buNone/>
              <a:defRPr sz="1600">
                <a:latin typeface="Aldrich"/>
                <a:ea typeface="Aldrich"/>
                <a:cs typeface="Aldrich"/>
                <a:sym typeface="Aldrich"/>
              </a:defRPr>
            </a:lvl6pPr>
            <a:lvl7pPr lvl="6" rtl="0" algn="ctr">
              <a:lnSpc>
                <a:spcPct val="100000"/>
              </a:lnSpc>
              <a:spcBef>
                <a:spcPts val="0"/>
              </a:spcBef>
              <a:spcAft>
                <a:spcPts val="0"/>
              </a:spcAft>
              <a:buSzPts val="1600"/>
              <a:buFont typeface="Aldrich"/>
              <a:buNone/>
              <a:defRPr sz="1600">
                <a:latin typeface="Aldrich"/>
                <a:ea typeface="Aldrich"/>
                <a:cs typeface="Aldrich"/>
                <a:sym typeface="Aldrich"/>
              </a:defRPr>
            </a:lvl7pPr>
            <a:lvl8pPr lvl="7" rtl="0" algn="ctr">
              <a:lnSpc>
                <a:spcPct val="100000"/>
              </a:lnSpc>
              <a:spcBef>
                <a:spcPts val="0"/>
              </a:spcBef>
              <a:spcAft>
                <a:spcPts val="0"/>
              </a:spcAft>
              <a:buSzPts val="1600"/>
              <a:buFont typeface="Aldrich"/>
              <a:buNone/>
              <a:defRPr sz="1600">
                <a:latin typeface="Aldrich"/>
                <a:ea typeface="Aldrich"/>
                <a:cs typeface="Aldrich"/>
                <a:sym typeface="Aldrich"/>
              </a:defRPr>
            </a:lvl8pPr>
            <a:lvl9pPr lvl="8" rtl="0" algn="ctr">
              <a:lnSpc>
                <a:spcPct val="100000"/>
              </a:lnSpc>
              <a:spcBef>
                <a:spcPts val="0"/>
              </a:spcBef>
              <a:spcAft>
                <a:spcPts val="0"/>
              </a:spcAft>
              <a:buSzPts val="1600"/>
              <a:buFont typeface="Aldrich"/>
              <a:buNone/>
              <a:defRPr sz="1600">
                <a:latin typeface="Aldrich"/>
                <a:ea typeface="Aldrich"/>
                <a:cs typeface="Aldrich"/>
                <a:sym typeface="Aldrich"/>
              </a:defRPr>
            </a:lvl9pPr>
          </a:lstStyle>
          <a:p/>
        </p:txBody>
      </p:sp>
      <p:sp>
        <p:nvSpPr>
          <p:cNvPr id="374" name="Google Shape;374;p18"/>
          <p:cNvSpPr txBox="1"/>
          <p:nvPr>
            <p:ph idx="5" type="subTitle"/>
          </p:nvPr>
        </p:nvSpPr>
        <p:spPr>
          <a:xfrm>
            <a:off x="710525" y="2166691"/>
            <a:ext cx="2263800" cy="446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4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375" name="Google Shape;375;p18"/>
          <p:cNvSpPr txBox="1"/>
          <p:nvPr>
            <p:ph idx="6" type="subTitle"/>
          </p:nvPr>
        </p:nvSpPr>
        <p:spPr>
          <a:xfrm>
            <a:off x="6575296" y="1860635"/>
            <a:ext cx="1452600" cy="25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Font typeface="Aldrich"/>
              <a:buNone/>
              <a:defRPr b="1">
                <a:latin typeface="Aldrich"/>
                <a:ea typeface="Aldrich"/>
                <a:cs typeface="Aldrich"/>
                <a:sym typeface="Aldrich"/>
              </a:defRPr>
            </a:lvl1pPr>
            <a:lvl2pPr lvl="1" rtl="0" algn="ctr">
              <a:lnSpc>
                <a:spcPct val="100000"/>
              </a:lnSpc>
              <a:spcBef>
                <a:spcPts val="0"/>
              </a:spcBef>
              <a:spcAft>
                <a:spcPts val="0"/>
              </a:spcAft>
              <a:buSzPts val="1600"/>
              <a:buFont typeface="Aldrich"/>
              <a:buNone/>
              <a:defRPr sz="1600">
                <a:latin typeface="Aldrich"/>
                <a:ea typeface="Aldrich"/>
                <a:cs typeface="Aldrich"/>
                <a:sym typeface="Aldrich"/>
              </a:defRPr>
            </a:lvl2pPr>
            <a:lvl3pPr lvl="2" rtl="0" algn="ctr">
              <a:lnSpc>
                <a:spcPct val="100000"/>
              </a:lnSpc>
              <a:spcBef>
                <a:spcPts val="0"/>
              </a:spcBef>
              <a:spcAft>
                <a:spcPts val="0"/>
              </a:spcAft>
              <a:buSzPts val="1600"/>
              <a:buFont typeface="Aldrich"/>
              <a:buNone/>
              <a:defRPr sz="1600">
                <a:latin typeface="Aldrich"/>
                <a:ea typeface="Aldrich"/>
                <a:cs typeface="Aldrich"/>
                <a:sym typeface="Aldrich"/>
              </a:defRPr>
            </a:lvl3pPr>
            <a:lvl4pPr lvl="3" rtl="0" algn="ctr">
              <a:lnSpc>
                <a:spcPct val="100000"/>
              </a:lnSpc>
              <a:spcBef>
                <a:spcPts val="0"/>
              </a:spcBef>
              <a:spcAft>
                <a:spcPts val="0"/>
              </a:spcAft>
              <a:buSzPts val="1600"/>
              <a:buFont typeface="Aldrich"/>
              <a:buNone/>
              <a:defRPr sz="1600">
                <a:latin typeface="Aldrich"/>
                <a:ea typeface="Aldrich"/>
                <a:cs typeface="Aldrich"/>
                <a:sym typeface="Aldrich"/>
              </a:defRPr>
            </a:lvl4pPr>
            <a:lvl5pPr lvl="4" rtl="0" algn="ctr">
              <a:lnSpc>
                <a:spcPct val="100000"/>
              </a:lnSpc>
              <a:spcBef>
                <a:spcPts val="0"/>
              </a:spcBef>
              <a:spcAft>
                <a:spcPts val="0"/>
              </a:spcAft>
              <a:buSzPts val="1600"/>
              <a:buFont typeface="Aldrich"/>
              <a:buNone/>
              <a:defRPr sz="1600">
                <a:latin typeface="Aldrich"/>
                <a:ea typeface="Aldrich"/>
                <a:cs typeface="Aldrich"/>
                <a:sym typeface="Aldrich"/>
              </a:defRPr>
            </a:lvl5pPr>
            <a:lvl6pPr lvl="5" rtl="0" algn="ctr">
              <a:lnSpc>
                <a:spcPct val="100000"/>
              </a:lnSpc>
              <a:spcBef>
                <a:spcPts val="0"/>
              </a:spcBef>
              <a:spcAft>
                <a:spcPts val="0"/>
              </a:spcAft>
              <a:buSzPts val="1600"/>
              <a:buFont typeface="Aldrich"/>
              <a:buNone/>
              <a:defRPr sz="1600">
                <a:latin typeface="Aldrich"/>
                <a:ea typeface="Aldrich"/>
                <a:cs typeface="Aldrich"/>
                <a:sym typeface="Aldrich"/>
              </a:defRPr>
            </a:lvl6pPr>
            <a:lvl7pPr lvl="6" rtl="0" algn="ctr">
              <a:lnSpc>
                <a:spcPct val="100000"/>
              </a:lnSpc>
              <a:spcBef>
                <a:spcPts val="0"/>
              </a:spcBef>
              <a:spcAft>
                <a:spcPts val="0"/>
              </a:spcAft>
              <a:buSzPts val="1600"/>
              <a:buFont typeface="Aldrich"/>
              <a:buNone/>
              <a:defRPr sz="1600">
                <a:latin typeface="Aldrich"/>
                <a:ea typeface="Aldrich"/>
                <a:cs typeface="Aldrich"/>
                <a:sym typeface="Aldrich"/>
              </a:defRPr>
            </a:lvl7pPr>
            <a:lvl8pPr lvl="7" rtl="0" algn="ctr">
              <a:lnSpc>
                <a:spcPct val="100000"/>
              </a:lnSpc>
              <a:spcBef>
                <a:spcPts val="0"/>
              </a:spcBef>
              <a:spcAft>
                <a:spcPts val="0"/>
              </a:spcAft>
              <a:buSzPts val="1600"/>
              <a:buFont typeface="Aldrich"/>
              <a:buNone/>
              <a:defRPr sz="1600">
                <a:latin typeface="Aldrich"/>
                <a:ea typeface="Aldrich"/>
                <a:cs typeface="Aldrich"/>
                <a:sym typeface="Aldrich"/>
              </a:defRPr>
            </a:lvl8pPr>
            <a:lvl9pPr lvl="8" rtl="0" algn="ctr">
              <a:lnSpc>
                <a:spcPct val="100000"/>
              </a:lnSpc>
              <a:spcBef>
                <a:spcPts val="0"/>
              </a:spcBef>
              <a:spcAft>
                <a:spcPts val="0"/>
              </a:spcAft>
              <a:buSzPts val="1600"/>
              <a:buFont typeface="Aldrich"/>
              <a:buNone/>
              <a:defRPr sz="1600">
                <a:latin typeface="Aldrich"/>
                <a:ea typeface="Aldrich"/>
                <a:cs typeface="Aldrich"/>
                <a:sym typeface="Aldrich"/>
              </a:defRPr>
            </a:lvl9pPr>
          </a:lstStyle>
          <a:p/>
        </p:txBody>
      </p:sp>
      <p:sp>
        <p:nvSpPr>
          <p:cNvPr id="376" name="Google Shape;376;p18"/>
          <p:cNvSpPr txBox="1"/>
          <p:nvPr>
            <p:ph idx="7" type="subTitle"/>
          </p:nvPr>
        </p:nvSpPr>
        <p:spPr>
          <a:xfrm>
            <a:off x="6169696" y="3896075"/>
            <a:ext cx="2263800" cy="446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4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377" name="Google Shape;377;p18"/>
          <p:cNvSpPr txBox="1"/>
          <p:nvPr>
            <p:ph idx="8" type="subTitle"/>
          </p:nvPr>
        </p:nvSpPr>
        <p:spPr>
          <a:xfrm>
            <a:off x="3440110" y="3896075"/>
            <a:ext cx="2263800" cy="446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4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378" name="Google Shape;378;p18"/>
          <p:cNvSpPr txBox="1"/>
          <p:nvPr>
            <p:ph idx="9" type="subTitle"/>
          </p:nvPr>
        </p:nvSpPr>
        <p:spPr>
          <a:xfrm>
            <a:off x="710525" y="3896075"/>
            <a:ext cx="2263800" cy="446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4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379" name="Google Shape;379;p18"/>
          <p:cNvSpPr txBox="1"/>
          <p:nvPr>
            <p:ph idx="13" type="subTitle"/>
          </p:nvPr>
        </p:nvSpPr>
        <p:spPr>
          <a:xfrm>
            <a:off x="3845886" y="3589521"/>
            <a:ext cx="1452600" cy="25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Font typeface="Aldrich"/>
              <a:buNone/>
              <a:defRPr b="1">
                <a:latin typeface="Aldrich"/>
                <a:ea typeface="Aldrich"/>
                <a:cs typeface="Aldrich"/>
                <a:sym typeface="Aldrich"/>
              </a:defRPr>
            </a:lvl1pPr>
            <a:lvl2pPr lvl="1" rtl="0" algn="ctr">
              <a:lnSpc>
                <a:spcPct val="100000"/>
              </a:lnSpc>
              <a:spcBef>
                <a:spcPts val="0"/>
              </a:spcBef>
              <a:spcAft>
                <a:spcPts val="0"/>
              </a:spcAft>
              <a:buSzPts val="1600"/>
              <a:buFont typeface="Aldrich"/>
              <a:buNone/>
              <a:defRPr sz="1600">
                <a:latin typeface="Aldrich"/>
                <a:ea typeface="Aldrich"/>
                <a:cs typeface="Aldrich"/>
                <a:sym typeface="Aldrich"/>
              </a:defRPr>
            </a:lvl2pPr>
            <a:lvl3pPr lvl="2" rtl="0" algn="ctr">
              <a:lnSpc>
                <a:spcPct val="100000"/>
              </a:lnSpc>
              <a:spcBef>
                <a:spcPts val="0"/>
              </a:spcBef>
              <a:spcAft>
                <a:spcPts val="0"/>
              </a:spcAft>
              <a:buSzPts val="1600"/>
              <a:buFont typeface="Aldrich"/>
              <a:buNone/>
              <a:defRPr sz="1600">
                <a:latin typeface="Aldrich"/>
                <a:ea typeface="Aldrich"/>
                <a:cs typeface="Aldrich"/>
                <a:sym typeface="Aldrich"/>
              </a:defRPr>
            </a:lvl3pPr>
            <a:lvl4pPr lvl="3" rtl="0" algn="ctr">
              <a:lnSpc>
                <a:spcPct val="100000"/>
              </a:lnSpc>
              <a:spcBef>
                <a:spcPts val="0"/>
              </a:spcBef>
              <a:spcAft>
                <a:spcPts val="0"/>
              </a:spcAft>
              <a:buSzPts val="1600"/>
              <a:buFont typeface="Aldrich"/>
              <a:buNone/>
              <a:defRPr sz="1600">
                <a:latin typeface="Aldrich"/>
                <a:ea typeface="Aldrich"/>
                <a:cs typeface="Aldrich"/>
                <a:sym typeface="Aldrich"/>
              </a:defRPr>
            </a:lvl4pPr>
            <a:lvl5pPr lvl="4" rtl="0" algn="ctr">
              <a:lnSpc>
                <a:spcPct val="100000"/>
              </a:lnSpc>
              <a:spcBef>
                <a:spcPts val="0"/>
              </a:spcBef>
              <a:spcAft>
                <a:spcPts val="0"/>
              </a:spcAft>
              <a:buSzPts val="1600"/>
              <a:buFont typeface="Aldrich"/>
              <a:buNone/>
              <a:defRPr sz="1600">
                <a:latin typeface="Aldrich"/>
                <a:ea typeface="Aldrich"/>
                <a:cs typeface="Aldrich"/>
                <a:sym typeface="Aldrich"/>
              </a:defRPr>
            </a:lvl5pPr>
            <a:lvl6pPr lvl="5" rtl="0" algn="ctr">
              <a:lnSpc>
                <a:spcPct val="100000"/>
              </a:lnSpc>
              <a:spcBef>
                <a:spcPts val="0"/>
              </a:spcBef>
              <a:spcAft>
                <a:spcPts val="0"/>
              </a:spcAft>
              <a:buSzPts val="1600"/>
              <a:buFont typeface="Aldrich"/>
              <a:buNone/>
              <a:defRPr sz="1600">
                <a:latin typeface="Aldrich"/>
                <a:ea typeface="Aldrich"/>
                <a:cs typeface="Aldrich"/>
                <a:sym typeface="Aldrich"/>
              </a:defRPr>
            </a:lvl6pPr>
            <a:lvl7pPr lvl="6" rtl="0" algn="ctr">
              <a:lnSpc>
                <a:spcPct val="100000"/>
              </a:lnSpc>
              <a:spcBef>
                <a:spcPts val="0"/>
              </a:spcBef>
              <a:spcAft>
                <a:spcPts val="0"/>
              </a:spcAft>
              <a:buSzPts val="1600"/>
              <a:buFont typeface="Aldrich"/>
              <a:buNone/>
              <a:defRPr sz="1600">
                <a:latin typeface="Aldrich"/>
                <a:ea typeface="Aldrich"/>
                <a:cs typeface="Aldrich"/>
                <a:sym typeface="Aldrich"/>
              </a:defRPr>
            </a:lvl7pPr>
            <a:lvl8pPr lvl="7" rtl="0" algn="ctr">
              <a:lnSpc>
                <a:spcPct val="100000"/>
              </a:lnSpc>
              <a:spcBef>
                <a:spcPts val="0"/>
              </a:spcBef>
              <a:spcAft>
                <a:spcPts val="0"/>
              </a:spcAft>
              <a:buSzPts val="1600"/>
              <a:buFont typeface="Aldrich"/>
              <a:buNone/>
              <a:defRPr sz="1600">
                <a:latin typeface="Aldrich"/>
                <a:ea typeface="Aldrich"/>
                <a:cs typeface="Aldrich"/>
                <a:sym typeface="Aldrich"/>
              </a:defRPr>
            </a:lvl8pPr>
            <a:lvl9pPr lvl="8" rtl="0" algn="ctr">
              <a:lnSpc>
                <a:spcPct val="100000"/>
              </a:lnSpc>
              <a:spcBef>
                <a:spcPts val="0"/>
              </a:spcBef>
              <a:spcAft>
                <a:spcPts val="0"/>
              </a:spcAft>
              <a:buSzPts val="1600"/>
              <a:buFont typeface="Aldrich"/>
              <a:buNone/>
              <a:defRPr sz="1600">
                <a:latin typeface="Aldrich"/>
                <a:ea typeface="Aldrich"/>
                <a:cs typeface="Aldrich"/>
                <a:sym typeface="Aldrich"/>
              </a:defRPr>
            </a:lvl9pPr>
          </a:lstStyle>
          <a:p/>
        </p:txBody>
      </p:sp>
      <p:sp>
        <p:nvSpPr>
          <p:cNvPr id="380" name="Google Shape;380;p18"/>
          <p:cNvSpPr txBox="1"/>
          <p:nvPr>
            <p:ph idx="14" type="subTitle"/>
          </p:nvPr>
        </p:nvSpPr>
        <p:spPr>
          <a:xfrm>
            <a:off x="1116125" y="3589521"/>
            <a:ext cx="1452600" cy="25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Font typeface="Aldrich"/>
              <a:buNone/>
              <a:defRPr b="1">
                <a:latin typeface="Aldrich"/>
                <a:ea typeface="Aldrich"/>
                <a:cs typeface="Aldrich"/>
                <a:sym typeface="Aldrich"/>
              </a:defRPr>
            </a:lvl1pPr>
            <a:lvl2pPr lvl="1" rtl="0" algn="ctr">
              <a:lnSpc>
                <a:spcPct val="100000"/>
              </a:lnSpc>
              <a:spcBef>
                <a:spcPts val="0"/>
              </a:spcBef>
              <a:spcAft>
                <a:spcPts val="0"/>
              </a:spcAft>
              <a:buSzPts val="1600"/>
              <a:buFont typeface="Aldrich"/>
              <a:buNone/>
              <a:defRPr sz="1600">
                <a:latin typeface="Aldrich"/>
                <a:ea typeface="Aldrich"/>
                <a:cs typeface="Aldrich"/>
                <a:sym typeface="Aldrich"/>
              </a:defRPr>
            </a:lvl2pPr>
            <a:lvl3pPr lvl="2" rtl="0" algn="ctr">
              <a:lnSpc>
                <a:spcPct val="100000"/>
              </a:lnSpc>
              <a:spcBef>
                <a:spcPts val="0"/>
              </a:spcBef>
              <a:spcAft>
                <a:spcPts val="0"/>
              </a:spcAft>
              <a:buSzPts val="1600"/>
              <a:buFont typeface="Aldrich"/>
              <a:buNone/>
              <a:defRPr sz="1600">
                <a:latin typeface="Aldrich"/>
                <a:ea typeface="Aldrich"/>
                <a:cs typeface="Aldrich"/>
                <a:sym typeface="Aldrich"/>
              </a:defRPr>
            </a:lvl3pPr>
            <a:lvl4pPr lvl="3" rtl="0" algn="ctr">
              <a:lnSpc>
                <a:spcPct val="100000"/>
              </a:lnSpc>
              <a:spcBef>
                <a:spcPts val="0"/>
              </a:spcBef>
              <a:spcAft>
                <a:spcPts val="0"/>
              </a:spcAft>
              <a:buSzPts val="1600"/>
              <a:buFont typeface="Aldrich"/>
              <a:buNone/>
              <a:defRPr sz="1600">
                <a:latin typeface="Aldrich"/>
                <a:ea typeface="Aldrich"/>
                <a:cs typeface="Aldrich"/>
                <a:sym typeface="Aldrich"/>
              </a:defRPr>
            </a:lvl4pPr>
            <a:lvl5pPr lvl="4" rtl="0" algn="ctr">
              <a:lnSpc>
                <a:spcPct val="100000"/>
              </a:lnSpc>
              <a:spcBef>
                <a:spcPts val="0"/>
              </a:spcBef>
              <a:spcAft>
                <a:spcPts val="0"/>
              </a:spcAft>
              <a:buSzPts val="1600"/>
              <a:buFont typeface="Aldrich"/>
              <a:buNone/>
              <a:defRPr sz="1600">
                <a:latin typeface="Aldrich"/>
                <a:ea typeface="Aldrich"/>
                <a:cs typeface="Aldrich"/>
                <a:sym typeface="Aldrich"/>
              </a:defRPr>
            </a:lvl5pPr>
            <a:lvl6pPr lvl="5" rtl="0" algn="ctr">
              <a:lnSpc>
                <a:spcPct val="100000"/>
              </a:lnSpc>
              <a:spcBef>
                <a:spcPts val="0"/>
              </a:spcBef>
              <a:spcAft>
                <a:spcPts val="0"/>
              </a:spcAft>
              <a:buSzPts val="1600"/>
              <a:buFont typeface="Aldrich"/>
              <a:buNone/>
              <a:defRPr sz="1600">
                <a:latin typeface="Aldrich"/>
                <a:ea typeface="Aldrich"/>
                <a:cs typeface="Aldrich"/>
                <a:sym typeface="Aldrich"/>
              </a:defRPr>
            </a:lvl6pPr>
            <a:lvl7pPr lvl="6" rtl="0" algn="ctr">
              <a:lnSpc>
                <a:spcPct val="100000"/>
              </a:lnSpc>
              <a:spcBef>
                <a:spcPts val="0"/>
              </a:spcBef>
              <a:spcAft>
                <a:spcPts val="0"/>
              </a:spcAft>
              <a:buSzPts val="1600"/>
              <a:buFont typeface="Aldrich"/>
              <a:buNone/>
              <a:defRPr sz="1600">
                <a:latin typeface="Aldrich"/>
                <a:ea typeface="Aldrich"/>
                <a:cs typeface="Aldrich"/>
                <a:sym typeface="Aldrich"/>
              </a:defRPr>
            </a:lvl7pPr>
            <a:lvl8pPr lvl="7" rtl="0" algn="ctr">
              <a:lnSpc>
                <a:spcPct val="100000"/>
              </a:lnSpc>
              <a:spcBef>
                <a:spcPts val="0"/>
              </a:spcBef>
              <a:spcAft>
                <a:spcPts val="0"/>
              </a:spcAft>
              <a:buSzPts val="1600"/>
              <a:buFont typeface="Aldrich"/>
              <a:buNone/>
              <a:defRPr sz="1600">
                <a:latin typeface="Aldrich"/>
                <a:ea typeface="Aldrich"/>
                <a:cs typeface="Aldrich"/>
                <a:sym typeface="Aldrich"/>
              </a:defRPr>
            </a:lvl8pPr>
            <a:lvl9pPr lvl="8" rtl="0" algn="ctr">
              <a:lnSpc>
                <a:spcPct val="100000"/>
              </a:lnSpc>
              <a:spcBef>
                <a:spcPts val="0"/>
              </a:spcBef>
              <a:spcAft>
                <a:spcPts val="0"/>
              </a:spcAft>
              <a:buSzPts val="1600"/>
              <a:buFont typeface="Aldrich"/>
              <a:buNone/>
              <a:defRPr sz="1600">
                <a:latin typeface="Aldrich"/>
                <a:ea typeface="Aldrich"/>
                <a:cs typeface="Aldrich"/>
                <a:sym typeface="Aldrich"/>
              </a:defRPr>
            </a:lvl9pPr>
          </a:lstStyle>
          <a:p/>
        </p:txBody>
      </p:sp>
      <p:sp>
        <p:nvSpPr>
          <p:cNvPr id="381" name="Google Shape;381;p18"/>
          <p:cNvSpPr txBox="1"/>
          <p:nvPr>
            <p:ph idx="15" type="subTitle"/>
          </p:nvPr>
        </p:nvSpPr>
        <p:spPr>
          <a:xfrm>
            <a:off x="6575296" y="3589521"/>
            <a:ext cx="1452600" cy="25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Font typeface="Aldrich"/>
              <a:buNone/>
              <a:defRPr b="1">
                <a:latin typeface="Aldrich"/>
                <a:ea typeface="Aldrich"/>
                <a:cs typeface="Aldrich"/>
                <a:sym typeface="Aldrich"/>
              </a:defRPr>
            </a:lvl1pPr>
            <a:lvl2pPr lvl="1" rtl="0" algn="ctr">
              <a:lnSpc>
                <a:spcPct val="100000"/>
              </a:lnSpc>
              <a:spcBef>
                <a:spcPts val="0"/>
              </a:spcBef>
              <a:spcAft>
                <a:spcPts val="0"/>
              </a:spcAft>
              <a:buSzPts val="1600"/>
              <a:buFont typeface="Aldrich"/>
              <a:buNone/>
              <a:defRPr sz="1600">
                <a:latin typeface="Aldrich"/>
                <a:ea typeface="Aldrich"/>
                <a:cs typeface="Aldrich"/>
                <a:sym typeface="Aldrich"/>
              </a:defRPr>
            </a:lvl2pPr>
            <a:lvl3pPr lvl="2" rtl="0" algn="ctr">
              <a:lnSpc>
                <a:spcPct val="100000"/>
              </a:lnSpc>
              <a:spcBef>
                <a:spcPts val="0"/>
              </a:spcBef>
              <a:spcAft>
                <a:spcPts val="0"/>
              </a:spcAft>
              <a:buSzPts val="1600"/>
              <a:buFont typeface="Aldrich"/>
              <a:buNone/>
              <a:defRPr sz="1600">
                <a:latin typeface="Aldrich"/>
                <a:ea typeface="Aldrich"/>
                <a:cs typeface="Aldrich"/>
                <a:sym typeface="Aldrich"/>
              </a:defRPr>
            </a:lvl3pPr>
            <a:lvl4pPr lvl="3" rtl="0" algn="ctr">
              <a:lnSpc>
                <a:spcPct val="100000"/>
              </a:lnSpc>
              <a:spcBef>
                <a:spcPts val="0"/>
              </a:spcBef>
              <a:spcAft>
                <a:spcPts val="0"/>
              </a:spcAft>
              <a:buSzPts val="1600"/>
              <a:buFont typeface="Aldrich"/>
              <a:buNone/>
              <a:defRPr sz="1600">
                <a:latin typeface="Aldrich"/>
                <a:ea typeface="Aldrich"/>
                <a:cs typeface="Aldrich"/>
                <a:sym typeface="Aldrich"/>
              </a:defRPr>
            </a:lvl4pPr>
            <a:lvl5pPr lvl="4" rtl="0" algn="ctr">
              <a:lnSpc>
                <a:spcPct val="100000"/>
              </a:lnSpc>
              <a:spcBef>
                <a:spcPts val="0"/>
              </a:spcBef>
              <a:spcAft>
                <a:spcPts val="0"/>
              </a:spcAft>
              <a:buSzPts val="1600"/>
              <a:buFont typeface="Aldrich"/>
              <a:buNone/>
              <a:defRPr sz="1600">
                <a:latin typeface="Aldrich"/>
                <a:ea typeface="Aldrich"/>
                <a:cs typeface="Aldrich"/>
                <a:sym typeface="Aldrich"/>
              </a:defRPr>
            </a:lvl5pPr>
            <a:lvl6pPr lvl="5" rtl="0" algn="ctr">
              <a:lnSpc>
                <a:spcPct val="100000"/>
              </a:lnSpc>
              <a:spcBef>
                <a:spcPts val="0"/>
              </a:spcBef>
              <a:spcAft>
                <a:spcPts val="0"/>
              </a:spcAft>
              <a:buSzPts val="1600"/>
              <a:buFont typeface="Aldrich"/>
              <a:buNone/>
              <a:defRPr sz="1600">
                <a:latin typeface="Aldrich"/>
                <a:ea typeface="Aldrich"/>
                <a:cs typeface="Aldrich"/>
                <a:sym typeface="Aldrich"/>
              </a:defRPr>
            </a:lvl6pPr>
            <a:lvl7pPr lvl="6" rtl="0" algn="ctr">
              <a:lnSpc>
                <a:spcPct val="100000"/>
              </a:lnSpc>
              <a:spcBef>
                <a:spcPts val="0"/>
              </a:spcBef>
              <a:spcAft>
                <a:spcPts val="0"/>
              </a:spcAft>
              <a:buSzPts val="1600"/>
              <a:buFont typeface="Aldrich"/>
              <a:buNone/>
              <a:defRPr sz="1600">
                <a:latin typeface="Aldrich"/>
                <a:ea typeface="Aldrich"/>
                <a:cs typeface="Aldrich"/>
                <a:sym typeface="Aldrich"/>
              </a:defRPr>
            </a:lvl7pPr>
            <a:lvl8pPr lvl="7" rtl="0" algn="ctr">
              <a:lnSpc>
                <a:spcPct val="100000"/>
              </a:lnSpc>
              <a:spcBef>
                <a:spcPts val="0"/>
              </a:spcBef>
              <a:spcAft>
                <a:spcPts val="0"/>
              </a:spcAft>
              <a:buSzPts val="1600"/>
              <a:buFont typeface="Aldrich"/>
              <a:buNone/>
              <a:defRPr sz="1600">
                <a:latin typeface="Aldrich"/>
                <a:ea typeface="Aldrich"/>
                <a:cs typeface="Aldrich"/>
                <a:sym typeface="Aldrich"/>
              </a:defRPr>
            </a:lvl8pPr>
            <a:lvl9pPr lvl="8" rtl="0" algn="ctr">
              <a:lnSpc>
                <a:spcPct val="100000"/>
              </a:lnSpc>
              <a:spcBef>
                <a:spcPts val="0"/>
              </a:spcBef>
              <a:spcAft>
                <a:spcPts val="0"/>
              </a:spcAft>
              <a:buSzPts val="1600"/>
              <a:buFont typeface="Aldrich"/>
              <a:buNone/>
              <a:defRPr sz="1600">
                <a:latin typeface="Aldrich"/>
                <a:ea typeface="Aldrich"/>
                <a:cs typeface="Aldrich"/>
                <a:sym typeface="Aldrich"/>
              </a:defRPr>
            </a:lvl9pPr>
          </a:lstStyle>
          <a:p/>
        </p:txBody>
      </p:sp>
      <p:sp>
        <p:nvSpPr>
          <p:cNvPr id="382" name="Google Shape;382;p18"/>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383" name="Google Shape;383;p18"/>
          <p:cNvGrpSpPr/>
          <p:nvPr/>
        </p:nvGrpSpPr>
        <p:grpSpPr>
          <a:xfrm rot="1877870">
            <a:off x="-80880" y="163153"/>
            <a:ext cx="1385966" cy="2705322"/>
            <a:chOff x="409722" y="228600"/>
            <a:chExt cx="1385931" cy="2705253"/>
          </a:xfrm>
        </p:grpSpPr>
        <p:grpSp>
          <p:nvGrpSpPr>
            <p:cNvPr id="384" name="Google Shape;384;p18"/>
            <p:cNvGrpSpPr/>
            <p:nvPr/>
          </p:nvGrpSpPr>
          <p:grpSpPr>
            <a:xfrm flipH="1" rot="-617154">
              <a:off x="575967" y="402323"/>
              <a:ext cx="1053440" cy="2450002"/>
              <a:chOff x="3817855" y="1437512"/>
              <a:chExt cx="541146" cy="1128254"/>
            </a:xfrm>
          </p:grpSpPr>
          <p:sp>
            <p:nvSpPr>
              <p:cNvPr id="385" name="Google Shape;385;p18"/>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8"/>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 name="Google Shape;387;p18"/>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 name="Google Shape;388;p18"/>
          <p:cNvGrpSpPr/>
          <p:nvPr/>
        </p:nvGrpSpPr>
        <p:grpSpPr>
          <a:xfrm flipH="1" rot="128945">
            <a:off x="8148859" y="1763418"/>
            <a:ext cx="1385935" cy="2705263"/>
            <a:chOff x="409722" y="228600"/>
            <a:chExt cx="1385931" cy="2705253"/>
          </a:xfrm>
        </p:grpSpPr>
        <p:grpSp>
          <p:nvGrpSpPr>
            <p:cNvPr id="389" name="Google Shape;389;p18"/>
            <p:cNvGrpSpPr/>
            <p:nvPr/>
          </p:nvGrpSpPr>
          <p:grpSpPr>
            <a:xfrm flipH="1" rot="-617154">
              <a:off x="575967" y="402323"/>
              <a:ext cx="1053440" cy="2450002"/>
              <a:chOff x="3817855" y="1437512"/>
              <a:chExt cx="541146" cy="1128254"/>
            </a:xfrm>
          </p:grpSpPr>
          <p:sp>
            <p:nvSpPr>
              <p:cNvPr id="390" name="Google Shape;390;p18"/>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8"/>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 name="Google Shape;392;p18"/>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6">
    <p:spTree>
      <p:nvGrpSpPr>
        <p:cNvPr id="393" name="Shape 393"/>
        <p:cNvGrpSpPr/>
        <p:nvPr/>
      </p:nvGrpSpPr>
      <p:grpSpPr>
        <a:xfrm>
          <a:off x="0" y="0"/>
          <a:ext cx="0" cy="0"/>
          <a:chOff x="0" y="0"/>
          <a:chExt cx="0" cy="0"/>
        </a:xfrm>
      </p:grpSpPr>
      <p:grpSp>
        <p:nvGrpSpPr>
          <p:cNvPr id="394" name="Google Shape;394;p19"/>
          <p:cNvGrpSpPr/>
          <p:nvPr/>
        </p:nvGrpSpPr>
        <p:grpSpPr>
          <a:xfrm>
            <a:off x="-9513" y="-6"/>
            <a:ext cx="9177947" cy="5143519"/>
            <a:chOff x="-9513" y="-6"/>
            <a:chExt cx="9177947" cy="5143519"/>
          </a:xfrm>
        </p:grpSpPr>
        <p:sp>
          <p:nvSpPr>
            <p:cNvPr id="395" name="Google Shape;395;p19"/>
            <p:cNvSpPr/>
            <p:nvPr/>
          </p:nvSpPr>
          <p:spPr>
            <a:xfrm>
              <a:off x="319050" y="283350"/>
              <a:ext cx="8505900" cy="4576800"/>
            </a:xfrm>
            <a:prstGeom prst="roundRect">
              <a:avLst>
                <a:gd fmla="val 3396" name="adj"/>
              </a:avLst>
            </a:prstGeom>
            <a:solidFill>
              <a:schemeClr val="accent4"/>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9"/>
            <p:cNvSpPr/>
            <p:nvPr/>
          </p:nvSpPr>
          <p:spPr>
            <a:xfrm>
              <a:off x="7132742" y="2"/>
              <a:ext cx="1612254" cy="1208486"/>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9"/>
            <p:cNvSpPr/>
            <p:nvPr/>
          </p:nvSpPr>
          <p:spPr>
            <a:xfrm>
              <a:off x="6426313" y="-6"/>
              <a:ext cx="1250789" cy="93763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9"/>
            <p:cNvSpPr/>
            <p:nvPr/>
          </p:nvSpPr>
          <p:spPr>
            <a:xfrm>
              <a:off x="743298" y="3878776"/>
              <a:ext cx="1664900" cy="1264737"/>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9"/>
            <p:cNvSpPr/>
            <p:nvPr/>
          </p:nvSpPr>
          <p:spPr>
            <a:xfrm rot="10800000">
              <a:off x="-9513" y="3652041"/>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9"/>
            <p:cNvSpPr/>
            <p:nvPr/>
          </p:nvSpPr>
          <p:spPr>
            <a:xfrm rot="10800000">
              <a:off x="-9513" y="2774418"/>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9"/>
            <p:cNvSpPr/>
            <p:nvPr/>
          </p:nvSpPr>
          <p:spPr>
            <a:xfrm>
              <a:off x="7972352" y="1381124"/>
              <a:ext cx="1196082" cy="1134709"/>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 name="Google Shape;402;p19"/>
          <p:cNvGrpSpPr/>
          <p:nvPr/>
        </p:nvGrpSpPr>
        <p:grpSpPr>
          <a:xfrm>
            <a:off x="4281415" y="75177"/>
            <a:ext cx="581170" cy="125403"/>
            <a:chOff x="4685288" y="186288"/>
            <a:chExt cx="419375" cy="90485"/>
          </a:xfrm>
        </p:grpSpPr>
        <p:sp>
          <p:nvSpPr>
            <p:cNvPr id="403" name="Google Shape;403;p19"/>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 name="Google Shape;404;p19"/>
            <p:cNvGrpSpPr/>
            <p:nvPr/>
          </p:nvGrpSpPr>
          <p:grpSpPr>
            <a:xfrm>
              <a:off x="4685288" y="186300"/>
              <a:ext cx="419375" cy="90473"/>
              <a:chOff x="4390000" y="182175"/>
              <a:chExt cx="419375" cy="90473"/>
            </a:xfrm>
          </p:grpSpPr>
          <p:sp>
            <p:nvSpPr>
              <p:cNvPr id="405" name="Google Shape;405;p19"/>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9"/>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7" name="Google Shape;407;p19"/>
          <p:cNvSpPr txBox="1"/>
          <p:nvPr>
            <p:ph hasCustomPrompt="1" type="title"/>
          </p:nvPr>
        </p:nvSpPr>
        <p:spPr>
          <a:xfrm>
            <a:off x="2518494" y="2069467"/>
            <a:ext cx="4107000" cy="581100"/>
          </a:xfrm>
          <a:prstGeom prst="rect">
            <a:avLst/>
          </a:prstGeom>
        </p:spPr>
        <p:txBody>
          <a:bodyPr anchorCtr="0" anchor="ctr" bIns="0" lIns="91425" spcFirstLastPara="1" rIns="91425" wrap="square" tIns="0">
            <a:noAutofit/>
          </a:bodyPr>
          <a:lstStyle>
            <a:lvl1pPr lvl="0" rtl="0" algn="ctr">
              <a:spcBef>
                <a:spcPts val="0"/>
              </a:spcBef>
              <a:spcAft>
                <a:spcPts val="0"/>
              </a:spcAft>
              <a:buSzPts val="12000"/>
              <a:buNone/>
              <a:defRPr b="1" sz="48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408" name="Google Shape;408;p19"/>
          <p:cNvSpPr txBox="1"/>
          <p:nvPr>
            <p:ph hasCustomPrompt="1" idx="2" type="title"/>
          </p:nvPr>
        </p:nvSpPr>
        <p:spPr>
          <a:xfrm>
            <a:off x="2268900" y="716920"/>
            <a:ext cx="4606200" cy="581100"/>
          </a:xfrm>
          <a:prstGeom prst="rect">
            <a:avLst/>
          </a:prstGeom>
        </p:spPr>
        <p:txBody>
          <a:bodyPr anchorCtr="0" anchor="ctr" bIns="0" lIns="91425" spcFirstLastPara="1" rIns="91425" wrap="square" tIns="0">
            <a:noAutofit/>
          </a:bodyPr>
          <a:lstStyle>
            <a:lvl1pPr lvl="0" rtl="0" algn="ctr">
              <a:spcBef>
                <a:spcPts val="0"/>
              </a:spcBef>
              <a:spcAft>
                <a:spcPts val="0"/>
              </a:spcAft>
              <a:buSzPts val="12000"/>
              <a:buNone/>
              <a:defRPr b="1" sz="48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409" name="Google Shape;409;p19"/>
          <p:cNvSpPr txBox="1"/>
          <p:nvPr>
            <p:ph hasCustomPrompt="1" idx="3" type="title"/>
          </p:nvPr>
        </p:nvSpPr>
        <p:spPr>
          <a:xfrm>
            <a:off x="2518494" y="3422642"/>
            <a:ext cx="4107000" cy="581100"/>
          </a:xfrm>
          <a:prstGeom prst="rect">
            <a:avLst/>
          </a:prstGeom>
        </p:spPr>
        <p:txBody>
          <a:bodyPr anchorCtr="0" anchor="ctr" bIns="0" lIns="91425" spcFirstLastPara="1" rIns="91425" wrap="square" tIns="0">
            <a:noAutofit/>
          </a:bodyPr>
          <a:lstStyle>
            <a:lvl1pPr lvl="0" rtl="0" algn="ctr">
              <a:spcBef>
                <a:spcPts val="0"/>
              </a:spcBef>
              <a:spcAft>
                <a:spcPts val="0"/>
              </a:spcAft>
              <a:buSzPts val="12000"/>
              <a:buNone/>
              <a:defRPr b="1" sz="48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410" name="Google Shape;410;p19"/>
          <p:cNvSpPr txBox="1"/>
          <p:nvPr>
            <p:ph idx="1" type="subTitle"/>
          </p:nvPr>
        </p:nvSpPr>
        <p:spPr>
          <a:xfrm>
            <a:off x="2518507" y="2718654"/>
            <a:ext cx="4107000" cy="472500"/>
          </a:xfrm>
          <a:prstGeom prst="rect">
            <a:avLst/>
          </a:prstGeom>
        </p:spPr>
        <p:txBody>
          <a:bodyPr anchorCtr="0" anchor="t" bIns="0" lIns="91425" spcFirstLastPara="1" rIns="91425" wrap="square" tIns="0">
            <a:noAutofit/>
          </a:bodyPr>
          <a:lstStyle>
            <a:lvl1pPr lvl="0" rtl="0" algn="ctr">
              <a:lnSpc>
                <a:spcPct val="100000"/>
              </a:lnSpc>
              <a:spcBef>
                <a:spcPts val="0"/>
              </a:spcBef>
              <a:spcAft>
                <a:spcPts val="0"/>
              </a:spcAft>
              <a:buSzPts val="1800"/>
              <a:buNone/>
              <a:defRPr/>
            </a:lvl1pPr>
            <a:lvl2pPr lvl="1" rtl="0">
              <a:lnSpc>
                <a:spcPct val="100000"/>
              </a:lnSpc>
              <a:spcBef>
                <a:spcPts val="0"/>
              </a:spcBef>
              <a:spcAft>
                <a:spcPts val="0"/>
              </a:spcAft>
              <a:buSzPts val="1800"/>
              <a:buNone/>
              <a:defRPr sz="1800"/>
            </a:lvl2pPr>
            <a:lvl3pPr lvl="2" rtl="0">
              <a:lnSpc>
                <a:spcPct val="100000"/>
              </a:lnSpc>
              <a:spcBef>
                <a:spcPts val="0"/>
              </a:spcBef>
              <a:spcAft>
                <a:spcPts val="0"/>
              </a:spcAft>
              <a:buSzPts val="1800"/>
              <a:buNone/>
              <a:defRPr sz="1800"/>
            </a:lvl3pPr>
            <a:lvl4pPr lvl="3" rtl="0">
              <a:lnSpc>
                <a:spcPct val="100000"/>
              </a:lnSpc>
              <a:spcBef>
                <a:spcPts val="0"/>
              </a:spcBef>
              <a:spcAft>
                <a:spcPts val="0"/>
              </a:spcAft>
              <a:buSzPts val="1800"/>
              <a:buNone/>
              <a:defRPr sz="1800"/>
            </a:lvl4pPr>
            <a:lvl5pPr lvl="4" rtl="0">
              <a:lnSpc>
                <a:spcPct val="100000"/>
              </a:lnSpc>
              <a:spcBef>
                <a:spcPts val="0"/>
              </a:spcBef>
              <a:spcAft>
                <a:spcPts val="0"/>
              </a:spcAft>
              <a:buSzPts val="1800"/>
              <a:buNone/>
              <a:defRPr sz="1800"/>
            </a:lvl5pPr>
            <a:lvl6pPr lvl="5" rtl="0">
              <a:lnSpc>
                <a:spcPct val="100000"/>
              </a:lnSpc>
              <a:spcBef>
                <a:spcPts val="0"/>
              </a:spcBef>
              <a:spcAft>
                <a:spcPts val="0"/>
              </a:spcAft>
              <a:buSzPts val="1800"/>
              <a:buNone/>
              <a:defRPr sz="1800"/>
            </a:lvl6pPr>
            <a:lvl7pPr lvl="6" rtl="0">
              <a:lnSpc>
                <a:spcPct val="100000"/>
              </a:lnSpc>
              <a:spcBef>
                <a:spcPts val="0"/>
              </a:spcBef>
              <a:spcAft>
                <a:spcPts val="0"/>
              </a:spcAft>
              <a:buSzPts val="1800"/>
              <a:buNone/>
              <a:defRPr sz="1800"/>
            </a:lvl7pPr>
            <a:lvl8pPr lvl="7" rtl="0">
              <a:lnSpc>
                <a:spcPct val="100000"/>
              </a:lnSpc>
              <a:spcBef>
                <a:spcPts val="0"/>
              </a:spcBef>
              <a:spcAft>
                <a:spcPts val="0"/>
              </a:spcAft>
              <a:buSzPts val="1800"/>
              <a:buNone/>
              <a:defRPr sz="1800"/>
            </a:lvl8pPr>
            <a:lvl9pPr lvl="8" rtl="0">
              <a:lnSpc>
                <a:spcPct val="100000"/>
              </a:lnSpc>
              <a:spcBef>
                <a:spcPts val="0"/>
              </a:spcBef>
              <a:spcAft>
                <a:spcPts val="0"/>
              </a:spcAft>
              <a:buSzPts val="1800"/>
              <a:buNone/>
              <a:defRPr sz="1800"/>
            </a:lvl9pPr>
          </a:lstStyle>
          <a:p/>
        </p:txBody>
      </p:sp>
      <p:sp>
        <p:nvSpPr>
          <p:cNvPr id="411" name="Google Shape;411;p19"/>
          <p:cNvSpPr txBox="1"/>
          <p:nvPr>
            <p:ph idx="4" type="subTitle"/>
          </p:nvPr>
        </p:nvSpPr>
        <p:spPr>
          <a:xfrm>
            <a:off x="2518507" y="1366104"/>
            <a:ext cx="4107000" cy="472500"/>
          </a:xfrm>
          <a:prstGeom prst="rect">
            <a:avLst/>
          </a:prstGeom>
        </p:spPr>
        <p:txBody>
          <a:bodyPr anchorCtr="0" anchor="t" bIns="0" lIns="91425" spcFirstLastPara="1" rIns="91425" wrap="square" tIns="0">
            <a:noAutofit/>
          </a:bodyPr>
          <a:lstStyle>
            <a:lvl1pPr lvl="0" rtl="0" algn="ctr">
              <a:lnSpc>
                <a:spcPct val="100000"/>
              </a:lnSpc>
              <a:spcBef>
                <a:spcPts val="0"/>
              </a:spcBef>
              <a:spcAft>
                <a:spcPts val="0"/>
              </a:spcAft>
              <a:buSzPts val="1800"/>
              <a:buNone/>
              <a:defRPr/>
            </a:lvl1pPr>
            <a:lvl2pPr lvl="1" rtl="0">
              <a:lnSpc>
                <a:spcPct val="100000"/>
              </a:lnSpc>
              <a:spcBef>
                <a:spcPts val="0"/>
              </a:spcBef>
              <a:spcAft>
                <a:spcPts val="0"/>
              </a:spcAft>
              <a:buSzPts val="1800"/>
              <a:buNone/>
              <a:defRPr sz="1800"/>
            </a:lvl2pPr>
            <a:lvl3pPr lvl="2" rtl="0">
              <a:lnSpc>
                <a:spcPct val="100000"/>
              </a:lnSpc>
              <a:spcBef>
                <a:spcPts val="0"/>
              </a:spcBef>
              <a:spcAft>
                <a:spcPts val="0"/>
              </a:spcAft>
              <a:buSzPts val="1800"/>
              <a:buNone/>
              <a:defRPr sz="1800"/>
            </a:lvl3pPr>
            <a:lvl4pPr lvl="3" rtl="0">
              <a:lnSpc>
                <a:spcPct val="100000"/>
              </a:lnSpc>
              <a:spcBef>
                <a:spcPts val="0"/>
              </a:spcBef>
              <a:spcAft>
                <a:spcPts val="0"/>
              </a:spcAft>
              <a:buSzPts val="1800"/>
              <a:buNone/>
              <a:defRPr sz="1800"/>
            </a:lvl4pPr>
            <a:lvl5pPr lvl="4" rtl="0">
              <a:lnSpc>
                <a:spcPct val="100000"/>
              </a:lnSpc>
              <a:spcBef>
                <a:spcPts val="0"/>
              </a:spcBef>
              <a:spcAft>
                <a:spcPts val="0"/>
              </a:spcAft>
              <a:buSzPts val="1800"/>
              <a:buNone/>
              <a:defRPr sz="1800"/>
            </a:lvl5pPr>
            <a:lvl6pPr lvl="5" rtl="0">
              <a:lnSpc>
                <a:spcPct val="100000"/>
              </a:lnSpc>
              <a:spcBef>
                <a:spcPts val="0"/>
              </a:spcBef>
              <a:spcAft>
                <a:spcPts val="0"/>
              </a:spcAft>
              <a:buSzPts val="1800"/>
              <a:buNone/>
              <a:defRPr sz="1800"/>
            </a:lvl6pPr>
            <a:lvl7pPr lvl="6" rtl="0">
              <a:lnSpc>
                <a:spcPct val="100000"/>
              </a:lnSpc>
              <a:spcBef>
                <a:spcPts val="0"/>
              </a:spcBef>
              <a:spcAft>
                <a:spcPts val="0"/>
              </a:spcAft>
              <a:buSzPts val="1800"/>
              <a:buNone/>
              <a:defRPr sz="1800"/>
            </a:lvl7pPr>
            <a:lvl8pPr lvl="7" rtl="0">
              <a:lnSpc>
                <a:spcPct val="100000"/>
              </a:lnSpc>
              <a:spcBef>
                <a:spcPts val="0"/>
              </a:spcBef>
              <a:spcAft>
                <a:spcPts val="0"/>
              </a:spcAft>
              <a:buSzPts val="1800"/>
              <a:buNone/>
              <a:defRPr sz="1800"/>
            </a:lvl8pPr>
            <a:lvl9pPr lvl="8" rtl="0">
              <a:lnSpc>
                <a:spcPct val="100000"/>
              </a:lnSpc>
              <a:spcBef>
                <a:spcPts val="0"/>
              </a:spcBef>
              <a:spcAft>
                <a:spcPts val="0"/>
              </a:spcAft>
              <a:buSzPts val="1800"/>
              <a:buNone/>
              <a:defRPr sz="1800"/>
            </a:lvl9pPr>
          </a:lstStyle>
          <a:p/>
        </p:txBody>
      </p:sp>
      <p:sp>
        <p:nvSpPr>
          <p:cNvPr id="412" name="Google Shape;412;p19"/>
          <p:cNvSpPr txBox="1"/>
          <p:nvPr>
            <p:ph idx="5" type="subTitle"/>
          </p:nvPr>
        </p:nvSpPr>
        <p:spPr>
          <a:xfrm>
            <a:off x="2518493" y="4087430"/>
            <a:ext cx="4107000" cy="472500"/>
          </a:xfrm>
          <a:prstGeom prst="rect">
            <a:avLst/>
          </a:prstGeom>
        </p:spPr>
        <p:txBody>
          <a:bodyPr anchorCtr="0" anchor="t" bIns="0" lIns="91425" spcFirstLastPara="1" rIns="91425" wrap="square" tIns="0">
            <a:noAutofit/>
          </a:bodyPr>
          <a:lstStyle>
            <a:lvl1pPr lvl="0" rtl="0" algn="ctr">
              <a:lnSpc>
                <a:spcPct val="100000"/>
              </a:lnSpc>
              <a:spcBef>
                <a:spcPts val="0"/>
              </a:spcBef>
              <a:spcAft>
                <a:spcPts val="0"/>
              </a:spcAft>
              <a:buSzPts val="1800"/>
              <a:buNone/>
              <a:defRPr/>
            </a:lvl1pPr>
            <a:lvl2pPr lvl="1" rtl="0">
              <a:lnSpc>
                <a:spcPct val="100000"/>
              </a:lnSpc>
              <a:spcBef>
                <a:spcPts val="0"/>
              </a:spcBef>
              <a:spcAft>
                <a:spcPts val="0"/>
              </a:spcAft>
              <a:buSzPts val="1800"/>
              <a:buNone/>
              <a:defRPr sz="1800"/>
            </a:lvl2pPr>
            <a:lvl3pPr lvl="2" rtl="0">
              <a:lnSpc>
                <a:spcPct val="100000"/>
              </a:lnSpc>
              <a:spcBef>
                <a:spcPts val="0"/>
              </a:spcBef>
              <a:spcAft>
                <a:spcPts val="0"/>
              </a:spcAft>
              <a:buSzPts val="1800"/>
              <a:buNone/>
              <a:defRPr sz="1800"/>
            </a:lvl3pPr>
            <a:lvl4pPr lvl="3" rtl="0">
              <a:lnSpc>
                <a:spcPct val="100000"/>
              </a:lnSpc>
              <a:spcBef>
                <a:spcPts val="0"/>
              </a:spcBef>
              <a:spcAft>
                <a:spcPts val="0"/>
              </a:spcAft>
              <a:buSzPts val="1800"/>
              <a:buNone/>
              <a:defRPr sz="1800"/>
            </a:lvl4pPr>
            <a:lvl5pPr lvl="4" rtl="0">
              <a:lnSpc>
                <a:spcPct val="100000"/>
              </a:lnSpc>
              <a:spcBef>
                <a:spcPts val="0"/>
              </a:spcBef>
              <a:spcAft>
                <a:spcPts val="0"/>
              </a:spcAft>
              <a:buSzPts val="1800"/>
              <a:buNone/>
              <a:defRPr sz="1800"/>
            </a:lvl5pPr>
            <a:lvl6pPr lvl="5" rtl="0">
              <a:lnSpc>
                <a:spcPct val="100000"/>
              </a:lnSpc>
              <a:spcBef>
                <a:spcPts val="0"/>
              </a:spcBef>
              <a:spcAft>
                <a:spcPts val="0"/>
              </a:spcAft>
              <a:buSzPts val="1800"/>
              <a:buNone/>
              <a:defRPr sz="1800"/>
            </a:lvl6pPr>
            <a:lvl7pPr lvl="6" rtl="0">
              <a:lnSpc>
                <a:spcPct val="100000"/>
              </a:lnSpc>
              <a:spcBef>
                <a:spcPts val="0"/>
              </a:spcBef>
              <a:spcAft>
                <a:spcPts val="0"/>
              </a:spcAft>
              <a:buSzPts val="1800"/>
              <a:buNone/>
              <a:defRPr sz="1800"/>
            </a:lvl7pPr>
            <a:lvl8pPr lvl="7" rtl="0">
              <a:lnSpc>
                <a:spcPct val="100000"/>
              </a:lnSpc>
              <a:spcBef>
                <a:spcPts val="0"/>
              </a:spcBef>
              <a:spcAft>
                <a:spcPts val="0"/>
              </a:spcAft>
              <a:buSzPts val="1800"/>
              <a:buNone/>
              <a:defRPr sz="1800"/>
            </a:lvl8pPr>
            <a:lvl9pPr lvl="8" rtl="0">
              <a:lnSpc>
                <a:spcPct val="100000"/>
              </a:lnSpc>
              <a:spcBef>
                <a:spcPts val="0"/>
              </a:spcBef>
              <a:spcAft>
                <a:spcPts val="0"/>
              </a:spcAft>
              <a:buSzPts val="1800"/>
              <a:buNone/>
              <a:defRPr sz="18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2">
    <p:spTree>
      <p:nvGrpSpPr>
        <p:cNvPr id="413" name="Shape 413"/>
        <p:cNvGrpSpPr/>
        <p:nvPr/>
      </p:nvGrpSpPr>
      <p:grpSpPr>
        <a:xfrm>
          <a:off x="0" y="0"/>
          <a:ext cx="0" cy="0"/>
          <a:chOff x="0" y="0"/>
          <a:chExt cx="0" cy="0"/>
        </a:xfrm>
      </p:grpSpPr>
      <p:grpSp>
        <p:nvGrpSpPr>
          <p:cNvPr id="414" name="Google Shape;414;p20"/>
          <p:cNvGrpSpPr/>
          <p:nvPr/>
        </p:nvGrpSpPr>
        <p:grpSpPr>
          <a:xfrm>
            <a:off x="-9513" y="-6"/>
            <a:ext cx="9177947" cy="5143519"/>
            <a:chOff x="-9513" y="-6"/>
            <a:chExt cx="9177947" cy="5143519"/>
          </a:xfrm>
        </p:grpSpPr>
        <p:sp>
          <p:nvSpPr>
            <p:cNvPr id="415" name="Google Shape;415;p20"/>
            <p:cNvSpPr/>
            <p:nvPr/>
          </p:nvSpPr>
          <p:spPr>
            <a:xfrm>
              <a:off x="319050" y="283350"/>
              <a:ext cx="8505900" cy="4576800"/>
            </a:xfrm>
            <a:prstGeom prst="roundRect">
              <a:avLst>
                <a:gd fmla="val 3396" name="adj"/>
              </a:avLst>
            </a:prstGeom>
            <a:solidFill>
              <a:schemeClr val="accent4"/>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0"/>
            <p:cNvSpPr/>
            <p:nvPr/>
          </p:nvSpPr>
          <p:spPr>
            <a:xfrm>
              <a:off x="7132742" y="2"/>
              <a:ext cx="1612254" cy="1208486"/>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0"/>
            <p:cNvSpPr/>
            <p:nvPr/>
          </p:nvSpPr>
          <p:spPr>
            <a:xfrm>
              <a:off x="6426313" y="-6"/>
              <a:ext cx="1250789" cy="93763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0"/>
            <p:cNvSpPr/>
            <p:nvPr/>
          </p:nvSpPr>
          <p:spPr>
            <a:xfrm>
              <a:off x="743298" y="3878776"/>
              <a:ext cx="1664900" cy="1264737"/>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0"/>
            <p:cNvSpPr/>
            <p:nvPr/>
          </p:nvSpPr>
          <p:spPr>
            <a:xfrm rot="10800000">
              <a:off x="-9513" y="3652041"/>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0"/>
            <p:cNvSpPr/>
            <p:nvPr/>
          </p:nvSpPr>
          <p:spPr>
            <a:xfrm rot="10800000">
              <a:off x="-9513" y="2774418"/>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0"/>
            <p:cNvSpPr/>
            <p:nvPr/>
          </p:nvSpPr>
          <p:spPr>
            <a:xfrm>
              <a:off x="7972352" y="1381124"/>
              <a:ext cx="1196082" cy="1134709"/>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 name="Google Shape;422;p20"/>
          <p:cNvGrpSpPr/>
          <p:nvPr/>
        </p:nvGrpSpPr>
        <p:grpSpPr>
          <a:xfrm>
            <a:off x="4281415" y="75177"/>
            <a:ext cx="581170" cy="125403"/>
            <a:chOff x="4685288" y="186288"/>
            <a:chExt cx="419375" cy="90485"/>
          </a:xfrm>
        </p:grpSpPr>
        <p:sp>
          <p:nvSpPr>
            <p:cNvPr id="423" name="Google Shape;423;p20"/>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 name="Google Shape;424;p20"/>
            <p:cNvGrpSpPr/>
            <p:nvPr/>
          </p:nvGrpSpPr>
          <p:grpSpPr>
            <a:xfrm>
              <a:off x="4685288" y="186300"/>
              <a:ext cx="419375" cy="90473"/>
              <a:chOff x="4390000" y="182175"/>
              <a:chExt cx="419375" cy="90473"/>
            </a:xfrm>
          </p:grpSpPr>
          <p:sp>
            <p:nvSpPr>
              <p:cNvPr id="425" name="Google Shape;425;p20"/>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0"/>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7" name="Google Shape;427;p20"/>
          <p:cNvSpPr txBox="1"/>
          <p:nvPr>
            <p:ph idx="1" type="subTitle"/>
          </p:nvPr>
        </p:nvSpPr>
        <p:spPr>
          <a:xfrm>
            <a:off x="1909800" y="1549776"/>
            <a:ext cx="5324400" cy="1308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lvl1pPr>
            <a:lvl2pPr lvl="1" rtl="0" algn="ctr">
              <a:lnSpc>
                <a:spcPct val="100000"/>
              </a:lnSpc>
              <a:spcBef>
                <a:spcPts val="0"/>
              </a:spcBef>
              <a:spcAft>
                <a:spcPts val="0"/>
              </a:spcAft>
              <a:buNone/>
              <a:defRPr sz="2400"/>
            </a:lvl2pPr>
            <a:lvl3pPr lvl="2" rtl="0" algn="ctr">
              <a:lnSpc>
                <a:spcPct val="100000"/>
              </a:lnSpc>
              <a:spcBef>
                <a:spcPts val="0"/>
              </a:spcBef>
              <a:spcAft>
                <a:spcPts val="0"/>
              </a:spcAft>
              <a:buNone/>
              <a:defRPr sz="2400"/>
            </a:lvl3pPr>
            <a:lvl4pPr lvl="3" rtl="0" algn="ctr">
              <a:lnSpc>
                <a:spcPct val="100000"/>
              </a:lnSpc>
              <a:spcBef>
                <a:spcPts val="0"/>
              </a:spcBef>
              <a:spcAft>
                <a:spcPts val="0"/>
              </a:spcAft>
              <a:buNone/>
              <a:defRPr sz="2400"/>
            </a:lvl4pPr>
            <a:lvl5pPr lvl="4" rtl="0" algn="ctr">
              <a:lnSpc>
                <a:spcPct val="100000"/>
              </a:lnSpc>
              <a:spcBef>
                <a:spcPts val="0"/>
              </a:spcBef>
              <a:spcAft>
                <a:spcPts val="0"/>
              </a:spcAft>
              <a:buNone/>
              <a:defRPr sz="2400"/>
            </a:lvl5pPr>
            <a:lvl6pPr lvl="5" rtl="0" algn="ctr">
              <a:lnSpc>
                <a:spcPct val="100000"/>
              </a:lnSpc>
              <a:spcBef>
                <a:spcPts val="0"/>
              </a:spcBef>
              <a:spcAft>
                <a:spcPts val="0"/>
              </a:spcAft>
              <a:buNone/>
              <a:defRPr sz="2400"/>
            </a:lvl6pPr>
            <a:lvl7pPr lvl="6" rtl="0" algn="ctr">
              <a:lnSpc>
                <a:spcPct val="100000"/>
              </a:lnSpc>
              <a:spcBef>
                <a:spcPts val="0"/>
              </a:spcBef>
              <a:spcAft>
                <a:spcPts val="0"/>
              </a:spcAft>
              <a:buNone/>
              <a:defRPr sz="2400"/>
            </a:lvl7pPr>
            <a:lvl8pPr lvl="7" rtl="0" algn="ctr">
              <a:lnSpc>
                <a:spcPct val="100000"/>
              </a:lnSpc>
              <a:spcBef>
                <a:spcPts val="0"/>
              </a:spcBef>
              <a:spcAft>
                <a:spcPts val="0"/>
              </a:spcAft>
              <a:buNone/>
              <a:defRPr sz="2400"/>
            </a:lvl8pPr>
            <a:lvl9pPr lvl="8" rtl="0" algn="ctr">
              <a:lnSpc>
                <a:spcPct val="100000"/>
              </a:lnSpc>
              <a:spcBef>
                <a:spcPts val="0"/>
              </a:spcBef>
              <a:spcAft>
                <a:spcPts val="0"/>
              </a:spcAft>
              <a:buNone/>
              <a:defRPr sz="2400"/>
            </a:lvl9pPr>
          </a:lstStyle>
          <a:p/>
        </p:txBody>
      </p:sp>
      <p:sp>
        <p:nvSpPr>
          <p:cNvPr id="428" name="Google Shape;428;p20"/>
          <p:cNvSpPr txBox="1"/>
          <p:nvPr>
            <p:ph type="title"/>
          </p:nvPr>
        </p:nvSpPr>
        <p:spPr>
          <a:xfrm>
            <a:off x="3327000" y="3134828"/>
            <a:ext cx="2490000" cy="314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
              <a:buNone/>
              <a:defRPr b="1" sz="1600"/>
            </a:lvl1pPr>
            <a:lvl2pPr lvl="1" rtl="0">
              <a:spcBef>
                <a:spcPts val="0"/>
              </a:spcBef>
              <a:spcAft>
                <a:spcPts val="0"/>
              </a:spcAft>
              <a:buClr>
                <a:srgbClr val="00004D"/>
              </a:buClr>
              <a:buSzPts val="2800"/>
              <a:buNone/>
              <a:defRPr>
                <a:solidFill>
                  <a:srgbClr val="00004D"/>
                </a:solidFill>
                <a:latin typeface="PT Sans"/>
                <a:ea typeface="PT Sans"/>
                <a:cs typeface="PT Sans"/>
                <a:sym typeface="PT Sans"/>
              </a:defRPr>
            </a:lvl2pPr>
            <a:lvl3pPr lvl="2" rtl="0">
              <a:spcBef>
                <a:spcPts val="0"/>
              </a:spcBef>
              <a:spcAft>
                <a:spcPts val="0"/>
              </a:spcAft>
              <a:buClr>
                <a:srgbClr val="00004D"/>
              </a:buClr>
              <a:buSzPts val="2800"/>
              <a:buNone/>
              <a:defRPr>
                <a:solidFill>
                  <a:srgbClr val="00004D"/>
                </a:solidFill>
                <a:latin typeface="PT Sans"/>
                <a:ea typeface="PT Sans"/>
                <a:cs typeface="PT Sans"/>
                <a:sym typeface="PT Sans"/>
              </a:defRPr>
            </a:lvl3pPr>
            <a:lvl4pPr lvl="3" rtl="0">
              <a:spcBef>
                <a:spcPts val="0"/>
              </a:spcBef>
              <a:spcAft>
                <a:spcPts val="0"/>
              </a:spcAft>
              <a:buClr>
                <a:srgbClr val="00004D"/>
              </a:buClr>
              <a:buSzPts val="2800"/>
              <a:buNone/>
              <a:defRPr>
                <a:solidFill>
                  <a:srgbClr val="00004D"/>
                </a:solidFill>
                <a:latin typeface="PT Sans"/>
                <a:ea typeface="PT Sans"/>
                <a:cs typeface="PT Sans"/>
                <a:sym typeface="PT Sans"/>
              </a:defRPr>
            </a:lvl4pPr>
            <a:lvl5pPr lvl="4" rtl="0">
              <a:spcBef>
                <a:spcPts val="0"/>
              </a:spcBef>
              <a:spcAft>
                <a:spcPts val="0"/>
              </a:spcAft>
              <a:buClr>
                <a:srgbClr val="00004D"/>
              </a:buClr>
              <a:buSzPts val="2800"/>
              <a:buNone/>
              <a:defRPr>
                <a:solidFill>
                  <a:srgbClr val="00004D"/>
                </a:solidFill>
                <a:latin typeface="PT Sans"/>
                <a:ea typeface="PT Sans"/>
                <a:cs typeface="PT Sans"/>
                <a:sym typeface="PT Sans"/>
              </a:defRPr>
            </a:lvl5pPr>
            <a:lvl6pPr lvl="5" rtl="0">
              <a:spcBef>
                <a:spcPts val="0"/>
              </a:spcBef>
              <a:spcAft>
                <a:spcPts val="0"/>
              </a:spcAft>
              <a:buClr>
                <a:srgbClr val="00004D"/>
              </a:buClr>
              <a:buSzPts val="2800"/>
              <a:buNone/>
              <a:defRPr>
                <a:solidFill>
                  <a:srgbClr val="00004D"/>
                </a:solidFill>
                <a:latin typeface="PT Sans"/>
                <a:ea typeface="PT Sans"/>
                <a:cs typeface="PT Sans"/>
                <a:sym typeface="PT Sans"/>
              </a:defRPr>
            </a:lvl6pPr>
            <a:lvl7pPr lvl="6" rtl="0">
              <a:spcBef>
                <a:spcPts val="0"/>
              </a:spcBef>
              <a:spcAft>
                <a:spcPts val="0"/>
              </a:spcAft>
              <a:buClr>
                <a:srgbClr val="00004D"/>
              </a:buClr>
              <a:buSzPts val="2800"/>
              <a:buNone/>
              <a:defRPr>
                <a:solidFill>
                  <a:srgbClr val="00004D"/>
                </a:solidFill>
                <a:latin typeface="PT Sans"/>
                <a:ea typeface="PT Sans"/>
                <a:cs typeface="PT Sans"/>
                <a:sym typeface="PT Sans"/>
              </a:defRPr>
            </a:lvl7pPr>
            <a:lvl8pPr lvl="7" rtl="0">
              <a:spcBef>
                <a:spcPts val="0"/>
              </a:spcBef>
              <a:spcAft>
                <a:spcPts val="0"/>
              </a:spcAft>
              <a:buClr>
                <a:srgbClr val="00004D"/>
              </a:buClr>
              <a:buSzPts val="2800"/>
              <a:buNone/>
              <a:defRPr>
                <a:solidFill>
                  <a:srgbClr val="00004D"/>
                </a:solidFill>
                <a:latin typeface="PT Sans"/>
                <a:ea typeface="PT Sans"/>
                <a:cs typeface="PT Sans"/>
                <a:sym typeface="PT Sans"/>
              </a:defRPr>
            </a:lvl8pPr>
            <a:lvl9pPr lvl="8" rtl="0">
              <a:spcBef>
                <a:spcPts val="0"/>
              </a:spcBef>
              <a:spcAft>
                <a:spcPts val="0"/>
              </a:spcAft>
              <a:buClr>
                <a:srgbClr val="00004D"/>
              </a:buClr>
              <a:buSzPts val="2800"/>
              <a:buNone/>
              <a:defRPr>
                <a:solidFill>
                  <a:srgbClr val="00004D"/>
                </a:solidFill>
                <a:latin typeface="PT Sans"/>
                <a:ea typeface="PT Sans"/>
                <a:cs typeface="PT Sans"/>
                <a:sym typeface="PT Sans"/>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
    <p:bg>
      <p:bgPr>
        <a:solidFill>
          <a:schemeClr val="accent2"/>
        </a:solidFill>
      </p:bgPr>
    </p:bg>
    <p:spTree>
      <p:nvGrpSpPr>
        <p:cNvPr id="429" name="Shape 429"/>
        <p:cNvGrpSpPr/>
        <p:nvPr/>
      </p:nvGrpSpPr>
      <p:grpSpPr>
        <a:xfrm>
          <a:off x="0" y="0"/>
          <a:ext cx="0" cy="0"/>
          <a:chOff x="0" y="0"/>
          <a:chExt cx="0" cy="0"/>
        </a:xfrm>
      </p:grpSpPr>
      <p:sp>
        <p:nvSpPr>
          <p:cNvPr id="430" name="Google Shape;430;p21"/>
          <p:cNvSpPr txBox="1"/>
          <p:nvPr>
            <p:ph type="ctrTitle"/>
          </p:nvPr>
        </p:nvSpPr>
        <p:spPr>
          <a:xfrm>
            <a:off x="722350" y="685800"/>
            <a:ext cx="3702600" cy="10065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5500">
                <a:solidFill>
                  <a:schemeClr val="accent5"/>
                </a:solidFill>
                <a:latin typeface="Aldrich"/>
                <a:ea typeface="Aldrich"/>
                <a:cs typeface="Aldrich"/>
                <a:sym typeface="Aldrich"/>
              </a:defRPr>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p:txBody>
      </p:sp>
      <p:sp>
        <p:nvSpPr>
          <p:cNvPr id="431" name="Google Shape;431;p21"/>
          <p:cNvSpPr txBox="1"/>
          <p:nvPr>
            <p:ph idx="1" type="subTitle"/>
          </p:nvPr>
        </p:nvSpPr>
        <p:spPr>
          <a:xfrm>
            <a:off x="722350" y="1653025"/>
            <a:ext cx="3702600" cy="138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5"/>
              </a:buClr>
              <a:buSzPts val="2800"/>
              <a:buNone/>
              <a:defRPr>
                <a:solidFill>
                  <a:schemeClr val="accent5"/>
                </a:solidFill>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
        <p:nvSpPr>
          <p:cNvPr id="432" name="Google Shape;432;p21"/>
          <p:cNvSpPr txBox="1"/>
          <p:nvPr/>
        </p:nvSpPr>
        <p:spPr>
          <a:xfrm>
            <a:off x="722350" y="2991025"/>
            <a:ext cx="3148500" cy="9150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accent5"/>
                </a:solidFill>
                <a:latin typeface="Didact Gothic"/>
                <a:ea typeface="Didact Gothic"/>
                <a:cs typeface="Didact Gothic"/>
                <a:sym typeface="Didact Gothic"/>
              </a:rPr>
              <a:t>CREDITS: This presentation template was created by </a:t>
            </a:r>
            <a:r>
              <a:rPr b="1" lang="en" sz="1200">
                <a:solidFill>
                  <a:schemeClr val="accent5"/>
                </a:solidFill>
                <a:uFill>
                  <a:noFill/>
                </a:uFill>
                <a:latin typeface="Didact Gothic"/>
                <a:ea typeface="Didact Gothic"/>
                <a:cs typeface="Didact Gothic"/>
                <a:sym typeface="Didact Gothic"/>
                <a:hlinkClick r:id="rId2">
                  <a:extLst>
                    <a:ext uri="{A12FA001-AC4F-418D-AE19-62706E023703}">
                      <ahyp:hlinkClr val="tx"/>
                    </a:ext>
                  </a:extLst>
                </a:hlinkClick>
              </a:rPr>
              <a:t>Slidesgo</a:t>
            </a:r>
            <a:r>
              <a:rPr lang="en" sz="1200">
                <a:solidFill>
                  <a:schemeClr val="accent5"/>
                </a:solidFill>
                <a:latin typeface="Didact Gothic"/>
                <a:ea typeface="Didact Gothic"/>
                <a:cs typeface="Didact Gothic"/>
                <a:sym typeface="Didact Gothic"/>
              </a:rPr>
              <a:t>, including icons by </a:t>
            </a:r>
            <a:r>
              <a:rPr b="1" lang="en" sz="1200">
                <a:solidFill>
                  <a:schemeClr val="accent5"/>
                </a:solidFill>
                <a:uFill>
                  <a:noFill/>
                </a:uFill>
                <a:latin typeface="Didact Gothic"/>
                <a:ea typeface="Didact Gothic"/>
                <a:cs typeface="Didact Gothic"/>
                <a:sym typeface="Didact Gothic"/>
                <a:hlinkClick r:id="rId3">
                  <a:extLst>
                    <a:ext uri="{A12FA001-AC4F-418D-AE19-62706E023703}">
                      <ahyp:hlinkClr val="tx"/>
                    </a:ext>
                  </a:extLst>
                </a:hlinkClick>
              </a:rPr>
              <a:t>Flaticon</a:t>
            </a:r>
            <a:r>
              <a:rPr lang="en" sz="1200">
                <a:solidFill>
                  <a:schemeClr val="accent5"/>
                </a:solidFill>
                <a:latin typeface="Didact Gothic"/>
                <a:ea typeface="Didact Gothic"/>
                <a:cs typeface="Didact Gothic"/>
                <a:sym typeface="Didact Gothic"/>
              </a:rPr>
              <a:t>, infographics &amp; images by </a:t>
            </a:r>
            <a:r>
              <a:rPr b="1" lang="en" sz="1200">
                <a:solidFill>
                  <a:schemeClr val="accent5"/>
                </a:solidFill>
                <a:uFill>
                  <a:noFill/>
                </a:uFill>
                <a:latin typeface="Didact Gothic"/>
                <a:ea typeface="Didact Gothic"/>
                <a:cs typeface="Didact Gothic"/>
                <a:sym typeface="Didact Gothic"/>
                <a:hlinkClick r:id="rId4">
                  <a:extLst>
                    <a:ext uri="{A12FA001-AC4F-418D-AE19-62706E023703}">
                      <ahyp:hlinkClr val="tx"/>
                    </a:ext>
                  </a:extLst>
                </a:hlinkClick>
              </a:rPr>
              <a:t>Freepik</a:t>
            </a:r>
            <a:r>
              <a:rPr lang="en" sz="1200">
                <a:solidFill>
                  <a:schemeClr val="accent5"/>
                </a:solidFill>
                <a:latin typeface="Didact Gothic"/>
                <a:ea typeface="Didact Gothic"/>
                <a:cs typeface="Didact Gothic"/>
                <a:sym typeface="Didact Gothic"/>
              </a:rPr>
              <a:t> </a:t>
            </a:r>
            <a:endParaRPr b="1" sz="1200">
              <a:solidFill>
                <a:schemeClr val="accent5"/>
              </a:solidFill>
              <a:latin typeface="Didact Gothic"/>
              <a:ea typeface="Didact Gothic"/>
              <a:cs typeface="Didact Gothic"/>
              <a:sym typeface="Didact Gothic"/>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0">
    <p:bg>
      <p:bgPr>
        <a:solidFill>
          <a:schemeClr val="accent2"/>
        </a:solidFill>
      </p:bgPr>
    </p:bg>
    <p:spTree>
      <p:nvGrpSpPr>
        <p:cNvPr id="433" name="Shape 433"/>
        <p:cNvGrpSpPr/>
        <p:nvPr/>
      </p:nvGrpSpPr>
      <p:grpSpPr>
        <a:xfrm>
          <a:off x="0" y="0"/>
          <a:ext cx="0" cy="0"/>
          <a:chOff x="0" y="0"/>
          <a:chExt cx="0" cy="0"/>
        </a:xfrm>
      </p:grpSpPr>
      <p:cxnSp>
        <p:nvCxnSpPr>
          <p:cNvPr id="434" name="Google Shape;434;p22"/>
          <p:cNvCxnSpPr/>
          <p:nvPr/>
        </p:nvCxnSpPr>
        <p:spPr>
          <a:xfrm rot="10800000">
            <a:off x="447750" y="4895850"/>
            <a:ext cx="1133400" cy="0"/>
          </a:xfrm>
          <a:prstGeom prst="straightConnector1">
            <a:avLst/>
          </a:prstGeom>
          <a:noFill/>
          <a:ln cap="flat" cmpd="sng" w="19050">
            <a:solidFill>
              <a:schemeClr val="accent5"/>
            </a:solidFill>
            <a:prstDash val="solid"/>
            <a:round/>
            <a:headEnd len="med" w="med" type="none"/>
            <a:tailEnd len="med" w="med" type="none"/>
          </a:ln>
        </p:spPr>
      </p:cxnSp>
      <p:grpSp>
        <p:nvGrpSpPr>
          <p:cNvPr id="435" name="Google Shape;435;p22"/>
          <p:cNvGrpSpPr/>
          <p:nvPr/>
        </p:nvGrpSpPr>
        <p:grpSpPr>
          <a:xfrm flipH="1">
            <a:off x="-47478" y="2136847"/>
            <a:ext cx="1179753" cy="2854241"/>
            <a:chOff x="7907551" y="-114309"/>
            <a:chExt cx="1908059" cy="4616272"/>
          </a:xfrm>
        </p:grpSpPr>
        <p:sp>
          <p:nvSpPr>
            <p:cNvPr id="436" name="Google Shape;436;p22"/>
            <p:cNvSpPr/>
            <p:nvPr/>
          </p:nvSpPr>
          <p:spPr>
            <a:xfrm>
              <a:off x="8606186" y="3608365"/>
              <a:ext cx="39" cy="483371"/>
            </a:xfrm>
            <a:custGeom>
              <a:rect b="b" l="l" r="r" t="t"/>
              <a:pathLst>
                <a:path extrusionOk="0" h="12426" w="1">
                  <a:moveTo>
                    <a:pt x="1" y="0"/>
                  </a:moveTo>
                  <a:lnTo>
                    <a:pt x="1"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2"/>
            <p:cNvSpPr/>
            <p:nvPr/>
          </p:nvSpPr>
          <p:spPr>
            <a:xfrm>
              <a:off x="8566430" y="3568608"/>
              <a:ext cx="79551" cy="562883"/>
            </a:xfrm>
            <a:custGeom>
              <a:rect b="b" l="l" r="r" t="t"/>
              <a:pathLst>
                <a:path extrusionOk="0" h="14470" w="2045">
                  <a:moveTo>
                    <a:pt x="1023" y="0"/>
                  </a:moveTo>
                  <a:cubicBezTo>
                    <a:pt x="369" y="0"/>
                    <a:pt x="1" y="327"/>
                    <a:pt x="1" y="1022"/>
                  </a:cubicBezTo>
                  <a:lnTo>
                    <a:pt x="1" y="13448"/>
                  </a:lnTo>
                  <a:cubicBezTo>
                    <a:pt x="1" y="13979"/>
                    <a:pt x="369" y="14470"/>
                    <a:pt x="1023" y="14470"/>
                  </a:cubicBezTo>
                  <a:cubicBezTo>
                    <a:pt x="1554" y="14470"/>
                    <a:pt x="2044" y="13979"/>
                    <a:pt x="2044" y="13448"/>
                  </a:cubicBezTo>
                  <a:lnTo>
                    <a:pt x="2044" y="1022"/>
                  </a:lnTo>
                  <a:cubicBezTo>
                    <a:pt x="2044" y="327"/>
                    <a:pt x="1554" y="0"/>
                    <a:pt x="1023"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2"/>
            <p:cNvSpPr/>
            <p:nvPr/>
          </p:nvSpPr>
          <p:spPr>
            <a:xfrm>
              <a:off x="8798589" y="3873900"/>
              <a:ext cx="39" cy="483371"/>
            </a:xfrm>
            <a:custGeom>
              <a:rect b="b" l="l" r="r" t="t"/>
              <a:pathLst>
                <a:path extrusionOk="0" h="12426" w="1">
                  <a:moveTo>
                    <a:pt x="0" y="0"/>
                  </a:moveTo>
                  <a:lnTo>
                    <a:pt x="0"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2"/>
            <p:cNvSpPr/>
            <p:nvPr/>
          </p:nvSpPr>
          <p:spPr>
            <a:xfrm>
              <a:off x="8758832" y="3834144"/>
              <a:ext cx="79551" cy="562883"/>
            </a:xfrm>
            <a:custGeom>
              <a:rect b="b" l="l" r="r" t="t"/>
              <a:pathLst>
                <a:path extrusionOk="0" h="14470" w="2045">
                  <a:moveTo>
                    <a:pt x="1022" y="0"/>
                  </a:moveTo>
                  <a:cubicBezTo>
                    <a:pt x="532" y="0"/>
                    <a:pt x="0" y="491"/>
                    <a:pt x="0" y="1022"/>
                  </a:cubicBezTo>
                  <a:lnTo>
                    <a:pt x="0" y="13448"/>
                  </a:lnTo>
                  <a:cubicBezTo>
                    <a:pt x="0" y="14102"/>
                    <a:pt x="532" y="14470"/>
                    <a:pt x="1022" y="14470"/>
                  </a:cubicBezTo>
                  <a:cubicBezTo>
                    <a:pt x="1554" y="14470"/>
                    <a:pt x="2044" y="14102"/>
                    <a:pt x="2044" y="13448"/>
                  </a:cubicBezTo>
                  <a:lnTo>
                    <a:pt x="2044" y="1022"/>
                  </a:lnTo>
                  <a:cubicBezTo>
                    <a:pt x="2044" y="491"/>
                    <a:pt x="1554" y="0"/>
                    <a:pt x="1022"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2"/>
            <p:cNvSpPr/>
            <p:nvPr/>
          </p:nvSpPr>
          <p:spPr>
            <a:xfrm>
              <a:off x="7907551" y="-114309"/>
              <a:ext cx="1238654" cy="3139619"/>
            </a:xfrm>
            <a:custGeom>
              <a:rect b="b" l="l" r="r" t="t"/>
              <a:pathLst>
                <a:path extrusionOk="0" h="80710" w="31842">
                  <a:moveTo>
                    <a:pt x="3210" y="0"/>
                  </a:moveTo>
                  <a:cubicBezTo>
                    <a:pt x="2252" y="0"/>
                    <a:pt x="1348" y="293"/>
                    <a:pt x="818" y="992"/>
                  </a:cubicBezTo>
                  <a:cubicBezTo>
                    <a:pt x="164" y="1851"/>
                    <a:pt x="1" y="2873"/>
                    <a:pt x="1" y="3894"/>
                  </a:cubicBezTo>
                  <a:cubicBezTo>
                    <a:pt x="1" y="8677"/>
                    <a:pt x="4088" y="12928"/>
                    <a:pt x="3557" y="17710"/>
                  </a:cubicBezTo>
                  <a:cubicBezTo>
                    <a:pt x="3393" y="20408"/>
                    <a:pt x="1513" y="22983"/>
                    <a:pt x="1513" y="25680"/>
                  </a:cubicBezTo>
                  <a:cubicBezTo>
                    <a:pt x="1513" y="29768"/>
                    <a:pt x="5437" y="33038"/>
                    <a:pt x="6295" y="36921"/>
                  </a:cubicBezTo>
                  <a:cubicBezTo>
                    <a:pt x="7481" y="43420"/>
                    <a:pt x="655" y="50736"/>
                    <a:pt x="4579" y="56009"/>
                  </a:cubicBezTo>
                  <a:cubicBezTo>
                    <a:pt x="6295" y="58584"/>
                    <a:pt x="10219" y="59933"/>
                    <a:pt x="10383" y="62998"/>
                  </a:cubicBezTo>
                  <a:cubicBezTo>
                    <a:pt x="10546" y="65369"/>
                    <a:pt x="7971" y="67086"/>
                    <a:pt x="6786" y="69293"/>
                  </a:cubicBezTo>
                  <a:cubicBezTo>
                    <a:pt x="5273" y="71663"/>
                    <a:pt x="5437" y="74729"/>
                    <a:pt x="6786" y="77141"/>
                  </a:cubicBezTo>
                  <a:cubicBezTo>
                    <a:pt x="8254" y="79382"/>
                    <a:pt x="10929" y="80710"/>
                    <a:pt x="13496" y="80710"/>
                  </a:cubicBezTo>
                  <a:cubicBezTo>
                    <a:pt x="13644" y="80710"/>
                    <a:pt x="13792" y="80706"/>
                    <a:pt x="13939" y="80697"/>
                  </a:cubicBezTo>
                  <a:lnTo>
                    <a:pt x="22645" y="79838"/>
                  </a:lnTo>
                  <a:cubicBezTo>
                    <a:pt x="28245" y="79511"/>
                    <a:pt x="31842" y="71663"/>
                    <a:pt x="28245" y="67249"/>
                  </a:cubicBezTo>
                  <a:cubicBezTo>
                    <a:pt x="26569" y="65042"/>
                    <a:pt x="23503" y="63489"/>
                    <a:pt x="22645" y="60791"/>
                  </a:cubicBezTo>
                  <a:cubicBezTo>
                    <a:pt x="21623" y="56540"/>
                    <a:pt x="26732" y="52248"/>
                    <a:pt x="25016" y="48161"/>
                  </a:cubicBezTo>
                  <a:cubicBezTo>
                    <a:pt x="24321" y="46322"/>
                    <a:pt x="22277" y="45300"/>
                    <a:pt x="21092" y="43583"/>
                  </a:cubicBezTo>
                  <a:cubicBezTo>
                    <a:pt x="17863" y="39169"/>
                    <a:pt x="21787" y="32670"/>
                    <a:pt x="20601" y="27397"/>
                  </a:cubicBezTo>
                  <a:cubicBezTo>
                    <a:pt x="19743" y="22615"/>
                    <a:pt x="15124" y="19549"/>
                    <a:pt x="12917" y="15298"/>
                  </a:cubicBezTo>
                  <a:cubicBezTo>
                    <a:pt x="10383" y="10353"/>
                    <a:pt x="10546" y="3404"/>
                    <a:pt x="5764" y="665"/>
                  </a:cubicBezTo>
                  <a:cubicBezTo>
                    <a:pt x="5036" y="252"/>
                    <a:pt x="4100" y="0"/>
                    <a:pt x="3210" y="0"/>
                  </a:cubicBezTo>
                  <a:close/>
                </a:path>
              </a:pathLst>
            </a:custGeom>
            <a:solidFill>
              <a:schemeClr val="accent3"/>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2"/>
            <p:cNvSpPr/>
            <p:nvPr/>
          </p:nvSpPr>
          <p:spPr>
            <a:xfrm>
              <a:off x="8119015" y="89647"/>
              <a:ext cx="596298" cy="2776176"/>
            </a:xfrm>
            <a:custGeom>
              <a:rect b="b" l="l" r="r" t="t"/>
              <a:pathLst>
                <a:path extrusionOk="0" h="71367" w="15329">
                  <a:moveTo>
                    <a:pt x="328" y="0"/>
                  </a:moveTo>
                  <a:cubicBezTo>
                    <a:pt x="164" y="0"/>
                    <a:pt x="1" y="205"/>
                    <a:pt x="1" y="368"/>
                  </a:cubicBezTo>
                  <a:cubicBezTo>
                    <a:pt x="164" y="695"/>
                    <a:pt x="5805" y="23339"/>
                    <a:pt x="10219" y="43776"/>
                  </a:cubicBezTo>
                  <a:lnTo>
                    <a:pt x="10219" y="43776"/>
                  </a:lnTo>
                  <a:lnTo>
                    <a:pt x="4252" y="39525"/>
                  </a:lnTo>
                  <a:cubicBezTo>
                    <a:pt x="4252" y="39362"/>
                    <a:pt x="4088" y="39362"/>
                    <a:pt x="4088" y="39362"/>
                  </a:cubicBezTo>
                  <a:cubicBezTo>
                    <a:pt x="3925" y="39362"/>
                    <a:pt x="3925" y="39362"/>
                    <a:pt x="3925" y="39525"/>
                  </a:cubicBezTo>
                  <a:cubicBezTo>
                    <a:pt x="3761" y="39689"/>
                    <a:pt x="3761" y="39852"/>
                    <a:pt x="3925" y="40057"/>
                  </a:cubicBezTo>
                  <a:lnTo>
                    <a:pt x="10056" y="44471"/>
                  </a:lnTo>
                  <a:lnTo>
                    <a:pt x="10219" y="44635"/>
                  </a:lnTo>
                  <a:lnTo>
                    <a:pt x="10383" y="44635"/>
                  </a:lnTo>
                  <a:cubicBezTo>
                    <a:pt x="11568" y="50929"/>
                    <a:pt x="12754" y="57060"/>
                    <a:pt x="13612" y="62170"/>
                  </a:cubicBezTo>
                  <a:lnTo>
                    <a:pt x="8666" y="57060"/>
                  </a:lnTo>
                  <a:cubicBezTo>
                    <a:pt x="8666" y="56897"/>
                    <a:pt x="8503" y="56897"/>
                    <a:pt x="8503" y="56897"/>
                  </a:cubicBezTo>
                  <a:cubicBezTo>
                    <a:pt x="8339" y="56897"/>
                    <a:pt x="8339" y="56897"/>
                    <a:pt x="8176" y="57060"/>
                  </a:cubicBezTo>
                  <a:lnTo>
                    <a:pt x="8176" y="57428"/>
                  </a:lnTo>
                  <a:lnTo>
                    <a:pt x="13775" y="63355"/>
                  </a:lnTo>
                  <a:cubicBezTo>
                    <a:pt x="14307" y="66420"/>
                    <a:pt x="14634" y="69159"/>
                    <a:pt x="14797" y="71366"/>
                  </a:cubicBezTo>
                  <a:lnTo>
                    <a:pt x="15329" y="71366"/>
                  </a:lnTo>
                  <a:cubicBezTo>
                    <a:pt x="15329" y="69322"/>
                    <a:pt x="15002" y="66788"/>
                    <a:pt x="14470" y="64050"/>
                  </a:cubicBezTo>
                  <a:lnTo>
                    <a:pt x="14634" y="64050"/>
                  </a:lnTo>
                  <a:cubicBezTo>
                    <a:pt x="14634" y="64050"/>
                    <a:pt x="14797" y="64050"/>
                    <a:pt x="14797" y="63886"/>
                  </a:cubicBezTo>
                  <a:cubicBezTo>
                    <a:pt x="15002" y="63886"/>
                    <a:pt x="15002" y="63559"/>
                    <a:pt x="14797" y="63559"/>
                  </a:cubicBezTo>
                  <a:lnTo>
                    <a:pt x="14470" y="63028"/>
                  </a:lnTo>
                  <a:cubicBezTo>
                    <a:pt x="11078" y="41406"/>
                    <a:pt x="859" y="695"/>
                    <a:pt x="696" y="205"/>
                  </a:cubicBezTo>
                  <a:cubicBezTo>
                    <a:pt x="696" y="0"/>
                    <a:pt x="491" y="0"/>
                    <a:pt x="328"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2"/>
            <p:cNvSpPr/>
            <p:nvPr/>
          </p:nvSpPr>
          <p:spPr>
            <a:xfrm>
              <a:off x="8424307" y="938692"/>
              <a:ext cx="111332" cy="318046"/>
            </a:xfrm>
            <a:custGeom>
              <a:rect b="b" l="l" r="r" t="t"/>
              <a:pathLst>
                <a:path extrusionOk="0" h="8176" w="2862">
                  <a:moveTo>
                    <a:pt x="2535" y="1"/>
                  </a:moveTo>
                  <a:cubicBezTo>
                    <a:pt x="2371" y="1"/>
                    <a:pt x="2208" y="164"/>
                    <a:pt x="2208" y="328"/>
                  </a:cubicBezTo>
                  <a:lnTo>
                    <a:pt x="1" y="7808"/>
                  </a:lnTo>
                  <a:cubicBezTo>
                    <a:pt x="1" y="8012"/>
                    <a:pt x="1" y="8176"/>
                    <a:pt x="164" y="8176"/>
                  </a:cubicBezTo>
                  <a:lnTo>
                    <a:pt x="328" y="8176"/>
                  </a:lnTo>
                  <a:cubicBezTo>
                    <a:pt x="491" y="8176"/>
                    <a:pt x="491" y="8176"/>
                    <a:pt x="655" y="8012"/>
                  </a:cubicBezTo>
                  <a:lnTo>
                    <a:pt x="2862" y="491"/>
                  </a:lnTo>
                  <a:cubicBezTo>
                    <a:pt x="2862" y="328"/>
                    <a:pt x="2698" y="164"/>
                    <a:pt x="2535" y="1"/>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2"/>
            <p:cNvSpPr/>
            <p:nvPr/>
          </p:nvSpPr>
          <p:spPr>
            <a:xfrm>
              <a:off x="8788417" y="298310"/>
              <a:ext cx="1027193" cy="2682583"/>
            </a:xfrm>
            <a:custGeom>
              <a:rect b="b" l="l" r="r" t="t"/>
              <a:pathLst>
                <a:path extrusionOk="0" h="68961" w="26406">
                  <a:moveTo>
                    <a:pt x="18871" y="0"/>
                  </a:moveTo>
                  <a:cubicBezTo>
                    <a:pt x="18467" y="0"/>
                    <a:pt x="18069" y="86"/>
                    <a:pt x="17699" y="277"/>
                  </a:cubicBezTo>
                  <a:cubicBezTo>
                    <a:pt x="17004" y="604"/>
                    <a:pt x="16514" y="1462"/>
                    <a:pt x="16187" y="2321"/>
                  </a:cubicBezTo>
                  <a:cubicBezTo>
                    <a:pt x="14961" y="6081"/>
                    <a:pt x="16841" y="10495"/>
                    <a:pt x="15165" y="14256"/>
                  </a:cubicBezTo>
                  <a:cubicBezTo>
                    <a:pt x="14143" y="16299"/>
                    <a:pt x="12100" y="17648"/>
                    <a:pt x="11241" y="19856"/>
                  </a:cubicBezTo>
                  <a:cubicBezTo>
                    <a:pt x="10056" y="23085"/>
                    <a:pt x="12263" y="26845"/>
                    <a:pt x="11568" y="30237"/>
                  </a:cubicBezTo>
                  <a:cubicBezTo>
                    <a:pt x="10710" y="35715"/>
                    <a:pt x="3230" y="39434"/>
                    <a:pt x="4742" y="44707"/>
                  </a:cubicBezTo>
                  <a:cubicBezTo>
                    <a:pt x="5437" y="47282"/>
                    <a:pt x="8176" y="49326"/>
                    <a:pt x="7317" y="51696"/>
                  </a:cubicBezTo>
                  <a:cubicBezTo>
                    <a:pt x="6786" y="53740"/>
                    <a:pt x="4415" y="54435"/>
                    <a:pt x="2699" y="55784"/>
                  </a:cubicBezTo>
                  <a:cubicBezTo>
                    <a:pt x="859" y="57173"/>
                    <a:pt x="1" y="59708"/>
                    <a:pt x="491" y="62078"/>
                  </a:cubicBezTo>
                  <a:cubicBezTo>
                    <a:pt x="1023" y="64326"/>
                    <a:pt x="2903" y="66166"/>
                    <a:pt x="5110" y="66861"/>
                  </a:cubicBezTo>
                  <a:lnTo>
                    <a:pt x="12263" y="68741"/>
                  </a:lnTo>
                  <a:cubicBezTo>
                    <a:pt x="12754" y="68891"/>
                    <a:pt x="13251" y="68961"/>
                    <a:pt x="13745" y="68961"/>
                  </a:cubicBezTo>
                  <a:cubicBezTo>
                    <a:pt x="17699" y="68961"/>
                    <a:pt x="21473" y="64472"/>
                    <a:pt x="20274" y="60402"/>
                  </a:cubicBezTo>
                  <a:cubicBezTo>
                    <a:pt x="19580" y="58195"/>
                    <a:pt x="17536" y="56152"/>
                    <a:pt x="17699" y="53577"/>
                  </a:cubicBezTo>
                  <a:cubicBezTo>
                    <a:pt x="18026" y="50020"/>
                    <a:pt x="23340" y="48140"/>
                    <a:pt x="23136" y="44380"/>
                  </a:cubicBezTo>
                  <a:cubicBezTo>
                    <a:pt x="23136" y="42663"/>
                    <a:pt x="21787" y="41314"/>
                    <a:pt x="21460" y="39598"/>
                  </a:cubicBezTo>
                  <a:cubicBezTo>
                    <a:pt x="20070" y="35183"/>
                    <a:pt x="25016" y="31259"/>
                    <a:pt x="25711" y="26681"/>
                  </a:cubicBezTo>
                  <a:cubicBezTo>
                    <a:pt x="26406" y="22758"/>
                    <a:pt x="23667" y="18997"/>
                    <a:pt x="23340" y="14910"/>
                  </a:cubicBezTo>
                  <a:cubicBezTo>
                    <a:pt x="22645" y="10332"/>
                    <a:pt x="24852" y="4855"/>
                    <a:pt x="21787" y="1462"/>
                  </a:cubicBezTo>
                  <a:cubicBezTo>
                    <a:pt x="21045" y="602"/>
                    <a:pt x="19938" y="0"/>
                    <a:pt x="18871" y="0"/>
                  </a:cubicBezTo>
                  <a:close/>
                </a:path>
              </a:pathLst>
            </a:custGeom>
            <a:solidFill>
              <a:schemeClr val="accent3"/>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2"/>
            <p:cNvSpPr/>
            <p:nvPr/>
          </p:nvSpPr>
          <p:spPr>
            <a:xfrm>
              <a:off x="9179562" y="495109"/>
              <a:ext cx="410278" cy="2370722"/>
            </a:xfrm>
            <a:custGeom>
              <a:rect b="b" l="l" r="r" t="t"/>
              <a:pathLst>
                <a:path extrusionOk="0" h="60944" w="10547">
                  <a:moveTo>
                    <a:pt x="10383" y="0"/>
                  </a:moveTo>
                  <a:cubicBezTo>
                    <a:pt x="10219" y="0"/>
                    <a:pt x="10015" y="0"/>
                    <a:pt x="10015" y="164"/>
                  </a:cubicBezTo>
                  <a:cubicBezTo>
                    <a:pt x="10015" y="491"/>
                    <a:pt x="7971" y="19906"/>
                    <a:pt x="5437" y="37277"/>
                  </a:cubicBezTo>
                  <a:lnTo>
                    <a:pt x="2045" y="32168"/>
                  </a:lnTo>
                  <a:cubicBezTo>
                    <a:pt x="2045" y="32168"/>
                    <a:pt x="2045" y="32004"/>
                    <a:pt x="1840" y="32004"/>
                  </a:cubicBezTo>
                  <a:lnTo>
                    <a:pt x="1677" y="32168"/>
                  </a:lnTo>
                  <a:cubicBezTo>
                    <a:pt x="1677" y="32168"/>
                    <a:pt x="1513" y="32331"/>
                    <a:pt x="1677" y="32495"/>
                  </a:cubicBezTo>
                  <a:lnTo>
                    <a:pt x="5274" y="37972"/>
                  </a:lnTo>
                  <a:lnTo>
                    <a:pt x="5437" y="37972"/>
                  </a:lnTo>
                  <a:cubicBezTo>
                    <a:pt x="4579" y="43408"/>
                    <a:pt x="3720" y="48518"/>
                    <a:pt x="2862" y="52768"/>
                  </a:cubicBezTo>
                  <a:lnTo>
                    <a:pt x="491" y="47332"/>
                  </a:lnTo>
                  <a:cubicBezTo>
                    <a:pt x="491" y="47169"/>
                    <a:pt x="328" y="47169"/>
                    <a:pt x="328" y="47169"/>
                  </a:cubicBezTo>
                  <a:lnTo>
                    <a:pt x="164" y="47169"/>
                  </a:lnTo>
                  <a:cubicBezTo>
                    <a:pt x="1" y="47169"/>
                    <a:pt x="1" y="47332"/>
                    <a:pt x="1" y="47496"/>
                  </a:cubicBezTo>
                  <a:lnTo>
                    <a:pt x="2699" y="53790"/>
                  </a:lnTo>
                  <a:cubicBezTo>
                    <a:pt x="2208" y="56692"/>
                    <a:pt x="1513" y="59063"/>
                    <a:pt x="1023" y="60943"/>
                  </a:cubicBezTo>
                  <a:lnTo>
                    <a:pt x="1513" y="60943"/>
                  </a:lnTo>
                  <a:cubicBezTo>
                    <a:pt x="2045" y="59267"/>
                    <a:pt x="2535" y="57019"/>
                    <a:pt x="3066" y="54485"/>
                  </a:cubicBezTo>
                  <a:lnTo>
                    <a:pt x="3393" y="54485"/>
                  </a:lnTo>
                  <a:cubicBezTo>
                    <a:pt x="3393" y="54485"/>
                    <a:pt x="3557" y="54322"/>
                    <a:pt x="3393" y="54158"/>
                  </a:cubicBezTo>
                  <a:lnTo>
                    <a:pt x="3230" y="53627"/>
                  </a:lnTo>
                  <a:cubicBezTo>
                    <a:pt x="6786" y="35560"/>
                    <a:pt x="10546" y="654"/>
                    <a:pt x="10546" y="164"/>
                  </a:cubicBezTo>
                  <a:cubicBezTo>
                    <a:pt x="10546" y="164"/>
                    <a:pt x="10546" y="0"/>
                    <a:pt x="10383"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2"/>
            <p:cNvSpPr/>
            <p:nvPr/>
          </p:nvSpPr>
          <p:spPr>
            <a:xfrm>
              <a:off x="9476919" y="1275805"/>
              <a:ext cx="179718" cy="225815"/>
            </a:xfrm>
            <a:custGeom>
              <a:rect b="b" l="l" r="r" t="t"/>
              <a:pathLst>
                <a:path extrusionOk="0" h="5805" w="4620">
                  <a:moveTo>
                    <a:pt x="4251" y="0"/>
                  </a:moveTo>
                  <a:cubicBezTo>
                    <a:pt x="4088" y="0"/>
                    <a:pt x="4088" y="0"/>
                    <a:pt x="4088" y="164"/>
                  </a:cubicBezTo>
                  <a:lnTo>
                    <a:pt x="0" y="5477"/>
                  </a:lnTo>
                  <a:cubicBezTo>
                    <a:pt x="0" y="5477"/>
                    <a:pt x="0" y="5641"/>
                    <a:pt x="164" y="5804"/>
                  </a:cubicBezTo>
                  <a:lnTo>
                    <a:pt x="532" y="5804"/>
                  </a:lnTo>
                  <a:lnTo>
                    <a:pt x="4415" y="368"/>
                  </a:lnTo>
                  <a:cubicBezTo>
                    <a:pt x="4619" y="368"/>
                    <a:pt x="4415" y="164"/>
                    <a:pt x="4415"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2"/>
            <p:cNvSpPr/>
            <p:nvPr/>
          </p:nvSpPr>
          <p:spPr>
            <a:xfrm>
              <a:off x="8106294" y="2865830"/>
              <a:ext cx="1510565" cy="1636134"/>
            </a:xfrm>
            <a:custGeom>
              <a:rect b="b" l="l" r="r" t="t"/>
              <a:pathLst>
                <a:path extrusionOk="0" h="42060" w="38832">
                  <a:moveTo>
                    <a:pt x="1" y="0"/>
                  </a:moveTo>
                  <a:lnTo>
                    <a:pt x="5437" y="42059"/>
                  </a:lnTo>
                  <a:lnTo>
                    <a:pt x="34744" y="42059"/>
                  </a:lnTo>
                  <a:lnTo>
                    <a:pt x="38831" y="0"/>
                  </a:lnTo>
                  <a:close/>
                </a:path>
              </a:pathLst>
            </a:custGeom>
            <a:solidFill>
              <a:schemeClr val="accent1"/>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2"/>
            <p:cNvSpPr/>
            <p:nvPr/>
          </p:nvSpPr>
          <p:spPr>
            <a:xfrm>
              <a:off x="8522881" y="3144086"/>
              <a:ext cx="39" cy="483371"/>
            </a:xfrm>
            <a:custGeom>
              <a:rect b="b" l="l" r="r" t="t"/>
              <a:pathLst>
                <a:path extrusionOk="0" h="12426" w="1">
                  <a:moveTo>
                    <a:pt x="1" y="0"/>
                  </a:moveTo>
                  <a:lnTo>
                    <a:pt x="1"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2"/>
            <p:cNvSpPr/>
            <p:nvPr/>
          </p:nvSpPr>
          <p:spPr>
            <a:xfrm>
              <a:off x="8483163" y="3104329"/>
              <a:ext cx="79512" cy="562883"/>
            </a:xfrm>
            <a:custGeom>
              <a:rect b="b" l="l" r="r" t="t"/>
              <a:pathLst>
                <a:path extrusionOk="0" h="14470" w="2044">
                  <a:moveTo>
                    <a:pt x="1022" y="0"/>
                  </a:moveTo>
                  <a:cubicBezTo>
                    <a:pt x="327" y="0"/>
                    <a:pt x="0" y="368"/>
                    <a:pt x="0" y="1022"/>
                  </a:cubicBezTo>
                  <a:lnTo>
                    <a:pt x="0" y="13448"/>
                  </a:lnTo>
                  <a:cubicBezTo>
                    <a:pt x="0" y="13979"/>
                    <a:pt x="327" y="14470"/>
                    <a:pt x="1022" y="14470"/>
                  </a:cubicBezTo>
                  <a:cubicBezTo>
                    <a:pt x="1553" y="14470"/>
                    <a:pt x="2044" y="13979"/>
                    <a:pt x="2044" y="13448"/>
                  </a:cubicBezTo>
                  <a:lnTo>
                    <a:pt x="2044" y="1022"/>
                  </a:lnTo>
                  <a:cubicBezTo>
                    <a:pt x="2044" y="368"/>
                    <a:pt x="1553" y="0"/>
                    <a:pt x="10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2"/>
            <p:cNvSpPr/>
            <p:nvPr/>
          </p:nvSpPr>
          <p:spPr>
            <a:xfrm>
              <a:off x="9139845" y="3031196"/>
              <a:ext cx="79512" cy="564478"/>
            </a:xfrm>
            <a:custGeom>
              <a:rect b="b" l="l" r="r" t="t"/>
              <a:pathLst>
                <a:path extrusionOk="0" h="14511" w="2044">
                  <a:moveTo>
                    <a:pt x="1022" y="0"/>
                  </a:moveTo>
                  <a:cubicBezTo>
                    <a:pt x="491" y="0"/>
                    <a:pt x="0" y="368"/>
                    <a:pt x="0" y="1022"/>
                  </a:cubicBezTo>
                  <a:lnTo>
                    <a:pt x="0" y="13488"/>
                  </a:lnTo>
                  <a:cubicBezTo>
                    <a:pt x="0" y="13979"/>
                    <a:pt x="491" y="14510"/>
                    <a:pt x="1022" y="14510"/>
                  </a:cubicBezTo>
                  <a:cubicBezTo>
                    <a:pt x="1512" y="14510"/>
                    <a:pt x="2044" y="13979"/>
                    <a:pt x="2044" y="13488"/>
                  </a:cubicBezTo>
                  <a:lnTo>
                    <a:pt x="2044" y="1022"/>
                  </a:lnTo>
                  <a:cubicBezTo>
                    <a:pt x="2044" y="368"/>
                    <a:pt x="1512" y="0"/>
                    <a:pt x="10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2"/>
            <p:cNvSpPr/>
            <p:nvPr/>
          </p:nvSpPr>
          <p:spPr>
            <a:xfrm>
              <a:off x="8993540" y="3323729"/>
              <a:ext cx="79551" cy="562922"/>
            </a:xfrm>
            <a:custGeom>
              <a:rect b="b" l="l" r="r" t="t"/>
              <a:pathLst>
                <a:path extrusionOk="0" h="14471" w="2045">
                  <a:moveTo>
                    <a:pt x="1022" y="1"/>
                  </a:moveTo>
                  <a:cubicBezTo>
                    <a:pt x="491" y="1"/>
                    <a:pt x="1" y="328"/>
                    <a:pt x="1" y="1023"/>
                  </a:cubicBezTo>
                  <a:lnTo>
                    <a:pt x="1" y="13448"/>
                  </a:lnTo>
                  <a:cubicBezTo>
                    <a:pt x="1" y="14143"/>
                    <a:pt x="491" y="14470"/>
                    <a:pt x="1022" y="14470"/>
                  </a:cubicBezTo>
                  <a:cubicBezTo>
                    <a:pt x="1513" y="14470"/>
                    <a:pt x="2044" y="14143"/>
                    <a:pt x="2044" y="13448"/>
                  </a:cubicBezTo>
                  <a:lnTo>
                    <a:pt x="2044" y="1023"/>
                  </a:lnTo>
                  <a:cubicBezTo>
                    <a:pt x="2044" y="328"/>
                    <a:pt x="1513" y="1"/>
                    <a:pt x="10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2"/>
            <p:cNvSpPr/>
            <p:nvPr/>
          </p:nvSpPr>
          <p:spPr>
            <a:xfrm>
              <a:off x="9165286" y="3733975"/>
              <a:ext cx="79512" cy="569263"/>
            </a:xfrm>
            <a:custGeom>
              <a:rect b="b" l="l" r="r" t="t"/>
              <a:pathLst>
                <a:path extrusionOk="0" h="14634" w="2044">
                  <a:moveTo>
                    <a:pt x="1022" y="0"/>
                  </a:moveTo>
                  <a:cubicBezTo>
                    <a:pt x="368" y="0"/>
                    <a:pt x="0" y="532"/>
                    <a:pt x="0" y="1022"/>
                  </a:cubicBezTo>
                  <a:lnTo>
                    <a:pt x="0" y="13611"/>
                  </a:lnTo>
                  <a:cubicBezTo>
                    <a:pt x="0" y="14143"/>
                    <a:pt x="368" y="14633"/>
                    <a:pt x="1022" y="14633"/>
                  </a:cubicBezTo>
                  <a:cubicBezTo>
                    <a:pt x="1553" y="14633"/>
                    <a:pt x="2044" y="14143"/>
                    <a:pt x="2044" y="13611"/>
                  </a:cubicBezTo>
                  <a:lnTo>
                    <a:pt x="2044" y="1022"/>
                  </a:lnTo>
                  <a:cubicBezTo>
                    <a:pt x="2044" y="532"/>
                    <a:pt x="1553" y="0"/>
                    <a:pt x="10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 name="Google Shape;452;p22"/>
          <p:cNvSpPr/>
          <p:nvPr/>
        </p:nvSpPr>
        <p:spPr>
          <a:xfrm flipH="1">
            <a:off x="6758010" y="4675051"/>
            <a:ext cx="1832405" cy="244805"/>
          </a:xfrm>
          <a:custGeom>
            <a:rect b="b" l="l" r="r" t="t"/>
            <a:pathLst>
              <a:path extrusionOk="0" h="7463" w="55866">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 name="Google Shape;453;p22"/>
          <p:cNvGrpSpPr/>
          <p:nvPr/>
        </p:nvGrpSpPr>
        <p:grpSpPr>
          <a:xfrm flipH="1">
            <a:off x="8058686" y="457200"/>
            <a:ext cx="1385931" cy="2705253"/>
            <a:chOff x="409722" y="228600"/>
            <a:chExt cx="1385931" cy="2705253"/>
          </a:xfrm>
        </p:grpSpPr>
        <p:grpSp>
          <p:nvGrpSpPr>
            <p:cNvPr id="454" name="Google Shape;454;p22"/>
            <p:cNvGrpSpPr/>
            <p:nvPr/>
          </p:nvGrpSpPr>
          <p:grpSpPr>
            <a:xfrm flipH="1" rot="-617154">
              <a:off x="575967" y="402323"/>
              <a:ext cx="1053440" cy="2450002"/>
              <a:chOff x="3817855" y="1437512"/>
              <a:chExt cx="541146" cy="1128254"/>
            </a:xfrm>
          </p:grpSpPr>
          <p:sp>
            <p:nvSpPr>
              <p:cNvPr id="455" name="Google Shape;455;p22"/>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2"/>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 name="Google Shape;457;p22"/>
            <p:cNvSpPr/>
            <p:nvPr/>
          </p:nvSpPr>
          <p:spPr>
            <a:xfrm>
              <a:off x="1419225" y="228600"/>
              <a:ext cx="142800" cy="142800"/>
            </a:xfrm>
            <a:prstGeom prst="ellipse">
              <a:avLst/>
            </a:prstGeom>
            <a:solidFill>
              <a:schemeClr val="accent3"/>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_1">
    <p:spTree>
      <p:nvGrpSpPr>
        <p:cNvPr id="458" name="Shape 458"/>
        <p:cNvGrpSpPr/>
        <p:nvPr/>
      </p:nvGrpSpPr>
      <p:grpSpPr>
        <a:xfrm>
          <a:off x="0" y="0"/>
          <a:ext cx="0" cy="0"/>
          <a:chOff x="0" y="0"/>
          <a:chExt cx="0" cy="0"/>
        </a:xfrm>
      </p:grpSpPr>
      <p:grpSp>
        <p:nvGrpSpPr>
          <p:cNvPr id="459" name="Google Shape;459;p23"/>
          <p:cNvGrpSpPr/>
          <p:nvPr/>
        </p:nvGrpSpPr>
        <p:grpSpPr>
          <a:xfrm flipH="1">
            <a:off x="-24431" y="-6"/>
            <a:ext cx="9169628" cy="5143518"/>
            <a:chOff x="-1204" y="-6"/>
            <a:chExt cx="9169628" cy="5143518"/>
          </a:xfrm>
        </p:grpSpPr>
        <p:sp>
          <p:nvSpPr>
            <p:cNvPr id="460" name="Google Shape;460;p23"/>
            <p:cNvSpPr/>
            <p:nvPr/>
          </p:nvSpPr>
          <p:spPr>
            <a:xfrm>
              <a:off x="319050" y="283350"/>
              <a:ext cx="8505900" cy="4576800"/>
            </a:xfrm>
            <a:prstGeom prst="roundRect">
              <a:avLst>
                <a:gd fmla="val 3396" name="adj"/>
              </a:avLst>
            </a:prstGeom>
            <a:solidFill>
              <a:schemeClr val="accent4"/>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3"/>
            <p:cNvSpPr/>
            <p:nvPr/>
          </p:nvSpPr>
          <p:spPr>
            <a:xfrm>
              <a:off x="7144668" y="0"/>
              <a:ext cx="1600279" cy="1208486"/>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3"/>
            <p:cNvSpPr/>
            <p:nvPr/>
          </p:nvSpPr>
          <p:spPr>
            <a:xfrm>
              <a:off x="6578703" y="-6"/>
              <a:ext cx="1250846" cy="93763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3"/>
            <p:cNvSpPr/>
            <p:nvPr/>
          </p:nvSpPr>
          <p:spPr>
            <a:xfrm>
              <a:off x="743289" y="3878776"/>
              <a:ext cx="1664900" cy="1264737"/>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3"/>
            <p:cNvSpPr/>
            <p:nvPr/>
          </p:nvSpPr>
          <p:spPr>
            <a:xfrm rot="10800000">
              <a:off x="-1204" y="3670093"/>
              <a:ext cx="1135497" cy="1067007"/>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3"/>
            <p:cNvSpPr/>
            <p:nvPr/>
          </p:nvSpPr>
          <p:spPr>
            <a:xfrm>
              <a:off x="7972342" y="1228724"/>
              <a:ext cx="1196082" cy="1134709"/>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 name="Google Shape;466;p23"/>
          <p:cNvGrpSpPr/>
          <p:nvPr/>
        </p:nvGrpSpPr>
        <p:grpSpPr>
          <a:xfrm>
            <a:off x="4281415" y="75177"/>
            <a:ext cx="581170" cy="125403"/>
            <a:chOff x="4685288" y="186288"/>
            <a:chExt cx="419375" cy="90485"/>
          </a:xfrm>
        </p:grpSpPr>
        <p:sp>
          <p:nvSpPr>
            <p:cNvPr id="467" name="Google Shape;467;p23"/>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 name="Google Shape;468;p23"/>
            <p:cNvGrpSpPr/>
            <p:nvPr/>
          </p:nvGrpSpPr>
          <p:grpSpPr>
            <a:xfrm>
              <a:off x="4685288" y="186300"/>
              <a:ext cx="419375" cy="90473"/>
              <a:chOff x="4390000" y="182175"/>
              <a:chExt cx="419375" cy="90473"/>
            </a:xfrm>
          </p:grpSpPr>
          <p:sp>
            <p:nvSpPr>
              <p:cNvPr id="469" name="Google Shape;469;p23"/>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3"/>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 name="Google Shape;471;p23"/>
          <p:cNvGrpSpPr/>
          <p:nvPr/>
        </p:nvGrpSpPr>
        <p:grpSpPr>
          <a:xfrm rot="-1102275">
            <a:off x="239301" y="2899434"/>
            <a:ext cx="541146" cy="2225370"/>
            <a:chOff x="871338" y="1945155"/>
            <a:chExt cx="247109" cy="1016148"/>
          </a:xfrm>
        </p:grpSpPr>
        <p:sp>
          <p:nvSpPr>
            <p:cNvPr id="472" name="Google Shape;472;p23"/>
            <p:cNvSpPr/>
            <p:nvPr/>
          </p:nvSpPr>
          <p:spPr>
            <a:xfrm>
              <a:off x="1017893" y="2858365"/>
              <a:ext cx="100554" cy="102938"/>
            </a:xfrm>
            <a:custGeom>
              <a:rect b="b" l="l" r="r" t="t"/>
              <a:pathLst>
                <a:path extrusionOk="0" h="5440" w="5314">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3"/>
            <p:cNvSpPr/>
            <p:nvPr/>
          </p:nvSpPr>
          <p:spPr>
            <a:xfrm>
              <a:off x="871338" y="2075844"/>
              <a:ext cx="215338" cy="853670"/>
            </a:xfrm>
            <a:custGeom>
              <a:rect b="b" l="l" r="r" t="t"/>
              <a:pathLst>
                <a:path extrusionOk="0" h="45114" w="1138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3"/>
            <p:cNvSpPr/>
            <p:nvPr/>
          </p:nvSpPr>
          <p:spPr>
            <a:xfrm>
              <a:off x="1051083" y="1945155"/>
              <a:ext cx="67364" cy="51242"/>
            </a:xfrm>
            <a:custGeom>
              <a:rect b="b" l="l" r="r" t="t"/>
              <a:pathLst>
                <a:path extrusionOk="0" h="2708" w="3560">
                  <a:moveTo>
                    <a:pt x="1780" y="1"/>
                  </a:moveTo>
                  <a:cubicBezTo>
                    <a:pt x="1" y="1"/>
                    <a:pt x="1" y="2708"/>
                    <a:pt x="1780" y="2708"/>
                  </a:cubicBezTo>
                  <a:cubicBezTo>
                    <a:pt x="3459" y="2708"/>
                    <a:pt x="3560" y="1"/>
                    <a:pt x="17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 name="Google Shape;475;p23"/>
          <p:cNvSpPr/>
          <p:nvPr/>
        </p:nvSpPr>
        <p:spPr>
          <a:xfrm>
            <a:off x="7683774" y="926546"/>
            <a:ext cx="1629891" cy="217696"/>
          </a:xfrm>
          <a:custGeom>
            <a:rect b="b" l="l" r="r" t="t"/>
            <a:pathLst>
              <a:path extrusionOk="0" h="7463" w="55866">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MAIN_POINT_1">
    <p:bg>
      <p:bgPr>
        <a:solidFill>
          <a:schemeClr val="accent2"/>
        </a:solidFill>
      </p:bgPr>
    </p:bg>
    <p:spTree>
      <p:nvGrpSpPr>
        <p:cNvPr id="476" name="Shape 476"/>
        <p:cNvGrpSpPr/>
        <p:nvPr/>
      </p:nvGrpSpPr>
      <p:grpSpPr>
        <a:xfrm>
          <a:off x="0" y="0"/>
          <a:ext cx="0" cy="0"/>
          <a:chOff x="0" y="0"/>
          <a:chExt cx="0" cy="0"/>
        </a:xfrm>
      </p:grpSpPr>
      <p:grpSp>
        <p:nvGrpSpPr>
          <p:cNvPr id="477" name="Google Shape;477;p24"/>
          <p:cNvGrpSpPr/>
          <p:nvPr/>
        </p:nvGrpSpPr>
        <p:grpSpPr>
          <a:xfrm>
            <a:off x="319043" y="283350"/>
            <a:ext cx="8505900" cy="4576800"/>
            <a:chOff x="319043" y="283350"/>
            <a:chExt cx="8505900" cy="4576800"/>
          </a:xfrm>
        </p:grpSpPr>
        <p:sp>
          <p:nvSpPr>
            <p:cNvPr id="478" name="Google Shape;478;p24"/>
            <p:cNvSpPr/>
            <p:nvPr/>
          </p:nvSpPr>
          <p:spPr>
            <a:xfrm flipH="1">
              <a:off x="319043" y="283350"/>
              <a:ext cx="8505900" cy="4576800"/>
            </a:xfrm>
            <a:prstGeom prst="roundRect">
              <a:avLst>
                <a:gd fmla="val 3396" name="adj"/>
              </a:avLst>
            </a:prstGeom>
            <a:solidFill>
              <a:schemeClr val="accent1"/>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4"/>
            <p:cNvSpPr/>
            <p:nvPr/>
          </p:nvSpPr>
          <p:spPr>
            <a:xfrm flipH="1" rot="10800000">
              <a:off x="694692" y="580875"/>
              <a:ext cx="7754700" cy="3981600"/>
            </a:xfrm>
            <a:prstGeom prst="roundRect">
              <a:avLst>
                <a:gd fmla="val 3396" name="adj"/>
              </a:avLst>
            </a:prstGeom>
            <a:solidFill>
              <a:schemeClr val="accent4"/>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4"/>
            <p:cNvSpPr/>
            <p:nvPr/>
          </p:nvSpPr>
          <p:spPr>
            <a:xfrm flipH="1">
              <a:off x="1289186" y="298550"/>
              <a:ext cx="1611114" cy="120209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4"/>
            <p:cNvSpPr/>
            <p:nvPr/>
          </p:nvSpPr>
          <p:spPr>
            <a:xfrm flipH="1">
              <a:off x="2162181" y="298550"/>
              <a:ext cx="1348069" cy="995345"/>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4"/>
            <p:cNvSpPr/>
            <p:nvPr/>
          </p:nvSpPr>
          <p:spPr>
            <a:xfrm rot="10800000">
              <a:off x="5767286" y="3636168"/>
              <a:ext cx="1611114" cy="1209957"/>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4"/>
            <p:cNvSpPr/>
            <p:nvPr/>
          </p:nvSpPr>
          <p:spPr>
            <a:xfrm rot="10800000">
              <a:off x="6640281" y="3842942"/>
              <a:ext cx="1348069" cy="1004358"/>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 name="Google Shape;484;p24"/>
          <p:cNvGrpSpPr/>
          <p:nvPr/>
        </p:nvGrpSpPr>
        <p:grpSpPr>
          <a:xfrm>
            <a:off x="4281415" y="375214"/>
            <a:ext cx="581170" cy="125403"/>
            <a:chOff x="4685288" y="186288"/>
            <a:chExt cx="419375" cy="90485"/>
          </a:xfrm>
        </p:grpSpPr>
        <p:sp>
          <p:nvSpPr>
            <p:cNvPr id="485" name="Google Shape;485;p24"/>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 name="Google Shape;486;p24"/>
            <p:cNvGrpSpPr/>
            <p:nvPr/>
          </p:nvGrpSpPr>
          <p:grpSpPr>
            <a:xfrm>
              <a:off x="4685288" y="186300"/>
              <a:ext cx="419375" cy="90473"/>
              <a:chOff x="4390000" y="182175"/>
              <a:chExt cx="419375" cy="90473"/>
            </a:xfrm>
          </p:grpSpPr>
          <p:sp>
            <p:nvSpPr>
              <p:cNvPr id="487" name="Google Shape;487;p24"/>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4"/>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92" name="Shape 492"/>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1.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00004D"/>
              </a:buClr>
              <a:buSzPts val="2800"/>
              <a:buFont typeface="Aldrich"/>
              <a:buNone/>
              <a:defRPr sz="2800">
                <a:solidFill>
                  <a:srgbClr val="00004D"/>
                </a:solidFill>
                <a:latin typeface="Aldrich"/>
                <a:ea typeface="Aldrich"/>
                <a:cs typeface="Aldrich"/>
                <a:sym typeface="Aldrich"/>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accent5"/>
              </a:buClr>
              <a:buSzPts val="1800"/>
              <a:buFont typeface="Didact Gothic"/>
              <a:buChar char="●"/>
              <a:defRPr sz="1800">
                <a:solidFill>
                  <a:schemeClr val="accent5"/>
                </a:solidFill>
                <a:latin typeface="Didact Gothic"/>
                <a:ea typeface="Didact Gothic"/>
                <a:cs typeface="Didact Gothic"/>
                <a:sym typeface="Didact Gothic"/>
              </a:defRPr>
            </a:lvl1pPr>
            <a:lvl2pPr indent="-317500" lvl="1" marL="9144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2pPr>
            <a:lvl3pPr indent="-317500" lvl="2" marL="13716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3pPr>
            <a:lvl4pPr indent="-317500" lvl="3" marL="18288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4pPr>
            <a:lvl5pPr indent="-317500" lvl="4" marL="22860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5pPr>
            <a:lvl6pPr indent="-317500" lvl="5" marL="27432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6pPr>
            <a:lvl7pPr indent="-317500" lvl="6" marL="32004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7pPr>
            <a:lvl8pPr indent="-317500" lvl="7" marL="3657600">
              <a:lnSpc>
                <a:spcPct val="115000"/>
              </a:lnSpc>
              <a:spcBef>
                <a:spcPts val="160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8pPr>
            <a:lvl9pPr indent="-317500" lvl="8" marL="4114800">
              <a:lnSpc>
                <a:spcPct val="115000"/>
              </a:lnSpc>
              <a:spcBef>
                <a:spcPts val="1600"/>
              </a:spcBef>
              <a:spcAft>
                <a:spcPts val="1600"/>
              </a:spcAft>
              <a:buClr>
                <a:schemeClr val="accent5"/>
              </a:buClr>
              <a:buSzPts val="1400"/>
              <a:buFont typeface="Didact Gothic"/>
              <a:buChar char="■"/>
              <a:defRPr>
                <a:solidFill>
                  <a:schemeClr val="accent5"/>
                </a:solidFill>
                <a:latin typeface="Didact Gothic"/>
                <a:ea typeface="Didact Gothic"/>
                <a:cs typeface="Didact Gothic"/>
                <a:sym typeface="Didact Gothic"/>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89" name="Shape 489"/>
        <p:cNvGrpSpPr/>
        <p:nvPr/>
      </p:nvGrpSpPr>
      <p:grpSpPr>
        <a:xfrm>
          <a:off x="0" y="0"/>
          <a:ext cx="0" cy="0"/>
          <a:chOff x="0" y="0"/>
          <a:chExt cx="0" cy="0"/>
        </a:xfrm>
      </p:grpSpPr>
      <p:sp>
        <p:nvSpPr>
          <p:cNvPr id="490" name="Google Shape;490;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91" name="Google Shape;491;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slide" Target="/ppt/slides/slide36.xml"/><Relationship Id="rId11" Type="http://schemas.openxmlformats.org/officeDocument/2006/relationships/slide" Target="/ppt/slides/slide27.xml"/><Relationship Id="rId10" Type="http://schemas.openxmlformats.org/officeDocument/2006/relationships/slide" Target="/ppt/slides/slide26.xml"/><Relationship Id="rId13" Type="http://schemas.openxmlformats.org/officeDocument/2006/relationships/slide" Target="/ppt/slides/slide28.xml"/><Relationship Id="rId12" Type="http://schemas.openxmlformats.org/officeDocument/2006/relationships/slide" Target="/ppt/slides/slide28.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6.xml"/><Relationship Id="rId1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4" Type="http://schemas.openxmlformats.org/officeDocument/2006/relationships/slide" Target="/ppt/slides/slide29.xml"/><Relationship Id="rId17"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6"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5" Type="http://schemas.openxmlformats.org/officeDocument/2006/relationships/hyperlink" Target="http://bit.ly/33VAFh3" TargetMode="External"/><Relationship Id="rId19" Type="http://schemas.openxmlformats.org/officeDocument/2006/relationships/slide" Target="/ppt/slides/slide30.xml"/><Relationship Id="rId6" Type="http://schemas.openxmlformats.org/officeDocument/2006/relationships/slide" Target="/ppt/slides/slide25.xml"/><Relationship Id="rId18" Type="http://schemas.openxmlformats.org/officeDocument/2006/relationships/slide" Target="/ppt/slides/slide30.xml"/><Relationship Id="rId7" Type="http://schemas.openxmlformats.org/officeDocument/2006/relationships/slide" Target="/ppt/slides/slide23.xml"/><Relationship Id="rId8" Type="http://schemas.openxmlformats.org/officeDocument/2006/relationships/slide" Target="/ppt/slides/slide2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 Id="rId3" Type="http://schemas.openxmlformats.org/officeDocument/2006/relationships/image" Target="../media/image2.jpg"/><Relationship Id="rId4" Type="http://schemas.openxmlformats.org/officeDocument/2006/relationships/image" Target="../media/image1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2.xml"/><Relationship Id="rId3" Type="http://schemas.openxmlformats.org/officeDocument/2006/relationships/image" Target="../media/image1.jpg"/><Relationship Id="rId4" Type="http://schemas.openxmlformats.org/officeDocument/2006/relationships/image" Target="../media/image1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hyperlink" Target="https://docs.google.com/spreadsheets/d/1nbGtUFkeSz9tZ0V8wbb4zObE0d4j-zXjQ3wbfaFJoe4/copy" TargetMode="External"/><Relationship Id="rId4" Type="http://schemas.openxmlformats.org/officeDocument/2006/relationships/image" Target="../media/image3.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9.xml"/><Relationship Id="rId3" Type="http://schemas.openxmlformats.org/officeDocument/2006/relationships/image" Target="../media/image9.jpg"/><Relationship Id="rId4" Type="http://schemas.openxmlformats.org/officeDocument/2006/relationships/image" Target="../media/image13.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0" Type="http://schemas.openxmlformats.org/officeDocument/2006/relationships/hyperlink" Target="https://www.flaticon.com/packs/education-1-7?k=1604646037578/?utm_source=slidesgo_template&amp;utm_medium=referral-link&amp;utm_campaign=sg_resources&amp;utm_content=flaticon" TargetMode="External"/><Relationship Id="rId1" Type="http://schemas.openxmlformats.org/officeDocument/2006/relationships/slideLayout" Target="../slideLayouts/slideLayout3.xml"/><Relationship Id="rId2" Type="http://schemas.openxmlformats.org/officeDocument/2006/relationships/notesSlide" Target="../notesSlides/notesSlide26.xml"/><Relationship Id="rId3" Type="http://schemas.openxmlformats.org/officeDocument/2006/relationships/hyperlink" Target="https://www.freepik.com/free-photo/globe-books-near-laptop_1969221.htm/?utm_source=slidesgo_template&amp;utm_medium=referral-link&amp;utm_campaign=sg_resources&amp;utm_content=freepik" TargetMode="External"/><Relationship Id="rId4" Type="http://schemas.openxmlformats.org/officeDocument/2006/relationships/hyperlink" Target="https://www.freepik.com/free-photo/kids-teacher-posing-while-wearing-medical-mask_10141311.htm/?utm_source=slidesgo_template&amp;utm_medium=referral-link&amp;utm_campaign=sg_resources&amp;utm_content=freepik" TargetMode="External"/><Relationship Id="rId9" Type="http://schemas.openxmlformats.org/officeDocument/2006/relationships/hyperlink" Target="https://www.freepik.com/free-vector/online-certification-college-graduates_8695524.htm/?utm_source=slidesgo_template&amp;utm_medium=referral-link&amp;utm_campaign=sg_resources&amp;utm_content=freepik" TargetMode="External"/><Relationship Id="rId5" Type="http://schemas.openxmlformats.org/officeDocument/2006/relationships/hyperlink" Target="https://www.freepik.com/free-photo/happy-teenager-making-notes-near-laptop_1365733.htm/?utm_source=slidesgo_template&amp;utm_medium=referral-link&amp;utm_campaign=sg_resources&amp;utm_content=freepik" TargetMode="External"/><Relationship Id="rId6" Type="http://schemas.openxmlformats.org/officeDocument/2006/relationships/hyperlink" Target="https://www.freepik.com/free-vector/online-certification-with-laptop_8664220.htm/?utm_source=slidesgo_template&amp;utm_medium=referral-link&amp;utm_campaign=sg_resources&amp;utm_content=freepik" TargetMode="External"/><Relationship Id="rId7" Type="http://schemas.openxmlformats.org/officeDocument/2006/relationships/hyperlink" Target="https://www.freepik.com/free-vector/online-certification-concept_8725125.htm/?utm_source=slidesgo_template&amp;utm_medium=referral-link&amp;utm_campaign=sg_resources&amp;utm_content=freepik" TargetMode="External"/><Relationship Id="rId8" Type="http://schemas.openxmlformats.org/officeDocument/2006/relationships/hyperlink" Target="https://www.freepik.com/free-vector/online-certification-concept_8725126.htm/?utm_source=slidesgo_template&amp;utm_medium=referral-link&amp;utm_campaign=sg_resources&amp;utm_content=freepik"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bit.ly/2PfT4lq" TargetMode="External"/><Relationship Id="rId4" Type="http://schemas.openxmlformats.org/officeDocument/2006/relationships/slide" Target="/ppt/slides/slide2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hyperlink" Target="https://fonts.google.com/specimen/Aldrich" TargetMode="External"/><Relationship Id="rId4" Type="http://schemas.openxmlformats.org/officeDocument/2006/relationships/hyperlink" Target="https://fonts.google.com/specimen/Didact+Gothic" TargetMode="External"/></Relationships>
</file>

<file path=ppt/slides/_rels/slide29.xml.rels><?xml version="1.0" encoding="UTF-8" standalone="yes"?><Relationships xmlns="http://schemas.openxmlformats.org/package/2006/relationships"><Relationship Id="rId11" Type="http://schemas.openxmlformats.org/officeDocument/2006/relationships/image" Target="../media/image7.gif"/><Relationship Id="rId10" Type="http://schemas.openxmlformats.org/officeDocument/2006/relationships/image" Target="../media/image4.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8.gif"/><Relationship Id="rId1" Type="http://schemas.openxmlformats.org/officeDocument/2006/relationships/slideLayout" Target="../slideLayouts/slideLayout24.xml"/><Relationship Id="rId2" Type="http://schemas.openxmlformats.org/officeDocument/2006/relationships/notesSlide" Target="../notesSlides/notesSlide29.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6.gif"/><Relationship Id="rId9" Type="http://schemas.openxmlformats.org/officeDocument/2006/relationships/image" Target="../media/image5.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 Id="rId3" Type="http://schemas.openxmlformats.org/officeDocument/2006/relationships/hyperlink" Target="https://bit.ly/2ZjL1pd"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 Id="rId3" Type="http://schemas.openxmlformats.org/officeDocument/2006/relationships/hyperlink" Target="https://chrome.google.com/webstore/detail/flaticon-for-gsuit-gslide/haekgjfnhhdkgfgmldhfokhmfkgmciba"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496" name="Shape 496"/>
        <p:cNvGrpSpPr/>
        <p:nvPr/>
      </p:nvGrpSpPr>
      <p:grpSpPr>
        <a:xfrm>
          <a:off x="0" y="0"/>
          <a:ext cx="0" cy="0"/>
          <a:chOff x="0" y="0"/>
          <a:chExt cx="0" cy="0"/>
        </a:xfrm>
      </p:grpSpPr>
      <p:sp>
        <p:nvSpPr>
          <p:cNvPr id="497" name="Google Shape;497;p27"/>
          <p:cNvSpPr txBox="1"/>
          <p:nvPr>
            <p:ph idx="1" type="subTitle"/>
          </p:nvPr>
        </p:nvSpPr>
        <p:spPr>
          <a:xfrm>
            <a:off x="2254050" y="2862700"/>
            <a:ext cx="46359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5"/>
                </a:solidFill>
                <a:latin typeface="Century Gothic"/>
                <a:ea typeface="Century Gothic"/>
                <a:cs typeface="Century Gothic"/>
                <a:sym typeface="Century Gothic"/>
              </a:rPr>
              <a:t>Here is where your presentation begins</a:t>
            </a:r>
            <a:endParaRPr sz="1600">
              <a:solidFill>
                <a:schemeClr val="accent5"/>
              </a:solidFill>
              <a:latin typeface="Century Gothic"/>
              <a:ea typeface="Century Gothic"/>
              <a:cs typeface="Century Gothic"/>
              <a:sym typeface="Century Gothic"/>
            </a:endParaRPr>
          </a:p>
        </p:txBody>
      </p:sp>
      <p:sp>
        <p:nvSpPr>
          <p:cNvPr id="498" name="Google Shape;498;p27"/>
          <p:cNvSpPr txBox="1"/>
          <p:nvPr>
            <p:ph type="ctrTitle"/>
          </p:nvPr>
        </p:nvSpPr>
        <p:spPr>
          <a:xfrm>
            <a:off x="1896300" y="1379375"/>
            <a:ext cx="5351400" cy="1370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400"/>
              <a:t>VIRTUAL SLIDES FOR EDUCATION DAY</a:t>
            </a:r>
            <a:endParaRPr sz="3400"/>
          </a:p>
        </p:txBody>
      </p:sp>
      <p:grpSp>
        <p:nvGrpSpPr>
          <p:cNvPr id="499" name="Google Shape;499;p27"/>
          <p:cNvGrpSpPr/>
          <p:nvPr/>
        </p:nvGrpSpPr>
        <p:grpSpPr>
          <a:xfrm flipH="1">
            <a:off x="1948783" y="686357"/>
            <a:ext cx="864824" cy="693028"/>
            <a:chOff x="10049025" y="922900"/>
            <a:chExt cx="537625" cy="430800"/>
          </a:xfrm>
        </p:grpSpPr>
        <p:sp>
          <p:nvSpPr>
            <p:cNvPr id="500" name="Google Shape;500;p27"/>
            <p:cNvSpPr/>
            <p:nvPr/>
          </p:nvSpPr>
          <p:spPr>
            <a:xfrm>
              <a:off x="10056525" y="930425"/>
              <a:ext cx="521975" cy="331475"/>
            </a:xfrm>
            <a:custGeom>
              <a:rect b="b" l="l" r="r" t="t"/>
              <a:pathLst>
                <a:path extrusionOk="0" h="13259" w="20879">
                  <a:moveTo>
                    <a:pt x="14412" y="0"/>
                  </a:moveTo>
                  <a:lnTo>
                    <a:pt x="1" y="226"/>
                  </a:lnTo>
                  <a:cubicBezTo>
                    <a:pt x="1254" y="2506"/>
                    <a:pt x="2407" y="4812"/>
                    <a:pt x="3334" y="7218"/>
                  </a:cubicBezTo>
                  <a:lnTo>
                    <a:pt x="12532" y="13258"/>
                  </a:lnTo>
                  <a:lnTo>
                    <a:pt x="20878" y="12757"/>
                  </a:lnTo>
                  <a:lnTo>
                    <a:pt x="14412" y="0"/>
                  </a:ln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7"/>
            <p:cNvSpPr/>
            <p:nvPr/>
          </p:nvSpPr>
          <p:spPr>
            <a:xfrm>
              <a:off x="10049025" y="922900"/>
              <a:ext cx="537625" cy="347150"/>
            </a:xfrm>
            <a:custGeom>
              <a:rect b="b" l="l" r="r" t="t"/>
              <a:pathLst>
                <a:path extrusionOk="0" h="13886" w="21505">
                  <a:moveTo>
                    <a:pt x="14574" y="527"/>
                  </a:moveTo>
                  <a:cubicBezTo>
                    <a:pt x="16433" y="4242"/>
                    <a:pt x="18292" y="7862"/>
                    <a:pt x="20151" y="11579"/>
                  </a:cubicBezTo>
                  <a:cubicBezTo>
                    <a:pt x="20376" y="11973"/>
                    <a:pt x="20614" y="12366"/>
                    <a:pt x="20804" y="12760"/>
                  </a:cubicBezTo>
                  <a:lnTo>
                    <a:pt x="20804" y="12760"/>
                  </a:lnTo>
                  <a:cubicBezTo>
                    <a:pt x="18222" y="12953"/>
                    <a:pt x="15639" y="13167"/>
                    <a:pt x="13033" y="13359"/>
                  </a:cubicBezTo>
                  <a:lnTo>
                    <a:pt x="12933" y="13359"/>
                  </a:lnTo>
                  <a:cubicBezTo>
                    <a:pt x="12832" y="13359"/>
                    <a:pt x="12732" y="13259"/>
                    <a:pt x="12732" y="13259"/>
                  </a:cubicBezTo>
                  <a:cubicBezTo>
                    <a:pt x="12206" y="12933"/>
                    <a:pt x="11780" y="12632"/>
                    <a:pt x="11379" y="12306"/>
                  </a:cubicBezTo>
                  <a:cubicBezTo>
                    <a:pt x="9800" y="11379"/>
                    <a:pt x="8346" y="10326"/>
                    <a:pt x="6892" y="9399"/>
                  </a:cubicBezTo>
                  <a:cubicBezTo>
                    <a:pt x="5891" y="8707"/>
                    <a:pt x="4889" y="8106"/>
                    <a:pt x="3909" y="7402"/>
                  </a:cubicBezTo>
                  <a:lnTo>
                    <a:pt x="3909" y="7402"/>
                  </a:lnTo>
                  <a:cubicBezTo>
                    <a:pt x="2933" y="5179"/>
                    <a:pt x="1872" y="2958"/>
                    <a:pt x="726" y="817"/>
                  </a:cubicBezTo>
                  <a:lnTo>
                    <a:pt x="726" y="817"/>
                  </a:lnTo>
                  <a:cubicBezTo>
                    <a:pt x="4768" y="720"/>
                    <a:pt x="8788" y="623"/>
                    <a:pt x="12832" y="527"/>
                  </a:cubicBezTo>
                  <a:close/>
                  <a:moveTo>
                    <a:pt x="14712" y="0"/>
                  </a:moveTo>
                  <a:cubicBezTo>
                    <a:pt x="10527" y="101"/>
                    <a:pt x="6366" y="201"/>
                    <a:pt x="2181" y="301"/>
                  </a:cubicBezTo>
                  <a:lnTo>
                    <a:pt x="301" y="301"/>
                  </a:lnTo>
                  <a:cubicBezTo>
                    <a:pt x="100" y="301"/>
                    <a:pt x="0" y="527"/>
                    <a:pt x="100" y="727"/>
                  </a:cubicBezTo>
                  <a:cubicBezTo>
                    <a:pt x="1343" y="2890"/>
                    <a:pt x="2364" y="5176"/>
                    <a:pt x="3408" y="7560"/>
                  </a:cubicBezTo>
                  <a:lnTo>
                    <a:pt x="3408" y="7560"/>
                  </a:lnTo>
                  <a:cubicBezTo>
                    <a:pt x="3411" y="7606"/>
                    <a:pt x="3428" y="7647"/>
                    <a:pt x="3462" y="7679"/>
                  </a:cubicBezTo>
                  <a:lnTo>
                    <a:pt x="3462" y="7679"/>
                  </a:lnTo>
                  <a:cubicBezTo>
                    <a:pt x="3505" y="7746"/>
                    <a:pt x="3576" y="7784"/>
                    <a:pt x="3651" y="7796"/>
                  </a:cubicBezTo>
                  <a:lnTo>
                    <a:pt x="3651" y="7796"/>
                  </a:lnTo>
                  <a:cubicBezTo>
                    <a:pt x="6015" y="9352"/>
                    <a:pt x="8285" y="10978"/>
                    <a:pt x="10652" y="12532"/>
                  </a:cubicBezTo>
                  <a:cubicBezTo>
                    <a:pt x="11153" y="12832"/>
                    <a:pt x="11679" y="13259"/>
                    <a:pt x="12206" y="13559"/>
                  </a:cubicBezTo>
                  <a:cubicBezTo>
                    <a:pt x="12406" y="13685"/>
                    <a:pt x="12632" y="13885"/>
                    <a:pt x="12832" y="13885"/>
                  </a:cubicBezTo>
                  <a:cubicBezTo>
                    <a:pt x="13258" y="13885"/>
                    <a:pt x="13785" y="13785"/>
                    <a:pt x="14286" y="13785"/>
                  </a:cubicBezTo>
                  <a:cubicBezTo>
                    <a:pt x="15138" y="13685"/>
                    <a:pt x="16065" y="13685"/>
                    <a:pt x="16918" y="13559"/>
                  </a:cubicBezTo>
                  <a:cubicBezTo>
                    <a:pt x="18371" y="13459"/>
                    <a:pt x="19725" y="13359"/>
                    <a:pt x="21178" y="13259"/>
                  </a:cubicBezTo>
                  <a:cubicBezTo>
                    <a:pt x="21404" y="13259"/>
                    <a:pt x="21504" y="13058"/>
                    <a:pt x="21404" y="12933"/>
                  </a:cubicBezTo>
                  <a:lnTo>
                    <a:pt x="15765" y="1654"/>
                  </a:lnTo>
                  <a:cubicBezTo>
                    <a:pt x="15439" y="1153"/>
                    <a:pt x="15138" y="627"/>
                    <a:pt x="14912" y="101"/>
                  </a:cubicBezTo>
                  <a:cubicBezTo>
                    <a:pt x="14812" y="101"/>
                    <a:pt x="14812" y="0"/>
                    <a:pt x="14712"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7"/>
            <p:cNvSpPr/>
            <p:nvPr/>
          </p:nvSpPr>
          <p:spPr>
            <a:xfrm>
              <a:off x="10351650" y="961750"/>
              <a:ext cx="44500" cy="75825"/>
            </a:xfrm>
            <a:custGeom>
              <a:rect b="b" l="l" r="r" t="t"/>
              <a:pathLst>
                <a:path extrusionOk="0" h="3033" w="1780">
                  <a:moveTo>
                    <a:pt x="1780" y="0"/>
                  </a:moveTo>
                  <a:lnTo>
                    <a:pt x="1780" y="0"/>
                  </a:lnTo>
                  <a:cubicBezTo>
                    <a:pt x="1153" y="953"/>
                    <a:pt x="527" y="1980"/>
                    <a:pt x="0" y="3033"/>
                  </a:cubicBezTo>
                  <a:lnTo>
                    <a:pt x="1780" y="0"/>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7"/>
            <p:cNvSpPr/>
            <p:nvPr/>
          </p:nvSpPr>
          <p:spPr>
            <a:xfrm>
              <a:off x="10344450" y="955525"/>
              <a:ext cx="60000" cy="88025"/>
            </a:xfrm>
            <a:custGeom>
              <a:rect b="b" l="l" r="r" t="t"/>
              <a:pathLst>
                <a:path extrusionOk="0" h="3521" w="2400">
                  <a:moveTo>
                    <a:pt x="2109" y="0"/>
                  </a:moveTo>
                  <a:cubicBezTo>
                    <a:pt x="2021" y="0"/>
                    <a:pt x="1921" y="44"/>
                    <a:pt x="1842" y="149"/>
                  </a:cubicBezTo>
                  <a:cubicBezTo>
                    <a:pt x="1216" y="1101"/>
                    <a:pt x="589" y="2129"/>
                    <a:pt x="88" y="3182"/>
                  </a:cubicBezTo>
                  <a:cubicBezTo>
                    <a:pt x="1" y="3321"/>
                    <a:pt x="180" y="3520"/>
                    <a:pt x="331" y="3520"/>
                  </a:cubicBezTo>
                  <a:cubicBezTo>
                    <a:pt x="397" y="3520"/>
                    <a:pt x="458" y="3482"/>
                    <a:pt x="489" y="3382"/>
                  </a:cubicBezTo>
                  <a:cubicBezTo>
                    <a:pt x="1116" y="2354"/>
                    <a:pt x="1642" y="1302"/>
                    <a:pt x="2268" y="349"/>
                  </a:cubicBezTo>
                  <a:cubicBezTo>
                    <a:pt x="2399" y="154"/>
                    <a:pt x="2274" y="0"/>
                    <a:pt x="2109"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7"/>
            <p:cNvSpPr/>
            <p:nvPr/>
          </p:nvSpPr>
          <p:spPr>
            <a:xfrm>
              <a:off x="10098525" y="969875"/>
              <a:ext cx="31350" cy="33875"/>
            </a:xfrm>
            <a:custGeom>
              <a:rect b="b" l="l" r="r" t="t"/>
              <a:pathLst>
                <a:path extrusionOk="0" h="1355" w="1254">
                  <a:moveTo>
                    <a:pt x="0" y="1"/>
                  </a:moveTo>
                  <a:lnTo>
                    <a:pt x="0" y="1"/>
                  </a:lnTo>
                  <a:cubicBezTo>
                    <a:pt x="401" y="527"/>
                    <a:pt x="827" y="928"/>
                    <a:pt x="1253" y="1354"/>
                  </a:cubicBezTo>
                  <a:lnTo>
                    <a:pt x="0" y="1"/>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7"/>
            <p:cNvSpPr/>
            <p:nvPr/>
          </p:nvSpPr>
          <p:spPr>
            <a:xfrm>
              <a:off x="10090375" y="965025"/>
              <a:ext cx="44500" cy="45625"/>
            </a:xfrm>
            <a:custGeom>
              <a:rect b="b" l="l" r="r" t="t"/>
              <a:pathLst>
                <a:path extrusionOk="0" h="1825" w="1780">
                  <a:moveTo>
                    <a:pt x="323" y="1"/>
                  </a:moveTo>
                  <a:cubicBezTo>
                    <a:pt x="245" y="1"/>
                    <a:pt x="163" y="32"/>
                    <a:pt x="101" y="95"/>
                  </a:cubicBezTo>
                  <a:cubicBezTo>
                    <a:pt x="0" y="195"/>
                    <a:pt x="0" y="295"/>
                    <a:pt x="101" y="396"/>
                  </a:cubicBezTo>
                  <a:cubicBezTo>
                    <a:pt x="527" y="822"/>
                    <a:pt x="953" y="1348"/>
                    <a:pt x="1354" y="1749"/>
                  </a:cubicBezTo>
                  <a:cubicBezTo>
                    <a:pt x="1416" y="1799"/>
                    <a:pt x="1498" y="1824"/>
                    <a:pt x="1576" y="1824"/>
                  </a:cubicBezTo>
                  <a:cubicBezTo>
                    <a:pt x="1654" y="1824"/>
                    <a:pt x="1730" y="1799"/>
                    <a:pt x="1780" y="1749"/>
                  </a:cubicBezTo>
                  <a:lnTo>
                    <a:pt x="1780" y="1348"/>
                  </a:lnTo>
                  <a:lnTo>
                    <a:pt x="527" y="95"/>
                  </a:lnTo>
                  <a:cubicBezTo>
                    <a:pt x="476" y="32"/>
                    <a:pt x="401" y="1"/>
                    <a:pt x="323"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7"/>
            <p:cNvSpPr/>
            <p:nvPr/>
          </p:nvSpPr>
          <p:spPr>
            <a:xfrm>
              <a:off x="10479475" y="1207350"/>
              <a:ext cx="57675" cy="15700"/>
            </a:xfrm>
            <a:custGeom>
              <a:rect b="b" l="l" r="r" t="t"/>
              <a:pathLst>
                <a:path extrusionOk="0" h="628" w="2307">
                  <a:moveTo>
                    <a:pt x="0" y="1"/>
                  </a:moveTo>
                  <a:lnTo>
                    <a:pt x="2306" y="627"/>
                  </a:lnTo>
                  <a:cubicBezTo>
                    <a:pt x="1579" y="427"/>
                    <a:pt x="827" y="201"/>
                    <a:pt x="0" y="1"/>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7"/>
            <p:cNvSpPr/>
            <p:nvPr/>
          </p:nvSpPr>
          <p:spPr>
            <a:xfrm>
              <a:off x="10474450" y="1201025"/>
              <a:ext cx="67700" cy="28075"/>
            </a:xfrm>
            <a:custGeom>
              <a:rect b="b" l="l" r="r" t="t"/>
              <a:pathLst>
                <a:path extrusionOk="0" h="1123" w="2708">
                  <a:moveTo>
                    <a:pt x="193" y="1"/>
                  </a:moveTo>
                  <a:cubicBezTo>
                    <a:pt x="99" y="1"/>
                    <a:pt x="1" y="83"/>
                    <a:pt x="1" y="154"/>
                  </a:cubicBezTo>
                  <a:cubicBezTo>
                    <a:pt x="1" y="354"/>
                    <a:pt x="1" y="454"/>
                    <a:pt x="201" y="555"/>
                  </a:cubicBezTo>
                  <a:cubicBezTo>
                    <a:pt x="928" y="680"/>
                    <a:pt x="1655" y="880"/>
                    <a:pt x="2407" y="1081"/>
                  </a:cubicBezTo>
                  <a:cubicBezTo>
                    <a:pt x="2436" y="1110"/>
                    <a:pt x="2474" y="1122"/>
                    <a:pt x="2513" y="1122"/>
                  </a:cubicBezTo>
                  <a:cubicBezTo>
                    <a:pt x="2607" y="1122"/>
                    <a:pt x="2708" y="1052"/>
                    <a:pt x="2708" y="981"/>
                  </a:cubicBezTo>
                  <a:cubicBezTo>
                    <a:pt x="2708" y="780"/>
                    <a:pt x="2708" y="680"/>
                    <a:pt x="2507" y="555"/>
                  </a:cubicBezTo>
                  <a:cubicBezTo>
                    <a:pt x="1780" y="354"/>
                    <a:pt x="1028" y="154"/>
                    <a:pt x="302" y="53"/>
                  </a:cubicBezTo>
                  <a:cubicBezTo>
                    <a:pt x="272" y="16"/>
                    <a:pt x="233" y="1"/>
                    <a:pt x="193"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7"/>
            <p:cNvSpPr/>
            <p:nvPr/>
          </p:nvSpPr>
          <p:spPr>
            <a:xfrm>
              <a:off x="10074700" y="1008725"/>
              <a:ext cx="384125" cy="339625"/>
            </a:xfrm>
            <a:custGeom>
              <a:rect b="b" l="l" r="r" t="t"/>
              <a:pathLst>
                <a:path extrusionOk="0" h="13585" w="15365">
                  <a:moveTo>
                    <a:pt x="3359" y="1"/>
                  </a:moveTo>
                  <a:cubicBezTo>
                    <a:pt x="1981" y="2206"/>
                    <a:pt x="853" y="4487"/>
                    <a:pt x="1" y="6793"/>
                  </a:cubicBezTo>
                  <a:cubicBezTo>
                    <a:pt x="1" y="6793"/>
                    <a:pt x="1154" y="8998"/>
                    <a:pt x="4286" y="11079"/>
                  </a:cubicBezTo>
                  <a:cubicBezTo>
                    <a:pt x="7319" y="13159"/>
                    <a:pt x="10026" y="13585"/>
                    <a:pt x="10026" y="13585"/>
                  </a:cubicBezTo>
                  <a:cubicBezTo>
                    <a:pt x="12006" y="11906"/>
                    <a:pt x="14111" y="9725"/>
                    <a:pt x="15364" y="7520"/>
                  </a:cubicBezTo>
                  <a:cubicBezTo>
                    <a:pt x="15364" y="7520"/>
                    <a:pt x="13585" y="3986"/>
                    <a:pt x="10251" y="1981"/>
                  </a:cubicBezTo>
                  <a:cubicBezTo>
                    <a:pt x="6893" y="101"/>
                    <a:pt x="3359" y="1"/>
                    <a:pt x="3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7"/>
            <p:cNvSpPr/>
            <p:nvPr/>
          </p:nvSpPr>
          <p:spPr>
            <a:xfrm>
              <a:off x="10067175" y="1002600"/>
              <a:ext cx="399150" cy="351100"/>
            </a:xfrm>
            <a:custGeom>
              <a:rect b="b" l="l" r="r" t="t"/>
              <a:pathLst>
                <a:path extrusionOk="0" h="14044" w="15966">
                  <a:moveTo>
                    <a:pt x="3795" y="575"/>
                  </a:moveTo>
                  <a:cubicBezTo>
                    <a:pt x="8594" y="722"/>
                    <a:pt x="13202" y="3473"/>
                    <a:pt x="15385" y="7757"/>
                  </a:cubicBezTo>
                  <a:lnTo>
                    <a:pt x="15385" y="7757"/>
                  </a:lnTo>
                  <a:cubicBezTo>
                    <a:pt x="14070" y="9966"/>
                    <a:pt x="12272" y="11875"/>
                    <a:pt x="10281" y="13504"/>
                  </a:cubicBezTo>
                  <a:lnTo>
                    <a:pt x="10227" y="13504"/>
                  </a:lnTo>
                  <a:cubicBezTo>
                    <a:pt x="10126" y="13504"/>
                    <a:pt x="10026" y="13404"/>
                    <a:pt x="9801" y="13404"/>
                  </a:cubicBezTo>
                  <a:cubicBezTo>
                    <a:pt x="9400" y="13304"/>
                    <a:pt x="8973" y="13203"/>
                    <a:pt x="8447" y="13003"/>
                  </a:cubicBezTo>
                  <a:cubicBezTo>
                    <a:pt x="6993" y="12477"/>
                    <a:pt x="5540" y="11750"/>
                    <a:pt x="4161" y="10697"/>
                  </a:cubicBezTo>
                  <a:cubicBezTo>
                    <a:pt x="3034" y="9870"/>
                    <a:pt x="1981" y="8918"/>
                    <a:pt x="1154" y="7865"/>
                  </a:cubicBezTo>
                  <a:cubicBezTo>
                    <a:pt x="928" y="7564"/>
                    <a:pt x="728" y="7364"/>
                    <a:pt x="628" y="7038"/>
                  </a:cubicBezTo>
                  <a:cubicBezTo>
                    <a:pt x="543" y="7038"/>
                    <a:pt x="530" y="6967"/>
                    <a:pt x="528" y="6944"/>
                  </a:cubicBezTo>
                  <a:lnTo>
                    <a:pt x="528" y="6944"/>
                  </a:lnTo>
                  <a:cubicBezTo>
                    <a:pt x="528" y="6950"/>
                    <a:pt x="530" y="6953"/>
                    <a:pt x="533" y="6953"/>
                  </a:cubicBezTo>
                  <a:cubicBezTo>
                    <a:pt x="567" y="6953"/>
                    <a:pt x="728" y="6612"/>
                    <a:pt x="728" y="6612"/>
                  </a:cubicBezTo>
                  <a:cubicBezTo>
                    <a:pt x="828" y="6311"/>
                    <a:pt x="928" y="5985"/>
                    <a:pt x="1029" y="5785"/>
                  </a:cubicBezTo>
                  <a:cubicBezTo>
                    <a:pt x="1863" y="3944"/>
                    <a:pt x="2769" y="2200"/>
                    <a:pt x="3795" y="575"/>
                  </a:cubicBezTo>
                  <a:close/>
                  <a:moveTo>
                    <a:pt x="3780" y="1"/>
                  </a:moveTo>
                  <a:cubicBezTo>
                    <a:pt x="3694" y="1"/>
                    <a:pt x="3610" y="12"/>
                    <a:pt x="3535" y="45"/>
                  </a:cubicBezTo>
                  <a:cubicBezTo>
                    <a:pt x="3234" y="146"/>
                    <a:pt x="3134" y="672"/>
                    <a:pt x="2908" y="872"/>
                  </a:cubicBezTo>
                  <a:cubicBezTo>
                    <a:pt x="2708" y="1399"/>
                    <a:pt x="2407" y="1825"/>
                    <a:pt x="2181" y="2351"/>
                  </a:cubicBezTo>
                  <a:cubicBezTo>
                    <a:pt x="1655" y="3278"/>
                    <a:pt x="1154" y="4331"/>
                    <a:pt x="728" y="5359"/>
                  </a:cubicBezTo>
                  <a:cubicBezTo>
                    <a:pt x="527" y="5785"/>
                    <a:pt x="302" y="6211"/>
                    <a:pt x="201" y="6612"/>
                  </a:cubicBezTo>
                  <a:cubicBezTo>
                    <a:pt x="101" y="6837"/>
                    <a:pt x="1" y="7038"/>
                    <a:pt x="101" y="7238"/>
                  </a:cubicBezTo>
                  <a:cubicBezTo>
                    <a:pt x="201" y="7464"/>
                    <a:pt x="402" y="7765"/>
                    <a:pt x="628" y="7990"/>
                  </a:cubicBezTo>
                  <a:cubicBezTo>
                    <a:pt x="1029" y="8492"/>
                    <a:pt x="1455" y="9018"/>
                    <a:pt x="1881" y="9444"/>
                  </a:cubicBezTo>
                  <a:cubicBezTo>
                    <a:pt x="3435" y="10998"/>
                    <a:pt x="5314" y="12251"/>
                    <a:pt x="7294" y="13103"/>
                  </a:cubicBezTo>
                  <a:cubicBezTo>
                    <a:pt x="8247" y="13504"/>
                    <a:pt x="9299" y="13930"/>
                    <a:pt x="10327" y="14030"/>
                  </a:cubicBezTo>
                  <a:cubicBezTo>
                    <a:pt x="10356" y="14039"/>
                    <a:pt x="10383" y="14044"/>
                    <a:pt x="10407" y="14044"/>
                  </a:cubicBezTo>
                  <a:cubicBezTo>
                    <a:pt x="10491" y="14044"/>
                    <a:pt x="10542" y="13993"/>
                    <a:pt x="10562" y="13922"/>
                  </a:cubicBezTo>
                  <a:lnTo>
                    <a:pt x="10562" y="13922"/>
                  </a:lnTo>
                  <a:cubicBezTo>
                    <a:pt x="12112" y="12671"/>
                    <a:pt x="13562" y="11220"/>
                    <a:pt x="14713" y="9644"/>
                  </a:cubicBezTo>
                  <a:cubicBezTo>
                    <a:pt x="15039" y="9243"/>
                    <a:pt x="15339" y="8817"/>
                    <a:pt x="15565" y="8391"/>
                  </a:cubicBezTo>
                  <a:cubicBezTo>
                    <a:pt x="15765" y="8191"/>
                    <a:pt x="15966" y="7865"/>
                    <a:pt x="15866" y="7664"/>
                  </a:cubicBezTo>
                  <a:cubicBezTo>
                    <a:pt x="15866" y="7464"/>
                    <a:pt x="15665" y="7238"/>
                    <a:pt x="15565" y="7038"/>
                  </a:cubicBezTo>
                  <a:cubicBezTo>
                    <a:pt x="13986" y="4431"/>
                    <a:pt x="11680" y="2351"/>
                    <a:pt x="8873" y="1198"/>
                  </a:cubicBezTo>
                  <a:cubicBezTo>
                    <a:pt x="7420" y="572"/>
                    <a:pt x="5841" y="246"/>
                    <a:pt x="4287" y="45"/>
                  </a:cubicBezTo>
                  <a:cubicBezTo>
                    <a:pt x="4136" y="45"/>
                    <a:pt x="3953" y="1"/>
                    <a:pt x="3780"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7"/>
            <p:cNvSpPr/>
            <p:nvPr/>
          </p:nvSpPr>
          <p:spPr>
            <a:xfrm>
              <a:off x="10111675" y="1019375"/>
              <a:ext cx="94000" cy="198650"/>
            </a:xfrm>
            <a:custGeom>
              <a:rect b="b" l="l" r="r" t="t"/>
              <a:pathLst>
                <a:path extrusionOk="0" h="7946" w="3760">
                  <a:moveTo>
                    <a:pt x="3760" y="1"/>
                  </a:moveTo>
                  <a:lnTo>
                    <a:pt x="3760" y="1"/>
                  </a:lnTo>
                  <a:cubicBezTo>
                    <a:pt x="2507" y="2607"/>
                    <a:pt x="1128" y="5214"/>
                    <a:pt x="0" y="7946"/>
                  </a:cubicBezTo>
                  <a:lnTo>
                    <a:pt x="3760" y="1"/>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7"/>
            <p:cNvSpPr/>
            <p:nvPr/>
          </p:nvSpPr>
          <p:spPr>
            <a:xfrm>
              <a:off x="10101750" y="1013500"/>
              <a:ext cx="113225" cy="210150"/>
            </a:xfrm>
            <a:custGeom>
              <a:rect b="b" l="l" r="r" t="t"/>
              <a:pathLst>
                <a:path extrusionOk="0" h="8406" w="4529">
                  <a:moveTo>
                    <a:pt x="4160" y="0"/>
                  </a:moveTo>
                  <a:cubicBezTo>
                    <a:pt x="4080" y="0"/>
                    <a:pt x="3998" y="40"/>
                    <a:pt x="3931" y="136"/>
                  </a:cubicBezTo>
                  <a:cubicBezTo>
                    <a:pt x="2678" y="2742"/>
                    <a:pt x="1325" y="5349"/>
                    <a:pt x="72" y="7955"/>
                  </a:cubicBezTo>
                  <a:cubicBezTo>
                    <a:pt x="0" y="8186"/>
                    <a:pt x="194" y="8405"/>
                    <a:pt x="385" y="8405"/>
                  </a:cubicBezTo>
                  <a:cubicBezTo>
                    <a:pt x="462" y="8405"/>
                    <a:pt x="540" y="8368"/>
                    <a:pt x="598" y="8281"/>
                  </a:cubicBezTo>
                  <a:cubicBezTo>
                    <a:pt x="1851" y="5675"/>
                    <a:pt x="3104" y="3043"/>
                    <a:pt x="4458" y="436"/>
                  </a:cubicBezTo>
                  <a:cubicBezTo>
                    <a:pt x="4528" y="225"/>
                    <a:pt x="4350" y="0"/>
                    <a:pt x="4160"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7"/>
            <p:cNvSpPr/>
            <p:nvPr/>
          </p:nvSpPr>
          <p:spPr>
            <a:xfrm>
              <a:off x="10139875" y="1035050"/>
              <a:ext cx="120325" cy="219325"/>
            </a:xfrm>
            <a:custGeom>
              <a:rect b="b" l="l" r="r" t="t"/>
              <a:pathLst>
                <a:path extrusionOk="0" h="8773" w="4813">
                  <a:moveTo>
                    <a:pt x="4812" y="1"/>
                  </a:moveTo>
                  <a:lnTo>
                    <a:pt x="1692" y="5688"/>
                  </a:lnTo>
                  <a:lnTo>
                    <a:pt x="1692" y="5688"/>
                  </a:lnTo>
                  <a:cubicBezTo>
                    <a:pt x="2744" y="3794"/>
                    <a:pt x="3805" y="1902"/>
                    <a:pt x="4812" y="1"/>
                  </a:cubicBezTo>
                  <a:close/>
                  <a:moveTo>
                    <a:pt x="1692" y="5688"/>
                  </a:moveTo>
                  <a:cubicBezTo>
                    <a:pt x="1122" y="6714"/>
                    <a:pt x="555" y="7742"/>
                    <a:pt x="0" y="8773"/>
                  </a:cubicBezTo>
                  <a:lnTo>
                    <a:pt x="1692" y="5688"/>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7"/>
            <p:cNvSpPr/>
            <p:nvPr/>
          </p:nvSpPr>
          <p:spPr>
            <a:xfrm>
              <a:off x="10131375" y="1029075"/>
              <a:ext cx="137750" cy="231275"/>
            </a:xfrm>
            <a:custGeom>
              <a:rect b="b" l="l" r="r" t="t"/>
              <a:pathLst>
                <a:path extrusionOk="0" h="9251" w="5510">
                  <a:moveTo>
                    <a:pt x="5130" y="1"/>
                  </a:moveTo>
                  <a:cubicBezTo>
                    <a:pt x="5053" y="1"/>
                    <a:pt x="4982" y="40"/>
                    <a:pt x="4952" y="139"/>
                  </a:cubicBezTo>
                  <a:cubicBezTo>
                    <a:pt x="3273" y="3047"/>
                    <a:pt x="1719" y="5979"/>
                    <a:pt x="140" y="8911"/>
                  </a:cubicBezTo>
                  <a:cubicBezTo>
                    <a:pt x="1" y="9050"/>
                    <a:pt x="212" y="9250"/>
                    <a:pt x="387" y="9250"/>
                  </a:cubicBezTo>
                  <a:cubicBezTo>
                    <a:pt x="465" y="9250"/>
                    <a:pt x="535" y="9211"/>
                    <a:pt x="566" y="9112"/>
                  </a:cubicBezTo>
                  <a:cubicBezTo>
                    <a:pt x="2120" y="6179"/>
                    <a:pt x="3799" y="3272"/>
                    <a:pt x="5353" y="340"/>
                  </a:cubicBezTo>
                  <a:cubicBezTo>
                    <a:pt x="5509" y="201"/>
                    <a:pt x="5304" y="1"/>
                    <a:pt x="5130"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7"/>
            <p:cNvSpPr/>
            <p:nvPr/>
          </p:nvSpPr>
          <p:spPr>
            <a:xfrm>
              <a:off x="10176825" y="1053225"/>
              <a:ext cx="132875" cy="224325"/>
            </a:xfrm>
            <a:custGeom>
              <a:rect b="b" l="l" r="r" t="t"/>
              <a:pathLst>
                <a:path extrusionOk="0" h="8973" w="5315">
                  <a:moveTo>
                    <a:pt x="5314" y="0"/>
                  </a:moveTo>
                  <a:lnTo>
                    <a:pt x="5314" y="0"/>
                  </a:lnTo>
                  <a:cubicBezTo>
                    <a:pt x="3334" y="2933"/>
                    <a:pt x="1555" y="5965"/>
                    <a:pt x="1" y="8973"/>
                  </a:cubicBezTo>
                  <a:lnTo>
                    <a:pt x="5314" y="0"/>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7"/>
            <p:cNvSpPr/>
            <p:nvPr/>
          </p:nvSpPr>
          <p:spPr>
            <a:xfrm>
              <a:off x="10166900" y="1045925"/>
              <a:ext cx="152025" cy="240375"/>
            </a:xfrm>
            <a:custGeom>
              <a:rect b="b" l="l" r="r" t="t"/>
              <a:pathLst>
                <a:path extrusionOk="0" h="9615" w="6081">
                  <a:moveTo>
                    <a:pt x="5672" y="0"/>
                  </a:moveTo>
                  <a:cubicBezTo>
                    <a:pt x="5602" y="0"/>
                    <a:pt x="5539" y="28"/>
                    <a:pt x="5511" y="92"/>
                  </a:cubicBezTo>
                  <a:cubicBezTo>
                    <a:pt x="3531" y="3124"/>
                    <a:pt x="1751" y="6032"/>
                    <a:pt x="72" y="9165"/>
                  </a:cubicBezTo>
                  <a:cubicBezTo>
                    <a:pt x="1" y="9396"/>
                    <a:pt x="195" y="9614"/>
                    <a:pt x="385" y="9614"/>
                  </a:cubicBezTo>
                  <a:cubicBezTo>
                    <a:pt x="463" y="9614"/>
                    <a:pt x="540" y="9578"/>
                    <a:pt x="598" y="9490"/>
                  </a:cubicBezTo>
                  <a:cubicBezTo>
                    <a:pt x="2177" y="6358"/>
                    <a:pt x="3932" y="3325"/>
                    <a:pt x="5937" y="393"/>
                  </a:cubicBezTo>
                  <a:cubicBezTo>
                    <a:pt x="6080" y="177"/>
                    <a:pt x="5851" y="0"/>
                    <a:pt x="5672"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7"/>
            <p:cNvSpPr/>
            <p:nvPr/>
          </p:nvSpPr>
          <p:spPr>
            <a:xfrm>
              <a:off x="10208175" y="1082050"/>
              <a:ext cx="138475" cy="216800"/>
            </a:xfrm>
            <a:custGeom>
              <a:rect b="b" l="l" r="r" t="t"/>
              <a:pathLst>
                <a:path extrusionOk="0" h="8672" w="5539">
                  <a:moveTo>
                    <a:pt x="5539" y="0"/>
                  </a:moveTo>
                  <a:lnTo>
                    <a:pt x="0" y="8672"/>
                  </a:lnTo>
                  <a:cubicBezTo>
                    <a:pt x="1980" y="5840"/>
                    <a:pt x="3760" y="2933"/>
                    <a:pt x="5539" y="0"/>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7"/>
            <p:cNvSpPr/>
            <p:nvPr/>
          </p:nvSpPr>
          <p:spPr>
            <a:xfrm>
              <a:off x="10199025" y="1074750"/>
              <a:ext cx="154450" cy="229800"/>
            </a:xfrm>
            <a:custGeom>
              <a:rect b="b" l="l" r="r" t="t"/>
              <a:pathLst>
                <a:path extrusionOk="0" h="9192" w="6178">
                  <a:moveTo>
                    <a:pt x="5787" y="0"/>
                  </a:moveTo>
                  <a:cubicBezTo>
                    <a:pt x="5711" y="0"/>
                    <a:pt x="5636" y="28"/>
                    <a:pt x="5579" y="92"/>
                  </a:cubicBezTo>
                  <a:cubicBezTo>
                    <a:pt x="3900" y="3099"/>
                    <a:pt x="2020" y="5931"/>
                    <a:pt x="141" y="8864"/>
                  </a:cubicBezTo>
                  <a:cubicBezTo>
                    <a:pt x="1" y="9003"/>
                    <a:pt x="214" y="9191"/>
                    <a:pt x="390" y="9191"/>
                  </a:cubicBezTo>
                  <a:cubicBezTo>
                    <a:pt x="466" y="9191"/>
                    <a:pt x="536" y="9156"/>
                    <a:pt x="567" y="9064"/>
                  </a:cubicBezTo>
                  <a:cubicBezTo>
                    <a:pt x="2547" y="6232"/>
                    <a:pt x="4326" y="3325"/>
                    <a:pt x="6105" y="392"/>
                  </a:cubicBezTo>
                  <a:cubicBezTo>
                    <a:pt x="6177" y="177"/>
                    <a:pt x="5979" y="0"/>
                    <a:pt x="5787"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7"/>
            <p:cNvSpPr/>
            <p:nvPr/>
          </p:nvSpPr>
          <p:spPr>
            <a:xfrm>
              <a:off x="10249525" y="1105225"/>
              <a:ext cx="130975" cy="211800"/>
            </a:xfrm>
            <a:custGeom>
              <a:rect b="b" l="l" r="r" t="t"/>
              <a:pathLst>
                <a:path extrusionOk="0" h="8472" w="5239">
                  <a:moveTo>
                    <a:pt x="5238" y="1"/>
                  </a:moveTo>
                  <a:lnTo>
                    <a:pt x="1466" y="6101"/>
                  </a:lnTo>
                  <a:lnTo>
                    <a:pt x="1466" y="6101"/>
                  </a:lnTo>
                  <a:cubicBezTo>
                    <a:pt x="2796" y="4100"/>
                    <a:pt x="4064" y="2088"/>
                    <a:pt x="5238" y="1"/>
                  </a:cubicBezTo>
                  <a:close/>
                  <a:moveTo>
                    <a:pt x="1466" y="6101"/>
                  </a:moveTo>
                  <a:cubicBezTo>
                    <a:pt x="1263" y="6407"/>
                    <a:pt x="1058" y="6713"/>
                    <a:pt x="852" y="7018"/>
                  </a:cubicBezTo>
                  <a:cubicBezTo>
                    <a:pt x="527" y="7519"/>
                    <a:pt x="226" y="7945"/>
                    <a:pt x="0" y="8472"/>
                  </a:cubicBezTo>
                  <a:lnTo>
                    <a:pt x="1466" y="6101"/>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7"/>
            <p:cNvSpPr/>
            <p:nvPr/>
          </p:nvSpPr>
          <p:spPr>
            <a:xfrm>
              <a:off x="10241025" y="1099025"/>
              <a:ext cx="147775" cy="223975"/>
            </a:xfrm>
            <a:custGeom>
              <a:rect b="b" l="l" r="r" t="t"/>
              <a:pathLst>
                <a:path extrusionOk="0" h="8959" w="5911">
                  <a:moveTo>
                    <a:pt x="5617" y="1"/>
                  </a:moveTo>
                  <a:cubicBezTo>
                    <a:pt x="5529" y="1"/>
                    <a:pt x="5430" y="45"/>
                    <a:pt x="5353" y="148"/>
                  </a:cubicBezTo>
                  <a:cubicBezTo>
                    <a:pt x="4526" y="1627"/>
                    <a:pt x="3699" y="2980"/>
                    <a:pt x="2746" y="4434"/>
                  </a:cubicBezTo>
                  <a:cubicBezTo>
                    <a:pt x="2345" y="5161"/>
                    <a:pt x="1919" y="5787"/>
                    <a:pt x="1393" y="6514"/>
                  </a:cubicBezTo>
                  <a:cubicBezTo>
                    <a:pt x="967" y="7141"/>
                    <a:pt x="466" y="7893"/>
                    <a:pt x="140" y="8620"/>
                  </a:cubicBezTo>
                  <a:cubicBezTo>
                    <a:pt x="1" y="8759"/>
                    <a:pt x="151" y="8958"/>
                    <a:pt x="332" y="8958"/>
                  </a:cubicBezTo>
                  <a:cubicBezTo>
                    <a:pt x="411" y="8958"/>
                    <a:pt x="497" y="8920"/>
                    <a:pt x="566" y="8820"/>
                  </a:cubicBezTo>
                  <a:cubicBezTo>
                    <a:pt x="967" y="8093"/>
                    <a:pt x="1393" y="7467"/>
                    <a:pt x="1919" y="6740"/>
                  </a:cubicBezTo>
                  <a:cubicBezTo>
                    <a:pt x="2345" y="6113"/>
                    <a:pt x="2746" y="5386"/>
                    <a:pt x="3273" y="4760"/>
                  </a:cubicBezTo>
                  <a:cubicBezTo>
                    <a:pt x="4100" y="3281"/>
                    <a:pt x="4952" y="1828"/>
                    <a:pt x="5779" y="374"/>
                  </a:cubicBezTo>
                  <a:cubicBezTo>
                    <a:pt x="5910" y="160"/>
                    <a:pt x="5783" y="1"/>
                    <a:pt x="5617"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7"/>
            <p:cNvSpPr/>
            <p:nvPr/>
          </p:nvSpPr>
          <p:spPr>
            <a:xfrm>
              <a:off x="10289000" y="1142200"/>
              <a:ext cx="125325" cy="190500"/>
            </a:xfrm>
            <a:custGeom>
              <a:rect b="b" l="l" r="r" t="t"/>
              <a:pathLst>
                <a:path extrusionOk="0" h="7620" w="5013">
                  <a:moveTo>
                    <a:pt x="5013" y="0"/>
                  </a:moveTo>
                  <a:lnTo>
                    <a:pt x="0" y="7619"/>
                  </a:lnTo>
                  <a:cubicBezTo>
                    <a:pt x="1780" y="5113"/>
                    <a:pt x="3434" y="2607"/>
                    <a:pt x="5013" y="0"/>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7"/>
            <p:cNvSpPr/>
            <p:nvPr/>
          </p:nvSpPr>
          <p:spPr>
            <a:xfrm>
              <a:off x="10279925" y="1135550"/>
              <a:ext cx="143025" cy="201675"/>
            </a:xfrm>
            <a:custGeom>
              <a:rect b="b" l="l" r="r" t="t"/>
              <a:pathLst>
                <a:path extrusionOk="0" h="8067" w="5721">
                  <a:moveTo>
                    <a:pt x="5437" y="0"/>
                  </a:moveTo>
                  <a:cubicBezTo>
                    <a:pt x="5348" y="0"/>
                    <a:pt x="5247" y="49"/>
                    <a:pt x="5175" y="166"/>
                  </a:cubicBezTo>
                  <a:cubicBezTo>
                    <a:pt x="3596" y="2773"/>
                    <a:pt x="1917" y="5279"/>
                    <a:pt x="163" y="7685"/>
                  </a:cubicBezTo>
                  <a:cubicBezTo>
                    <a:pt x="0" y="7902"/>
                    <a:pt x="176" y="8066"/>
                    <a:pt x="362" y="8066"/>
                  </a:cubicBezTo>
                  <a:cubicBezTo>
                    <a:pt x="434" y="8066"/>
                    <a:pt x="508" y="8042"/>
                    <a:pt x="564" y="7986"/>
                  </a:cubicBezTo>
                  <a:cubicBezTo>
                    <a:pt x="2343" y="5580"/>
                    <a:pt x="4022" y="2973"/>
                    <a:pt x="5576" y="367"/>
                  </a:cubicBezTo>
                  <a:cubicBezTo>
                    <a:pt x="5721" y="157"/>
                    <a:pt x="5597" y="0"/>
                    <a:pt x="5437"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7"/>
            <p:cNvSpPr/>
            <p:nvPr/>
          </p:nvSpPr>
          <p:spPr>
            <a:xfrm>
              <a:off x="10377975" y="1199200"/>
              <a:ext cx="49525" cy="68325"/>
            </a:xfrm>
            <a:custGeom>
              <a:rect b="b" l="l" r="r" t="t"/>
              <a:pathLst>
                <a:path extrusionOk="0" h="2733" w="1981">
                  <a:moveTo>
                    <a:pt x="1980" y="1"/>
                  </a:moveTo>
                  <a:lnTo>
                    <a:pt x="0" y="2733"/>
                  </a:lnTo>
                  <a:cubicBezTo>
                    <a:pt x="627" y="1881"/>
                    <a:pt x="1353" y="953"/>
                    <a:pt x="1980" y="1"/>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7"/>
            <p:cNvSpPr/>
            <p:nvPr/>
          </p:nvSpPr>
          <p:spPr>
            <a:xfrm>
              <a:off x="10369825" y="1193550"/>
              <a:ext cx="66175" cy="80875"/>
            </a:xfrm>
            <a:custGeom>
              <a:rect b="b" l="l" r="r" t="t"/>
              <a:pathLst>
                <a:path extrusionOk="0" h="3235" w="2647">
                  <a:moveTo>
                    <a:pt x="2311" y="0"/>
                  </a:moveTo>
                  <a:cubicBezTo>
                    <a:pt x="2232" y="0"/>
                    <a:pt x="2148" y="36"/>
                    <a:pt x="2080" y="127"/>
                  </a:cubicBezTo>
                  <a:cubicBezTo>
                    <a:pt x="1454" y="1079"/>
                    <a:pt x="827" y="1906"/>
                    <a:pt x="101" y="2859"/>
                  </a:cubicBezTo>
                  <a:cubicBezTo>
                    <a:pt x="0" y="2959"/>
                    <a:pt x="0" y="3059"/>
                    <a:pt x="101" y="3159"/>
                  </a:cubicBezTo>
                  <a:cubicBezTo>
                    <a:pt x="151" y="3209"/>
                    <a:pt x="232" y="3235"/>
                    <a:pt x="301" y="3235"/>
                  </a:cubicBezTo>
                  <a:cubicBezTo>
                    <a:pt x="370" y="3235"/>
                    <a:pt x="426" y="3209"/>
                    <a:pt x="426" y="3159"/>
                  </a:cubicBezTo>
                  <a:cubicBezTo>
                    <a:pt x="1153" y="2332"/>
                    <a:pt x="1880" y="1280"/>
                    <a:pt x="2507" y="352"/>
                  </a:cubicBezTo>
                  <a:cubicBezTo>
                    <a:pt x="2647" y="195"/>
                    <a:pt x="2493" y="0"/>
                    <a:pt x="2311"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7"/>
            <p:cNvSpPr/>
            <p:nvPr/>
          </p:nvSpPr>
          <p:spPr>
            <a:xfrm>
              <a:off x="10202525" y="1050725"/>
              <a:ext cx="13175" cy="28825"/>
            </a:xfrm>
            <a:custGeom>
              <a:rect b="b" l="l" r="r" t="t"/>
              <a:pathLst>
                <a:path extrusionOk="0" h="1153" w="527">
                  <a:moveTo>
                    <a:pt x="527" y="0"/>
                  </a:moveTo>
                  <a:lnTo>
                    <a:pt x="527" y="0"/>
                  </a:lnTo>
                  <a:cubicBezTo>
                    <a:pt x="494" y="69"/>
                    <a:pt x="465" y="135"/>
                    <a:pt x="436" y="198"/>
                  </a:cubicBezTo>
                  <a:lnTo>
                    <a:pt x="436" y="198"/>
                  </a:lnTo>
                  <a:lnTo>
                    <a:pt x="527" y="0"/>
                  </a:lnTo>
                  <a:close/>
                  <a:moveTo>
                    <a:pt x="436" y="198"/>
                  </a:moveTo>
                  <a:lnTo>
                    <a:pt x="1" y="1153"/>
                  </a:lnTo>
                  <a:cubicBezTo>
                    <a:pt x="190" y="796"/>
                    <a:pt x="291" y="527"/>
                    <a:pt x="436" y="198"/>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7"/>
            <p:cNvSpPr/>
            <p:nvPr/>
          </p:nvSpPr>
          <p:spPr>
            <a:xfrm>
              <a:off x="10195000" y="1045700"/>
              <a:ext cx="28850" cy="38875"/>
            </a:xfrm>
            <a:custGeom>
              <a:rect b="b" l="l" r="r" t="t"/>
              <a:pathLst>
                <a:path extrusionOk="0" h="1555" w="1154">
                  <a:moveTo>
                    <a:pt x="928" y="1"/>
                  </a:moveTo>
                  <a:cubicBezTo>
                    <a:pt x="828" y="1"/>
                    <a:pt x="728" y="1"/>
                    <a:pt x="627" y="101"/>
                  </a:cubicBezTo>
                  <a:cubicBezTo>
                    <a:pt x="427" y="502"/>
                    <a:pt x="201" y="828"/>
                    <a:pt x="101" y="1128"/>
                  </a:cubicBezTo>
                  <a:cubicBezTo>
                    <a:pt x="1" y="1254"/>
                    <a:pt x="1" y="1454"/>
                    <a:pt x="101" y="1554"/>
                  </a:cubicBezTo>
                  <a:cubicBezTo>
                    <a:pt x="302" y="1554"/>
                    <a:pt x="427" y="1554"/>
                    <a:pt x="527" y="1454"/>
                  </a:cubicBezTo>
                  <a:cubicBezTo>
                    <a:pt x="728" y="1028"/>
                    <a:pt x="928" y="727"/>
                    <a:pt x="1053" y="402"/>
                  </a:cubicBezTo>
                  <a:cubicBezTo>
                    <a:pt x="1154" y="301"/>
                    <a:pt x="1154" y="101"/>
                    <a:pt x="928"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7"/>
            <p:cNvSpPr/>
            <p:nvPr/>
          </p:nvSpPr>
          <p:spPr>
            <a:xfrm>
              <a:off x="10098525" y="1136550"/>
              <a:ext cx="20700" cy="39500"/>
            </a:xfrm>
            <a:custGeom>
              <a:rect b="b" l="l" r="r" t="t"/>
              <a:pathLst>
                <a:path extrusionOk="0" h="1580" w="828">
                  <a:moveTo>
                    <a:pt x="827" y="1"/>
                  </a:moveTo>
                  <a:lnTo>
                    <a:pt x="0" y="1580"/>
                  </a:lnTo>
                  <a:cubicBezTo>
                    <a:pt x="301" y="1053"/>
                    <a:pt x="627" y="527"/>
                    <a:pt x="827" y="1"/>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7"/>
            <p:cNvSpPr/>
            <p:nvPr/>
          </p:nvSpPr>
          <p:spPr>
            <a:xfrm>
              <a:off x="10090375" y="1129675"/>
              <a:ext cx="36975" cy="52425"/>
            </a:xfrm>
            <a:custGeom>
              <a:rect b="b" l="l" r="r" t="t"/>
              <a:pathLst>
                <a:path extrusionOk="0" h="2097" w="1479">
                  <a:moveTo>
                    <a:pt x="1116" y="0"/>
                  </a:moveTo>
                  <a:cubicBezTo>
                    <a:pt x="1053" y="0"/>
                    <a:pt x="1003" y="25"/>
                    <a:pt x="953" y="75"/>
                  </a:cubicBezTo>
                  <a:cubicBezTo>
                    <a:pt x="627" y="602"/>
                    <a:pt x="426" y="1228"/>
                    <a:pt x="101" y="1754"/>
                  </a:cubicBezTo>
                  <a:cubicBezTo>
                    <a:pt x="0" y="1855"/>
                    <a:pt x="101" y="1955"/>
                    <a:pt x="226" y="2055"/>
                  </a:cubicBezTo>
                  <a:cubicBezTo>
                    <a:pt x="255" y="2085"/>
                    <a:pt x="285" y="2097"/>
                    <a:pt x="314" y="2097"/>
                  </a:cubicBezTo>
                  <a:cubicBezTo>
                    <a:pt x="385" y="2097"/>
                    <a:pt x="456" y="2026"/>
                    <a:pt x="527" y="1955"/>
                  </a:cubicBezTo>
                  <a:cubicBezTo>
                    <a:pt x="852" y="1429"/>
                    <a:pt x="1153" y="902"/>
                    <a:pt x="1479" y="401"/>
                  </a:cubicBezTo>
                  <a:cubicBezTo>
                    <a:pt x="1479" y="276"/>
                    <a:pt x="1479" y="75"/>
                    <a:pt x="1354" y="75"/>
                  </a:cubicBezTo>
                  <a:cubicBezTo>
                    <a:pt x="1253" y="25"/>
                    <a:pt x="1178" y="0"/>
                    <a:pt x="1116"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7"/>
            <p:cNvSpPr/>
            <p:nvPr/>
          </p:nvSpPr>
          <p:spPr>
            <a:xfrm>
              <a:off x="10278350" y="1100225"/>
              <a:ext cx="28825" cy="55150"/>
            </a:xfrm>
            <a:custGeom>
              <a:rect b="b" l="l" r="r" t="t"/>
              <a:pathLst>
                <a:path extrusionOk="0" h="2206" w="1153">
                  <a:moveTo>
                    <a:pt x="1153" y="0"/>
                  </a:moveTo>
                  <a:lnTo>
                    <a:pt x="1153" y="0"/>
                  </a:lnTo>
                  <a:cubicBezTo>
                    <a:pt x="905" y="424"/>
                    <a:pt x="699" y="847"/>
                    <a:pt x="486" y="1276"/>
                  </a:cubicBezTo>
                  <a:lnTo>
                    <a:pt x="486" y="1276"/>
                  </a:lnTo>
                  <a:lnTo>
                    <a:pt x="1153" y="0"/>
                  </a:lnTo>
                  <a:close/>
                  <a:moveTo>
                    <a:pt x="486" y="1276"/>
                  </a:moveTo>
                  <a:lnTo>
                    <a:pt x="0" y="2206"/>
                  </a:lnTo>
                  <a:cubicBezTo>
                    <a:pt x="178" y="1892"/>
                    <a:pt x="334" y="1582"/>
                    <a:pt x="486" y="1276"/>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7"/>
            <p:cNvSpPr/>
            <p:nvPr/>
          </p:nvSpPr>
          <p:spPr>
            <a:xfrm>
              <a:off x="10269825" y="1093700"/>
              <a:ext cx="46050" cy="67350"/>
            </a:xfrm>
            <a:custGeom>
              <a:rect b="b" l="l" r="r" t="t"/>
              <a:pathLst>
                <a:path extrusionOk="0" h="2694" w="1842">
                  <a:moveTo>
                    <a:pt x="1503" y="1"/>
                  </a:moveTo>
                  <a:cubicBezTo>
                    <a:pt x="1415" y="1"/>
                    <a:pt x="1328" y="48"/>
                    <a:pt x="1294" y="161"/>
                  </a:cubicBezTo>
                  <a:cubicBezTo>
                    <a:pt x="867" y="888"/>
                    <a:pt x="441" y="1614"/>
                    <a:pt x="141" y="2341"/>
                  </a:cubicBezTo>
                  <a:cubicBezTo>
                    <a:pt x="0" y="2499"/>
                    <a:pt x="154" y="2693"/>
                    <a:pt x="337" y="2693"/>
                  </a:cubicBezTo>
                  <a:cubicBezTo>
                    <a:pt x="415" y="2693"/>
                    <a:pt x="499" y="2657"/>
                    <a:pt x="567" y="2567"/>
                  </a:cubicBezTo>
                  <a:cubicBezTo>
                    <a:pt x="968" y="1840"/>
                    <a:pt x="1294" y="1088"/>
                    <a:pt x="1695" y="361"/>
                  </a:cubicBezTo>
                  <a:cubicBezTo>
                    <a:pt x="1842" y="165"/>
                    <a:pt x="1669" y="1"/>
                    <a:pt x="1503"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7"/>
            <p:cNvSpPr/>
            <p:nvPr/>
          </p:nvSpPr>
          <p:spPr>
            <a:xfrm>
              <a:off x="10346625" y="1191700"/>
              <a:ext cx="7550" cy="15675"/>
            </a:xfrm>
            <a:custGeom>
              <a:rect b="b" l="l" r="r" t="t"/>
              <a:pathLst>
                <a:path extrusionOk="0" h="627" w="302">
                  <a:moveTo>
                    <a:pt x="302" y="0"/>
                  </a:moveTo>
                  <a:lnTo>
                    <a:pt x="302" y="0"/>
                  </a:lnTo>
                  <a:cubicBezTo>
                    <a:pt x="252" y="100"/>
                    <a:pt x="201" y="207"/>
                    <a:pt x="151" y="314"/>
                  </a:cubicBezTo>
                  <a:lnTo>
                    <a:pt x="302" y="0"/>
                  </a:lnTo>
                  <a:close/>
                  <a:moveTo>
                    <a:pt x="151" y="314"/>
                  </a:moveTo>
                  <a:lnTo>
                    <a:pt x="1" y="627"/>
                  </a:lnTo>
                  <a:cubicBezTo>
                    <a:pt x="51" y="527"/>
                    <a:pt x="101" y="420"/>
                    <a:pt x="151" y="314"/>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7"/>
            <p:cNvSpPr/>
            <p:nvPr/>
          </p:nvSpPr>
          <p:spPr>
            <a:xfrm>
              <a:off x="10338500" y="1184575"/>
              <a:ext cx="23825" cy="30325"/>
            </a:xfrm>
            <a:custGeom>
              <a:rect b="b" l="l" r="r" t="t"/>
              <a:pathLst>
                <a:path extrusionOk="0" h="1213" w="953">
                  <a:moveTo>
                    <a:pt x="617" y="1"/>
                  </a:moveTo>
                  <a:cubicBezTo>
                    <a:pt x="541" y="1"/>
                    <a:pt x="484" y="56"/>
                    <a:pt x="426" y="185"/>
                  </a:cubicBezTo>
                  <a:cubicBezTo>
                    <a:pt x="326" y="385"/>
                    <a:pt x="201" y="586"/>
                    <a:pt x="0" y="812"/>
                  </a:cubicBezTo>
                  <a:cubicBezTo>
                    <a:pt x="0" y="912"/>
                    <a:pt x="0" y="1112"/>
                    <a:pt x="100" y="1213"/>
                  </a:cubicBezTo>
                  <a:cubicBezTo>
                    <a:pt x="201" y="1213"/>
                    <a:pt x="426" y="1213"/>
                    <a:pt x="526" y="1112"/>
                  </a:cubicBezTo>
                  <a:cubicBezTo>
                    <a:pt x="627" y="812"/>
                    <a:pt x="727" y="586"/>
                    <a:pt x="827" y="385"/>
                  </a:cubicBezTo>
                  <a:cubicBezTo>
                    <a:pt x="953" y="285"/>
                    <a:pt x="953" y="85"/>
                    <a:pt x="827" y="85"/>
                  </a:cubicBezTo>
                  <a:cubicBezTo>
                    <a:pt x="742" y="31"/>
                    <a:pt x="674" y="1"/>
                    <a:pt x="617"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 name="Google Shape;532;p27"/>
          <p:cNvGrpSpPr/>
          <p:nvPr/>
        </p:nvGrpSpPr>
        <p:grpSpPr>
          <a:xfrm rot="1628208">
            <a:off x="6677278" y="3040846"/>
            <a:ext cx="587736" cy="781797"/>
            <a:chOff x="3600400" y="2783875"/>
            <a:chExt cx="402275" cy="535100"/>
          </a:xfrm>
        </p:grpSpPr>
        <p:sp>
          <p:nvSpPr>
            <p:cNvPr id="533" name="Google Shape;533;p27"/>
            <p:cNvSpPr/>
            <p:nvPr/>
          </p:nvSpPr>
          <p:spPr>
            <a:xfrm>
              <a:off x="3631725" y="3070825"/>
              <a:ext cx="195525" cy="237500"/>
            </a:xfrm>
            <a:custGeom>
              <a:rect b="b" l="l" r="r" t="t"/>
              <a:pathLst>
                <a:path extrusionOk="0" h="9500" w="7821">
                  <a:moveTo>
                    <a:pt x="3033" y="1"/>
                  </a:moveTo>
                  <a:lnTo>
                    <a:pt x="1" y="7620"/>
                  </a:lnTo>
                  <a:lnTo>
                    <a:pt x="2808" y="7520"/>
                  </a:lnTo>
                  <a:lnTo>
                    <a:pt x="4687" y="9500"/>
                  </a:lnTo>
                  <a:lnTo>
                    <a:pt x="7820" y="1881"/>
                  </a:lnTo>
                  <a:lnTo>
                    <a:pt x="3033" y="1"/>
                  </a:lnTo>
                  <a:close/>
                </a:path>
              </a:pathLst>
            </a:custGeom>
            <a:solidFill>
              <a:srgbClr val="4C6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7"/>
            <p:cNvSpPr/>
            <p:nvPr/>
          </p:nvSpPr>
          <p:spPr>
            <a:xfrm>
              <a:off x="3623575" y="3062700"/>
              <a:ext cx="211825" cy="256275"/>
            </a:xfrm>
            <a:custGeom>
              <a:rect b="b" l="l" r="r" t="t"/>
              <a:pathLst>
                <a:path extrusionOk="0" h="10251" w="8473">
                  <a:moveTo>
                    <a:pt x="3459" y="627"/>
                  </a:moveTo>
                  <a:lnTo>
                    <a:pt x="7845" y="2306"/>
                  </a:lnTo>
                  <a:lnTo>
                    <a:pt x="5009" y="9483"/>
                  </a:lnTo>
                  <a:lnTo>
                    <a:pt x="3259" y="7644"/>
                  </a:lnTo>
                  <a:lnTo>
                    <a:pt x="627" y="7744"/>
                  </a:lnTo>
                  <a:lnTo>
                    <a:pt x="3459" y="627"/>
                  </a:lnTo>
                  <a:close/>
                  <a:moveTo>
                    <a:pt x="3259" y="0"/>
                  </a:moveTo>
                  <a:lnTo>
                    <a:pt x="1" y="8145"/>
                  </a:lnTo>
                  <a:lnTo>
                    <a:pt x="1" y="8145"/>
                  </a:lnTo>
                  <a:lnTo>
                    <a:pt x="3033" y="8045"/>
                  </a:lnTo>
                  <a:lnTo>
                    <a:pt x="5139" y="10251"/>
                  </a:lnTo>
                  <a:lnTo>
                    <a:pt x="5239" y="9925"/>
                  </a:lnTo>
                  <a:lnTo>
                    <a:pt x="8472" y="2105"/>
                  </a:lnTo>
                  <a:lnTo>
                    <a:pt x="3259" y="0"/>
                  </a:ln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7"/>
            <p:cNvSpPr/>
            <p:nvPr/>
          </p:nvSpPr>
          <p:spPr>
            <a:xfrm>
              <a:off x="3775225" y="3070825"/>
              <a:ext cx="196125" cy="237500"/>
            </a:xfrm>
            <a:custGeom>
              <a:rect b="b" l="l" r="r" t="t"/>
              <a:pathLst>
                <a:path extrusionOk="0" h="9500" w="7845">
                  <a:moveTo>
                    <a:pt x="4812" y="1"/>
                  </a:moveTo>
                  <a:lnTo>
                    <a:pt x="0" y="1881"/>
                  </a:lnTo>
                  <a:lnTo>
                    <a:pt x="3033" y="9500"/>
                  </a:lnTo>
                  <a:lnTo>
                    <a:pt x="5013" y="7520"/>
                  </a:lnTo>
                  <a:lnTo>
                    <a:pt x="7845" y="7620"/>
                  </a:lnTo>
                  <a:lnTo>
                    <a:pt x="7845" y="7620"/>
                  </a:lnTo>
                  <a:lnTo>
                    <a:pt x="4812" y="1"/>
                  </a:lnTo>
                  <a:close/>
                </a:path>
              </a:pathLst>
            </a:custGeom>
            <a:solidFill>
              <a:srgbClr val="4C6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7"/>
            <p:cNvSpPr/>
            <p:nvPr/>
          </p:nvSpPr>
          <p:spPr>
            <a:xfrm>
              <a:off x="3767700" y="3062700"/>
              <a:ext cx="211175" cy="256275"/>
            </a:xfrm>
            <a:custGeom>
              <a:rect b="b" l="l" r="r" t="t"/>
              <a:pathLst>
                <a:path extrusionOk="0" h="10251" w="8447">
                  <a:moveTo>
                    <a:pt x="5013" y="627"/>
                  </a:moveTo>
                  <a:lnTo>
                    <a:pt x="7820" y="7744"/>
                  </a:lnTo>
                  <a:lnTo>
                    <a:pt x="5213" y="7644"/>
                  </a:lnTo>
                  <a:lnTo>
                    <a:pt x="3421" y="9436"/>
                  </a:lnTo>
                  <a:lnTo>
                    <a:pt x="3421" y="9436"/>
                  </a:lnTo>
                  <a:lnTo>
                    <a:pt x="627" y="2306"/>
                  </a:lnTo>
                  <a:lnTo>
                    <a:pt x="5013" y="627"/>
                  </a:lnTo>
                  <a:close/>
                  <a:moveTo>
                    <a:pt x="5213" y="0"/>
                  </a:moveTo>
                  <a:lnTo>
                    <a:pt x="0" y="2105"/>
                  </a:lnTo>
                  <a:lnTo>
                    <a:pt x="3233" y="10251"/>
                  </a:lnTo>
                  <a:lnTo>
                    <a:pt x="3434" y="10025"/>
                  </a:lnTo>
                  <a:lnTo>
                    <a:pt x="5314" y="8045"/>
                  </a:lnTo>
                  <a:lnTo>
                    <a:pt x="8446" y="8145"/>
                  </a:lnTo>
                  <a:lnTo>
                    <a:pt x="5213" y="0"/>
                  </a:ln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7"/>
            <p:cNvSpPr/>
            <p:nvPr/>
          </p:nvSpPr>
          <p:spPr>
            <a:xfrm>
              <a:off x="3605425" y="2788875"/>
              <a:ext cx="391625" cy="396650"/>
            </a:xfrm>
            <a:custGeom>
              <a:rect b="b" l="l" r="r" t="t"/>
              <a:pathLst>
                <a:path extrusionOk="0" h="15866" w="15665">
                  <a:moveTo>
                    <a:pt x="7845" y="1"/>
                  </a:moveTo>
                  <a:lnTo>
                    <a:pt x="6491" y="527"/>
                  </a:lnTo>
                  <a:lnTo>
                    <a:pt x="5113" y="527"/>
                  </a:lnTo>
                  <a:lnTo>
                    <a:pt x="4085" y="1454"/>
                  </a:lnTo>
                  <a:lnTo>
                    <a:pt x="2732" y="1880"/>
                  </a:lnTo>
                  <a:lnTo>
                    <a:pt x="2105" y="3133"/>
                  </a:lnTo>
                  <a:lnTo>
                    <a:pt x="952" y="3961"/>
                  </a:lnTo>
                  <a:lnTo>
                    <a:pt x="727" y="5314"/>
                  </a:lnTo>
                  <a:lnTo>
                    <a:pt x="0" y="6567"/>
                  </a:lnTo>
                  <a:lnTo>
                    <a:pt x="326" y="7946"/>
                  </a:lnTo>
                  <a:lnTo>
                    <a:pt x="0" y="9299"/>
                  </a:lnTo>
                  <a:lnTo>
                    <a:pt x="727" y="10552"/>
                  </a:lnTo>
                  <a:lnTo>
                    <a:pt x="952" y="11905"/>
                  </a:lnTo>
                  <a:lnTo>
                    <a:pt x="2105" y="12833"/>
                  </a:lnTo>
                  <a:lnTo>
                    <a:pt x="2732" y="14086"/>
                  </a:lnTo>
                  <a:lnTo>
                    <a:pt x="4085" y="14512"/>
                  </a:lnTo>
                  <a:lnTo>
                    <a:pt x="5113" y="15464"/>
                  </a:lnTo>
                  <a:lnTo>
                    <a:pt x="6491" y="15339"/>
                  </a:lnTo>
                  <a:lnTo>
                    <a:pt x="7845" y="15865"/>
                  </a:lnTo>
                  <a:lnTo>
                    <a:pt x="9198" y="15339"/>
                  </a:lnTo>
                  <a:lnTo>
                    <a:pt x="10551" y="15464"/>
                  </a:lnTo>
                  <a:lnTo>
                    <a:pt x="11604" y="14512"/>
                  </a:lnTo>
                  <a:lnTo>
                    <a:pt x="12957" y="14086"/>
                  </a:lnTo>
                  <a:lnTo>
                    <a:pt x="13584" y="12833"/>
                  </a:lnTo>
                  <a:lnTo>
                    <a:pt x="14737" y="11905"/>
                  </a:lnTo>
                  <a:lnTo>
                    <a:pt x="14937" y="10552"/>
                  </a:lnTo>
                  <a:lnTo>
                    <a:pt x="15664" y="9299"/>
                  </a:lnTo>
                  <a:lnTo>
                    <a:pt x="15363" y="7946"/>
                  </a:lnTo>
                  <a:lnTo>
                    <a:pt x="15664" y="6567"/>
                  </a:lnTo>
                  <a:lnTo>
                    <a:pt x="14937" y="5314"/>
                  </a:lnTo>
                  <a:lnTo>
                    <a:pt x="14737" y="3961"/>
                  </a:lnTo>
                  <a:lnTo>
                    <a:pt x="13584" y="3133"/>
                  </a:lnTo>
                  <a:lnTo>
                    <a:pt x="12957" y="1880"/>
                  </a:lnTo>
                  <a:lnTo>
                    <a:pt x="11604" y="1454"/>
                  </a:lnTo>
                  <a:lnTo>
                    <a:pt x="10551" y="527"/>
                  </a:lnTo>
                  <a:lnTo>
                    <a:pt x="9198" y="527"/>
                  </a:lnTo>
                  <a:lnTo>
                    <a:pt x="78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7"/>
            <p:cNvSpPr/>
            <p:nvPr/>
          </p:nvSpPr>
          <p:spPr>
            <a:xfrm>
              <a:off x="3600400" y="2783875"/>
              <a:ext cx="402275" cy="409800"/>
            </a:xfrm>
            <a:custGeom>
              <a:rect b="b" l="l" r="r" t="t"/>
              <a:pathLst>
                <a:path extrusionOk="0" h="16392" w="16091">
                  <a:moveTo>
                    <a:pt x="8046" y="401"/>
                  </a:moveTo>
                  <a:lnTo>
                    <a:pt x="9299" y="927"/>
                  </a:lnTo>
                  <a:lnTo>
                    <a:pt x="10652" y="927"/>
                  </a:lnTo>
                  <a:lnTo>
                    <a:pt x="11705" y="1755"/>
                  </a:lnTo>
                  <a:lnTo>
                    <a:pt x="13058" y="2181"/>
                  </a:lnTo>
                  <a:lnTo>
                    <a:pt x="13685" y="3434"/>
                  </a:lnTo>
                  <a:lnTo>
                    <a:pt x="14712" y="4261"/>
                  </a:lnTo>
                  <a:lnTo>
                    <a:pt x="14938" y="5639"/>
                  </a:lnTo>
                  <a:lnTo>
                    <a:pt x="15665" y="6767"/>
                  </a:lnTo>
                  <a:lnTo>
                    <a:pt x="15339" y="8146"/>
                  </a:lnTo>
                  <a:lnTo>
                    <a:pt x="15339" y="8246"/>
                  </a:lnTo>
                  <a:lnTo>
                    <a:pt x="15665" y="9499"/>
                  </a:lnTo>
                  <a:lnTo>
                    <a:pt x="14938" y="10652"/>
                  </a:lnTo>
                  <a:lnTo>
                    <a:pt x="14712" y="12005"/>
                  </a:lnTo>
                  <a:lnTo>
                    <a:pt x="13685" y="12832"/>
                  </a:lnTo>
                  <a:lnTo>
                    <a:pt x="13058" y="14085"/>
                  </a:lnTo>
                  <a:lnTo>
                    <a:pt x="11705" y="14511"/>
                  </a:lnTo>
                  <a:lnTo>
                    <a:pt x="10652" y="15439"/>
                  </a:lnTo>
                  <a:lnTo>
                    <a:pt x="9299" y="15339"/>
                  </a:lnTo>
                  <a:lnTo>
                    <a:pt x="8046" y="15865"/>
                  </a:lnTo>
                  <a:lnTo>
                    <a:pt x="6793" y="15339"/>
                  </a:lnTo>
                  <a:lnTo>
                    <a:pt x="5439" y="15439"/>
                  </a:lnTo>
                  <a:lnTo>
                    <a:pt x="4386" y="14511"/>
                  </a:lnTo>
                  <a:lnTo>
                    <a:pt x="3033" y="14085"/>
                  </a:lnTo>
                  <a:lnTo>
                    <a:pt x="2407" y="12832"/>
                  </a:lnTo>
                  <a:lnTo>
                    <a:pt x="1354" y="12005"/>
                  </a:lnTo>
                  <a:lnTo>
                    <a:pt x="1153" y="10652"/>
                  </a:lnTo>
                  <a:lnTo>
                    <a:pt x="427" y="9499"/>
                  </a:lnTo>
                  <a:lnTo>
                    <a:pt x="727" y="8146"/>
                  </a:lnTo>
                  <a:lnTo>
                    <a:pt x="427" y="6767"/>
                  </a:lnTo>
                  <a:lnTo>
                    <a:pt x="1153" y="5639"/>
                  </a:lnTo>
                  <a:lnTo>
                    <a:pt x="1354" y="4261"/>
                  </a:lnTo>
                  <a:lnTo>
                    <a:pt x="2407" y="3434"/>
                  </a:lnTo>
                  <a:lnTo>
                    <a:pt x="3033" y="2181"/>
                  </a:lnTo>
                  <a:lnTo>
                    <a:pt x="4386" y="1755"/>
                  </a:lnTo>
                  <a:lnTo>
                    <a:pt x="5439" y="927"/>
                  </a:lnTo>
                  <a:lnTo>
                    <a:pt x="6793" y="927"/>
                  </a:lnTo>
                  <a:lnTo>
                    <a:pt x="8046" y="401"/>
                  </a:lnTo>
                  <a:close/>
                  <a:moveTo>
                    <a:pt x="8046" y="0"/>
                  </a:moveTo>
                  <a:lnTo>
                    <a:pt x="6692" y="501"/>
                  </a:lnTo>
                  <a:lnTo>
                    <a:pt x="5214" y="501"/>
                  </a:lnTo>
                  <a:lnTo>
                    <a:pt x="4186" y="1454"/>
                  </a:lnTo>
                  <a:lnTo>
                    <a:pt x="2808" y="1880"/>
                  </a:lnTo>
                  <a:lnTo>
                    <a:pt x="2081" y="3133"/>
                  </a:lnTo>
                  <a:lnTo>
                    <a:pt x="928" y="4060"/>
                  </a:lnTo>
                  <a:lnTo>
                    <a:pt x="727" y="5514"/>
                  </a:lnTo>
                  <a:lnTo>
                    <a:pt x="1" y="6767"/>
                  </a:lnTo>
                  <a:lnTo>
                    <a:pt x="301" y="8146"/>
                  </a:lnTo>
                  <a:lnTo>
                    <a:pt x="1" y="9599"/>
                  </a:lnTo>
                  <a:lnTo>
                    <a:pt x="727" y="10852"/>
                  </a:lnTo>
                  <a:lnTo>
                    <a:pt x="928" y="12206"/>
                  </a:lnTo>
                  <a:lnTo>
                    <a:pt x="2081" y="13158"/>
                  </a:lnTo>
                  <a:lnTo>
                    <a:pt x="2808" y="14411"/>
                  </a:lnTo>
                  <a:lnTo>
                    <a:pt x="4186" y="14912"/>
                  </a:lnTo>
                  <a:lnTo>
                    <a:pt x="5214" y="15865"/>
                  </a:lnTo>
                  <a:lnTo>
                    <a:pt x="6692" y="15765"/>
                  </a:lnTo>
                  <a:lnTo>
                    <a:pt x="8046" y="16391"/>
                  </a:lnTo>
                  <a:lnTo>
                    <a:pt x="9399" y="15765"/>
                  </a:lnTo>
                  <a:lnTo>
                    <a:pt x="10853" y="15865"/>
                  </a:lnTo>
                  <a:lnTo>
                    <a:pt x="11905" y="14912"/>
                  </a:lnTo>
                  <a:lnTo>
                    <a:pt x="13259" y="14411"/>
                  </a:lnTo>
                  <a:lnTo>
                    <a:pt x="13986" y="13158"/>
                  </a:lnTo>
                  <a:lnTo>
                    <a:pt x="15138" y="12206"/>
                  </a:lnTo>
                  <a:lnTo>
                    <a:pt x="15339" y="10852"/>
                  </a:lnTo>
                  <a:lnTo>
                    <a:pt x="16091" y="9599"/>
                  </a:lnTo>
                  <a:lnTo>
                    <a:pt x="15776" y="8195"/>
                  </a:lnTo>
                  <a:lnTo>
                    <a:pt x="16091" y="6767"/>
                  </a:lnTo>
                  <a:lnTo>
                    <a:pt x="15339" y="5514"/>
                  </a:lnTo>
                  <a:lnTo>
                    <a:pt x="15138" y="4060"/>
                  </a:lnTo>
                  <a:lnTo>
                    <a:pt x="13986" y="3133"/>
                  </a:lnTo>
                  <a:lnTo>
                    <a:pt x="13259" y="1880"/>
                  </a:lnTo>
                  <a:lnTo>
                    <a:pt x="11905" y="1454"/>
                  </a:lnTo>
                  <a:lnTo>
                    <a:pt x="10853" y="501"/>
                  </a:lnTo>
                  <a:lnTo>
                    <a:pt x="9399" y="501"/>
                  </a:lnTo>
                  <a:lnTo>
                    <a:pt x="8046" y="0"/>
                  </a:ln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7"/>
            <p:cNvSpPr/>
            <p:nvPr/>
          </p:nvSpPr>
          <p:spPr>
            <a:xfrm>
              <a:off x="3663050" y="2851525"/>
              <a:ext cx="276975" cy="273850"/>
            </a:xfrm>
            <a:custGeom>
              <a:rect b="b" l="l" r="r" t="t"/>
              <a:pathLst>
                <a:path extrusionOk="0" h="10954" w="11079">
                  <a:moveTo>
                    <a:pt x="5540" y="302"/>
                  </a:moveTo>
                  <a:cubicBezTo>
                    <a:pt x="6993" y="302"/>
                    <a:pt x="8246" y="828"/>
                    <a:pt x="9199" y="1780"/>
                  </a:cubicBezTo>
                  <a:cubicBezTo>
                    <a:pt x="10126" y="2708"/>
                    <a:pt x="10753" y="4061"/>
                    <a:pt x="10753" y="5440"/>
                  </a:cubicBezTo>
                  <a:cubicBezTo>
                    <a:pt x="10753" y="6893"/>
                    <a:pt x="10126" y="8146"/>
                    <a:pt x="9199" y="9074"/>
                  </a:cubicBezTo>
                  <a:cubicBezTo>
                    <a:pt x="8246" y="10026"/>
                    <a:pt x="6993" y="10653"/>
                    <a:pt x="5540" y="10653"/>
                  </a:cubicBezTo>
                  <a:cubicBezTo>
                    <a:pt x="4061" y="10653"/>
                    <a:pt x="2808" y="10026"/>
                    <a:pt x="1880" y="9074"/>
                  </a:cubicBezTo>
                  <a:cubicBezTo>
                    <a:pt x="928" y="8146"/>
                    <a:pt x="302" y="6893"/>
                    <a:pt x="302" y="5440"/>
                  </a:cubicBezTo>
                  <a:cubicBezTo>
                    <a:pt x="302" y="4061"/>
                    <a:pt x="928" y="2708"/>
                    <a:pt x="1880" y="1780"/>
                  </a:cubicBezTo>
                  <a:cubicBezTo>
                    <a:pt x="2808" y="828"/>
                    <a:pt x="4061" y="302"/>
                    <a:pt x="5540" y="302"/>
                  </a:cubicBezTo>
                  <a:close/>
                  <a:moveTo>
                    <a:pt x="5540" y="1"/>
                  </a:moveTo>
                  <a:cubicBezTo>
                    <a:pt x="2507" y="1"/>
                    <a:pt x="1" y="2407"/>
                    <a:pt x="1" y="5440"/>
                  </a:cubicBezTo>
                  <a:cubicBezTo>
                    <a:pt x="1" y="8447"/>
                    <a:pt x="2507" y="10953"/>
                    <a:pt x="5540" y="10953"/>
                  </a:cubicBezTo>
                  <a:cubicBezTo>
                    <a:pt x="8572" y="10953"/>
                    <a:pt x="11079" y="8447"/>
                    <a:pt x="11079" y="5440"/>
                  </a:cubicBezTo>
                  <a:cubicBezTo>
                    <a:pt x="11079" y="2407"/>
                    <a:pt x="8572" y="1"/>
                    <a:pt x="5540" y="1"/>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543" name="Shape 543"/>
        <p:cNvGrpSpPr/>
        <p:nvPr/>
      </p:nvGrpSpPr>
      <p:grpSpPr>
        <a:xfrm>
          <a:off x="0" y="0"/>
          <a:ext cx="0" cy="0"/>
          <a:chOff x="0" y="0"/>
          <a:chExt cx="0" cy="0"/>
        </a:xfrm>
      </p:grpSpPr>
      <p:sp>
        <p:nvSpPr>
          <p:cNvPr id="544" name="Google Shape;544;p28"/>
          <p:cNvSpPr txBox="1"/>
          <p:nvPr>
            <p:ph idx="1" type="body"/>
          </p:nvPr>
        </p:nvSpPr>
        <p:spPr>
          <a:xfrm>
            <a:off x="722375" y="1104850"/>
            <a:ext cx="7699200" cy="349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5"/>
                </a:solidFill>
              </a:rPr>
              <a:t>Here’s what you’ll find in this </a:t>
            </a:r>
            <a:r>
              <a:rPr b="1" lang="en" sz="1200">
                <a:solidFill>
                  <a:schemeClr val="accent5"/>
                </a:solidFill>
                <a:highlight>
                  <a:schemeClr val="accent4"/>
                </a:highlight>
                <a:uFill>
                  <a:noFill/>
                </a:uFill>
                <a:hlinkClick r:id="rId3">
                  <a:extLst>
                    <a:ext uri="{A12FA001-AC4F-418D-AE19-62706E023703}">
                      <ahyp:hlinkClr val="tx"/>
                    </a:ext>
                  </a:extLst>
                </a:hlinkClick>
              </a:rPr>
              <a:t>Slidesgo</a:t>
            </a:r>
            <a:r>
              <a:rPr b="1" lang="en" sz="1200">
                <a:solidFill>
                  <a:schemeClr val="accent5"/>
                </a:solidFill>
                <a:highlight>
                  <a:schemeClr val="accent4"/>
                </a:highlight>
              </a:rPr>
              <a:t> </a:t>
            </a:r>
            <a:r>
              <a:rPr lang="en" sz="1200">
                <a:solidFill>
                  <a:schemeClr val="accent5"/>
                </a:solidFill>
              </a:rPr>
              <a:t>template: </a:t>
            </a:r>
            <a:endParaRPr sz="1200">
              <a:solidFill>
                <a:schemeClr val="accent5"/>
              </a:solidFill>
            </a:endParaRPr>
          </a:p>
          <a:p>
            <a:pPr indent="-304800" lvl="0" marL="457200" rtl="0" algn="l">
              <a:spcBef>
                <a:spcPts val="1000"/>
              </a:spcBef>
              <a:spcAft>
                <a:spcPts val="0"/>
              </a:spcAft>
              <a:buClr>
                <a:schemeClr val="accent5"/>
              </a:buClr>
              <a:buSzPts val="1200"/>
              <a:buFont typeface="Didact Gothic"/>
              <a:buChar char="●"/>
            </a:pPr>
            <a:r>
              <a:rPr lang="en" sz="1200">
                <a:solidFill>
                  <a:schemeClr val="accent5"/>
                </a:solidFill>
              </a:rPr>
              <a:t>A slide structure based on a lesson, which you can easily adapt to your needs. For more info on how to edit the template, please visit </a:t>
            </a:r>
            <a:r>
              <a:rPr b="1" lang="en" sz="1200">
                <a:solidFill>
                  <a:schemeClr val="accent5"/>
                </a:solidFill>
                <a:highlight>
                  <a:schemeClr val="accent4"/>
                </a:highlight>
                <a:uFill>
                  <a:noFill/>
                </a:uFill>
                <a:hlinkClick r:id="rId4">
                  <a:extLst>
                    <a:ext uri="{A12FA001-AC4F-418D-AE19-62706E023703}">
                      <ahyp:hlinkClr val="tx"/>
                    </a:ext>
                  </a:extLst>
                </a:hlinkClick>
              </a:rPr>
              <a:t>Slidesgo School</a:t>
            </a:r>
            <a:r>
              <a:rPr lang="en" sz="1200">
                <a:solidFill>
                  <a:schemeClr val="accent5"/>
                </a:solidFill>
                <a:highlight>
                  <a:schemeClr val="accent4"/>
                </a:highlight>
              </a:rPr>
              <a:t> </a:t>
            </a:r>
            <a:r>
              <a:rPr lang="en" sz="1200">
                <a:solidFill>
                  <a:schemeClr val="accent5"/>
                </a:solidFill>
              </a:rPr>
              <a:t>or read our </a:t>
            </a:r>
            <a:r>
              <a:rPr b="1" lang="en" sz="1200">
                <a:solidFill>
                  <a:schemeClr val="accent5"/>
                </a:solidFill>
                <a:highlight>
                  <a:schemeClr val="accent4"/>
                </a:highlight>
                <a:uFill>
                  <a:noFill/>
                </a:uFill>
                <a:hlinkClick r:id="rId5">
                  <a:extLst>
                    <a:ext uri="{A12FA001-AC4F-418D-AE19-62706E023703}">
                      <ahyp:hlinkClr val="tx"/>
                    </a:ext>
                  </a:extLst>
                </a:hlinkClick>
              </a:rPr>
              <a:t>FAQs</a:t>
            </a:r>
            <a:r>
              <a:rPr lang="en" sz="1200">
                <a:solidFill>
                  <a:schemeClr val="accent5"/>
                </a:solidFill>
                <a:highlight>
                  <a:schemeClr val="accent4"/>
                </a:highlight>
              </a:rPr>
              <a:t>.</a:t>
            </a:r>
            <a:endParaRPr sz="1200">
              <a:solidFill>
                <a:schemeClr val="accent5"/>
              </a:solidFill>
              <a:highlight>
                <a:schemeClr val="accent4"/>
              </a:highlight>
            </a:endParaRPr>
          </a:p>
          <a:p>
            <a:pPr indent="-304800" lvl="0" marL="457200" rtl="0" algn="l">
              <a:spcBef>
                <a:spcPts val="0"/>
              </a:spcBef>
              <a:spcAft>
                <a:spcPts val="0"/>
              </a:spcAft>
              <a:buClr>
                <a:schemeClr val="accent5"/>
              </a:buClr>
              <a:buSzPts val="1200"/>
              <a:buFont typeface="Didact Gothic"/>
              <a:buChar char="●"/>
            </a:pPr>
            <a:r>
              <a:rPr lang="en" sz="1200">
                <a:solidFill>
                  <a:schemeClr val="accent5"/>
                </a:solidFill>
              </a:rPr>
              <a:t>An assortment of illustrations that are suitable for use in the presentation can be found in the </a:t>
            </a:r>
            <a:r>
              <a:rPr b="1" lang="en" sz="1200">
                <a:solidFill>
                  <a:schemeClr val="accent5"/>
                </a:solidFill>
                <a:highlight>
                  <a:schemeClr val="accent4"/>
                </a:highlight>
              </a:rPr>
              <a:t>a</a:t>
            </a:r>
            <a:r>
              <a:rPr b="1" lang="en" sz="1200">
                <a:solidFill>
                  <a:schemeClr val="accent5"/>
                </a:solidFill>
                <a:highlight>
                  <a:schemeClr val="accent4"/>
                </a:highlight>
                <a:uFill>
                  <a:noFill/>
                </a:uFill>
                <a:hlinkClick action="ppaction://hlinksldjump" r:id="rId6">
                  <a:extLst>
                    <a:ext uri="{A12FA001-AC4F-418D-AE19-62706E023703}">
                      <ahyp:hlinkClr val="tx"/>
                    </a:ext>
                  </a:extLst>
                </a:hlinkClick>
              </a:rPr>
              <a:t>lternative resources</a:t>
            </a:r>
            <a:r>
              <a:rPr lang="en" sz="1200">
                <a:solidFill>
                  <a:schemeClr val="accent5"/>
                </a:solidFill>
              </a:rPr>
              <a:t> slide.</a:t>
            </a:r>
            <a:endParaRPr sz="1200">
              <a:solidFill>
                <a:schemeClr val="accent5"/>
              </a:solidFill>
            </a:endParaRPr>
          </a:p>
          <a:p>
            <a:pPr indent="-304800" lvl="0" marL="457200" rtl="0" algn="l">
              <a:spcBef>
                <a:spcPts val="0"/>
              </a:spcBef>
              <a:spcAft>
                <a:spcPts val="0"/>
              </a:spcAft>
              <a:buClr>
                <a:schemeClr val="accent5"/>
              </a:buClr>
              <a:buSzPts val="1200"/>
              <a:buFont typeface="Didact Gothic"/>
              <a:buChar char="●"/>
            </a:pPr>
            <a:r>
              <a:rPr lang="en" sz="1200">
                <a:solidFill>
                  <a:schemeClr val="accent5"/>
                </a:solidFill>
              </a:rPr>
              <a:t>A </a:t>
            </a:r>
            <a:r>
              <a:rPr b="1" lang="en" sz="1200">
                <a:solidFill>
                  <a:schemeClr val="accent5"/>
                </a:solidFill>
                <a:highlight>
                  <a:schemeClr val="accent4"/>
                </a:highlight>
                <a:uFill>
                  <a:noFill/>
                </a:uFill>
                <a:hlinkClick action="ppaction://hlinksldjump" r:id="rId7">
                  <a:extLst>
                    <a:ext uri="{A12FA001-AC4F-418D-AE19-62706E023703}">
                      <ahyp:hlinkClr val="tx"/>
                    </a:ext>
                  </a:extLst>
                </a:hlinkClick>
              </a:rPr>
              <a:t>thanks</a:t>
            </a:r>
            <a:r>
              <a:rPr lang="en" sz="1200">
                <a:solidFill>
                  <a:schemeClr val="lt2"/>
                </a:solidFill>
                <a:uFill>
                  <a:noFill/>
                </a:uFill>
                <a:hlinkClick action="ppaction://hlinksldjump" r:id="rId8">
                  <a:extLst>
                    <a:ext uri="{A12FA001-AC4F-418D-AE19-62706E023703}">
                      <ahyp:hlinkClr val="tx"/>
                    </a:ext>
                  </a:extLst>
                </a:hlinkClick>
              </a:rPr>
              <a:t> </a:t>
            </a:r>
            <a:r>
              <a:rPr lang="en" sz="1200">
                <a:solidFill>
                  <a:schemeClr val="accent5"/>
                </a:solidFill>
              </a:rPr>
              <a:t>slide, which you must keep so that proper credits for our design are given.</a:t>
            </a:r>
            <a:endParaRPr sz="1200">
              <a:solidFill>
                <a:schemeClr val="accent5"/>
              </a:solidFill>
            </a:endParaRPr>
          </a:p>
          <a:p>
            <a:pPr indent="-304800" lvl="0" marL="457200" rtl="0" algn="l">
              <a:spcBef>
                <a:spcPts val="0"/>
              </a:spcBef>
              <a:spcAft>
                <a:spcPts val="0"/>
              </a:spcAft>
              <a:buClr>
                <a:schemeClr val="accent5"/>
              </a:buClr>
              <a:buSzPts val="1200"/>
              <a:buFont typeface="Didact Gothic"/>
              <a:buChar char="●"/>
            </a:pPr>
            <a:r>
              <a:rPr lang="en" sz="1200">
                <a:solidFill>
                  <a:schemeClr val="accent5"/>
                </a:solidFill>
              </a:rPr>
              <a:t>A </a:t>
            </a:r>
            <a:r>
              <a:rPr b="1" lang="en" sz="1200">
                <a:solidFill>
                  <a:schemeClr val="accent5"/>
                </a:solidFill>
                <a:highlight>
                  <a:schemeClr val="accent4"/>
                </a:highlight>
                <a:uFill>
                  <a:noFill/>
                </a:uFill>
                <a:hlinkClick action="ppaction://hlinksldjump" r:id="rId9">
                  <a:extLst>
                    <a:ext uri="{A12FA001-AC4F-418D-AE19-62706E023703}">
                      <ahyp:hlinkClr val="tx"/>
                    </a:ext>
                  </a:extLst>
                </a:hlinkClick>
              </a:rPr>
              <a:t>resources</a:t>
            </a:r>
            <a:r>
              <a:rPr lang="en" sz="1200">
                <a:solidFill>
                  <a:schemeClr val="accent5"/>
                </a:solidFill>
                <a:uFill>
                  <a:noFill/>
                </a:uFill>
                <a:hlinkClick action="ppaction://hlinksldjump" r:id="rId10">
                  <a:extLst>
                    <a:ext uri="{A12FA001-AC4F-418D-AE19-62706E023703}">
                      <ahyp:hlinkClr val="tx"/>
                    </a:ext>
                  </a:extLst>
                </a:hlinkClick>
              </a:rPr>
              <a:t> </a:t>
            </a:r>
            <a:r>
              <a:rPr lang="en" sz="1200">
                <a:solidFill>
                  <a:schemeClr val="accent5"/>
                </a:solidFill>
              </a:rPr>
              <a:t>slide, where you’ll find links to all the elements used in the template.</a:t>
            </a:r>
            <a:endParaRPr sz="1200">
              <a:solidFill>
                <a:schemeClr val="accent5"/>
              </a:solidFill>
            </a:endParaRPr>
          </a:p>
          <a:p>
            <a:pPr indent="-304800" lvl="0" marL="457200" rtl="0" algn="l">
              <a:spcBef>
                <a:spcPts val="0"/>
              </a:spcBef>
              <a:spcAft>
                <a:spcPts val="0"/>
              </a:spcAft>
              <a:buClr>
                <a:schemeClr val="accent5"/>
              </a:buClr>
              <a:buSzPts val="1200"/>
              <a:buFont typeface="Didact Gothic"/>
              <a:buChar char="●"/>
            </a:pPr>
            <a:r>
              <a:rPr b="1" lang="en" sz="1200">
                <a:solidFill>
                  <a:schemeClr val="accent5"/>
                </a:solidFill>
                <a:highlight>
                  <a:schemeClr val="accent4"/>
                </a:highlight>
                <a:uFill>
                  <a:noFill/>
                </a:uFill>
                <a:hlinkClick action="ppaction://hlinksldjump" r:id="rId11">
                  <a:extLst>
                    <a:ext uri="{A12FA001-AC4F-418D-AE19-62706E023703}">
                      <ahyp:hlinkClr val="tx"/>
                    </a:ext>
                  </a:extLst>
                </a:hlinkClick>
              </a:rPr>
              <a:t>Instructions for use</a:t>
            </a:r>
            <a:r>
              <a:rPr lang="en" sz="1200">
                <a:solidFill>
                  <a:schemeClr val="accent5"/>
                </a:solidFill>
              </a:rPr>
              <a:t>.</a:t>
            </a:r>
            <a:endParaRPr sz="1200">
              <a:solidFill>
                <a:schemeClr val="accent5"/>
              </a:solidFill>
            </a:endParaRPr>
          </a:p>
          <a:p>
            <a:pPr indent="-304800" lvl="0" marL="457200" rtl="0" algn="l">
              <a:spcBef>
                <a:spcPts val="0"/>
              </a:spcBef>
              <a:spcAft>
                <a:spcPts val="0"/>
              </a:spcAft>
              <a:buClr>
                <a:schemeClr val="accent5"/>
              </a:buClr>
              <a:buSzPts val="1200"/>
              <a:buFont typeface="Didact Gothic"/>
              <a:buChar char="●"/>
            </a:pPr>
            <a:r>
              <a:rPr lang="en" sz="1200">
                <a:solidFill>
                  <a:schemeClr val="accent5"/>
                </a:solidFill>
              </a:rPr>
              <a:t>Final slides with: </a:t>
            </a:r>
            <a:endParaRPr sz="1200">
              <a:solidFill>
                <a:schemeClr val="accent5"/>
              </a:solidFill>
            </a:endParaRPr>
          </a:p>
          <a:p>
            <a:pPr indent="-304800" lvl="0" marL="914400" rtl="0" algn="l">
              <a:spcBef>
                <a:spcPts val="0"/>
              </a:spcBef>
              <a:spcAft>
                <a:spcPts val="0"/>
              </a:spcAft>
              <a:buClr>
                <a:schemeClr val="accent5"/>
              </a:buClr>
              <a:buSzPts val="1200"/>
              <a:buFont typeface="Didact Gothic"/>
              <a:buChar char="●"/>
            </a:pPr>
            <a:r>
              <a:rPr lang="en" sz="1200">
                <a:solidFill>
                  <a:schemeClr val="accent5"/>
                </a:solidFill>
              </a:rPr>
              <a:t>The</a:t>
            </a:r>
            <a:r>
              <a:rPr lang="en" sz="1200">
                <a:solidFill>
                  <a:schemeClr val="accent5"/>
                </a:solidFill>
                <a:uFill>
                  <a:noFill/>
                </a:uFill>
                <a:hlinkClick action="ppaction://hlinksldjump" r:id="rId12">
                  <a:extLst>
                    <a:ext uri="{A12FA001-AC4F-418D-AE19-62706E023703}">
                      <ahyp:hlinkClr val="tx"/>
                    </a:ext>
                  </a:extLst>
                </a:hlinkClick>
              </a:rPr>
              <a:t> </a:t>
            </a:r>
            <a:r>
              <a:rPr b="1" lang="en" sz="1200">
                <a:solidFill>
                  <a:schemeClr val="accent5"/>
                </a:solidFill>
                <a:highlight>
                  <a:schemeClr val="accent4"/>
                </a:highlight>
                <a:uFill>
                  <a:noFill/>
                </a:uFill>
                <a:hlinkClick action="ppaction://hlinksldjump" r:id="rId13">
                  <a:extLst>
                    <a:ext uri="{A12FA001-AC4F-418D-AE19-62706E023703}">
                      <ahyp:hlinkClr val="tx"/>
                    </a:ext>
                  </a:extLst>
                </a:hlinkClick>
              </a:rPr>
              <a:t>fonts and colors</a:t>
            </a:r>
            <a:r>
              <a:rPr lang="en" sz="1200">
                <a:solidFill>
                  <a:schemeClr val="accent5"/>
                </a:solidFill>
              </a:rPr>
              <a:t> used in the template.</a:t>
            </a:r>
            <a:endParaRPr sz="1200">
              <a:solidFill>
                <a:schemeClr val="accent5"/>
              </a:solidFill>
            </a:endParaRPr>
          </a:p>
          <a:p>
            <a:pPr indent="-304800" lvl="0" marL="914400" rtl="0" algn="l">
              <a:spcBef>
                <a:spcPts val="0"/>
              </a:spcBef>
              <a:spcAft>
                <a:spcPts val="0"/>
              </a:spcAft>
              <a:buClr>
                <a:schemeClr val="accent5"/>
              </a:buClr>
              <a:buSzPts val="1200"/>
              <a:buFont typeface="Didact Gothic"/>
              <a:buChar char="●"/>
            </a:pPr>
            <a:r>
              <a:rPr lang="en" sz="1200">
                <a:solidFill>
                  <a:schemeClr val="accent5"/>
                </a:solidFill>
              </a:rPr>
              <a:t>A selection of</a:t>
            </a:r>
            <a:r>
              <a:rPr lang="en" sz="1200">
                <a:solidFill>
                  <a:schemeClr val="accent4"/>
                </a:solidFill>
              </a:rPr>
              <a:t> </a:t>
            </a:r>
            <a:r>
              <a:rPr b="1" lang="en" sz="1200">
                <a:solidFill>
                  <a:schemeClr val="accent5"/>
                </a:solidFill>
                <a:highlight>
                  <a:schemeClr val="accent4"/>
                </a:highlight>
                <a:uFill>
                  <a:noFill/>
                </a:uFill>
                <a:hlinkClick action="ppaction://hlinksldjump" r:id="rId14">
                  <a:extLst>
                    <a:ext uri="{A12FA001-AC4F-418D-AE19-62706E023703}">
                      <ahyp:hlinkClr val="tx"/>
                    </a:ext>
                  </a:extLst>
                </a:hlinkClick>
              </a:rPr>
              <a:t>illustrations</a:t>
            </a:r>
            <a:r>
              <a:rPr lang="en" sz="1200">
                <a:solidFill>
                  <a:schemeClr val="accent5"/>
                </a:solidFill>
                <a:highlight>
                  <a:schemeClr val="accent4"/>
                </a:highlight>
              </a:rPr>
              <a:t>.</a:t>
            </a:r>
            <a:r>
              <a:rPr lang="en" sz="1200">
                <a:solidFill>
                  <a:schemeClr val="accent5"/>
                </a:solidFill>
              </a:rPr>
              <a:t> You can also customize and animate them as you wish with the online editor. Visit </a:t>
            </a:r>
            <a:r>
              <a:rPr b="1" lang="en" sz="1200">
                <a:solidFill>
                  <a:schemeClr val="accent5"/>
                </a:solidFill>
                <a:highlight>
                  <a:schemeClr val="accent4"/>
                </a:highlight>
                <a:uFill>
                  <a:noFill/>
                </a:uFill>
                <a:hlinkClick r:id="rId15">
                  <a:extLst>
                    <a:ext uri="{A12FA001-AC4F-418D-AE19-62706E023703}">
                      <ahyp:hlinkClr val="tx"/>
                    </a:ext>
                  </a:extLst>
                </a:hlinkClick>
              </a:rPr>
              <a:t>Stor</a:t>
            </a:r>
            <a:r>
              <a:rPr b="1" lang="en" sz="1200">
                <a:highlight>
                  <a:schemeClr val="accent4"/>
                </a:highlight>
                <a:uFill>
                  <a:noFill/>
                </a:uFill>
                <a:hlinkClick r:id="rId16"/>
              </a:rPr>
              <a:t>yset</a:t>
            </a:r>
            <a:r>
              <a:rPr b="1" lang="en" sz="1200">
                <a:solidFill>
                  <a:schemeClr val="accent5"/>
                </a:solidFill>
                <a:highlight>
                  <a:schemeClr val="accent4"/>
                </a:highlight>
                <a:uFill>
                  <a:noFill/>
                </a:uFill>
                <a:hlinkClick r:id="rId17">
                  <a:extLst>
                    <a:ext uri="{A12FA001-AC4F-418D-AE19-62706E023703}">
                      <ahyp:hlinkClr val="tx"/>
                    </a:ext>
                  </a:extLst>
                </a:hlinkClick>
              </a:rPr>
              <a:t> by Freepik</a:t>
            </a:r>
            <a:r>
              <a:rPr lang="en" sz="1200">
                <a:solidFill>
                  <a:schemeClr val="accent5"/>
                </a:solidFill>
                <a:highlight>
                  <a:schemeClr val="accent4"/>
                </a:highlight>
              </a:rPr>
              <a:t> </a:t>
            </a:r>
            <a:r>
              <a:rPr lang="en" sz="1200">
                <a:solidFill>
                  <a:schemeClr val="accent5"/>
                </a:solidFill>
              </a:rPr>
              <a:t>to find more. </a:t>
            </a:r>
            <a:endParaRPr sz="1200">
              <a:solidFill>
                <a:schemeClr val="accent5"/>
              </a:solidFill>
            </a:endParaRPr>
          </a:p>
          <a:p>
            <a:pPr indent="-304800" lvl="0" marL="914400" rtl="0" algn="l">
              <a:spcBef>
                <a:spcPts val="0"/>
              </a:spcBef>
              <a:spcAft>
                <a:spcPts val="0"/>
              </a:spcAft>
              <a:buClr>
                <a:schemeClr val="accent5"/>
              </a:buClr>
              <a:buSzPts val="1200"/>
              <a:buFont typeface="Didact Gothic"/>
              <a:buChar char="●"/>
            </a:pPr>
            <a:r>
              <a:rPr lang="en" sz="1200">
                <a:solidFill>
                  <a:schemeClr val="accent5"/>
                </a:solidFill>
              </a:rPr>
              <a:t>More</a:t>
            </a:r>
            <a:r>
              <a:rPr lang="en" sz="1200">
                <a:solidFill>
                  <a:schemeClr val="accent5"/>
                </a:solidFill>
                <a:uFill>
                  <a:noFill/>
                </a:uFill>
                <a:hlinkClick action="ppaction://hlinksldjump" r:id="rId18">
                  <a:extLst>
                    <a:ext uri="{A12FA001-AC4F-418D-AE19-62706E023703}">
                      <ahyp:hlinkClr val="tx"/>
                    </a:ext>
                  </a:extLst>
                </a:hlinkClick>
              </a:rPr>
              <a:t> </a:t>
            </a:r>
            <a:r>
              <a:rPr b="1" lang="en" sz="1200">
                <a:solidFill>
                  <a:schemeClr val="accent5"/>
                </a:solidFill>
                <a:highlight>
                  <a:schemeClr val="accent4"/>
                </a:highlight>
                <a:uFill>
                  <a:noFill/>
                </a:uFill>
                <a:hlinkClick action="ppaction://hlinksldjump" r:id="rId19">
                  <a:extLst>
                    <a:ext uri="{A12FA001-AC4F-418D-AE19-62706E023703}">
                      <ahyp:hlinkClr val="tx"/>
                    </a:ext>
                  </a:extLst>
                </a:hlinkClick>
              </a:rPr>
              <a:t>infographic resources</a:t>
            </a:r>
            <a:r>
              <a:rPr lang="en" sz="1200">
                <a:solidFill>
                  <a:schemeClr val="accent5"/>
                </a:solidFill>
              </a:rPr>
              <a:t>, whose size and color can be edited. </a:t>
            </a:r>
            <a:endParaRPr sz="1200">
              <a:solidFill>
                <a:schemeClr val="accent5"/>
              </a:solidFill>
            </a:endParaRPr>
          </a:p>
          <a:p>
            <a:pPr indent="-304800" lvl="0" marL="914400" rtl="0" algn="l">
              <a:spcBef>
                <a:spcPts val="0"/>
              </a:spcBef>
              <a:spcAft>
                <a:spcPts val="0"/>
              </a:spcAft>
              <a:buClr>
                <a:schemeClr val="accent5"/>
              </a:buClr>
              <a:buSzPts val="1200"/>
              <a:buFont typeface="Didact Gothic"/>
              <a:buChar char="●"/>
            </a:pPr>
            <a:r>
              <a:rPr lang="en" sz="1200">
                <a:solidFill>
                  <a:schemeClr val="accent5"/>
                </a:solidFill>
              </a:rPr>
              <a:t>Sets of </a:t>
            </a:r>
            <a:r>
              <a:rPr b="1" lang="en" sz="1200">
                <a:solidFill>
                  <a:schemeClr val="accent5"/>
                </a:solidFill>
                <a:highlight>
                  <a:schemeClr val="accent4"/>
                </a:highlight>
                <a:uFill>
                  <a:noFill/>
                </a:uFill>
                <a:hlinkClick action="ppaction://hlinksldjump" r:id="rId20">
                  <a:extLst>
                    <a:ext uri="{A12FA001-AC4F-418D-AE19-62706E023703}">
                      <ahyp:hlinkClr val="tx"/>
                    </a:ext>
                  </a:extLst>
                </a:hlinkClick>
              </a:rPr>
              <a:t>customizable icons</a:t>
            </a:r>
            <a:r>
              <a:rPr lang="en" sz="1200">
                <a:solidFill>
                  <a:schemeClr val="accent5"/>
                </a:solidFill>
              </a:rPr>
              <a:t> of the following themes: general, business, avatar, creative process, education, help &amp; support, medical, nature, performing arts, SEO &amp; marketing, and teamwork.</a:t>
            </a:r>
            <a:endParaRPr sz="1200">
              <a:solidFill>
                <a:schemeClr val="accent5"/>
              </a:solidFill>
            </a:endParaRPr>
          </a:p>
          <a:p>
            <a:pPr indent="0" lvl="0" marL="0" rtl="0" algn="l">
              <a:spcBef>
                <a:spcPts val="1000"/>
              </a:spcBef>
              <a:spcAft>
                <a:spcPts val="0"/>
              </a:spcAft>
              <a:buNone/>
            </a:pPr>
            <a:r>
              <a:rPr lang="en" sz="1200">
                <a:solidFill>
                  <a:schemeClr val="accent5"/>
                </a:solidFill>
              </a:rPr>
              <a:t>You can delete this slide when you’re done editing the presentation</a:t>
            </a:r>
            <a:r>
              <a:rPr lang="en" sz="1100">
                <a:solidFill>
                  <a:schemeClr val="accent5"/>
                </a:solidFill>
                <a:latin typeface="Century Gothic"/>
                <a:ea typeface="Century Gothic"/>
                <a:cs typeface="Century Gothic"/>
                <a:sym typeface="Century Gothic"/>
              </a:rPr>
              <a:t>.</a:t>
            </a:r>
            <a:endParaRPr sz="1100">
              <a:solidFill>
                <a:schemeClr val="accent5"/>
              </a:solidFill>
              <a:latin typeface="Century Gothic"/>
              <a:ea typeface="Century Gothic"/>
              <a:cs typeface="Century Gothic"/>
              <a:sym typeface="Century Gothic"/>
            </a:endParaRPr>
          </a:p>
        </p:txBody>
      </p:sp>
      <p:sp>
        <p:nvSpPr>
          <p:cNvPr id="545" name="Google Shape;545;p28"/>
          <p:cNvSpPr txBox="1"/>
          <p:nvPr>
            <p:ph type="title"/>
          </p:nvPr>
        </p:nvSpPr>
        <p:spPr>
          <a:xfrm>
            <a:off x="722400"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9" name="Shape 549"/>
        <p:cNvGrpSpPr/>
        <p:nvPr/>
      </p:nvGrpSpPr>
      <p:grpSpPr>
        <a:xfrm>
          <a:off x="0" y="0"/>
          <a:ext cx="0" cy="0"/>
          <a:chOff x="0" y="0"/>
          <a:chExt cx="0" cy="0"/>
        </a:xfrm>
      </p:grpSpPr>
      <p:sp>
        <p:nvSpPr>
          <p:cNvPr id="550" name="Google Shape;550;p29"/>
          <p:cNvSpPr txBox="1"/>
          <p:nvPr>
            <p:ph idx="6" type="title"/>
          </p:nvPr>
        </p:nvSpPr>
        <p:spPr>
          <a:xfrm>
            <a:off x="722375"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551" name="Google Shape;551;p29"/>
          <p:cNvSpPr txBox="1"/>
          <p:nvPr>
            <p:ph idx="1" type="subTitle"/>
          </p:nvPr>
        </p:nvSpPr>
        <p:spPr>
          <a:xfrm>
            <a:off x="1454213" y="2117745"/>
            <a:ext cx="2367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describe the topic of the section here</a:t>
            </a:r>
            <a:endParaRPr/>
          </a:p>
        </p:txBody>
      </p:sp>
      <p:sp>
        <p:nvSpPr>
          <p:cNvPr id="552" name="Google Shape;552;p29"/>
          <p:cNvSpPr txBox="1"/>
          <p:nvPr>
            <p:ph idx="7" type="subTitle"/>
          </p:nvPr>
        </p:nvSpPr>
        <p:spPr>
          <a:xfrm>
            <a:off x="1454213" y="3738095"/>
            <a:ext cx="2367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describe the topic of the section here</a:t>
            </a:r>
            <a:endParaRPr/>
          </a:p>
        </p:txBody>
      </p:sp>
      <p:sp>
        <p:nvSpPr>
          <p:cNvPr id="553" name="Google Shape;553;p29"/>
          <p:cNvSpPr txBox="1"/>
          <p:nvPr>
            <p:ph idx="2" type="subTitle"/>
          </p:nvPr>
        </p:nvSpPr>
        <p:spPr>
          <a:xfrm>
            <a:off x="5322225" y="2127834"/>
            <a:ext cx="2367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describe the topic of the section here</a:t>
            </a:r>
            <a:endParaRPr/>
          </a:p>
        </p:txBody>
      </p:sp>
      <p:sp>
        <p:nvSpPr>
          <p:cNvPr id="554" name="Google Shape;554;p29"/>
          <p:cNvSpPr txBox="1"/>
          <p:nvPr>
            <p:ph type="title"/>
          </p:nvPr>
        </p:nvSpPr>
        <p:spPr>
          <a:xfrm>
            <a:off x="2270363" y="1392503"/>
            <a:ext cx="735300" cy="38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55" name="Google Shape;555;p29"/>
          <p:cNvSpPr txBox="1"/>
          <p:nvPr>
            <p:ph idx="9" type="title"/>
          </p:nvPr>
        </p:nvSpPr>
        <p:spPr>
          <a:xfrm>
            <a:off x="2270363" y="3012853"/>
            <a:ext cx="735300" cy="38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56" name="Google Shape;556;p29"/>
          <p:cNvSpPr txBox="1"/>
          <p:nvPr>
            <p:ph idx="3" type="title"/>
          </p:nvPr>
        </p:nvSpPr>
        <p:spPr>
          <a:xfrm>
            <a:off x="6130262" y="1393328"/>
            <a:ext cx="735300" cy="38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57" name="Google Shape;557;p29"/>
          <p:cNvSpPr txBox="1"/>
          <p:nvPr>
            <p:ph idx="4" type="subTitle"/>
          </p:nvPr>
        </p:nvSpPr>
        <p:spPr>
          <a:xfrm>
            <a:off x="1009425" y="1809973"/>
            <a:ext cx="3257100" cy="38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OVERVIEW</a:t>
            </a:r>
            <a:endParaRPr/>
          </a:p>
        </p:txBody>
      </p:sp>
      <p:sp>
        <p:nvSpPr>
          <p:cNvPr id="558" name="Google Shape;558;p29"/>
          <p:cNvSpPr txBox="1"/>
          <p:nvPr>
            <p:ph idx="5" type="subTitle"/>
          </p:nvPr>
        </p:nvSpPr>
        <p:spPr>
          <a:xfrm>
            <a:off x="4877475" y="1820073"/>
            <a:ext cx="3257100" cy="38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FEATURES OF THE TOPIC</a:t>
            </a:r>
            <a:endParaRPr/>
          </a:p>
        </p:txBody>
      </p:sp>
      <p:sp>
        <p:nvSpPr>
          <p:cNvPr id="559" name="Google Shape;559;p29"/>
          <p:cNvSpPr txBox="1"/>
          <p:nvPr>
            <p:ph idx="14" type="subTitle"/>
          </p:nvPr>
        </p:nvSpPr>
        <p:spPr>
          <a:xfrm>
            <a:off x="1009425" y="3430323"/>
            <a:ext cx="3257100" cy="38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ASSIGNMENT</a:t>
            </a:r>
            <a:endParaRPr/>
          </a:p>
        </p:txBody>
      </p:sp>
      <p:sp>
        <p:nvSpPr>
          <p:cNvPr id="560" name="Google Shape;560;p29"/>
          <p:cNvSpPr txBox="1"/>
          <p:nvPr>
            <p:ph idx="8" type="subTitle"/>
          </p:nvPr>
        </p:nvSpPr>
        <p:spPr>
          <a:xfrm>
            <a:off x="5322225" y="3748184"/>
            <a:ext cx="2367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describe the topic of the section here</a:t>
            </a:r>
            <a:endParaRPr/>
          </a:p>
        </p:txBody>
      </p:sp>
      <p:sp>
        <p:nvSpPr>
          <p:cNvPr id="561" name="Google Shape;561;p29"/>
          <p:cNvSpPr txBox="1"/>
          <p:nvPr>
            <p:ph idx="13" type="title"/>
          </p:nvPr>
        </p:nvSpPr>
        <p:spPr>
          <a:xfrm>
            <a:off x="6130262" y="3013678"/>
            <a:ext cx="735300" cy="38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62" name="Google Shape;562;p29"/>
          <p:cNvSpPr txBox="1"/>
          <p:nvPr>
            <p:ph idx="15" type="subTitle"/>
          </p:nvPr>
        </p:nvSpPr>
        <p:spPr>
          <a:xfrm>
            <a:off x="4877475" y="3440423"/>
            <a:ext cx="3257100" cy="38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ABOUT THE TOPIC</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6" name="Shape 566"/>
        <p:cNvGrpSpPr/>
        <p:nvPr/>
      </p:nvGrpSpPr>
      <p:grpSpPr>
        <a:xfrm>
          <a:off x="0" y="0"/>
          <a:ext cx="0" cy="0"/>
          <a:chOff x="0" y="0"/>
          <a:chExt cx="0" cy="0"/>
        </a:xfrm>
      </p:grpSpPr>
      <p:sp>
        <p:nvSpPr>
          <p:cNvPr id="567" name="Google Shape;567;p30"/>
          <p:cNvSpPr txBox="1"/>
          <p:nvPr>
            <p:ph type="ctrTitle"/>
          </p:nvPr>
        </p:nvSpPr>
        <p:spPr>
          <a:xfrm>
            <a:off x="2492100" y="2123475"/>
            <a:ext cx="4159800" cy="11244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SECTION</a:t>
            </a:r>
            <a:endParaRPr/>
          </a:p>
        </p:txBody>
      </p:sp>
      <p:sp>
        <p:nvSpPr>
          <p:cNvPr id="568" name="Google Shape;568;p30"/>
          <p:cNvSpPr txBox="1"/>
          <p:nvPr>
            <p:ph idx="1" type="subTitle"/>
          </p:nvPr>
        </p:nvSpPr>
        <p:spPr>
          <a:xfrm>
            <a:off x="2492100" y="3323814"/>
            <a:ext cx="4159800" cy="336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Enter a subtitle here if you need it</a:t>
            </a:r>
            <a:endParaRPr/>
          </a:p>
        </p:txBody>
      </p:sp>
      <p:sp>
        <p:nvSpPr>
          <p:cNvPr id="569" name="Google Shape;569;p30"/>
          <p:cNvSpPr txBox="1"/>
          <p:nvPr>
            <p:ph idx="2" type="title"/>
          </p:nvPr>
        </p:nvSpPr>
        <p:spPr>
          <a:xfrm>
            <a:off x="2492100" y="1483386"/>
            <a:ext cx="4159800" cy="704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01</a:t>
            </a:r>
            <a:endParaRPr/>
          </a:p>
        </p:txBody>
      </p:sp>
      <p:sp>
        <p:nvSpPr>
          <p:cNvPr id="570" name="Google Shape;570;p30"/>
          <p:cNvSpPr/>
          <p:nvPr/>
        </p:nvSpPr>
        <p:spPr>
          <a:xfrm>
            <a:off x="3655800" y="3866701"/>
            <a:ext cx="1832405" cy="244805"/>
          </a:xfrm>
          <a:custGeom>
            <a:rect b="b" l="l" r="r" t="t"/>
            <a:pathLst>
              <a:path extrusionOk="0" h="7463" w="55866">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 name="Google Shape;571;p30"/>
          <p:cNvGrpSpPr/>
          <p:nvPr/>
        </p:nvGrpSpPr>
        <p:grpSpPr>
          <a:xfrm rot="10667963">
            <a:off x="7458206" y="1380526"/>
            <a:ext cx="1385983" cy="2705355"/>
            <a:chOff x="409722" y="228600"/>
            <a:chExt cx="1385931" cy="2705253"/>
          </a:xfrm>
        </p:grpSpPr>
        <p:grpSp>
          <p:nvGrpSpPr>
            <p:cNvPr id="572" name="Google Shape;572;p30"/>
            <p:cNvGrpSpPr/>
            <p:nvPr/>
          </p:nvGrpSpPr>
          <p:grpSpPr>
            <a:xfrm flipH="1" rot="-617154">
              <a:off x="575967" y="402323"/>
              <a:ext cx="1053440" cy="2450002"/>
              <a:chOff x="3817855" y="1437512"/>
              <a:chExt cx="541146" cy="1128254"/>
            </a:xfrm>
          </p:grpSpPr>
          <p:sp>
            <p:nvSpPr>
              <p:cNvPr id="573" name="Google Shape;573;p30"/>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0"/>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 name="Google Shape;575;p30"/>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 name="Google Shape;576;p30"/>
          <p:cNvGrpSpPr/>
          <p:nvPr/>
        </p:nvGrpSpPr>
        <p:grpSpPr>
          <a:xfrm rot="-230834">
            <a:off x="262018" y="1063686"/>
            <a:ext cx="1386005" cy="2705399"/>
            <a:chOff x="409722" y="228600"/>
            <a:chExt cx="1385931" cy="2705253"/>
          </a:xfrm>
        </p:grpSpPr>
        <p:grpSp>
          <p:nvGrpSpPr>
            <p:cNvPr id="577" name="Google Shape;577;p30"/>
            <p:cNvGrpSpPr/>
            <p:nvPr/>
          </p:nvGrpSpPr>
          <p:grpSpPr>
            <a:xfrm flipH="1" rot="-617154">
              <a:off x="575967" y="402323"/>
              <a:ext cx="1053440" cy="2450002"/>
              <a:chOff x="3817855" y="1437512"/>
              <a:chExt cx="541146" cy="1128254"/>
            </a:xfrm>
          </p:grpSpPr>
          <p:sp>
            <p:nvSpPr>
              <p:cNvPr id="578" name="Google Shape;578;p30"/>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0"/>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 name="Google Shape;580;p30"/>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4C64D8"/>
        </a:solidFill>
      </p:bgPr>
    </p:bg>
    <p:spTree>
      <p:nvGrpSpPr>
        <p:cNvPr id="584" name="Shape 584"/>
        <p:cNvGrpSpPr/>
        <p:nvPr/>
      </p:nvGrpSpPr>
      <p:grpSpPr>
        <a:xfrm>
          <a:off x="0" y="0"/>
          <a:ext cx="0" cy="0"/>
          <a:chOff x="0" y="0"/>
          <a:chExt cx="0" cy="0"/>
        </a:xfrm>
      </p:grpSpPr>
      <p:sp>
        <p:nvSpPr>
          <p:cNvPr id="585" name="Google Shape;585;p31"/>
          <p:cNvSpPr txBox="1"/>
          <p:nvPr>
            <p:ph type="ctrTitle"/>
          </p:nvPr>
        </p:nvSpPr>
        <p:spPr>
          <a:xfrm>
            <a:off x="4969070" y="1686150"/>
            <a:ext cx="3441000" cy="4269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INTRODUCTION</a:t>
            </a:r>
            <a:endParaRPr/>
          </a:p>
        </p:txBody>
      </p:sp>
      <p:grpSp>
        <p:nvGrpSpPr>
          <p:cNvPr id="586" name="Google Shape;586;p31"/>
          <p:cNvGrpSpPr/>
          <p:nvPr/>
        </p:nvGrpSpPr>
        <p:grpSpPr>
          <a:xfrm>
            <a:off x="871286" y="1178546"/>
            <a:ext cx="3487507" cy="2665645"/>
            <a:chOff x="871286" y="1178546"/>
            <a:chExt cx="3487507" cy="2665645"/>
          </a:xfrm>
        </p:grpSpPr>
        <p:sp>
          <p:nvSpPr>
            <p:cNvPr id="587" name="Google Shape;587;p31"/>
            <p:cNvSpPr/>
            <p:nvPr/>
          </p:nvSpPr>
          <p:spPr>
            <a:xfrm>
              <a:off x="3724729" y="1676469"/>
              <a:ext cx="250882" cy="217694"/>
            </a:xfrm>
            <a:custGeom>
              <a:rect b="b" l="l" r="r" t="t"/>
              <a:pathLst>
                <a:path extrusionOk="0" h="11505" w="13259">
                  <a:moveTo>
                    <a:pt x="6567" y="1"/>
                  </a:moveTo>
                  <a:lnTo>
                    <a:pt x="1" y="11505"/>
                  </a:lnTo>
                  <a:lnTo>
                    <a:pt x="13259" y="11505"/>
                  </a:lnTo>
                  <a:lnTo>
                    <a:pt x="65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1"/>
            <p:cNvSpPr/>
            <p:nvPr/>
          </p:nvSpPr>
          <p:spPr>
            <a:xfrm>
              <a:off x="1017834" y="2858259"/>
              <a:ext cx="100550" cy="102934"/>
            </a:xfrm>
            <a:custGeom>
              <a:rect b="b" l="l" r="r" t="t"/>
              <a:pathLst>
                <a:path extrusionOk="0" h="5440" w="5314">
                  <a:moveTo>
                    <a:pt x="2707" y="0"/>
                  </a:moveTo>
                  <a:cubicBezTo>
                    <a:pt x="1253" y="0"/>
                    <a:pt x="0" y="1254"/>
                    <a:pt x="0" y="2707"/>
                  </a:cubicBezTo>
                  <a:cubicBezTo>
                    <a:pt x="0" y="4186"/>
                    <a:pt x="1253" y="5439"/>
                    <a:pt x="2707" y="5439"/>
                  </a:cubicBezTo>
                  <a:cubicBezTo>
                    <a:pt x="4161" y="5439"/>
                    <a:pt x="5314" y="4186"/>
                    <a:pt x="5314" y="2707"/>
                  </a:cubicBezTo>
                  <a:cubicBezTo>
                    <a:pt x="5314" y="1254"/>
                    <a:pt x="4161" y="0"/>
                    <a:pt x="2707" y="0"/>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1"/>
            <p:cNvSpPr/>
            <p:nvPr/>
          </p:nvSpPr>
          <p:spPr>
            <a:xfrm>
              <a:off x="871286" y="2075773"/>
              <a:ext cx="215328" cy="853632"/>
            </a:xfrm>
            <a:custGeom>
              <a:rect b="b" l="l" r="r" t="t"/>
              <a:pathLst>
                <a:path extrusionOk="0" h="45114" w="11380">
                  <a:moveTo>
                    <a:pt x="6066" y="1"/>
                  </a:moveTo>
                  <a:cubicBezTo>
                    <a:pt x="2206" y="5640"/>
                    <a:pt x="1" y="12332"/>
                    <a:pt x="1" y="19625"/>
                  </a:cubicBezTo>
                  <a:cubicBezTo>
                    <a:pt x="1" y="29650"/>
                    <a:pt x="4287" y="38748"/>
                    <a:pt x="11079" y="45114"/>
                  </a:cubicBezTo>
                  <a:lnTo>
                    <a:pt x="11379" y="44813"/>
                  </a:lnTo>
                  <a:cubicBezTo>
                    <a:pt x="4612" y="38547"/>
                    <a:pt x="427" y="29550"/>
                    <a:pt x="427" y="19625"/>
                  </a:cubicBezTo>
                  <a:cubicBezTo>
                    <a:pt x="427" y="12432"/>
                    <a:pt x="2607" y="5740"/>
                    <a:pt x="6367" y="201"/>
                  </a:cubicBezTo>
                  <a:lnTo>
                    <a:pt x="6066" y="1"/>
                  </a:lnTo>
                  <a:close/>
                </a:path>
              </a:pathLst>
            </a:custGeom>
            <a:solidFill>
              <a:srgbClr val="FF952B"/>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1"/>
            <p:cNvSpPr/>
            <p:nvPr/>
          </p:nvSpPr>
          <p:spPr>
            <a:xfrm>
              <a:off x="3817672" y="1437470"/>
              <a:ext cx="541122" cy="112820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1"/>
            <p:cNvSpPr/>
            <p:nvPr/>
          </p:nvSpPr>
          <p:spPr>
            <a:xfrm>
              <a:off x="3789706" y="1403789"/>
              <a:ext cx="81098" cy="79225"/>
            </a:xfrm>
            <a:custGeom>
              <a:rect b="b" l="l" r="r" t="t"/>
              <a:pathLst>
                <a:path extrusionOk="0" h="4187" w="4286">
                  <a:moveTo>
                    <a:pt x="2206" y="1"/>
                  </a:moveTo>
                  <a:cubicBezTo>
                    <a:pt x="1053" y="1"/>
                    <a:pt x="0" y="953"/>
                    <a:pt x="126" y="2106"/>
                  </a:cubicBezTo>
                  <a:cubicBezTo>
                    <a:pt x="126" y="3259"/>
                    <a:pt x="1053" y="4186"/>
                    <a:pt x="2206" y="4186"/>
                  </a:cubicBezTo>
                  <a:cubicBezTo>
                    <a:pt x="3258" y="4186"/>
                    <a:pt x="4286" y="3259"/>
                    <a:pt x="4286" y="2106"/>
                  </a:cubicBezTo>
                  <a:cubicBezTo>
                    <a:pt x="4186" y="953"/>
                    <a:pt x="3359" y="1"/>
                    <a:pt x="2206"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1"/>
            <p:cNvSpPr/>
            <p:nvPr/>
          </p:nvSpPr>
          <p:spPr>
            <a:xfrm>
              <a:off x="1051023" y="2188640"/>
              <a:ext cx="67361" cy="51240"/>
            </a:xfrm>
            <a:custGeom>
              <a:rect b="b" l="l" r="r" t="t"/>
              <a:pathLst>
                <a:path extrusionOk="0" h="2708" w="3560">
                  <a:moveTo>
                    <a:pt x="1780" y="1"/>
                  </a:moveTo>
                  <a:cubicBezTo>
                    <a:pt x="1" y="1"/>
                    <a:pt x="1" y="2708"/>
                    <a:pt x="1780" y="2708"/>
                  </a:cubicBezTo>
                  <a:cubicBezTo>
                    <a:pt x="3459" y="2708"/>
                    <a:pt x="3560" y="1"/>
                    <a:pt x="1780"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1"/>
            <p:cNvSpPr/>
            <p:nvPr/>
          </p:nvSpPr>
          <p:spPr>
            <a:xfrm>
              <a:off x="1713054" y="3158451"/>
              <a:ext cx="65450" cy="51694"/>
            </a:xfrm>
            <a:custGeom>
              <a:rect b="b" l="l" r="r" t="t"/>
              <a:pathLst>
                <a:path extrusionOk="0" h="2732" w="3459">
                  <a:moveTo>
                    <a:pt x="1679" y="0"/>
                  </a:moveTo>
                  <a:cubicBezTo>
                    <a:pt x="0" y="0"/>
                    <a:pt x="0" y="2732"/>
                    <a:pt x="1679" y="2732"/>
                  </a:cubicBezTo>
                  <a:cubicBezTo>
                    <a:pt x="3459" y="2732"/>
                    <a:pt x="3459" y="0"/>
                    <a:pt x="1679" y="0"/>
                  </a:cubicBezTo>
                  <a:close/>
                </a:path>
              </a:pathLst>
            </a:custGeom>
            <a:solidFill>
              <a:srgbClr val="C42A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1"/>
            <p:cNvSpPr/>
            <p:nvPr/>
          </p:nvSpPr>
          <p:spPr>
            <a:xfrm>
              <a:off x="3985564" y="1615295"/>
              <a:ext cx="39376" cy="29896"/>
            </a:xfrm>
            <a:custGeom>
              <a:rect b="b" l="l" r="r" t="t"/>
              <a:pathLst>
                <a:path extrusionOk="0" h="1580" w="2081">
                  <a:moveTo>
                    <a:pt x="1053" y="1"/>
                  </a:moveTo>
                  <a:cubicBezTo>
                    <a:pt x="0" y="1"/>
                    <a:pt x="0" y="1580"/>
                    <a:pt x="1053" y="1580"/>
                  </a:cubicBezTo>
                  <a:cubicBezTo>
                    <a:pt x="2080" y="1580"/>
                    <a:pt x="2080" y="1"/>
                    <a:pt x="10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1"/>
            <p:cNvSpPr/>
            <p:nvPr/>
          </p:nvSpPr>
          <p:spPr>
            <a:xfrm>
              <a:off x="3303608" y="2710292"/>
              <a:ext cx="67361" cy="51240"/>
            </a:xfrm>
            <a:custGeom>
              <a:rect b="b" l="l" r="r" t="t"/>
              <a:pathLst>
                <a:path extrusionOk="0" h="2708" w="3560">
                  <a:moveTo>
                    <a:pt x="1780" y="1"/>
                  </a:moveTo>
                  <a:cubicBezTo>
                    <a:pt x="1" y="1"/>
                    <a:pt x="1" y="2708"/>
                    <a:pt x="1780" y="2708"/>
                  </a:cubicBezTo>
                  <a:cubicBezTo>
                    <a:pt x="3560" y="2708"/>
                    <a:pt x="3560" y="1"/>
                    <a:pt x="1780" y="1"/>
                  </a:cubicBezTo>
                  <a:close/>
                </a:path>
              </a:pathLst>
            </a:custGeom>
            <a:solidFill>
              <a:srgbClr val="C42A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1"/>
            <p:cNvSpPr/>
            <p:nvPr/>
          </p:nvSpPr>
          <p:spPr>
            <a:xfrm>
              <a:off x="2205301" y="3646895"/>
              <a:ext cx="750717" cy="156047"/>
            </a:xfrm>
            <a:custGeom>
              <a:rect b="b" l="l" r="r" t="t"/>
              <a:pathLst>
                <a:path extrusionOk="0" h="8247" w="39675">
                  <a:moveTo>
                    <a:pt x="3960" y="1"/>
                  </a:moveTo>
                  <a:cubicBezTo>
                    <a:pt x="4913" y="5515"/>
                    <a:pt x="0" y="8246"/>
                    <a:pt x="0" y="8246"/>
                  </a:cubicBezTo>
                  <a:lnTo>
                    <a:pt x="39675" y="8246"/>
                  </a:lnTo>
                  <a:cubicBezTo>
                    <a:pt x="35189" y="5114"/>
                    <a:pt x="36016" y="1"/>
                    <a:pt x="36016" y="1"/>
                  </a:cubicBezTo>
                  <a:close/>
                </a:path>
              </a:pathLst>
            </a:custGeom>
            <a:solidFill>
              <a:schemeClr val="accent1"/>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1"/>
            <p:cNvSpPr/>
            <p:nvPr/>
          </p:nvSpPr>
          <p:spPr>
            <a:xfrm>
              <a:off x="2189179" y="3642637"/>
              <a:ext cx="778702" cy="164089"/>
            </a:xfrm>
            <a:custGeom>
              <a:rect b="b" l="l" r="r" t="t"/>
              <a:pathLst>
                <a:path extrusionOk="0" h="8672" w="41154">
                  <a:moveTo>
                    <a:pt x="36667" y="426"/>
                  </a:moveTo>
                  <a:lnTo>
                    <a:pt x="36667" y="1354"/>
                  </a:lnTo>
                  <a:cubicBezTo>
                    <a:pt x="36667" y="2206"/>
                    <a:pt x="36767" y="3459"/>
                    <a:pt x="37294" y="4712"/>
                  </a:cubicBezTo>
                  <a:cubicBezTo>
                    <a:pt x="37757" y="5904"/>
                    <a:pt x="38531" y="7173"/>
                    <a:pt x="39856" y="8246"/>
                  </a:cubicBezTo>
                  <a:lnTo>
                    <a:pt x="1566" y="8246"/>
                  </a:lnTo>
                  <a:cubicBezTo>
                    <a:pt x="1962" y="7945"/>
                    <a:pt x="2501" y="7489"/>
                    <a:pt x="3033" y="6893"/>
                  </a:cubicBezTo>
                  <a:cubicBezTo>
                    <a:pt x="4086" y="5740"/>
                    <a:pt x="5138" y="3985"/>
                    <a:pt x="5138" y="1579"/>
                  </a:cubicBezTo>
                  <a:cubicBezTo>
                    <a:pt x="5138" y="1221"/>
                    <a:pt x="5138" y="792"/>
                    <a:pt x="5064" y="426"/>
                  </a:cubicBezTo>
                  <a:close/>
                  <a:moveTo>
                    <a:pt x="4612" y="0"/>
                  </a:moveTo>
                  <a:lnTo>
                    <a:pt x="4612" y="226"/>
                  </a:lnTo>
                  <a:cubicBezTo>
                    <a:pt x="4712" y="727"/>
                    <a:pt x="4712" y="1153"/>
                    <a:pt x="4712" y="1579"/>
                  </a:cubicBezTo>
                  <a:cubicBezTo>
                    <a:pt x="4712" y="3760"/>
                    <a:pt x="3760" y="5539"/>
                    <a:pt x="2732" y="6592"/>
                  </a:cubicBezTo>
                  <a:cubicBezTo>
                    <a:pt x="2206" y="7218"/>
                    <a:pt x="1679" y="7619"/>
                    <a:pt x="1379" y="7845"/>
                  </a:cubicBezTo>
                  <a:cubicBezTo>
                    <a:pt x="1153" y="8045"/>
                    <a:pt x="1053" y="8146"/>
                    <a:pt x="852" y="8146"/>
                  </a:cubicBezTo>
                  <a:cubicBezTo>
                    <a:pt x="852" y="8246"/>
                    <a:pt x="852" y="8246"/>
                    <a:pt x="752" y="8246"/>
                  </a:cubicBezTo>
                  <a:lnTo>
                    <a:pt x="0" y="8672"/>
                  </a:lnTo>
                  <a:lnTo>
                    <a:pt x="41153" y="8672"/>
                  </a:lnTo>
                  <a:lnTo>
                    <a:pt x="40627" y="8246"/>
                  </a:lnTo>
                  <a:cubicBezTo>
                    <a:pt x="39073" y="7218"/>
                    <a:pt x="38121" y="5865"/>
                    <a:pt x="37720" y="4612"/>
                  </a:cubicBezTo>
                  <a:cubicBezTo>
                    <a:pt x="37193" y="3359"/>
                    <a:pt x="37093" y="2106"/>
                    <a:pt x="37093" y="1354"/>
                  </a:cubicBezTo>
                  <a:lnTo>
                    <a:pt x="37093" y="527"/>
                  </a:lnTo>
                  <a:lnTo>
                    <a:pt x="37093" y="326"/>
                  </a:lnTo>
                  <a:lnTo>
                    <a:pt x="37093" y="226"/>
                  </a:lnTo>
                  <a:lnTo>
                    <a:pt x="37193" y="0"/>
                  </a:lnTo>
                  <a:close/>
                </a:path>
              </a:pathLst>
            </a:custGeom>
            <a:solidFill>
              <a:srgbClr val="2A49A8"/>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1"/>
            <p:cNvSpPr/>
            <p:nvPr/>
          </p:nvSpPr>
          <p:spPr>
            <a:xfrm>
              <a:off x="2147911" y="3798646"/>
              <a:ext cx="873556" cy="41760"/>
            </a:xfrm>
            <a:custGeom>
              <a:rect b="b" l="l" r="r" t="t"/>
              <a:pathLst>
                <a:path extrusionOk="0" h="2207" w="46167">
                  <a:moveTo>
                    <a:pt x="1154" y="1"/>
                  </a:moveTo>
                  <a:cubicBezTo>
                    <a:pt x="527" y="1"/>
                    <a:pt x="1" y="527"/>
                    <a:pt x="1" y="1054"/>
                  </a:cubicBezTo>
                  <a:cubicBezTo>
                    <a:pt x="1" y="1680"/>
                    <a:pt x="527" y="2206"/>
                    <a:pt x="1154" y="2206"/>
                  </a:cubicBezTo>
                  <a:lnTo>
                    <a:pt x="45014" y="2206"/>
                  </a:lnTo>
                  <a:cubicBezTo>
                    <a:pt x="45640" y="2206"/>
                    <a:pt x="46166" y="1680"/>
                    <a:pt x="46166" y="1054"/>
                  </a:cubicBezTo>
                  <a:cubicBezTo>
                    <a:pt x="46166" y="527"/>
                    <a:pt x="45640" y="1"/>
                    <a:pt x="450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1"/>
            <p:cNvSpPr/>
            <p:nvPr/>
          </p:nvSpPr>
          <p:spPr>
            <a:xfrm>
              <a:off x="2144127" y="3794862"/>
              <a:ext cx="881125" cy="49329"/>
            </a:xfrm>
            <a:custGeom>
              <a:rect b="b" l="l" r="r" t="t"/>
              <a:pathLst>
                <a:path extrusionOk="0" h="2607" w="46567">
                  <a:moveTo>
                    <a:pt x="45214" y="426"/>
                  </a:moveTo>
                  <a:cubicBezTo>
                    <a:pt x="45514" y="426"/>
                    <a:pt x="45740" y="527"/>
                    <a:pt x="45840" y="727"/>
                  </a:cubicBezTo>
                  <a:cubicBezTo>
                    <a:pt x="46041" y="828"/>
                    <a:pt x="46141" y="1053"/>
                    <a:pt x="46141" y="1254"/>
                  </a:cubicBezTo>
                  <a:cubicBezTo>
                    <a:pt x="46141" y="1579"/>
                    <a:pt x="46041" y="1780"/>
                    <a:pt x="45840" y="1880"/>
                  </a:cubicBezTo>
                  <a:cubicBezTo>
                    <a:pt x="45740" y="2081"/>
                    <a:pt x="45514" y="2206"/>
                    <a:pt x="45214" y="2206"/>
                  </a:cubicBezTo>
                  <a:lnTo>
                    <a:pt x="1354" y="2206"/>
                  </a:lnTo>
                  <a:cubicBezTo>
                    <a:pt x="1028" y="2206"/>
                    <a:pt x="827" y="2081"/>
                    <a:pt x="727" y="1880"/>
                  </a:cubicBezTo>
                  <a:cubicBezTo>
                    <a:pt x="502" y="1780"/>
                    <a:pt x="401" y="1579"/>
                    <a:pt x="401" y="1254"/>
                  </a:cubicBezTo>
                  <a:cubicBezTo>
                    <a:pt x="401" y="1053"/>
                    <a:pt x="502" y="828"/>
                    <a:pt x="727" y="727"/>
                  </a:cubicBezTo>
                  <a:cubicBezTo>
                    <a:pt x="827" y="527"/>
                    <a:pt x="1028" y="426"/>
                    <a:pt x="1354" y="426"/>
                  </a:cubicBezTo>
                  <a:close/>
                  <a:moveTo>
                    <a:pt x="1354" y="0"/>
                  </a:moveTo>
                  <a:cubicBezTo>
                    <a:pt x="627" y="0"/>
                    <a:pt x="0" y="627"/>
                    <a:pt x="0" y="1254"/>
                  </a:cubicBezTo>
                  <a:cubicBezTo>
                    <a:pt x="0" y="1980"/>
                    <a:pt x="627" y="2607"/>
                    <a:pt x="1354" y="2607"/>
                  </a:cubicBezTo>
                  <a:lnTo>
                    <a:pt x="45214" y="2607"/>
                  </a:lnTo>
                  <a:cubicBezTo>
                    <a:pt x="45940" y="2607"/>
                    <a:pt x="46567" y="1980"/>
                    <a:pt x="46567" y="1254"/>
                  </a:cubicBezTo>
                  <a:cubicBezTo>
                    <a:pt x="46567" y="627"/>
                    <a:pt x="45940" y="0"/>
                    <a:pt x="45214" y="0"/>
                  </a:cubicBezTo>
                  <a:close/>
                </a:path>
              </a:pathLst>
            </a:custGeom>
            <a:solidFill>
              <a:srgbClr val="2A49A8"/>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1"/>
            <p:cNvSpPr/>
            <p:nvPr/>
          </p:nvSpPr>
          <p:spPr>
            <a:xfrm>
              <a:off x="1302359" y="1826802"/>
              <a:ext cx="2564660" cy="1849516"/>
            </a:xfrm>
            <a:custGeom>
              <a:rect b="b" l="l" r="r" t="t"/>
              <a:pathLst>
                <a:path extrusionOk="0" h="97746" w="135541">
                  <a:moveTo>
                    <a:pt x="4587" y="1"/>
                  </a:moveTo>
                  <a:cubicBezTo>
                    <a:pt x="2081" y="1"/>
                    <a:pt x="1" y="1981"/>
                    <a:pt x="1" y="4487"/>
                  </a:cubicBezTo>
                  <a:lnTo>
                    <a:pt x="1" y="93159"/>
                  </a:lnTo>
                  <a:cubicBezTo>
                    <a:pt x="1" y="95666"/>
                    <a:pt x="2081" y="97746"/>
                    <a:pt x="4587" y="97746"/>
                  </a:cubicBezTo>
                  <a:lnTo>
                    <a:pt x="130954" y="97746"/>
                  </a:lnTo>
                  <a:cubicBezTo>
                    <a:pt x="133460" y="97746"/>
                    <a:pt x="135540" y="95666"/>
                    <a:pt x="135540" y="93159"/>
                  </a:cubicBezTo>
                  <a:lnTo>
                    <a:pt x="135540" y="4487"/>
                  </a:lnTo>
                  <a:cubicBezTo>
                    <a:pt x="135540" y="1981"/>
                    <a:pt x="133460" y="1"/>
                    <a:pt x="130954" y="1"/>
                  </a:cubicBezTo>
                  <a:close/>
                </a:path>
              </a:pathLst>
            </a:custGeom>
            <a:solidFill>
              <a:schemeClr val="accent1"/>
            </a:solidFill>
            <a:ln cap="flat" cmpd="sng" w="19050">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1"/>
            <p:cNvSpPr/>
            <p:nvPr/>
          </p:nvSpPr>
          <p:spPr>
            <a:xfrm>
              <a:off x="1298102" y="1823017"/>
              <a:ext cx="2572702" cy="1857104"/>
            </a:xfrm>
            <a:custGeom>
              <a:rect b="b" l="l" r="r" t="t"/>
              <a:pathLst>
                <a:path extrusionOk="0" h="98147" w="135966">
                  <a:moveTo>
                    <a:pt x="131179" y="401"/>
                  </a:moveTo>
                  <a:cubicBezTo>
                    <a:pt x="132432" y="401"/>
                    <a:pt x="133460" y="827"/>
                    <a:pt x="134312" y="1654"/>
                  </a:cubicBezTo>
                  <a:cubicBezTo>
                    <a:pt x="135039" y="2406"/>
                    <a:pt x="135565" y="3534"/>
                    <a:pt x="135565" y="4687"/>
                  </a:cubicBezTo>
                  <a:lnTo>
                    <a:pt x="135565" y="93359"/>
                  </a:lnTo>
                  <a:cubicBezTo>
                    <a:pt x="135565" y="94612"/>
                    <a:pt x="135039" y="95640"/>
                    <a:pt x="134312" y="96492"/>
                  </a:cubicBezTo>
                  <a:cubicBezTo>
                    <a:pt x="133460" y="97219"/>
                    <a:pt x="132432" y="97745"/>
                    <a:pt x="131179" y="97745"/>
                  </a:cubicBezTo>
                  <a:lnTo>
                    <a:pt x="4812" y="97745"/>
                  </a:lnTo>
                  <a:cubicBezTo>
                    <a:pt x="3559" y="97745"/>
                    <a:pt x="2507" y="97219"/>
                    <a:pt x="1680" y="96492"/>
                  </a:cubicBezTo>
                  <a:cubicBezTo>
                    <a:pt x="953" y="95640"/>
                    <a:pt x="426" y="94612"/>
                    <a:pt x="426" y="93359"/>
                  </a:cubicBezTo>
                  <a:lnTo>
                    <a:pt x="426" y="4687"/>
                  </a:lnTo>
                  <a:cubicBezTo>
                    <a:pt x="426" y="3534"/>
                    <a:pt x="953" y="2406"/>
                    <a:pt x="1680" y="1654"/>
                  </a:cubicBezTo>
                  <a:cubicBezTo>
                    <a:pt x="2507" y="827"/>
                    <a:pt x="3559" y="401"/>
                    <a:pt x="4812" y="401"/>
                  </a:cubicBezTo>
                  <a:close/>
                  <a:moveTo>
                    <a:pt x="4812" y="0"/>
                  </a:moveTo>
                  <a:cubicBezTo>
                    <a:pt x="2206" y="0"/>
                    <a:pt x="0" y="2081"/>
                    <a:pt x="0" y="4687"/>
                  </a:cubicBezTo>
                  <a:lnTo>
                    <a:pt x="0" y="93359"/>
                  </a:lnTo>
                  <a:cubicBezTo>
                    <a:pt x="0" y="95966"/>
                    <a:pt x="2206" y="98146"/>
                    <a:pt x="4812" y="98146"/>
                  </a:cubicBezTo>
                  <a:lnTo>
                    <a:pt x="131179" y="98146"/>
                  </a:lnTo>
                  <a:cubicBezTo>
                    <a:pt x="133785" y="98146"/>
                    <a:pt x="135966" y="95966"/>
                    <a:pt x="135966" y="93359"/>
                  </a:cubicBezTo>
                  <a:lnTo>
                    <a:pt x="135966" y="4687"/>
                  </a:lnTo>
                  <a:cubicBezTo>
                    <a:pt x="135966" y="2081"/>
                    <a:pt x="133785" y="0"/>
                    <a:pt x="1311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1"/>
            <p:cNvSpPr/>
            <p:nvPr/>
          </p:nvSpPr>
          <p:spPr>
            <a:xfrm>
              <a:off x="1302359" y="1826802"/>
              <a:ext cx="2564660" cy="1574944"/>
            </a:xfrm>
            <a:custGeom>
              <a:rect b="b" l="l" r="r" t="t"/>
              <a:pathLst>
                <a:path extrusionOk="0" h="83235" w="135541">
                  <a:moveTo>
                    <a:pt x="4587" y="1"/>
                  </a:moveTo>
                  <a:cubicBezTo>
                    <a:pt x="2081" y="1"/>
                    <a:pt x="1" y="1981"/>
                    <a:pt x="1" y="4487"/>
                  </a:cubicBezTo>
                  <a:lnTo>
                    <a:pt x="1" y="83234"/>
                  </a:lnTo>
                  <a:lnTo>
                    <a:pt x="135540" y="83234"/>
                  </a:lnTo>
                  <a:lnTo>
                    <a:pt x="135540" y="4487"/>
                  </a:lnTo>
                  <a:cubicBezTo>
                    <a:pt x="135540" y="1981"/>
                    <a:pt x="133460" y="1"/>
                    <a:pt x="1309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1"/>
            <p:cNvSpPr/>
            <p:nvPr/>
          </p:nvSpPr>
          <p:spPr>
            <a:xfrm>
              <a:off x="1298102" y="1823017"/>
              <a:ext cx="2572702" cy="1582513"/>
            </a:xfrm>
            <a:custGeom>
              <a:rect b="b" l="l" r="r" t="t"/>
              <a:pathLst>
                <a:path extrusionOk="0" h="83635" w="135966">
                  <a:moveTo>
                    <a:pt x="131179" y="401"/>
                  </a:moveTo>
                  <a:cubicBezTo>
                    <a:pt x="132432" y="401"/>
                    <a:pt x="133460" y="827"/>
                    <a:pt x="134312" y="1654"/>
                  </a:cubicBezTo>
                  <a:cubicBezTo>
                    <a:pt x="135039" y="2406"/>
                    <a:pt x="135565" y="3534"/>
                    <a:pt x="135565" y="4687"/>
                  </a:cubicBezTo>
                  <a:lnTo>
                    <a:pt x="135565" y="83234"/>
                  </a:lnTo>
                  <a:lnTo>
                    <a:pt x="426" y="83234"/>
                  </a:lnTo>
                  <a:lnTo>
                    <a:pt x="426" y="4687"/>
                  </a:lnTo>
                  <a:cubicBezTo>
                    <a:pt x="426" y="3534"/>
                    <a:pt x="953" y="2406"/>
                    <a:pt x="1680" y="1654"/>
                  </a:cubicBezTo>
                  <a:cubicBezTo>
                    <a:pt x="2507" y="827"/>
                    <a:pt x="3559" y="401"/>
                    <a:pt x="4812" y="401"/>
                  </a:cubicBezTo>
                  <a:close/>
                  <a:moveTo>
                    <a:pt x="4812" y="0"/>
                  </a:moveTo>
                  <a:cubicBezTo>
                    <a:pt x="2206" y="0"/>
                    <a:pt x="0" y="2081"/>
                    <a:pt x="0" y="4687"/>
                  </a:cubicBezTo>
                  <a:lnTo>
                    <a:pt x="0" y="83635"/>
                  </a:lnTo>
                  <a:lnTo>
                    <a:pt x="135966" y="83635"/>
                  </a:lnTo>
                  <a:lnTo>
                    <a:pt x="135966" y="4687"/>
                  </a:lnTo>
                  <a:cubicBezTo>
                    <a:pt x="135966" y="2081"/>
                    <a:pt x="133785" y="0"/>
                    <a:pt x="131179"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1"/>
            <p:cNvSpPr/>
            <p:nvPr/>
          </p:nvSpPr>
          <p:spPr>
            <a:xfrm>
              <a:off x="1402909" y="1925440"/>
              <a:ext cx="2363107" cy="1365803"/>
            </a:xfrm>
            <a:custGeom>
              <a:rect b="b" l="l" r="r" t="t"/>
              <a:pathLst>
                <a:path extrusionOk="0" h="72182" w="124889">
                  <a:moveTo>
                    <a:pt x="0" y="1"/>
                  </a:moveTo>
                  <a:lnTo>
                    <a:pt x="0" y="72182"/>
                  </a:lnTo>
                  <a:lnTo>
                    <a:pt x="124888" y="72182"/>
                  </a:lnTo>
                  <a:lnTo>
                    <a:pt x="124888" y="1"/>
                  </a:ln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1"/>
            <p:cNvSpPr/>
            <p:nvPr/>
          </p:nvSpPr>
          <p:spPr>
            <a:xfrm>
              <a:off x="1399106" y="1921656"/>
              <a:ext cx="2371167" cy="1373391"/>
            </a:xfrm>
            <a:custGeom>
              <a:rect b="b" l="l" r="r" t="t"/>
              <a:pathLst>
                <a:path extrusionOk="0" h="72583" w="125315">
                  <a:moveTo>
                    <a:pt x="124889" y="426"/>
                  </a:moveTo>
                  <a:lnTo>
                    <a:pt x="124889" y="72156"/>
                  </a:lnTo>
                  <a:lnTo>
                    <a:pt x="402" y="72156"/>
                  </a:lnTo>
                  <a:lnTo>
                    <a:pt x="402" y="426"/>
                  </a:lnTo>
                  <a:close/>
                  <a:moveTo>
                    <a:pt x="1" y="0"/>
                  </a:moveTo>
                  <a:lnTo>
                    <a:pt x="1" y="72582"/>
                  </a:lnTo>
                  <a:lnTo>
                    <a:pt x="125315" y="72582"/>
                  </a:lnTo>
                  <a:lnTo>
                    <a:pt x="125315"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1"/>
            <p:cNvSpPr/>
            <p:nvPr/>
          </p:nvSpPr>
          <p:spPr>
            <a:xfrm>
              <a:off x="2529202" y="3482825"/>
              <a:ext cx="110502" cy="108610"/>
            </a:xfrm>
            <a:custGeom>
              <a:rect b="b" l="l" r="r" t="t"/>
              <a:pathLst>
                <a:path extrusionOk="0" h="5740" w="5840">
                  <a:moveTo>
                    <a:pt x="2933" y="0"/>
                  </a:moveTo>
                  <a:cubicBezTo>
                    <a:pt x="1354" y="0"/>
                    <a:pt x="0" y="1253"/>
                    <a:pt x="0" y="2907"/>
                  </a:cubicBezTo>
                  <a:cubicBezTo>
                    <a:pt x="0" y="4486"/>
                    <a:pt x="1354" y="5739"/>
                    <a:pt x="2933" y="5739"/>
                  </a:cubicBezTo>
                  <a:cubicBezTo>
                    <a:pt x="4487" y="5739"/>
                    <a:pt x="5840" y="4486"/>
                    <a:pt x="5840" y="2907"/>
                  </a:cubicBezTo>
                  <a:cubicBezTo>
                    <a:pt x="5840" y="1253"/>
                    <a:pt x="4487" y="0"/>
                    <a:pt x="2933" y="0"/>
                  </a:cubicBezTo>
                  <a:close/>
                </a:path>
              </a:pathLst>
            </a:custGeom>
            <a:solidFill>
              <a:schemeClr val="accent3"/>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1"/>
            <p:cNvSpPr/>
            <p:nvPr/>
          </p:nvSpPr>
          <p:spPr>
            <a:xfrm>
              <a:off x="3092575" y="2260259"/>
              <a:ext cx="1057077" cy="141212"/>
            </a:xfrm>
            <a:custGeom>
              <a:rect b="b" l="l" r="r" t="t"/>
              <a:pathLst>
                <a:path extrusionOk="0" h="7463" w="55866">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1"/>
            <p:cNvSpPr/>
            <p:nvPr/>
          </p:nvSpPr>
          <p:spPr>
            <a:xfrm>
              <a:off x="1472143" y="2129359"/>
              <a:ext cx="420666" cy="359493"/>
            </a:xfrm>
            <a:custGeom>
              <a:rect b="b" l="l" r="r" t="t"/>
              <a:pathLst>
                <a:path extrusionOk="0" h="18999" w="22232">
                  <a:moveTo>
                    <a:pt x="4913" y="1"/>
                  </a:moveTo>
                  <a:cubicBezTo>
                    <a:pt x="2181" y="1"/>
                    <a:pt x="0" y="2181"/>
                    <a:pt x="0" y="4888"/>
                  </a:cubicBezTo>
                  <a:lnTo>
                    <a:pt x="0" y="9901"/>
                  </a:lnTo>
                  <a:cubicBezTo>
                    <a:pt x="0" y="12633"/>
                    <a:pt x="2181" y="14813"/>
                    <a:pt x="4913" y="14813"/>
                  </a:cubicBezTo>
                  <a:lnTo>
                    <a:pt x="10552" y="14813"/>
                  </a:lnTo>
                  <a:cubicBezTo>
                    <a:pt x="11379" y="18272"/>
                    <a:pt x="13985" y="18898"/>
                    <a:pt x="15564" y="18999"/>
                  </a:cubicBezTo>
                  <a:cubicBezTo>
                    <a:pt x="15865" y="18999"/>
                    <a:pt x="16091" y="18572"/>
                    <a:pt x="15765" y="18372"/>
                  </a:cubicBezTo>
                  <a:cubicBezTo>
                    <a:pt x="14086" y="17019"/>
                    <a:pt x="14712" y="14813"/>
                    <a:pt x="14712" y="14813"/>
                  </a:cubicBezTo>
                  <a:lnTo>
                    <a:pt x="17344" y="14813"/>
                  </a:lnTo>
                  <a:cubicBezTo>
                    <a:pt x="20051" y="14813"/>
                    <a:pt x="22231" y="12633"/>
                    <a:pt x="22231" y="9901"/>
                  </a:cubicBezTo>
                  <a:lnTo>
                    <a:pt x="22231" y="4888"/>
                  </a:lnTo>
                  <a:cubicBezTo>
                    <a:pt x="22231" y="2181"/>
                    <a:pt x="20051" y="1"/>
                    <a:pt x="17344" y="1"/>
                  </a:cubicBezTo>
                  <a:close/>
                </a:path>
              </a:pathLst>
            </a:custGeom>
            <a:solidFill>
              <a:srgbClr val="4C64D8"/>
            </a:solidFill>
            <a:ln cap="flat" cmpd="sng" w="19050">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1"/>
            <p:cNvSpPr/>
            <p:nvPr/>
          </p:nvSpPr>
          <p:spPr>
            <a:xfrm>
              <a:off x="1754776" y="2239861"/>
              <a:ext cx="53132" cy="53132"/>
            </a:xfrm>
            <a:custGeom>
              <a:rect b="b" l="l" r="r" t="t"/>
              <a:pathLst>
                <a:path extrusionOk="0" h="2808" w="2808">
                  <a:moveTo>
                    <a:pt x="1354" y="1"/>
                  </a:moveTo>
                  <a:cubicBezTo>
                    <a:pt x="627" y="1"/>
                    <a:pt x="1" y="627"/>
                    <a:pt x="1" y="1354"/>
                  </a:cubicBezTo>
                  <a:cubicBezTo>
                    <a:pt x="1" y="2181"/>
                    <a:pt x="627" y="2808"/>
                    <a:pt x="1354" y="2808"/>
                  </a:cubicBezTo>
                  <a:cubicBezTo>
                    <a:pt x="2181" y="2808"/>
                    <a:pt x="2808" y="2181"/>
                    <a:pt x="2808" y="1354"/>
                  </a:cubicBezTo>
                  <a:cubicBezTo>
                    <a:pt x="2808" y="627"/>
                    <a:pt x="2181" y="1"/>
                    <a:pt x="1354"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1"/>
            <p:cNvSpPr/>
            <p:nvPr/>
          </p:nvSpPr>
          <p:spPr>
            <a:xfrm>
              <a:off x="1655664" y="2239861"/>
              <a:ext cx="53605" cy="53132"/>
            </a:xfrm>
            <a:custGeom>
              <a:rect b="b" l="l" r="r" t="t"/>
              <a:pathLst>
                <a:path extrusionOk="0" h="2808" w="2833">
                  <a:moveTo>
                    <a:pt x="1479" y="1"/>
                  </a:moveTo>
                  <a:cubicBezTo>
                    <a:pt x="627" y="1"/>
                    <a:pt x="1" y="627"/>
                    <a:pt x="1" y="1354"/>
                  </a:cubicBezTo>
                  <a:cubicBezTo>
                    <a:pt x="1" y="2181"/>
                    <a:pt x="627" y="2808"/>
                    <a:pt x="1479" y="2808"/>
                  </a:cubicBezTo>
                  <a:cubicBezTo>
                    <a:pt x="2206" y="2808"/>
                    <a:pt x="2833" y="2181"/>
                    <a:pt x="2833" y="1354"/>
                  </a:cubicBezTo>
                  <a:cubicBezTo>
                    <a:pt x="2833" y="627"/>
                    <a:pt x="2206" y="1"/>
                    <a:pt x="1479"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1"/>
            <p:cNvSpPr/>
            <p:nvPr/>
          </p:nvSpPr>
          <p:spPr>
            <a:xfrm>
              <a:off x="1557026" y="2239861"/>
              <a:ext cx="53605" cy="53132"/>
            </a:xfrm>
            <a:custGeom>
              <a:rect b="b" l="l" r="r" t="t"/>
              <a:pathLst>
                <a:path extrusionOk="0" h="2808" w="2833">
                  <a:moveTo>
                    <a:pt x="1454" y="1"/>
                  </a:moveTo>
                  <a:cubicBezTo>
                    <a:pt x="627" y="1"/>
                    <a:pt x="1" y="627"/>
                    <a:pt x="1" y="1354"/>
                  </a:cubicBezTo>
                  <a:cubicBezTo>
                    <a:pt x="1" y="2181"/>
                    <a:pt x="627" y="2808"/>
                    <a:pt x="1454" y="2808"/>
                  </a:cubicBezTo>
                  <a:cubicBezTo>
                    <a:pt x="2206" y="2808"/>
                    <a:pt x="2833" y="2181"/>
                    <a:pt x="2833" y="1354"/>
                  </a:cubicBezTo>
                  <a:cubicBezTo>
                    <a:pt x="2833" y="627"/>
                    <a:pt x="2206" y="1"/>
                    <a:pt x="1454"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1"/>
            <p:cNvSpPr/>
            <p:nvPr/>
          </p:nvSpPr>
          <p:spPr>
            <a:xfrm>
              <a:off x="1995687" y="1569770"/>
              <a:ext cx="1177533" cy="1549324"/>
            </a:xfrm>
            <a:custGeom>
              <a:rect b="b" l="l" r="r" t="t"/>
              <a:pathLst>
                <a:path extrusionOk="0" h="81881" w="62232">
                  <a:moveTo>
                    <a:pt x="1" y="1"/>
                  </a:moveTo>
                  <a:lnTo>
                    <a:pt x="1" y="81881"/>
                  </a:lnTo>
                  <a:lnTo>
                    <a:pt x="53585" y="81881"/>
                  </a:lnTo>
                  <a:lnTo>
                    <a:pt x="62232" y="73209"/>
                  </a:lnTo>
                  <a:lnTo>
                    <a:pt x="622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1"/>
            <p:cNvSpPr/>
            <p:nvPr/>
          </p:nvSpPr>
          <p:spPr>
            <a:xfrm>
              <a:off x="1991902" y="1565986"/>
              <a:ext cx="1185593" cy="1556912"/>
            </a:xfrm>
            <a:custGeom>
              <a:rect b="b" l="l" r="r" t="t"/>
              <a:pathLst>
                <a:path extrusionOk="0" h="82282" w="62658">
                  <a:moveTo>
                    <a:pt x="62231" y="426"/>
                  </a:moveTo>
                  <a:lnTo>
                    <a:pt x="62231" y="73309"/>
                  </a:lnTo>
                  <a:lnTo>
                    <a:pt x="53660" y="81880"/>
                  </a:lnTo>
                  <a:lnTo>
                    <a:pt x="401" y="81880"/>
                  </a:lnTo>
                  <a:lnTo>
                    <a:pt x="401" y="426"/>
                  </a:lnTo>
                  <a:close/>
                  <a:moveTo>
                    <a:pt x="100" y="0"/>
                  </a:moveTo>
                  <a:cubicBezTo>
                    <a:pt x="0" y="101"/>
                    <a:pt x="0" y="101"/>
                    <a:pt x="0" y="201"/>
                  </a:cubicBezTo>
                  <a:lnTo>
                    <a:pt x="0" y="82081"/>
                  </a:lnTo>
                  <a:cubicBezTo>
                    <a:pt x="0" y="82081"/>
                    <a:pt x="0" y="82181"/>
                    <a:pt x="100" y="82181"/>
                  </a:cubicBezTo>
                  <a:lnTo>
                    <a:pt x="201" y="82281"/>
                  </a:lnTo>
                  <a:lnTo>
                    <a:pt x="53785" y="82281"/>
                  </a:lnTo>
                  <a:lnTo>
                    <a:pt x="53885" y="82181"/>
                  </a:lnTo>
                  <a:lnTo>
                    <a:pt x="62557" y="73509"/>
                  </a:lnTo>
                  <a:cubicBezTo>
                    <a:pt x="62657" y="73509"/>
                    <a:pt x="62657" y="73409"/>
                    <a:pt x="62657" y="73409"/>
                  </a:cubicBezTo>
                  <a:lnTo>
                    <a:pt x="62657" y="201"/>
                  </a:lnTo>
                  <a:cubicBezTo>
                    <a:pt x="62657" y="101"/>
                    <a:pt x="62657" y="101"/>
                    <a:pt x="62557" y="0"/>
                  </a:cubicBezTo>
                  <a:close/>
                </a:path>
              </a:pathLst>
            </a:custGeom>
            <a:solidFill>
              <a:srgbClr val="00004D"/>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1"/>
            <p:cNvSpPr/>
            <p:nvPr/>
          </p:nvSpPr>
          <p:spPr>
            <a:xfrm>
              <a:off x="2043104" y="1615295"/>
              <a:ext cx="1082697" cy="1456381"/>
            </a:xfrm>
            <a:custGeom>
              <a:rect b="b" l="l" r="r" t="t"/>
              <a:pathLst>
                <a:path extrusionOk="0" h="76969" w="57220">
                  <a:moveTo>
                    <a:pt x="201" y="1"/>
                  </a:moveTo>
                  <a:lnTo>
                    <a:pt x="101" y="101"/>
                  </a:lnTo>
                  <a:cubicBezTo>
                    <a:pt x="1" y="101"/>
                    <a:pt x="1" y="226"/>
                    <a:pt x="1" y="226"/>
                  </a:cubicBezTo>
                  <a:lnTo>
                    <a:pt x="1" y="76768"/>
                  </a:lnTo>
                  <a:cubicBezTo>
                    <a:pt x="1" y="76768"/>
                    <a:pt x="1" y="76868"/>
                    <a:pt x="101" y="76868"/>
                  </a:cubicBezTo>
                  <a:cubicBezTo>
                    <a:pt x="101" y="76969"/>
                    <a:pt x="201" y="76969"/>
                    <a:pt x="201" y="76969"/>
                  </a:cubicBezTo>
                  <a:lnTo>
                    <a:pt x="51480" y="76969"/>
                  </a:lnTo>
                  <a:cubicBezTo>
                    <a:pt x="51705" y="76969"/>
                    <a:pt x="51705" y="76868"/>
                    <a:pt x="51705" y="76768"/>
                  </a:cubicBezTo>
                  <a:cubicBezTo>
                    <a:pt x="51705" y="76668"/>
                    <a:pt x="51705" y="76543"/>
                    <a:pt x="51480" y="76543"/>
                  </a:cubicBezTo>
                  <a:lnTo>
                    <a:pt x="427" y="76543"/>
                  </a:lnTo>
                  <a:lnTo>
                    <a:pt x="427" y="427"/>
                  </a:lnTo>
                  <a:lnTo>
                    <a:pt x="56818" y="427"/>
                  </a:lnTo>
                  <a:lnTo>
                    <a:pt x="56818" y="71029"/>
                  </a:lnTo>
                  <a:cubicBezTo>
                    <a:pt x="56818" y="71129"/>
                    <a:pt x="56919" y="71229"/>
                    <a:pt x="57019" y="71229"/>
                  </a:cubicBezTo>
                  <a:cubicBezTo>
                    <a:pt x="57119" y="71229"/>
                    <a:pt x="57219" y="71129"/>
                    <a:pt x="57219" y="71029"/>
                  </a:cubicBezTo>
                  <a:lnTo>
                    <a:pt x="57219" y="226"/>
                  </a:lnTo>
                  <a:cubicBezTo>
                    <a:pt x="57219" y="226"/>
                    <a:pt x="57219" y="101"/>
                    <a:pt x="57119" y="101"/>
                  </a:cubicBezTo>
                  <a:lnTo>
                    <a:pt x="57019"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1"/>
            <p:cNvSpPr/>
            <p:nvPr/>
          </p:nvSpPr>
          <p:spPr>
            <a:xfrm>
              <a:off x="3009585" y="2955005"/>
              <a:ext cx="163634" cy="164089"/>
            </a:xfrm>
            <a:custGeom>
              <a:rect b="b" l="l" r="r" t="t"/>
              <a:pathLst>
                <a:path extrusionOk="0" h="8672" w="8648">
                  <a:moveTo>
                    <a:pt x="1" y="0"/>
                  </a:moveTo>
                  <a:lnTo>
                    <a:pt x="1" y="8672"/>
                  </a:lnTo>
                  <a:lnTo>
                    <a:pt x="8648" y="0"/>
                  </a:lnTo>
                  <a:close/>
                </a:path>
              </a:pathLst>
            </a:custGeom>
            <a:solidFill>
              <a:srgbClr val="2A49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1"/>
            <p:cNvSpPr/>
            <p:nvPr/>
          </p:nvSpPr>
          <p:spPr>
            <a:xfrm>
              <a:off x="3005327" y="2951202"/>
              <a:ext cx="172168" cy="171222"/>
            </a:xfrm>
            <a:custGeom>
              <a:rect b="b" l="l" r="r" t="t"/>
              <a:pathLst>
                <a:path extrusionOk="0" h="9049" w="9099">
                  <a:moveTo>
                    <a:pt x="8371" y="427"/>
                  </a:moveTo>
                  <a:lnTo>
                    <a:pt x="426" y="8253"/>
                  </a:lnTo>
                  <a:lnTo>
                    <a:pt x="426" y="8253"/>
                  </a:lnTo>
                  <a:lnTo>
                    <a:pt x="426" y="427"/>
                  </a:lnTo>
                  <a:close/>
                  <a:moveTo>
                    <a:pt x="0" y="1"/>
                  </a:moveTo>
                  <a:lnTo>
                    <a:pt x="0" y="201"/>
                  </a:lnTo>
                  <a:lnTo>
                    <a:pt x="0" y="8873"/>
                  </a:lnTo>
                  <a:cubicBezTo>
                    <a:pt x="0" y="8873"/>
                    <a:pt x="0" y="8973"/>
                    <a:pt x="101" y="8973"/>
                  </a:cubicBezTo>
                  <a:cubicBezTo>
                    <a:pt x="163" y="9023"/>
                    <a:pt x="220" y="9048"/>
                    <a:pt x="260" y="9048"/>
                  </a:cubicBezTo>
                  <a:cubicBezTo>
                    <a:pt x="301" y="9048"/>
                    <a:pt x="326" y="9023"/>
                    <a:pt x="326" y="8973"/>
                  </a:cubicBezTo>
                  <a:lnTo>
                    <a:pt x="8998" y="301"/>
                  </a:lnTo>
                  <a:cubicBezTo>
                    <a:pt x="9098" y="301"/>
                    <a:pt x="9098" y="201"/>
                    <a:pt x="9098" y="101"/>
                  </a:cubicBezTo>
                  <a:cubicBezTo>
                    <a:pt x="8998" y="1"/>
                    <a:pt x="8998" y="1"/>
                    <a:pt x="8873" y="1"/>
                  </a:cubicBezTo>
                  <a:close/>
                </a:path>
              </a:pathLst>
            </a:custGeom>
            <a:solidFill>
              <a:srgbClr val="2A49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1"/>
            <p:cNvSpPr/>
            <p:nvPr/>
          </p:nvSpPr>
          <p:spPr>
            <a:xfrm>
              <a:off x="3009585" y="2955005"/>
              <a:ext cx="163634" cy="164089"/>
            </a:xfrm>
            <a:custGeom>
              <a:rect b="b" l="l" r="r" t="t"/>
              <a:pathLst>
                <a:path extrusionOk="0" h="8672" w="8648">
                  <a:moveTo>
                    <a:pt x="1" y="0"/>
                  </a:moveTo>
                  <a:lnTo>
                    <a:pt x="1" y="8672"/>
                  </a:lnTo>
                  <a:lnTo>
                    <a:pt x="8648" y="0"/>
                  </a:lnTo>
                  <a:close/>
                </a:path>
              </a:pathLst>
            </a:custGeom>
            <a:solidFill>
              <a:srgbClr val="6980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1"/>
            <p:cNvSpPr/>
            <p:nvPr/>
          </p:nvSpPr>
          <p:spPr>
            <a:xfrm>
              <a:off x="3005327" y="2951202"/>
              <a:ext cx="172168" cy="171222"/>
            </a:xfrm>
            <a:custGeom>
              <a:rect b="b" l="l" r="r" t="t"/>
              <a:pathLst>
                <a:path extrusionOk="0" h="9049" w="9099">
                  <a:moveTo>
                    <a:pt x="8371" y="427"/>
                  </a:moveTo>
                  <a:lnTo>
                    <a:pt x="426" y="8253"/>
                  </a:lnTo>
                  <a:lnTo>
                    <a:pt x="426" y="8253"/>
                  </a:lnTo>
                  <a:lnTo>
                    <a:pt x="426" y="427"/>
                  </a:lnTo>
                  <a:close/>
                  <a:moveTo>
                    <a:pt x="0" y="1"/>
                  </a:moveTo>
                  <a:lnTo>
                    <a:pt x="0" y="201"/>
                  </a:lnTo>
                  <a:lnTo>
                    <a:pt x="0" y="8873"/>
                  </a:lnTo>
                  <a:cubicBezTo>
                    <a:pt x="0" y="8873"/>
                    <a:pt x="0" y="8973"/>
                    <a:pt x="101" y="8973"/>
                  </a:cubicBezTo>
                  <a:cubicBezTo>
                    <a:pt x="163" y="9023"/>
                    <a:pt x="220" y="9048"/>
                    <a:pt x="260" y="9048"/>
                  </a:cubicBezTo>
                  <a:cubicBezTo>
                    <a:pt x="301" y="9048"/>
                    <a:pt x="326" y="9023"/>
                    <a:pt x="326" y="8973"/>
                  </a:cubicBezTo>
                  <a:lnTo>
                    <a:pt x="8998" y="301"/>
                  </a:lnTo>
                  <a:cubicBezTo>
                    <a:pt x="9098" y="301"/>
                    <a:pt x="9098" y="201"/>
                    <a:pt x="9098" y="101"/>
                  </a:cubicBezTo>
                  <a:cubicBezTo>
                    <a:pt x="8998" y="1"/>
                    <a:pt x="8998" y="1"/>
                    <a:pt x="8873" y="1"/>
                  </a:cubicBezTo>
                  <a:close/>
                </a:path>
              </a:pathLst>
            </a:custGeom>
            <a:solidFill>
              <a:srgbClr val="2A49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1"/>
            <p:cNvSpPr/>
            <p:nvPr/>
          </p:nvSpPr>
          <p:spPr>
            <a:xfrm>
              <a:off x="2163560" y="2208092"/>
              <a:ext cx="841787" cy="8080"/>
            </a:xfrm>
            <a:custGeom>
              <a:rect b="b" l="l" r="r" t="t"/>
              <a:pathLst>
                <a:path extrusionOk="0" h="427" w="44488">
                  <a:moveTo>
                    <a:pt x="1" y="0"/>
                  </a:moveTo>
                  <a:lnTo>
                    <a:pt x="1" y="426"/>
                  </a:lnTo>
                  <a:lnTo>
                    <a:pt x="44487" y="426"/>
                  </a:lnTo>
                  <a:lnTo>
                    <a:pt x="4448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1"/>
            <p:cNvSpPr/>
            <p:nvPr/>
          </p:nvSpPr>
          <p:spPr>
            <a:xfrm>
              <a:off x="2163560" y="2281111"/>
              <a:ext cx="841787" cy="8098"/>
            </a:xfrm>
            <a:custGeom>
              <a:rect b="b" l="l" r="r" t="t"/>
              <a:pathLst>
                <a:path extrusionOk="0" h="428" w="44488">
                  <a:moveTo>
                    <a:pt x="1" y="1"/>
                  </a:moveTo>
                  <a:lnTo>
                    <a:pt x="1" y="427"/>
                  </a:lnTo>
                  <a:lnTo>
                    <a:pt x="44487" y="427"/>
                  </a:lnTo>
                  <a:lnTo>
                    <a:pt x="4448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1"/>
            <p:cNvSpPr/>
            <p:nvPr/>
          </p:nvSpPr>
          <p:spPr>
            <a:xfrm>
              <a:off x="2163560" y="2133162"/>
              <a:ext cx="841787" cy="8080"/>
            </a:xfrm>
            <a:custGeom>
              <a:rect b="b" l="l" r="r" t="t"/>
              <a:pathLst>
                <a:path extrusionOk="0" h="427" w="44488">
                  <a:moveTo>
                    <a:pt x="1" y="0"/>
                  </a:moveTo>
                  <a:lnTo>
                    <a:pt x="1" y="426"/>
                  </a:lnTo>
                  <a:lnTo>
                    <a:pt x="44487" y="426"/>
                  </a:lnTo>
                  <a:lnTo>
                    <a:pt x="4448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1"/>
            <p:cNvSpPr/>
            <p:nvPr/>
          </p:nvSpPr>
          <p:spPr>
            <a:xfrm>
              <a:off x="2163560" y="2354621"/>
              <a:ext cx="841787" cy="7607"/>
            </a:xfrm>
            <a:custGeom>
              <a:rect b="b" l="l" r="r" t="t"/>
              <a:pathLst>
                <a:path extrusionOk="0" h="402" w="44488">
                  <a:moveTo>
                    <a:pt x="1" y="1"/>
                  </a:moveTo>
                  <a:lnTo>
                    <a:pt x="1" y="402"/>
                  </a:lnTo>
                  <a:lnTo>
                    <a:pt x="44487" y="402"/>
                  </a:lnTo>
                  <a:lnTo>
                    <a:pt x="4448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1"/>
            <p:cNvSpPr/>
            <p:nvPr/>
          </p:nvSpPr>
          <p:spPr>
            <a:xfrm>
              <a:off x="2163560" y="2429551"/>
              <a:ext cx="841787" cy="8080"/>
            </a:xfrm>
            <a:custGeom>
              <a:rect b="b" l="l" r="r" t="t"/>
              <a:pathLst>
                <a:path extrusionOk="0" h="427" w="44488">
                  <a:moveTo>
                    <a:pt x="1" y="1"/>
                  </a:moveTo>
                  <a:lnTo>
                    <a:pt x="1" y="427"/>
                  </a:lnTo>
                  <a:lnTo>
                    <a:pt x="44487" y="427"/>
                  </a:lnTo>
                  <a:lnTo>
                    <a:pt x="4448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1"/>
            <p:cNvSpPr/>
            <p:nvPr/>
          </p:nvSpPr>
          <p:spPr>
            <a:xfrm>
              <a:off x="2288291" y="2502589"/>
              <a:ext cx="592797" cy="8080"/>
            </a:xfrm>
            <a:custGeom>
              <a:rect b="b" l="l" r="r" t="t"/>
              <a:pathLst>
                <a:path extrusionOk="0" h="427" w="31329">
                  <a:moveTo>
                    <a:pt x="0" y="0"/>
                  </a:moveTo>
                  <a:lnTo>
                    <a:pt x="0" y="426"/>
                  </a:lnTo>
                  <a:lnTo>
                    <a:pt x="31329" y="426"/>
                  </a:lnTo>
                  <a:lnTo>
                    <a:pt x="313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1"/>
            <p:cNvSpPr/>
            <p:nvPr/>
          </p:nvSpPr>
          <p:spPr>
            <a:xfrm>
              <a:off x="2163560" y="1735751"/>
              <a:ext cx="399323" cy="8080"/>
            </a:xfrm>
            <a:custGeom>
              <a:rect b="b" l="l" r="r" t="t"/>
              <a:pathLst>
                <a:path extrusionOk="0" h="427" w="21104">
                  <a:moveTo>
                    <a:pt x="1" y="1"/>
                  </a:moveTo>
                  <a:lnTo>
                    <a:pt x="1" y="427"/>
                  </a:lnTo>
                  <a:lnTo>
                    <a:pt x="21104" y="427"/>
                  </a:lnTo>
                  <a:lnTo>
                    <a:pt x="2110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1"/>
            <p:cNvSpPr/>
            <p:nvPr/>
          </p:nvSpPr>
          <p:spPr>
            <a:xfrm>
              <a:off x="2163560" y="1787445"/>
              <a:ext cx="316332" cy="7607"/>
            </a:xfrm>
            <a:custGeom>
              <a:rect b="b" l="l" r="r" t="t"/>
              <a:pathLst>
                <a:path extrusionOk="0" h="402" w="16718">
                  <a:moveTo>
                    <a:pt x="1" y="1"/>
                  </a:moveTo>
                  <a:lnTo>
                    <a:pt x="1" y="402"/>
                  </a:lnTo>
                  <a:lnTo>
                    <a:pt x="16718" y="402"/>
                  </a:lnTo>
                  <a:lnTo>
                    <a:pt x="167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1"/>
            <p:cNvSpPr/>
            <p:nvPr/>
          </p:nvSpPr>
          <p:spPr>
            <a:xfrm>
              <a:off x="2456164" y="2808930"/>
              <a:ext cx="147986" cy="179756"/>
            </a:xfrm>
            <a:custGeom>
              <a:rect b="b" l="l" r="r" t="t"/>
              <a:pathLst>
                <a:path extrusionOk="0" h="9500" w="7821">
                  <a:moveTo>
                    <a:pt x="3033" y="1"/>
                  </a:moveTo>
                  <a:lnTo>
                    <a:pt x="1" y="7620"/>
                  </a:lnTo>
                  <a:lnTo>
                    <a:pt x="2808" y="7520"/>
                  </a:lnTo>
                  <a:lnTo>
                    <a:pt x="4687" y="9500"/>
                  </a:lnTo>
                  <a:lnTo>
                    <a:pt x="7820" y="1881"/>
                  </a:lnTo>
                  <a:lnTo>
                    <a:pt x="30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1"/>
            <p:cNvSpPr/>
            <p:nvPr/>
          </p:nvSpPr>
          <p:spPr>
            <a:xfrm>
              <a:off x="2449996" y="2802781"/>
              <a:ext cx="160323" cy="193966"/>
            </a:xfrm>
            <a:custGeom>
              <a:rect b="b" l="l" r="r" t="t"/>
              <a:pathLst>
                <a:path extrusionOk="0" h="10251" w="8473">
                  <a:moveTo>
                    <a:pt x="3459" y="627"/>
                  </a:moveTo>
                  <a:lnTo>
                    <a:pt x="7845" y="2306"/>
                  </a:lnTo>
                  <a:lnTo>
                    <a:pt x="5009" y="9483"/>
                  </a:lnTo>
                  <a:lnTo>
                    <a:pt x="3259" y="7644"/>
                  </a:lnTo>
                  <a:lnTo>
                    <a:pt x="627" y="7744"/>
                  </a:lnTo>
                  <a:lnTo>
                    <a:pt x="3459" y="627"/>
                  </a:lnTo>
                  <a:close/>
                  <a:moveTo>
                    <a:pt x="3259" y="0"/>
                  </a:moveTo>
                  <a:lnTo>
                    <a:pt x="1" y="8145"/>
                  </a:lnTo>
                  <a:lnTo>
                    <a:pt x="1" y="8145"/>
                  </a:lnTo>
                  <a:lnTo>
                    <a:pt x="3033" y="8045"/>
                  </a:lnTo>
                  <a:lnTo>
                    <a:pt x="5139" y="10251"/>
                  </a:lnTo>
                  <a:lnTo>
                    <a:pt x="5239" y="9925"/>
                  </a:lnTo>
                  <a:lnTo>
                    <a:pt x="8472" y="2105"/>
                  </a:lnTo>
                  <a:lnTo>
                    <a:pt x="3259"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1"/>
            <p:cNvSpPr/>
            <p:nvPr/>
          </p:nvSpPr>
          <p:spPr>
            <a:xfrm>
              <a:off x="2564774" y="2808930"/>
              <a:ext cx="148440" cy="179756"/>
            </a:xfrm>
            <a:custGeom>
              <a:rect b="b" l="l" r="r" t="t"/>
              <a:pathLst>
                <a:path extrusionOk="0" h="9500" w="7845">
                  <a:moveTo>
                    <a:pt x="4812" y="1"/>
                  </a:moveTo>
                  <a:lnTo>
                    <a:pt x="0" y="1881"/>
                  </a:lnTo>
                  <a:lnTo>
                    <a:pt x="3033" y="9500"/>
                  </a:lnTo>
                  <a:lnTo>
                    <a:pt x="5013" y="7520"/>
                  </a:lnTo>
                  <a:lnTo>
                    <a:pt x="7845" y="7620"/>
                  </a:lnTo>
                  <a:lnTo>
                    <a:pt x="7845" y="7620"/>
                  </a:lnTo>
                  <a:lnTo>
                    <a:pt x="48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1"/>
            <p:cNvSpPr/>
            <p:nvPr/>
          </p:nvSpPr>
          <p:spPr>
            <a:xfrm>
              <a:off x="2559079" y="2802781"/>
              <a:ext cx="159831" cy="193966"/>
            </a:xfrm>
            <a:custGeom>
              <a:rect b="b" l="l" r="r" t="t"/>
              <a:pathLst>
                <a:path extrusionOk="0" h="10251" w="8447">
                  <a:moveTo>
                    <a:pt x="5013" y="627"/>
                  </a:moveTo>
                  <a:lnTo>
                    <a:pt x="7820" y="7744"/>
                  </a:lnTo>
                  <a:lnTo>
                    <a:pt x="5213" y="7644"/>
                  </a:lnTo>
                  <a:lnTo>
                    <a:pt x="3421" y="9436"/>
                  </a:lnTo>
                  <a:lnTo>
                    <a:pt x="3421" y="9436"/>
                  </a:lnTo>
                  <a:lnTo>
                    <a:pt x="627" y="2306"/>
                  </a:lnTo>
                  <a:lnTo>
                    <a:pt x="5013" y="627"/>
                  </a:lnTo>
                  <a:close/>
                  <a:moveTo>
                    <a:pt x="5213" y="0"/>
                  </a:moveTo>
                  <a:lnTo>
                    <a:pt x="0" y="2105"/>
                  </a:lnTo>
                  <a:lnTo>
                    <a:pt x="3233" y="10251"/>
                  </a:lnTo>
                  <a:lnTo>
                    <a:pt x="3434" y="10025"/>
                  </a:lnTo>
                  <a:lnTo>
                    <a:pt x="5314" y="8045"/>
                  </a:lnTo>
                  <a:lnTo>
                    <a:pt x="8446" y="8145"/>
                  </a:lnTo>
                  <a:lnTo>
                    <a:pt x="5213"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1"/>
            <p:cNvSpPr/>
            <p:nvPr/>
          </p:nvSpPr>
          <p:spPr>
            <a:xfrm>
              <a:off x="2436258" y="2595532"/>
              <a:ext cx="296408" cy="300211"/>
            </a:xfrm>
            <a:custGeom>
              <a:rect b="b" l="l" r="r" t="t"/>
              <a:pathLst>
                <a:path extrusionOk="0" h="15866" w="15665">
                  <a:moveTo>
                    <a:pt x="7845" y="1"/>
                  </a:moveTo>
                  <a:lnTo>
                    <a:pt x="6491" y="527"/>
                  </a:lnTo>
                  <a:lnTo>
                    <a:pt x="5113" y="527"/>
                  </a:lnTo>
                  <a:lnTo>
                    <a:pt x="4085" y="1454"/>
                  </a:lnTo>
                  <a:lnTo>
                    <a:pt x="2732" y="1880"/>
                  </a:lnTo>
                  <a:lnTo>
                    <a:pt x="2105" y="3133"/>
                  </a:lnTo>
                  <a:lnTo>
                    <a:pt x="952" y="3961"/>
                  </a:lnTo>
                  <a:lnTo>
                    <a:pt x="727" y="5314"/>
                  </a:lnTo>
                  <a:lnTo>
                    <a:pt x="0" y="6567"/>
                  </a:lnTo>
                  <a:lnTo>
                    <a:pt x="326" y="7946"/>
                  </a:lnTo>
                  <a:lnTo>
                    <a:pt x="0" y="9299"/>
                  </a:lnTo>
                  <a:lnTo>
                    <a:pt x="727" y="10552"/>
                  </a:lnTo>
                  <a:lnTo>
                    <a:pt x="952" y="11905"/>
                  </a:lnTo>
                  <a:lnTo>
                    <a:pt x="2105" y="12833"/>
                  </a:lnTo>
                  <a:lnTo>
                    <a:pt x="2732" y="14086"/>
                  </a:lnTo>
                  <a:lnTo>
                    <a:pt x="4085" y="14512"/>
                  </a:lnTo>
                  <a:lnTo>
                    <a:pt x="5113" y="15464"/>
                  </a:lnTo>
                  <a:lnTo>
                    <a:pt x="6491" y="15339"/>
                  </a:lnTo>
                  <a:lnTo>
                    <a:pt x="7845" y="15865"/>
                  </a:lnTo>
                  <a:lnTo>
                    <a:pt x="9198" y="15339"/>
                  </a:lnTo>
                  <a:lnTo>
                    <a:pt x="10551" y="15464"/>
                  </a:lnTo>
                  <a:lnTo>
                    <a:pt x="11604" y="14512"/>
                  </a:lnTo>
                  <a:lnTo>
                    <a:pt x="12957" y="14086"/>
                  </a:lnTo>
                  <a:lnTo>
                    <a:pt x="13584" y="12833"/>
                  </a:lnTo>
                  <a:lnTo>
                    <a:pt x="14737" y="11905"/>
                  </a:lnTo>
                  <a:lnTo>
                    <a:pt x="14937" y="10552"/>
                  </a:lnTo>
                  <a:lnTo>
                    <a:pt x="15664" y="9299"/>
                  </a:lnTo>
                  <a:lnTo>
                    <a:pt x="15363" y="7946"/>
                  </a:lnTo>
                  <a:lnTo>
                    <a:pt x="15664" y="6567"/>
                  </a:lnTo>
                  <a:lnTo>
                    <a:pt x="14937" y="5314"/>
                  </a:lnTo>
                  <a:lnTo>
                    <a:pt x="14737" y="3961"/>
                  </a:lnTo>
                  <a:lnTo>
                    <a:pt x="13584" y="3133"/>
                  </a:lnTo>
                  <a:lnTo>
                    <a:pt x="12957" y="1880"/>
                  </a:lnTo>
                  <a:lnTo>
                    <a:pt x="11604" y="1454"/>
                  </a:lnTo>
                  <a:lnTo>
                    <a:pt x="10551" y="527"/>
                  </a:lnTo>
                  <a:lnTo>
                    <a:pt x="9198" y="527"/>
                  </a:lnTo>
                  <a:lnTo>
                    <a:pt x="78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1"/>
            <p:cNvSpPr/>
            <p:nvPr/>
          </p:nvSpPr>
          <p:spPr>
            <a:xfrm>
              <a:off x="2432455" y="2591747"/>
              <a:ext cx="304468" cy="310164"/>
            </a:xfrm>
            <a:custGeom>
              <a:rect b="b" l="l" r="r" t="t"/>
              <a:pathLst>
                <a:path extrusionOk="0" h="16392" w="16091">
                  <a:moveTo>
                    <a:pt x="8046" y="401"/>
                  </a:moveTo>
                  <a:lnTo>
                    <a:pt x="9299" y="927"/>
                  </a:lnTo>
                  <a:lnTo>
                    <a:pt x="10652" y="927"/>
                  </a:lnTo>
                  <a:lnTo>
                    <a:pt x="11705" y="1755"/>
                  </a:lnTo>
                  <a:lnTo>
                    <a:pt x="13058" y="2181"/>
                  </a:lnTo>
                  <a:lnTo>
                    <a:pt x="13685" y="3434"/>
                  </a:lnTo>
                  <a:lnTo>
                    <a:pt x="14712" y="4261"/>
                  </a:lnTo>
                  <a:lnTo>
                    <a:pt x="14938" y="5639"/>
                  </a:lnTo>
                  <a:lnTo>
                    <a:pt x="15665" y="6767"/>
                  </a:lnTo>
                  <a:lnTo>
                    <a:pt x="15339" y="8146"/>
                  </a:lnTo>
                  <a:lnTo>
                    <a:pt x="15339" y="8246"/>
                  </a:lnTo>
                  <a:lnTo>
                    <a:pt x="15665" y="9499"/>
                  </a:lnTo>
                  <a:lnTo>
                    <a:pt x="14938" y="10652"/>
                  </a:lnTo>
                  <a:lnTo>
                    <a:pt x="14712" y="12005"/>
                  </a:lnTo>
                  <a:lnTo>
                    <a:pt x="13685" y="12832"/>
                  </a:lnTo>
                  <a:lnTo>
                    <a:pt x="13058" y="14085"/>
                  </a:lnTo>
                  <a:lnTo>
                    <a:pt x="11705" y="14511"/>
                  </a:lnTo>
                  <a:lnTo>
                    <a:pt x="10652" y="15439"/>
                  </a:lnTo>
                  <a:lnTo>
                    <a:pt x="9299" y="15339"/>
                  </a:lnTo>
                  <a:lnTo>
                    <a:pt x="8046" y="15865"/>
                  </a:lnTo>
                  <a:lnTo>
                    <a:pt x="6793" y="15339"/>
                  </a:lnTo>
                  <a:lnTo>
                    <a:pt x="5439" y="15439"/>
                  </a:lnTo>
                  <a:lnTo>
                    <a:pt x="4386" y="14511"/>
                  </a:lnTo>
                  <a:lnTo>
                    <a:pt x="3033" y="14085"/>
                  </a:lnTo>
                  <a:lnTo>
                    <a:pt x="2407" y="12832"/>
                  </a:lnTo>
                  <a:lnTo>
                    <a:pt x="1354" y="12005"/>
                  </a:lnTo>
                  <a:lnTo>
                    <a:pt x="1153" y="10652"/>
                  </a:lnTo>
                  <a:lnTo>
                    <a:pt x="427" y="9499"/>
                  </a:lnTo>
                  <a:lnTo>
                    <a:pt x="727" y="8146"/>
                  </a:lnTo>
                  <a:lnTo>
                    <a:pt x="427" y="6767"/>
                  </a:lnTo>
                  <a:lnTo>
                    <a:pt x="1153" y="5639"/>
                  </a:lnTo>
                  <a:lnTo>
                    <a:pt x="1354" y="4261"/>
                  </a:lnTo>
                  <a:lnTo>
                    <a:pt x="2407" y="3434"/>
                  </a:lnTo>
                  <a:lnTo>
                    <a:pt x="3033" y="2181"/>
                  </a:lnTo>
                  <a:lnTo>
                    <a:pt x="4386" y="1755"/>
                  </a:lnTo>
                  <a:lnTo>
                    <a:pt x="5439" y="927"/>
                  </a:lnTo>
                  <a:lnTo>
                    <a:pt x="6793" y="927"/>
                  </a:lnTo>
                  <a:lnTo>
                    <a:pt x="8046" y="401"/>
                  </a:lnTo>
                  <a:close/>
                  <a:moveTo>
                    <a:pt x="8046" y="0"/>
                  </a:moveTo>
                  <a:lnTo>
                    <a:pt x="6692" y="501"/>
                  </a:lnTo>
                  <a:lnTo>
                    <a:pt x="5214" y="501"/>
                  </a:lnTo>
                  <a:lnTo>
                    <a:pt x="4186" y="1454"/>
                  </a:lnTo>
                  <a:lnTo>
                    <a:pt x="2808" y="1880"/>
                  </a:lnTo>
                  <a:lnTo>
                    <a:pt x="2081" y="3133"/>
                  </a:lnTo>
                  <a:lnTo>
                    <a:pt x="928" y="4060"/>
                  </a:lnTo>
                  <a:lnTo>
                    <a:pt x="727" y="5514"/>
                  </a:lnTo>
                  <a:lnTo>
                    <a:pt x="1" y="6767"/>
                  </a:lnTo>
                  <a:lnTo>
                    <a:pt x="301" y="8146"/>
                  </a:lnTo>
                  <a:lnTo>
                    <a:pt x="1" y="9599"/>
                  </a:lnTo>
                  <a:lnTo>
                    <a:pt x="727" y="10852"/>
                  </a:lnTo>
                  <a:lnTo>
                    <a:pt x="928" y="12206"/>
                  </a:lnTo>
                  <a:lnTo>
                    <a:pt x="2081" y="13158"/>
                  </a:lnTo>
                  <a:lnTo>
                    <a:pt x="2808" y="14411"/>
                  </a:lnTo>
                  <a:lnTo>
                    <a:pt x="4186" y="14912"/>
                  </a:lnTo>
                  <a:lnTo>
                    <a:pt x="5214" y="15865"/>
                  </a:lnTo>
                  <a:lnTo>
                    <a:pt x="6692" y="15765"/>
                  </a:lnTo>
                  <a:lnTo>
                    <a:pt x="8046" y="16391"/>
                  </a:lnTo>
                  <a:lnTo>
                    <a:pt x="9399" y="15765"/>
                  </a:lnTo>
                  <a:lnTo>
                    <a:pt x="10853" y="15865"/>
                  </a:lnTo>
                  <a:lnTo>
                    <a:pt x="11905" y="14912"/>
                  </a:lnTo>
                  <a:lnTo>
                    <a:pt x="13259" y="14411"/>
                  </a:lnTo>
                  <a:lnTo>
                    <a:pt x="13986" y="13158"/>
                  </a:lnTo>
                  <a:lnTo>
                    <a:pt x="15138" y="12206"/>
                  </a:lnTo>
                  <a:lnTo>
                    <a:pt x="15339" y="10852"/>
                  </a:lnTo>
                  <a:lnTo>
                    <a:pt x="16091" y="9599"/>
                  </a:lnTo>
                  <a:lnTo>
                    <a:pt x="15776" y="8195"/>
                  </a:lnTo>
                  <a:lnTo>
                    <a:pt x="16091" y="6767"/>
                  </a:lnTo>
                  <a:lnTo>
                    <a:pt x="15339" y="5514"/>
                  </a:lnTo>
                  <a:lnTo>
                    <a:pt x="15138" y="4060"/>
                  </a:lnTo>
                  <a:lnTo>
                    <a:pt x="13986" y="3133"/>
                  </a:lnTo>
                  <a:lnTo>
                    <a:pt x="13259" y="1880"/>
                  </a:lnTo>
                  <a:lnTo>
                    <a:pt x="11905" y="1454"/>
                  </a:lnTo>
                  <a:lnTo>
                    <a:pt x="10853" y="501"/>
                  </a:lnTo>
                  <a:lnTo>
                    <a:pt x="9399" y="501"/>
                  </a:lnTo>
                  <a:lnTo>
                    <a:pt x="8046"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1"/>
            <p:cNvSpPr/>
            <p:nvPr/>
          </p:nvSpPr>
          <p:spPr>
            <a:xfrm>
              <a:off x="2479873" y="2642949"/>
              <a:ext cx="209633" cy="207268"/>
            </a:xfrm>
            <a:custGeom>
              <a:rect b="b" l="l" r="r" t="t"/>
              <a:pathLst>
                <a:path extrusionOk="0" h="10954" w="11079">
                  <a:moveTo>
                    <a:pt x="5540" y="302"/>
                  </a:moveTo>
                  <a:cubicBezTo>
                    <a:pt x="6993" y="302"/>
                    <a:pt x="8246" y="828"/>
                    <a:pt x="9199" y="1780"/>
                  </a:cubicBezTo>
                  <a:cubicBezTo>
                    <a:pt x="10126" y="2708"/>
                    <a:pt x="10753" y="4061"/>
                    <a:pt x="10753" y="5440"/>
                  </a:cubicBezTo>
                  <a:cubicBezTo>
                    <a:pt x="10753" y="6893"/>
                    <a:pt x="10126" y="8146"/>
                    <a:pt x="9199" y="9074"/>
                  </a:cubicBezTo>
                  <a:cubicBezTo>
                    <a:pt x="8246" y="10026"/>
                    <a:pt x="6993" y="10653"/>
                    <a:pt x="5540" y="10653"/>
                  </a:cubicBezTo>
                  <a:cubicBezTo>
                    <a:pt x="4061" y="10653"/>
                    <a:pt x="2808" y="10026"/>
                    <a:pt x="1880" y="9074"/>
                  </a:cubicBezTo>
                  <a:cubicBezTo>
                    <a:pt x="928" y="8146"/>
                    <a:pt x="302" y="6893"/>
                    <a:pt x="302" y="5440"/>
                  </a:cubicBezTo>
                  <a:cubicBezTo>
                    <a:pt x="302" y="4061"/>
                    <a:pt x="928" y="2708"/>
                    <a:pt x="1880" y="1780"/>
                  </a:cubicBezTo>
                  <a:cubicBezTo>
                    <a:pt x="2808" y="828"/>
                    <a:pt x="4061" y="302"/>
                    <a:pt x="5540" y="302"/>
                  </a:cubicBezTo>
                  <a:close/>
                  <a:moveTo>
                    <a:pt x="5540" y="1"/>
                  </a:moveTo>
                  <a:cubicBezTo>
                    <a:pt x="2507" y="1"/>
                    <a:pt x="1" y="2407"/>
                    <a:pt x="1" y="5440"/>
                  </a:cubicBezTo>
                  <a:cubicBezTo>
                    <a:pt x="1" y="8447"/>
                    <a:pt x="2507" y="10953"/>
                    <a:pt x="5540" y="10953"/>
                  </a:cubicBezTo>
                  <a:cubicBezTo>
                    <a:pt x="8572" y="10953"/>
                    <a:pt x="11079" y="8447"/>
                    <a:pt x="11079" y="5440"/>
                  </a:cubicBezTo>
                  <a:cubicBezTo>
                    <a:pt x="11079" y="2407"/>
                    <a:pt x="8572" y="1"/>
                    <a:pt x="554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1"/>
            <p:cNvSpPr/>
            <p:nvPr/>
          </p:nvSpPr>
          <p:spPr>
            <a:xfrm>
              <a:off x="2163560" y="2870104"/>
              <a:ext cx="182121" cy="8098"/>
            </a:xfrm>
            <a:custGeom>
              <a:rect b="b" l="l" r="r" t="t"/>
              <a:pathLst>
                <a:path extrusionOk="0" h="428" w="9625">
                  <a:moveTo>
                    <a:pt x="1" y="1"/>
                  </a:moveTo>
                  <a:lnTo>
                    <a:pt x="1" y="427"/>
                  </a:lnTo>
                  <a:lnTo>
                    <a:pt x="9625" y="427"/>
                  </a:lnTo>
                  <a:lnTo>
                    <a:pt x="962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1"/>
            <p:cNvSpPr/>
            <p:nvPr/>
          </p:nvSpPr>
          <p:spPr>
            <a:xfrm>
              <a:off x="2827483" y="2870104"/>
              <a:ext cx="182121" cy="8098"/>
            </a:xfrm>
            <a:custGeom>
              <a:rect b="b" l="l" r="r" t="t"/>
              <a:pathLst>
                <a:path extrusionOk="0" h="428" w="9625">
                  <a:moveTo>
                    <a:pt x="1" y="1"/>
                  </a:moveTo>
                  <a:lnTo>
                    <a:pt x="1" y="427"/>
                  </a:lnTo>
                  <a:lnTo>
                    <a:pt x="9625" y="427"/>
                  </a:lnTo>
                  <a:lnTo>
                    <a:pt x="962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1"/>
            <p:cNvSpPr/>
            <p:nvPr/>
          </p:nvSpPr>
          <p:spPr>
            <a:xfrm>
              <a:off x="3250495" y="1182803"/>
              <a:ext cx="454328" cy="454328"/>
            </a:xfrm>
            <a:custGeom>
              <a:rect b="b" l="l" r="r" t="t"/>
              <a:pathLst>
                <a:path extrusionOk="0" h="24011" w="24011">
                  <a:moveTo>
                    <a:pt x="12006" y="1"/>
                  </a:moveTo>
                  <a:cubicBezTo>
                    <a:pt x="5314" y="1"/>
                    <a:pt x="1" y="5414"/>
                    <a:pt x="1" y="12006"/>
                  </a:cubicBezTo>
                  <a:cubicBezTo>
                    <a:pt x="1" y="18697"/>
                    <a:pt x="5314" y="24011"/>
                    <a:pt x="12006" y="24011"/>
                  </a:cubicBezTo>
                  <a:cubicBezTo>
                    <a:pt x="18597" y="24011"/>
                    <a:pt x="24011" y="18697"/>
                    <a:pt x="24011" y="12006"/>
                  </a:cubicBezTo>
                  <a:cubicBezTo>
                    <a:pt x="24011" y="5414"/>
                    <a:pt x="18597" y="1"/>
                    <a:pt x="120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1"/>
            <p:cNvSpPr/>
            <p:nvPr/>
          </p:nvSpPr>
          <p:spPr>
            <a:xfrm>
              <a:off x="3246711" y="1178546"/>
              <a:ext cx="462389" cy="462389"/>
            </a:xfrm>
            <a:custGeom>
              <a:rect b="b" l="l" r="r" t="t"/>
              <a:pathLst>
                <a:path extrusionOk="0" h="24437" w="24437">
                  <a:moveTo>
                    <a:pt x="12206" y="426"/>
                  </a:moveTo>
                  <a:cubicBezTo>
                    <a:pt x="15439" y="426"/>
                    <a:pt x="18371" y="1779"/>
                    <a:pt x="20552" y="3885"/>
                  </a:cubicBezTo>
                  <a:cubicBezTo>
                    <a:pt x="22657" y="6065"/>
                    <a:pt x="24010" y="8998"/>
                    <a:pt x="24010" y="12231"/>
                  </a:cubicBezTo>
                  <a:cubicBezTo>
                    <a:pt x="24010" y="15464"/>
                    <a:pt x="22657" y="18496"/>
                    <a:pt x="20552" y="20577"/>
                  </a:cubicBezTo>
                  <a:cubicBezTo>
                    <a:pt x="18371" y="22782"/>
                    <a:pt x="15439" y="24035"/>
                    <a:pt x="12206" y="24035"/>
                  </a:cubicBezTo>
                  <a:cubicBezTo>
                    <a:pt x="8973" y="24035"/>
                    <a:pt x="5940" y="22782"/>
                    <a:pt x="3860" y="20577"/>
                  </a:cubicBezTo>
                  <a:cubicBezTo>
                    <a:pt x="1654" y="18496"/>
                    <a:pt x="401" y="15464"/>
                    <a:pt x="401" y="12231"/>
                  </a:cubicBezTo>
                  <a:cubicBezTo>
                    <a:pt x="401" y="8998"/>
                    <a:pt x="1654" y="6065"/>
                    <a:pt x="3860" y="3885"/>
                  </a:cubicBezTo>
                  <a:cubicBezTo>
                    <a:pt x="5940" y="1779"/>
                    <a:pt x="8973" y="426"/>
                    <a:pt x="12206" y="426"/>
                  </a:cubicBezTo>
                  <a:close/>
                  <a:moveTo>
                    <a:pt x="12206" y="0"/>
                  </a:moveTo>
                  <a:cubicBezTo>
                    <a:pt x="5414" y="0"/>
                    <a:pt x="0" y="5539"/>
                    <a:pt x="0" y="12231"/>
                  </a:cubicBezTo>
                  <a:cubicBezTo>
                    <a:pt x="0" y="19023"/>
                    <a:pt x="5414" y="24436"/>
                    <a:pt x="12206" y="24436"/>
                  </a:cubicBezTo>
                  <a:cubicBezTo>
                    <a:pt x="18898" y="24436"/>
                    <a:pt x="24437" y="19023"/>
                    <a:pt x="24437" y="12231"/>
                  </a:cubicBezTo>
                  <a:cubicBezTo>
                    <a:pt x="24437" y="5539"/>
                    <a:pt x="18898" y="0"/>
                    <a:pt x="12206" y="0"/>
                  </a:cubicBezTo>
                  <a:close/>
                </a:path>
              </a:pathLst>
            </a:custGeom>
            <a:solidFill>
              <a:schemeClr val="accent5"/>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1"/>
            <p:cNvSpPr/>
            <p:nvPr/>
          </p:nvSpPr>
          <p:spPr>
            <a:xfrm>
              <a:off x="3379011" y="1240192"/>
              <a:ext cx="106718" cy="242159"/>
            </a:xfrm>
            <a:custGeom>
              <a:rect b="b" l="l" r="r" t="t"/>
              <a:pathLst>
                <a:path extrusionOk="0" h="12798" w="5640">
                  <a:moveTo>
                    <a:pt x="5214" y="0"/>
                  </a:moveTo>
                  <a:cubicBezTo>
                    <a:pt x="5013" y="0"/>
                    <a:pt x="4788" y="201"/>
                    <a:pt x="4788" y="401"/>
                  </a:cubicBezTo>
                  <a:lnTo>
                    <a:pt x="4788" y="8772"/>
                  </a:lnTo>
                  <a:lnTo>
                    <a:pt x="201" y="12005"/>
                  </a:lnTo>
                  <a:cubicBezTo>
                    <a:pt x="1" y="12206"/>
                    <a:pt x="1" y="12406"/>
                    <a:pt x="101" y="12632"/>
                  </a:cubicBezTo>
                  <a:cubicBezTo>
                    <a:pt x="160" y="12749"/>
                    <a:pt x="296" y="12798"/>
                    <a:pt x="439" y="12798"/>
                  </a:cubicBezTo>
                  <a:cubicBezTo>
                    <a:pt x="540" y="12798"/>
                    <a:pt x="645" y="12774"/>
                    <a:pt x="728" y="12732"/>
                  </a:cubicBezTo>
                  <a:lnTo>
                    <a:pt x="5414" y="9273"/>
                  </a:lnTo>
                  <a:cubicBezTo>
                    <a:pt x="5540" y="9273"/>
                    <a:pt x="5640" y="9073"/>
                    <a:pt x="5640" y="8973"/>
                  </a:cubicBezTo>
                  <a:lnTo>
                    <a:pt x="5640" y="401"/>
                  </a:lnTo>
                  <a:cubicBezTo>
                    <a:pt x="5640" y="201"/>
                    <a:pt x="5414" y="0"/>
                    <a:pt x="52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1"/>
            <p:cNvSpPr/>
            <p:nvPr/>
          </p:nvSpPr>
          <p:spPr>
            <a:xfrm>
              <a:off x="2432455" y="1340723"/>
              <a:ext cx="53132" cy="138488"/>
            </a:xfrm>
            <a:custGeom>
              <a:rect b="b" l="l" r="r" t="t"/>
              <a:pathLst>
                <a:path extrusionOk="0" h="7319" w="2808">
                  <a:moveTo>
                    <a:pt x="301" y="0"/>
                  </a:moveTo>
                  <a:lnTo>
                    <a:pt x="1" y="101"/>
                  </a:lnTo>
                  <a:cubicBezTo>
                    <a:pt x="727" y="2507"/>
                    <a:pt x="1554" y="4913"/>
                    <a:pt x="2407" y="7319"/>
                  </a:cubicBezTo>
                  <a:lnTo>
                    <a:pt x="2808" y="7219"/>
                  </a:lnTo>
                  <a:cubicBezTo>
                    <a:pt x="1980" y="4813"/>
                    <a:pt x="1153" y="2407"/>
                    <a:pt x="301" y="0"/>
                  </a:cubicBezTo>
                  <a:close/>
                </a:path>
              </a:pathLst>
            </a:custGeom>
            <a:solidFill>
              <a:srgbClr val="00004D"/>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1"/>
            <p:cNvSpPr/>
            <p:nvPr/>
          </p:nvSpPr>
          <p:spPr>
            <a:xfrm>
              <a:off x="2683319" y="1340723"/>
              <a:ext cx="53605" cy="138488"/>
            </a:xfrm>
            <a:custGeom>
              <a:rect b="b" l="l" r="r" t="t"/>
              <a:pathLst>
                <a:path extrusionOk="0" h="7319" w="2833">
                  <a:moveTo>
                    <a:pt x="2507" y="0"/>
                  </a:moveTo>
                  <a:cubicBezTo>
                    <a:pt x="1680" y="2407"/>
                    <a:pt x="828" y="4813"/>
                    <a:pt x="1" y="7219"/>
                  </a:cubicBezTo>
                  <a:lnTo>
                    <a:pt x="427" y="7319"/>
                  </a:lnTo>
                  <a:cubicBezTo>
                    <a:pt x="1254" y="4913"/>
                    <a:pt x="2081" y="2507"/>
                    <a:pt x="2833" y="101"/>
                  </a:cubicBezTo>
                  <a:lnTo>
                    <a:pt x="2507" y="0"/>
                  </a:lnTo>
                  <a:close/>
                </a:path>
              </a:pathLst>
            </a:custGeom>
            <a:solidFill>
              <a:srgbClr val="00004D"/>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1"/>
            <p:cNvSpPr/>
            <p:nvPr/>
          </p:nvSpPr>
          <p:spPr>
            <a:xfrm>
              <a:off x="2580423" y="1350676"/>
              <a:ext cx="8080" cy="118582"/>
            </a:xfrm>
            <a:custGeom>
              <a:rect b="b" l="l" r="r" t="t"/>
              <a:pathLst>
                <a:path extrusionOk="0" h="6267" w="427">
                  <a:moveTo>
                    <a:pt x="0" y="1"/>
                  </a:moveTo>
                  <a:lnTo>
                    <a:pt x="0" y="6266"/>
                  </a:lnTo>
                  <a:lnTo>
                    <a:pt x="426" y="6266"/>
                  </a:lnTo>
                  <a:lnTo>
                    <a:pt x="426" y="1"/>
                  </a:lnTo>
                  <a:close/>
                </a:path>
              </a:pathLst>
            </a:custGeom>
            <a:solidFill>
              <a:srgbClr val="00004D"/>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1"/>
            <p:cNvSpPr/>
            <p:nvPr/>
          </p:nvSpPr>
          <p:spPr>
            <a:xfrm>
              <a:off x="1193295" y="2773376"/>
              <a:ext cx="551547" cy="8080"/>
            </a:xfrm>
            <a:custGeom>
              <a:rect b="b" l="l" r="r" t="t"/>
              <a:pathLst>
                <a:path extrusionOk="0" h="427" w="29149">
                  <a:moveTo>
                    <a:pt x="0" y="0"/>
                  </a:moveTo>
                  <a:lnTo>
                    <a:pt x="0" y="426"/>
                  </a:lnTo>
                  <a:lnTo>
                    <a:pt x="29148" y="426"/>
                  </a:lnTo>
                  <a:lnTo>
                    <a:pt x="29148"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1"/>
            <p:cNvSpPr/>
            <p:nvPr/>
          </p:nvSpPr>
          <p:spPr>
            <a:xfrm>
              <a:off x="1612504" y="2717879"/>
              <a:ext cx="270807" cy="8080"/>
            </a:xfrm>
            <a:custGeom>
              <a:rect b="b" l="l" r="r" t="t"/>
              <a:pathLst>
                <a:path extrusionOk="0" h="427" w="14312">
                  <a:moveTo>
                    <a:pt x="1" y="1"/>
                  </a:moveTo>
                  <a:lnTo>
                    <a:pt x="1" y="427"/>
                  </a:lnTo>
                  <a:lnTo>
                    <a:pt x="14312" y="427"/>
                  </a:lnTo>
                  <a:lnTo>
                    <a:pt x="14312"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1"/>
            <p:cNvSpPr/>
            <p:nvPr/>
          </p:nvSpPr>
          <p:spPr>
            <a:xfrm>
              <a:off x="3462001" y="2101393"/>
              <a:ext cx="618416" cy="8080"/>
            </a:xfrm>
            <a:custGeom>
              <a:rect b="b" l="l" r="r" t="t"/>
              <a:pathLst>
                <a:path extrusionOk="0" h="427" w="32683">
                  <a:moveTo>
                    <a:pt x="1" y="0"/>
                  </a:moveTo>
                  <a:lnTo>
                    <a:pt x="1" y="426"/>
                  </a:lnTo>
                  <a:lnTo>
                    <a:pt x="32683" y="426"/>
                  </a:lnTo>
                  <a:lnTo>
                    <a:pt x="32683" y="0"/>
                  </a:lnTo>
                  <a:close/>
                </a:path>
              </a:pathLst>
            </a:custGeom>
            <a:solidFill>
              <a:srgbClr val="BEBAC6"/>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1"/>
            <p:cNvSpPr/>
            <p:nvPr/>
          </p:nvSpPr>
          <p:spPr>
            <a:xfrm>
              <a:off x="3333486" y="2046369"/>
              <a:ext cx="357600" cy="7607"/>
            </a:xfrm>
            <a:custGeom>
              <a:rect b="b" l="l" r="r" t="t"/>
              <a:pathLst>
                <a:path extrusionOk="0" h="402" w="18899">
                  <a:moveTo>
                    <a:pt x="1" y="1"/>
                  </a:moveTo>
                  <a:lnTo>
                    <a:pt x="1" y="402"/>
                  </a:lnTo>
                  <a:lnTo>
                    <a:pt x="18898" y="402"/>
                  </a:lnTo>
                  <a:lnTo>
                    <a:pt x="18898" y="1"/>
                  </a:lnTo>
                  <a:close/>
                </a:path>
              </a:pathLst>
            </a:custGeom>
            <a:solidFill>
              <a:srgbClr val="BEBAC6"/>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 name="Google Shape;646;p31"/>
            <p:cNvGrpSpPr/>
            <p:nvPr/>
          </p:nvGrpSpPr>
          <p:grpSpPr>
            <a:xfrm flipH="1">
              <a:off x="936623" y="1445473"/>
              <a:ext cx="734772" cy="588731"/>
              <a:chOff x="10049025" y="922900"/>
              <a:chExt cx="537625" cy="430800"/>
            </a:xfrm>
          </p:grpSpPr>
          <p:sp>
            <p:nvSpPr>
              <p:cNvPr id="647" name="Google Shape;647;p31"/>
              <p:cNvSpPr/>
              <p:nvPr/>
            </p:nvSpPr>
            <p:spPr>
              <a:xfrm>
                <a:off x="10056525" y="930425"/>
                <a:ext cx="521975" cy="331475"/>
              </a:xfrm>
              <a:custGeom>
                <a:rect b="b" l="l" r="r" t="t"/>
                <a:pathLst>
                  <a:path extrusionOk="0" h="13259" w="20879">
                    <a:moveTo>
                      <a:pt x="14412" y="0"/>
                    </a:moveTo>
                    <a:lnTo>
                      <a:pt x="1" y="226"/>
                    </a:lnTo>
                    <a:cubicBezTo>
                      <a:pt x="1254" y="2506"/>
                      <a:pt x="2407" y="4812"/>
                      <a:pt x="3334" y="7218"/>
                    </a:cubicBezTo>
                    <a:lnTo>
                      <a:pt x="12532" y="13258"/>
                    </a:lnTo>
                    <a:lnTo>
                      <a:pt x="20878" y="12757"/>
                    </a:lnTo>
                    <a:lnTo>
                      <a:pt x="144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1"/>
              <p:cNvSpPr/>
              <p:nvPr/>
            </p:nvSpPr>
            <p:spPr>
              <a:xfrm>
                <a:off x="10049025" y="922900"/>
                <a:ext cx="537625" cy="347150"/>
              </a:xfrm>
              <a:custGeom>
                <a:rect b="b" l="l" r="r" t="t"/>
                <a:pathLst>
                  <a:path extrusionOk="0" h="13886" w="21505">
                    <a:moveTo>
                      <a:pt x="14574" y="527"/>
                    </a:moveTo>
                    <a:cubicBezTo>
                      <a:pt x="16433" y="4242"/>
                      <a:pt x="18292" y="7862"/>
                      <a:pt x="20151" y="11579"/>
                    </a:cubicBezTo>
                    <a:cubicBezTo>
                      <a:pt x="20376" y="11973"/>
                      <a:pt x="20614" y="12366"/>
                      <a:pt x="20804" y="12760"/>
                    </a:cubicBezTo>
                    <a:lnTo>
                      <a:pt x="20804" y="12760"/>
                    </a:lnTo>
                    <a:cubicBezTo>
                      <a:pt x="18222" y="12953"/>
                      <a:pt x="15639" y="13167"/>
                      <a:pt x="13033" y="13359"/>
                    </a:cubicBezTo>
                    <a:lnTo>
                      <a:pt x="12933" y="13359"/>
                    </a:lnTo>
                    <a:cubicBezTo>
                      <a:pt x="12832" y="13359"/>
                      <a:pt x="12732" y="13259"/>
                      <a:pt x="12732" y="13259"/>
                    </a:cubicBezTo>
                    <a:cubicBezTo>
                      <a:pt x="12206" y="12933"/>
                      <a:pt x="11780" y="12632"/>
                      <a:pt x="11379" y="12306"/>
                    </a:cubicBezTo>
                    <a:cubicBezTo>
                      <a:pt x="9800" y="11379"/>
                      <a:pt x="8346" y="10326"/>
                      <a:pt x="6892" y="9399"/>
                    </a:cubicBezTo>
                    <a:cubicBezTo>
                      <a:pt x="5891" y="8707"/>
                      <a:pt x="4889" y="8106"/>
                      <a:pt x="3909" y="7402"/>
                    </a:cubicBezTo>
                    <a:lnTo>
                      <a:pt x="3909" y="7402"/>
                    </a:lnTo>
                    <a:cubicBezTo>
                      <a:pt x="2933" y="5179"/>
                      <a:pt x="1872" y="2958"/>
                      <a:pt x="726" y="817"/>
                    </a:cubicBezTo>
                    <a:lnTo>
                      <a:pt x="726" y="817"/>
                    </a:lnTo>
                    <a:cubicBezTo>
                      <a:pt x="4768" y="720"/>
                      <a:pt x="8788" y="623"/>
                      <a:pt x="12832" y="527"/>
                    </a:cubicBezTo>
                    <a:close/>
                    <a:moveTo>
                      <a:pt x="14712" y="0"/>
                    </a:moveTo>
                    <a:cubicBezTo>
                      <a:pt x="10527" y="101"/>
                      <a:pt x="6366" y="201"/>
                      <a:pt x="2181" y="301"/>
                    </a:cubicBezTo>
                    <a:lnTo>
                      <a:pt x="301" y="301"/>
                    </a:lnTo>
                    <a:cubicBezTo>
                      <a:pt x="100" y="301"/>
                      <a:pt x="0" y="527"/>
                      <a:pt x="100" y="727"/>
                    </a:cubicBezTo>
                    <a:cubicBezTo>
                      <a:pt x="1343" y="2890"/>
                      <a:pt x="2364" y="5176"/>
                      <a:pt x="3408" y="7560"/>
                    </a:cubicBezTo>
                    <a:lnTo>
                      <a:pt x="3408" y="7560"/>
                    </a:lnTo>
                    <a:cubicBezTo>
                      <a:pt x="3411" y="7606"/>
                      <a:pt x="3428" y="7647"/>
                      <a:pt x="3462" y="7679"/>
                    </a:cubicBezTo>
                    <a:lnTo>
                      <a:pt x="3462" y="7679"/>
                    </a:lnTo>
                    <a:cubicBezTo>
                      <a:pt x="3505" y="7746"/>
                      <a:pt x="3576" y="7784"/>
                      <a:pt x="3651" y="7796"/>
                    </a:cubicBezTo>
                    <a:lnTo>
                      <a:pt x="3651" y="7796"/>
                    </a:lnTo>
                    <a:cubicBezTo>
                      <a:pt x="6015" y="9352"/>
                      <a:pt x="8285" y="10978"/>
                      <a:pt x="10652" y="12532"/>
                    </a:cubicBezTo>
                    <a:cubicBezTo>
                      <a:pt x="11153" y="12832"/>
                      <a:pt x="11679" y="13259"/>
                      <a:pt x="12206" y="13559"/>
                    </a:cubicBezTo>
                    <a:cubicBezTo>
                      <a:pt x="12406" y="13685"/>
                      <a:pt x="12632" y="13885"/>
                      <a:pt x="12832" y="13885"/>
                    </a:cubicBezTo>
                    <a:cubicBezTo>
                      <a:pt x="13258" y="13885"/>
                      <a:pt x="13785" y="13785"/>
                      <a:pt x="14286" y="13785"/>
                    </a:cubicBezTo>
                    <a:cubicBezTo>
                      <a:pt x="15138" y="13685"/>
                      <a:pt x="16065" y="13685"/>
                      <a:pt x="16918" y="13559"/>
                    </a:cubicBezTo>
                    <a:cubicBezTo>
                      <a:pt x="18371" y="13459"/>
                      <a:pt x="19725" y="13359"/>
                      <a:pt x="21178" y="13259"/>
                    </a:cubicBezTo>
                    <a:cubicBezTo>
                      <a:pt x="21404" y="13259"/>
                      <a:pt x="21504" y="13058"/>
                      <a:pt x="21404" y="12933"/>
                    </a:cubicBezTo>
                    <a:lnTo>
                      <a:pt x="15765" y="1654"/>
                    </a:lnTo>
                    <a:cubicBezTo>
                      <a:pt x="15439" y="1153"/>
                      <a:pt x="15138" y="627"/>
                      <a:pt x="14912" y="101"/>
                    </a:cubicBezTo>
                    <a:cubicBezTo>
                      <a:pt x="14812" y="101"/>
                      <a:pt x="14812" y="0"/>
                      <a:pt x="147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1"/>
              <p:cNvSpPr/>
              <p:nvPr/>
            </p:nvSpPr>
            <p:spPr>
              <a:xfrm>
                <a:off x="10351650" y="961750"/>
                <a:ext cx="44500" cy="75825"/>
              </a:xfrm>
              <a:custGeom>
                <a:rect b="b" l="l" r="r" t="t"/>
                <a:pathLst>
                  <a:path extrusionOk="0" h="3033" w="1780">
                    <a:moveTo>
                      <a:pt x="1780" y="0"/>
                    </a:moveTo>
                    <a:lnTo>
                      <a:pt x="1780" y="0"/>
                    </a:lnTo>
                    <a:cubicBezTo>
                      <a:pt x="1153" y="953"/>
                      <a:pt x="527" y="1980"/>
                      <a:pt x="0" y="3033"/>
                    </a:cubicBezTo>
                    <a:lnTo>
                      <a:pt x="1780" y="0"/>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1"/>
              <p:cNvSpPr/>
              <p:nvPr/>
            </p:nvSpPr>
            <p:spPr>
              <a:xfrm>
                <a:off x="10344450" y="955525"/>
                <a:ext cx="60000" cy="88025"/>
              </a:xfrm>
              <a:custGeom>
                <a:rect b="b" l="l" r="r" t="t"/>
                <a:pathLst>
                  <a:path extrusionOk="0" h="3521" w="2400">
                    <a:moveTo>
                      <a:pt x="2109" y="0"/>
                    </a:moveTo>
                    <a:cubicBezTo>
                      <a:pt x="2021" y="0"/>
                      <a:pt x="1921" y="44"/>
                      <a:pt x="1842" y="149"/>
                    </a:cubicBezTo>
                    <a:cubicBezTo>
                      <a:pt x="1216" y="1101"/>
                      <a:pt x="589" y="2129"/>
                      <a:pt x="88" y="3182"/>
                    </a:cubicBezTo>
                    <a:cubicBezTo>
                      <a:pt x="1" y="3321"/>
                      <a:pt x="180" y="3520"/>
                      <a:pt x="331" y="3520"/>
                    </a:cubicBezTo>
                    <a:cubicBezTo>
                      <a:pt x="397" y="3520"/>
                      <a:pt x="458" y="3482"/>
                      <a:pt x="489" y="3382"/>
                    </a:cubicBezTo>
                    <a:cubicBezTo>
                      <a:pt x="1116" y="2354"/>
                      <a:pt x="1642" y="1302"/>
                      <a:pt x="2268" y="349"/>
                    </a:cubicBezTo>
                    <a:cubicBezTo>
                      <a:pt x="2399" y="154"/>
                      <a:pt x="2274" y="0"/>
                      <a:pt x="21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1"/>
              <p:cNvSpPr/>
              <p:nvPr/>
            </p:nvSpPr>
            <p:spPr>
              <a:xfrm>
                <a:off x="10098525" y="969875"/>
                <a:ext cx="31350" cy="33875"/>
              </a:xfrm>
              <a:custGeom>
                <a:rect b="b" l="l" r="r" t="t"/>
                <a:pathLst>
                  <a:path extrusionOk="0" h="1355" w="1254">
                    <a:moveTo>
                      <a:pt x="0" y="1"/>
                    </a:moveTo>
                    <a:lnTo>
                      <a:pt x="0" y="1"/>
                    </a:lnTo>
                    <a:cubicBezTo>
                      <a:pt x="401" y="527"/>
                      <a:pt x="827" y="928"/>
                      <a:pt x="1253" y="1354"/>
                    </a:cubicBezTo>
                    <a:lnTo>
                      <a:pt x="0" y="1"/>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1"/>
              <p:cNvSpPr/>
              <p:nvPr/>
            </p:nvSpPr>
            <p:spPr>
              <a:xfrm>
                <a:off x="10090375" y="965025"/>
                <a:ext cx="44500" cy="45625"/>
              </a:xfrm>
              <a:custGeom>
                <a:rect b="b" l="l" r="r" t="t"/>
                <a:pathLst>
                  <a:path extrusionOk="0" h="1825" w="1780">
                    <a:moveTo>
                      <a:pt x="323" y="1"/>
                    </a:moveTo>
                    <a:cubicBezTo>
                      <a:pt x="245" y="1"/>
                      <a:pt x="163" y="32"/>
                      <a:pt x="101" y="95"/>
                    </a:cubicBezTo>
                    <a:cubicBezTo>
                      <a:pt x="0" y="195"/>
                      <a:pt x="0" y="295"/>
                      <a:pt x="101" y="396"/>
                    </a:cubicBezTo>
                    <a:cubicBezTo>
                      <a:pt x="527" y="822"/>
                      <a:pt x="953" y="1348"/>
                      <a:pt x="1354" y="1749"/>
                    </a:cubicBezTo>
                    <a:cubicBezTo>
                      <a:pt x="1416" y="1799"/>
                      <a:pt x="1498" y="1824"/>
                      <a:pt x="1576" y="1824"/>
                    </a:cubicBezTo>
                    <a:cubicBezTo>
                      <a:pt x="1654" y="1824"/>
                      <a:pt x="1730" y="1799"/>
                      <a:pt x="1780" y="1749"/>
                    </a:cubicBezTo>
                    <a:lnTo>
                      <a:pt x="1780" y="1348"/>
                    </a:lnTo>
                    <a:lnTo>
                      <a:pt x="527" y="95"/>
                    </a:lnTo>
                    <a:cubicBezTo>
                      <a:pt x="476" y="32"/>
                      <a:pt x="401"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1"/>
              <p:cNvSpPr/>
              <p:nvPr/>
            </p:nvSpPr>
            <p:spPr>
              <a:xfrm>
                <a:off x="10479475" y="1207350"/>
                <a:ext cx="57675" cy="15700"/>
              </a:xfrm>
              <a:custGeom>
                <a:rect b="b" l="l" r="r" t="t"/>
                <a:pathLst>
                  <a:path extrusionOk="0" h="628" w="2307">
                    <a:moveTo>
                      <a:pt x="0" y="1"/>
                    </a:moveTo>
                    <a:lnTo>
                      <a:pt x="2306" y="627"/>
                    </a:lnTo>
                    <a:cubicBezTo>
                      <a:pt x="1579" y="427"/>
                      <a:pt x="827" y="201"/>
                      <a:pt x="0" y="1"/>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1"/>
              <p:cNvSpPr/>
              <p:nvPr/>
            </p:nvSpPr>
            <p:spPr>
              <a:xfrm>
                <a:off x="10474450" y="1201025"/>
                <a:ext cx="67700" cy="28075"/>
              </a:xfrm>
              <a:custGeom>
                <a:rect b="b" l="l" r="r" t="t"/>
                <a:pathLst>
                  <a:path extrusionOk="0" h="1123" w="2708">
                    <a:moveTo>
                      <a:pt x="193" y="1"/>
                    </a:moveTo>
                    <a:cubicBezTo>
                      <a:pt x="99" y="1"/>
                      <a:pt x="1" y="83"/>
                      <a:pt x="1" y="154"/>
                    </a:cubicBezTo>
                    <a:cubicBezTo>
                      <a:pt x="1" y="354"/>
                      <a:pt x="1" y="454"/>
                      <a:pt x="201" y="555"/>
                    </a:cubicBezTo>
                    <a:cubicBezTo>
                      <a:pt x="928" y="680"/>
                      <a:pt x="1655" y="880"/>
                      <a:pt x="2407" y="1081"/>
                    </a:cubicBezTo>
                    <a:cubicBezTo>
                      <a:pt x="2436" y="1110"/>
                      <a:pt x="2474" y="1122"/>
                      <a:pt x="2513" y="1122"/>
                    </a:cubicBezTo>
                    <a:cubicBezTo>
                      <a:pt x="2607" y="1122"/>
                      <a:pt x="2708" y="1052"/>
                      <a:pt x="2708" y="981"/>
                    </a:cubicBezTo>
                    <a:cubicBezTo>
                      <a:pt x="2708" y="780"/>
                      <a:pt x="2708" y="680"/>
                      <a:pt x="2507" y="555"/>
                    </a:cubicBezTo>
                    <a:cubicBezTo>
                      <a:pt x="1780" y="354"/>
                      <a:pt x="1028" y="154"/>
                      <a:pt x="302" y="53"/>
                    </a:cubicBezTo>
                    <a:cubicBezTo>
                      <a:pt x="272" y="16"/>
                      <a:pt x="233" y="1"/>
                      <a:pt x="1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1"/>
              <p:cNvSpPr/>
              <p:nvPr/>
            </p:nvSpPr>
            <p:spPr>
              <a:xfrm>
                <a:off x="10074700" y="1008725"/>
                <a:ext cx="384125" cy="339625"/>
              </a:xfrm>
              <a:custGeom>
                <a:rect b="b" l="l" r="r" t="t"/>
                <a:pathLst>
                  <a:path extrusionOk="0" h="13585" w="15365">
                    <a:moveTo>
                      <a:pt x="3359" y="1"/>
                    </a:moveTo>
                    <a:cubicBezTo>
                      <a:pt x="1981" y="2206"/>
                      <a:pt x="853" y="4487"/>
                      <a:pt x="1" y="6793"/>
                    </a:cubicBezTo>
                    <a:cubicBezTo>
                      <a:pt x="1" y="6793"/>
                      <a:pt x="1154" y="8998"/>
                      <a:pt x="4286" y="11079"/>
                    </a:cubicBezTo>
                    <a:cubicBezTo>
                      <a:pt x="7319" y="13159"/>
                      <a:pt x="10026" y="13585"/>
                      <a:pt x="10026" y="13585"/>
                    </a:cubicBezTo>
                    <a:cubicBezTo>
                      <a:pt x="12006" y="11906"/>
                      <a:pt x="14111" y="9725"/>
                      <a:pt x="15364" y="7520"/>
                    </a:cubicBezTo>
                    <a:cubicBezTo>
                      <a:pt x="15364" y="7520"/>
                      <a:pt x="13585" y="3986"/>
                      <a:pt x="10251" y="1981"/>
                    </a:cubicBezTo>
                    <a:cubicBezTo>
                      <a:pt x="6893" y="101"/>
                      <a:pt x="3359" y="1"/>
                      <a:pt x="3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1"/>
              <p:cNvSpPr/>
              <p:nvPr/>
            </p:nvSpPr>
            <p:spPr>
              <a:xfrm>
                <a:off x="10067175" y="1002600"/>
                <a:ext cx="399150" cy="351100"/>
              </a:xfrm>
              <a:custGeom>
                <a:rect b="b" l="l" r="r" t="t"/>
                <a:pathLst>
                  <a:path extrusionOk="0" h="14044" w="15966">
                    <a:moveTo>
                      <a:pt x="3795" y="575"/>
                    </a:moveTo>
                    <a:cubicBezTo>
                      <a:pt x="8594" y="722"/>
                      <a:pt x="13202" y="3473"/>
                      <a:pt x="15385" y="7757"/>
                    </a:cubicBezTo>
                    <a:lnTo>
                      <a:pt x="15385" y="7757"/>
                    </a:lnTo>
                    <a:cubicBezTo>
                      <a:pt x="14070" y="9966"/>
                      <a:pt x="12272" y="11875"/>
                      <a:pt x="10281" y="13504"/>
                    </a:cubicBezTo>
                    <a:lnTo>
                      <a:pt x="10227" y="13504"/>
                    </a:lnTo>
                    <a:cubicBezTo>
                      <a:pt x="10126" y="13504"/>
                      <a:pt x="10026" y="13404"/>
                      <a:pt x="9801" y="13404"/>
                    </a:cubicBezTo>
                    <a:cubicBezTo>
                      <a:pt x="9400" y="13304"/>
                      <a:pt x="8973" y="13203"/>
                      <a:pt x="8447" y="13003"/>
                    </a:cubicBezTo>
                    <a:cubicBezTo>
                      <a:pt x="6993" y="12477"/>
                      <a:pt x="5540" y="11750"/>
                      <a:pt x="4161" y="10697"/>
                    </a:cubicBezTo>
                    <a:cubicBezTo>
                      <a:pt x="3034" y="9870"/>
                      <a:pt x="1981" y="8918"/>
                      <a:pt x="1154" y="7865"/>
                    </a:cubicBezTo>
                    <a:cubicBezTo>
                      <a:pt x="928" y="7564"/>
                      <a:pt x="728" y="7364"/>
                      <a:pt x="628" y="7038"/>
                    </a:cubicBezTo>
                    <a:cubicBezTo>
                      <a:pt x="543" y="7038"/>
                      <a:pt x="530" y="6967"/>
                      <a:pt x="528" y="6944"/>
                    </a:cubicBezTo>
                    <a:lnTo>
                      <a:pt x="528" y="6944"/>
                    </a:lnTo>
                    <a:cubicBezTo>
                      <a:pt x="528" y="6950"/>
                      <a:pt x="530" y="6953"/>
                      <a:pt x="533" y="6953"/>
                    </a:cubicBezTo>
                    <a:cubicBezTo>
                      <a:pt x="567" y="6953"/>
                      <a:pt x="728" y="6612"/>
                      <a:pt x="728" y="6612"/>
                    </a:cubicBezTo>
                    <a:cubicBezTo>
                      <a:pt x="828" y="6311"/>
                      <a:pt x="928" y="5985"/>
                      <a:pt x="1029" y="5785"/>
                    </a:cubicBezTo>
                    <a:cubicBezTo>
                      <a:pt x="1863" y="3944"/>
                      <a:pt x="2769" y="2200"/>
                      <a:pt x="3795" y="575"/>
                    </a:cubicBezTo>
                    <a:close/>
                    <a:moveTo>
                      <a:pt x="3780" y="1"/>
                    </a:moveTo>
                    <a:cubicBezTo>
                      <a:pt x="3694" y="1"/>
                      <a:pt x="3610" y="12"/>
                      <a:pt x="3535" y="45"/>
                    </a:cubicBezTo>
                    <a:cubicBezTo>
                      <a:pt x="3234" y="146"/>
                      <a:pt x="3134" y="672"/>
                      <a:pt x="2908" y="872"/>
                    </a:cubicBezTo>
                    <a:cubicBezTo>
                      <a:pt x="2708" y="1399"/>
                      <a:pt x="2407" y="1825"/>
                      <a:pt x="2181" y="2351"/>
                    </a:cubicBezTo>
                    <a:cubicBezTo>
                      <a:pt x="1655" y="3278"/>
                      <a:pt x="1154" y="4331"/>
                      <a:pt x="728" y="5359"/>
                    </a:cubicBezTo>
                    <a:cubicBezTo>
                      <a:pt x="527" y="5785"/>
                      <a:pt x="302" y="6211"/>
                      <a:pt x="201" y="6612"/>
                    </a:cubicBezTo>
                    <a:cubicBezTo>
                      <a:pt x="101" y="6837"/>
                      <a:pt x="1" y="7038"/>
                      <a:pt x="101" y="7238"/>
                    </a:cubicBezTo>
                    <a:cubicBezTo>
                      <a:pt x="201" y="7464"/>
                      <a:pt x="402" y="7765"/>
                      <a:pt x="628" y="7990"/>
                    </a:cubicBezTo>
                    <a:cubicBezTo>
                      <a:pt x="1029" y="8492"/>
                      <a:pt x="1455" y="9018"/>
                      <a:pt x="1881" y="9444"/>
                    </a:cubicBezTo>
                    <a:cubicBezTo>
                      <a:pt x="3435" y="10998"/>
                      <a:pt x="5314" y="12251"/>
                      <a:pt x="7294" y="13103"/>
                    </a:cubicBezTo>
                    <a:cubicBezTo>
                      <a:pt x="8247" y="13504"/>
                      <a:pt x="9299" y="13930"/>
                      <a:pt x="10327" y="14030"/>
                    </a:cubicBezTo>
                    <a:cubicBezTo>
                      <a:pt x="10356" y="14039"/>
                      <a:pt x="10383" y="14044"/>
                      <a:pt x="10407" y="14044"/>
                    </a:cubicBezTo>
                    <a:cubicBezTo>
                      <a:pt x="10491" y="14044"/>
                      <a:pt x="10542" y="13993"/>
                      <a:pt x="10562" y="13922"/>
                    </a:cubicBezTo>
                    <a:lnTo>
                      <a:pt x="10562" y="13922"/>
                    </a:lnTo>
                    <a:cubicBezTo>
                      <a:pt x="12112" y="12671"/>
                      <a:pt x="13562" y="11220"/>
                      <a:pt x="14713" y="9644"/>
                    </a:cubicBezTo>
                    <a:cubicBezTo>
                      <a:pt x="15039" y="9243"/>
                      <a:pt x="15339" y="8817"/>
                      <a:pt x="15565" y="8391"/>
                    </a:cubicBezTo>
                    <a:cubicBezTo>
                      <a:pt x="15765" y="8191"/>
                      <a:pt x="15966" y="7865"/>
                      <a:pt x="15866" y="7664"/>
                    </a:cubicBezTo>
                    <a:cubicBezTo>
                      <a:pt x="15866" y="7464"/>
                      <a:pt x="15665" y="7238"/>
                      <a:pt x="15565" y="7038"/>
                    </a:cubicBezTo>
                    <a:cubicBezTo>
                      <a:pt x="13986" y="4431"/>
                      <a:pt x="11680" y="2351"/>
                      <a:pt x="8873" y="1198"/>
                    </a:cubicBezTo>
                    <a:cubicBezTo>
                      <a:pt x="7420" y="572"/>
                      <a:pt x="5841" y="246"/>
                      <a:pt x="4287" y="45"/>
                    </a:cubicBezTo>
                    <a:cubicBezTo>
                      <a:pt x="4136" y="45"/>
                      <a:pt x="3953" y="1"/>
                      <a:pt x="3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1"/>
              <p:cNvSpPr/>
              <p:nvPr/>
            </p:nvSpPr>
            <p:spPr>
              <a:xfrm>
                <a:off x="10111675" y="1019375"/>
                <a:ext cx="94000" cy="198650"/>
              </a:xfrm>
              <a:custGeom>
                <a:rect b="b" l="l" r="r" t="t"/>
                <a:pathLst>
                  <a:path extrusionOk="0" h="7946" w="3760">
                    <a:moveTo>
                      <a:pt x="3760" y="1"/>
                    </a:moveTo>
                    <a:lnTo>
                      <a:pt x="3760" y="1"/>
                    </a:lnTo>
                    <a:cubicBezTo>
                      <a:pt x="2507" y="2607"/>
                      <a:pt x="1128" y="5214"/>
                      <a:pt x="0" y="7946"/>
                    </a:cubicBezTo>
                    <a:lnTo>
                      <a:pt x="3760" y="1"/>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1"/>
              <p:cNvSpPr/>
              <p:nvPr/>
            </p:nvSpPr>
            <p:spPr>
              <a:xfrm>
                <a:off x="10101750" y="1013500"/>
                <a:ext cx="113225" cy="210150"/>
              </a:xfrm>
              <a:custGeom>
                <a:rect b="b" l="l" r="r" t="t"/>
                <a:pathLst>
                  <a:path extrusionOk="0" h="8406" w="4529">
                    <a:moveTo>
                      <a:pt x="4160" y="0"/>
                    </a:moveTo>
                    <a:cubicBezTo>
                      <a:pt x="4080" y="0"/>
                      <a:pt x="3998" y="40"/>
                      <a:pt x="3931" y="136"/>
                    </a:cubicBezTo>
                    <a:cubicBezTo>
                      <a:pt x="2678" y="2742"/>
                      <a:pt x="1325" y="5349"/>
                      <a:pt x="72" y="7955"/>
                    </a:cubicBezTo>
                    <a:cubicBezTo>
                      <a:pt x="0" y="8186"/>
                      <a:pt x="194" y="8405"/>
                      <a:pt x="385" y="8405"/>
                    </a:cubicBezTo>
                    <a:cubicBezTo>
                      <a:pt x="462" y="8405"/>
                      <a:pt x="540" y="8368"/>
                      <a:pt x="598" y="8281"/>
                    </a:cubicBezTo>
                    <a:cubicBezTo>
                      <a:pt x="1851" y="5675"/>
                      <a:pt x="3104" y="3043"/>
                      <a:pt x="4458" y="436"/>
                    </a:cubicBezTo>
                    <a:cubicBezTo>
                      <a:pt x="4528" y="225"/>
                      <a:pt x="4350" y="0"/>
                      <a:pt x="41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1"/>
              <p:cNvSpPr/>
              <p:nvPr/>
            </p:nvSpPr>
            <p:spPr>
              <a:xfrm>
                <a:off x="10139875" y="1035050"/>
                <a:ext cx="120325" cy="219325"/>
              </a:xfrm>
              <a:custGeom>
                <a:rect b="b" l="l" r="r" t="t"/>
                <a:pathLst>
                  <a:path extrusionOk="0" h="8773" w="4813">
                    <a:moveTo>
                      <a:pt x="4812" y="1"/>
                    </a:moveTo>
                    <a:lnTo>
                      <a:pt x="1692" y="5688"/>
                    </a:lnTo>
                    <a:lnTo>
                      <a:pt x="1692" y="5688"/>
                    </a:lnTo>
                    <a:cubicBezTo>
                      <a:pt x="2744" y="3794"/>
                      <a:pt x="3805" y="1902"/>
                      <a:pt x="4812" y="1"/>
                    </a:cubicBezTo>
                    <a:close/>
                    <a:moveTo>
                      <a:pt x="1692" y="5688"/>
                    </a:moveTo>
                    <a:cubicBezTo>
                      <a:pt x="1122" y="6714"/>
                      <a:pt x="555" y="7742"/>
                      <a:pt x="0" y="8773"/>
                    </a:cubicBezTo>
                    <a:lnTo>
                      <a:pt x="1692" y="5688"/>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1"/>
              <p:cNvSpPr/>
              <p:nvPr/>
            </p:nvSpPr>
            <p:spPr>
              <a:xfrm>
                <a:off x="10131375" y="1029075"/>
                <a:ext cx="137750" cy="231275"/>
              </a:xfrm>
              <a:custGeom>
                <a:rect b="b" l="l" r="r" t="t"/>
                <a:pathLst>
                  <a:path extrusionOk="0" h="9251" w="5510">
                    <a:moveTo>
                      <a:pt x="5130" y="1"/>
                    </a:moveTo>
                    <a:cubicBezTo>
                      <a:pt x="5053" y="1"/>
                      <a:pt x="4982" y="40"/>
                      <a:pt x="4952" y="139"/>
                    </a:cubicBezTo>
                    <a:cubicBezTo>
                      <a:pt x="3273" y="3047"/>
                      <a:pt x="1719" y="5979"/>
                      <a:pt x="140" y="8911"/>
                    </a:cubicBezTo>
                    <a:cubicBezTo>
                      <a:pt x="1" y="9050"/>
                      <a:pt x="212" y="9250"/>
                      <a:pt x="387" y="9250"/>
                    </a:cubicBezTo>
                    <a:cubicBezTo>
                      <a:pt x="465" y="9250"/>
                      <a:pt x="535" y="9211"/>
                      <a:pt x="566" y="9112"/>
                    </a:cubicBezTo>
                    <a:cubicBezTo>
                      <a:pt x="2120" y="6179"/>
                      <a:pt x="3799" y="3272"/>
                      <a:pt x="5353" y="340"/>
                    </a:cubicBezTo>
                    <a:cubicBezTo>
                      <a:pt x="5509" y="201"/>
                      <a:pt x="5304" y="1"/>
                      <a:pt x="51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1"/>
              <p:cNvSpPr/>
              <p:nvPr/>
            </p:nvSpPr>
            <p:spPr>
              <a:xfrm>
                <a:off x="10176825" y="1053225"/>
                <a:ext cx="132875" cy="224325"/>
              </a:xfrm>
              <a:custGeom>
                <a:rect b="b" l="l" r="r" t="t"/>
                <a:pathLst>
                  <a:path extrusionOk="0" h="8973" w="5315">
                    <a:moveTo>
                      <a:pt x="5314" y="0"/>
                    </a:moveTo>
                    <a:lnTo>
                      <a:pt x="5314" y="0"/>
                    </a:lnTo>
                    <a:cubicBezTo>
                      <a:pt x="3334" y="2933"/>
                      <a:pt x="1555" y="5965"/>
                      <a:pt x="1" y="8973"/>
                    </a:cubicBezTo>
                    <a:lnTo>
                      <a:pt x="5314" y="0"/>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1"/>
              <p:cNvSpPr/>
              <p:nvPr/>
            </p:nvSpPr>
            <p:spPr>
              <a:xfrm>
                <a:off x="10166900" y="1045925"/>
                <a:ext cx="152025" cy="240375"/>
              </a:xfrm>
              <a:custGeom>
                <a:rect b="b" l="l" r="r" t="t"/>
                <a:pathLst>
                  <a:path extrusionOk="0" h="9615" w="6081">
                    <a:moveTo>
                      <a:pt x="5672" y="0"/>
                    </a:moveTo>
                    <a:cubicBezTo>
                      <a:pt x="5602" y="0"/>
                      <a:pt x="5539" y="28"/>
                      <a:pt x="5511" y="92"/>
                    </a:cubicBezTo>
                    <a:cubicBezTo>
                      <a:pt x="3531" y="3124"/>
                      <a:pt x="1751" y="6032"/>
                      <a:pt x="72" y="9165"/>
                    </a:cubicBezTo>
                    <a:cubicBezTo>
                      <a:pt x="1" y="9396"/>
                      <a:pt x="195" y="9614"/>
                      <a:pt x="385" y="9614"/>
                    </a:cubicBezTo>
                    <a:cubicBezTo>
                      <a:pt x="463" y="9614"/>
                      <a:pt x="540" y="9578"/>
                      <a:pt x="598" y="9490"/>
                    </a:cubicBezTo>
                    <a:cubicBezTo>
                      <a:pt x="2177" y="6358"/>
                      <a:pt x="3932" y="3325"/>
                      <a:pt x="5937" y="393"/>
                    </a:cubicBezTo>
                    <a:cubicBezTo>
                      <a:pt x="6080" y="177"/>
                      <a:pt x="5851" y="0"/>
                      <a:pt x="5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1"/>
              <p:cNvSpPr/>
              <p:nvPr/>
            </p:nvSpPr>
            <p:spPr>
              <a:xfrm>
                <a:off x="10208175" y="1082050"/>
                <a:ext cx="138475" cy="216800"/>
              </a:xfrm>
              <a:custGeom>
                <a:rect b="b" l="l" r="r" t="t"/>
                <a:pathLst>
                  <a:path extrusionOk="0" h="8672" w="5539">
                    <a:moveTo>
                      <a:pt x="5539" y="0"/>
                    </a:moveTo>
                    <a:lnTo>
                      <a:pt x="0" y="8672"/>
                    </a:lnTo>
                    <a:cubicBezTo>
                      <a:pt x="1980" y="5840"/>
                      <a:pt x="3760" y="2933"/>
                      <a:pt x="5539" y="0"/>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1"/>
              <p:cNvSpPr/>
              <p:nvPr/>
            </p:nvSpPr>
            <p:spPr>
              <a:xfrm>
                <a:off x="10199025" y="1074750"/>
                <a:ext cx="154450" cy="229800"/>
              </a:xfrm>
              <a:custGeom>
                <a:rect b="b" l="l" r="r" t="t"/>
                <a:pathLst>
                  <a:path extrusionOk="0" h="9192" w="6178">
                    <a:moveTo>
                      <a:pt x="5787" y="0"/>
                    </a:moveTo>
                    <a:cubicBezTo>
                      <a:pt x="5711" y="0"/>
                      <a:pt x="5636" y="28"/>
                      <a:pt x="5579" y="92"/>
                    </a:cubicBezTo>
                    <a:cubicBezTo>
                      <a:pt x="3900" y="3099"/>
                      <a:pt x="2020" y="5931"/>
                      <a:pt x="141" y="8864"/>
                    </a:cubicBezTo>
                    <a:cubicBezTo>
                      <a:pt x="1" y="9003"/>
                      <a:pt x="214" y="9191"/>
                      <a:pt x="390" y="9191"/>
                    </a:cubicBezTo>
                    <a:cubicBezTo>
                      <a:pt x="466" y="9191"/>
                      <a:pt x="536" y="9156"/>
                      <a:pt x="567" y="9064"/>
                    </a:cubicBezTo>
                    <a:cubicBezTo>
                      <a:pt x="2547" y="6232"/>
                      <a:pt x="4326" y="3325"/>
                      <a:pt x="6105" y="392"/>
                    </a:cubicBezTo>
                    <a:cubicBezTo>
                      <a:pt x="6177" y="177"/>
                      <a:pt x="5979" y="0"/>
                      <a:pt x="57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1"/>
              <p:cNvSpPr/>
              <p:nvPr/>
            </p:nvSpPr>
            <p:spPr>
              <a:xfrm>
                <a:off x="10249525" y="1105225"/>
                <a:ext cx="130975" cy="211800"/>
              </a:xfrm>
              <a:custGeom>
                <a:rect b="b" l="l" r="r" t="t"/>
                <a:pathLst>
                  <a:path extrusionOk="0" h="8472" w="5239">
                    <a:moveTo>
                      <a:pt x="5238" y="1"/>
                    </a:moveTo>
                    <a:lnTo>
                      <a:pt x="1466" y="6101"/>
                    </a:lnTo>
                    <a:lnTo>
                      <a:pt x="1466" y="6101"/>
                    </a:lnTo>
                    <a:cubicBezTo>
                      <a:pt x="2796" y="4100"/>
                      <a:pt x="4064" y="2088"/>
                      <a:pt x="5238" y="1"/>
                    </a:cubicBezTo>
                    <a:close/>
                    <a:moveTo>
                      <a:pt x="1466" y="6101"/>
                    </a:moveTo>
                    <a:cubicBezTo>
                      <a:pt x="1263" y="6407"/>
                      <a:pt x="1058" y="6713"/>
                      <a:pt x="852" y="7018"/>
                    </a:cubicBezTo>
                    <a:cubicBezTo>
                      <a:pt x="527" y="7519"/>
                      <a:pt x="226" y="7945"/>
                      <a:pt x="0" y="8472"/>
                    </a:cubicBezTo>
                    <a:lnTo>
                      <a:pt x="1466" y="6101"/>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1"/>
              <p:cNvSpPr/>
              <p:nvPr/>
            </p:nvSpPr>
            <p:spPr>
              <a:xfrm>
                <a:off x="10241025" y="1099025"/>
                <a:ext cx="147775" cy="223975"/>
              </a:xfrm>
              <a:custGeom>
                <a:rect b="b" l="l" r="r" t="t"/>
                <a:pathLst>
                  <a:path extrusionOk="0" h="8959" w="5911">
                    <a:moveTo>
                      <a:pt x="5617" y="1"/>
                    </a:moveTo>
                    <a:cubicBezTo>
                      <a:pt x="5529" y="1"/>
                      <a:pt x="5430" y="45"/>
                      <a:pt x="5353" y="148"/>
                    </a:cubicBezTo>
                    <a:cubicBezTo>
                      <a:pt x="4526" y="1627"/>
                      <a:pt x="3699" y="2980"/>
                      <a:pt x="2746" y="4434"/>
                    </a:cubicBezTo>
                    <a:cubicBezTo>
                      <a:pt x="2345" y="5161"/>
                      <a:pt x="1919" y="5787"/>
                      <a:pt x="1393" y="6514"/>
                    </a:cubicBezTo>
                    <a:cubicBezTo>
                      <a:pt x="967" y="7141"/>
                      <a:pt x="466" y="7893"/>
                      <a:pt x="140" y="8620"/>
                    </a:cubicBezTo>
                    <a:cubicBezTo>
                      <a:pt x="1" y="8759"/>
                      <a:pt x="151" y="8958"/>
                      <a:pt x="332" y="8958"/>
                    </a:cubicBezTo>
                    <a:cubicBezTo>
                      <a:pt x="411" y="8958"/>
                      <a:pt x="497" y="8920"/>
                      <a:pt x="566" y="8820"/>
                    </a:cubicBezTo>
                    <a:cubicBezTo>
                      <a:pt x="967" y="8093"/>
                      <a:pt x="1393" y="7467"/>
                      <a:pt x="1919" y="6740"/>
                    </a:cubicBezTo>
                    <a:cubicBezTo>
                      <a:pt x="2345" y="6113"/>
                      <a:pt x="2746" y="5386"/>
                      <a:pt x="3273" y="4760"/>
                    </a:cubicBezTo>
                    <a:cubicBezTo>
                      <a:pt x="4100" y="3281"/>
                      <a:pt x="4952" y="1828"/>
                      <a:pt x="5779" y="374"/>
                    </a:cubicBezTo>
                    <a:cubicBezTo>
                      <a:pt x="5910" y="160"/>
                      <a:pt x="5783" y="1"/>
                      <a:pt x="56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1"/>
              <p:cNvSpPr/>
              <p:nvPr/>
            </p:nvSpPr>
            <p:spPr>
              <a:xfrm>
                <a:off x="10289000" y="1142200"/>
                <a:ext cx="125325" cy="190500"/>
              </a:xfrm>
              <a:custGeom>
                <a:rect b="b" l="l" r="r" t="t"/>
                <a:pathLst>
                  <a:path extrusionOk="0" h="7620" w="5013">
                    <a:moveTo>
                      <a:pt x="5013" y="0"/>
                    </a:moveTo>
                    <a:lnTo>
                      <a:pt x="0" y="7619"/>
                    </a:lnTo>
                    <a:cubicBezTo>
                      <a:pt x="1780" y="5113"/>
                      <a:pt x="3434" y="2607"/>
                      <a:pt x="5013" y="0"/>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1"/>
              <p:cNvSpPr/>
              <p:nvPr/>
            </p:nvSpPr>
            <p:spPr>
              <a:xfrm>
                <a:off x="10279925" y="1135550"/>
                <a:ext cx="143025" cy="201675"/>
              </a:xfrm>
              <a:custGeom>
                <a:rect b="b" l="l" r="r" t="t"/>
                <a:pathLst>
                  <a:path extrusionOk="0" h="8067" w="5721">
                    <a:moveTo>
                      <a:pt x="5437" y="0"/>
                    </a:moveTo>
                    <a:cubicBezTo>
                      <a:pt x="5348" y="0"/>
                      <a:pt x="5247" y="49"/>
                      <a:pt x="5175" y="166"/>
                    </a:cubicBezTo>
                    <a:cubicBezTo>
                      <a:pt x="3596" y="2773"/>
                      <a:pt x="1917" y="5279"/>
                      <a:pt x="163" y="7685"/>
                    </a:cubicBezTo>
                    <a:cubicBezTo>
                      <a:pt x="0" y="7902"/>
                      <a:pt x="176" y="8066"/>
                      <a:pt x="362" y="8066"/>
                    </a:cubicBezTo>
                    <a:cubicBezTo>
                      <a:pt x="434" y="8066"/>
                      <a:pt x="508" y="8042"/>
                      <a:pt x="564" y="7986"/>
                    </a:cubicBezTo>
                    <a:cubicBezTo>
                      <a:pt x="2343" y="5580"/>
                      <a:pt x="4022" y="2973"/>
                      <a:pt x="5576" y="367"/>
                    </a:cubicBezTo>
                    <a:cubicBezTo>
                      <a:pt x="5721" y="157"/>
                      <a:pt x="5597" y="0"/>
                      <a:pt x="5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1"/>
              <p:cNvSpPr/>
              <p:nvPr/>
            </p:nvSpPr>
            <p:spPr>
              <a:xfrm>
                <a:off x="10377975" y="1199200"/>
                <a:ext cx="49525" cy="68325"/>
              </a:xfrm>
              <a:custGeom>
                <a:rect b="b" l="l" r="r" t="t"/>
                <a:pathLst>
                  <a:path extrusionOk="0" h="2733" w="1981">
                    <a:moveTo>
                      <a:pt x="1980" y="1"/>
                    </a:moveTo>
                    <a:lnTo>
                      <a:pt x="0" y="2733"/>
                    </a:lnTo>
                    <a:cubicBezTo>
                      <a:pt x="627" y="1881"/>
                      <a:pt x="1353" y="953"/>
                      <a:pt x="1980" y="1"/>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1"/>
              <p:cNvSpPr/>
              <p:nvPr/>
            </p:nvSpPr>
            <p:spPr>
              <a:xfrm>
                <a:off x="10369825" y="1193550"/>
                <a:ext cx="66175" cy="80875"/>
              </a:xfrm>
              <a:custGeom>
                <a:rect b="b" l="l" r="r" t="t"/>
                <a:pathLst>
                  <a:path extrusionOk="0" h="3235" w="2647">
                    <a:moveTo>
                      <a:pt x="2311" y="0"/>
                    </a:moveTo>
                    <a:cubicBezTo>
                      <a:pt x="2232" y="0"/>
                      <a:pt x="2148" y="36"/>
                      <a:pt x="2080" y="127"/>
                    </a:cubicBezTo>
                    <a:cubicBezTo>
                      <a:pt x="1454" y="1079"/>
                      <a:pt x="827" y="1906"/>
                      <a:pt x="101" y="2859"/>
                    </a:cubicBezTo>
                    <a:cubicBezTo>
                      <a:pt x="0" y="2959"/>
                      <a:pt x="0" y="3059"/>
                      <a:pt x="101" y="3159"/>
                    </a:cubicBezTo>
                    <a:cubicBezTo>
                      <a:pt x="151" y="3209"/>
                      <a:pt x="232" y="3235"/>
                      <a:pt x="301" y="3235"/>
                    </a:cubicBezTo>
                    <a:cubicBezTo>
                      <a:pt x="370" y="3235"/>
                      <a:pt x="426" y="3209"/>
                      <a:pt x="426" y="3159"/>
                    </a:cubicBezTo>
                    <a:cubicBezTo>
                      <a:pt x="1153" y="2332"/>
                      <a:pt x="1880" y="1280"/>
                      <a:pt x="2507" y="352"/>
                    </a:cubicBezTo>
                    <a:cubicBezTo>
                      <a:pt x="2647" y="195"/>
                      <a:pt x="2493" y="0"/>
                      <a:pt x="23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1"/>
              <p:cNvSpPr/>
              <p:nvPr/>
            </p:nvSpPr>
            <p:spPr>
              <a:xfrm>
                <a:off x="10202525" y="1050725"/>
                <a:ext cx="13175" cy="28825"/>
              </a:xfrm>
              <a:custGeom>
                <a:rect b="b" l="l" r="r" t="t"/>
                <a:pathLst>
                  <a:path extrusionOk="0" h="1153" w="527">
                    <a:moveTo>
                      <a:pt x="527" y="0"/>
                    </a:moveTo>
                    <a:lnTo>
                      <a:pt x="527" y="0"/>
                    </a:lnTo>
                    <a:cubicBezTo>
                      <a:pt x="494" y="69"/>
                      <a:pt x="465" y="135"/>
                      <a:pt x="436" y="198"/>
                    </a:cubicBezTo>
                    <a:lnTo>
                      <a:pt x="436" y="198"/>
                    </a:lnTo>
                    <a:lnTo>
                      <a:pt x="527" y="0"/>
                    </a:lnTo>
                    <a:close/>
                    <a:moveTo>
                      <a:pt x="436" y="198"/>
                    </a:moveTo>
                    <a:lnTo>
                      <a:pt x="1" y="1153"/>
                    </a:lnTo>
                    <a:cubicBezTo>
                      <a:pt x="190" y="796"/>
                      <a:pt x="291" y="527"/>
                      <a:pt x="436" y="198"/>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1"/>
              <p:cNvSpPr/>
              <p:nvPr/>
            </p:nvSpPr>
            <p:spPr>
              <a:xfrm>
                <a:off x="10195000" y="1045700"/>
                <a:ext cx="28850" cy="38875"/>
              </a:xfrm>
              <a:custGeom>
                <a:rect b="b" l="l" r="r" t="t"/>
                <a:pathLst>
                  <a:path extrusionOk="0" h="1555" w="1154">
                    <a:moveTo>
                      <a:pt x="928" y="1"/>
                    </a:moveTo>
                    <a:cubicBezTo>
                      <a:pt x="828" y="1"/>
                      <a:pt x="728" y="1"/>
                      <a:pt x="627" y="101"/>
                    </a:cubicBezTo>
                    <a:cubicBezTo>
                      <a:pt x="427" y="502"/>
                      <a:pt x="201" y="828"/>
                      <a:pt x="101" y="1128"/>
                    </a:cubicBezTo>
                    <a:cubicBezTo>
                      <a:pt x="1" y="1254"/>
                      <a:pt x="1" y="1454"/>
                      <a:pt x="101" y="1554"/>
                    </a:cubicBezTo>
                    <a:cubicBezTo>
                      <a:pt x="302" y="1554"/>
                      <a:pt x="427" y="1554"/>
                      <a:pt x="527" y="1454"/>
                    </a:cubicBezTo>
                    <a:cubicBezTo>
                      <a:pt x="728" y="1028"/>
                      <a:pt x="928" y="727"/>
                      <a:pt x="1053" y="402"/>
                    </a:cubicBezTo>
                    <a:cubicBezTo>
                      <a:pt x="1154" y="301"/>
                      <a:pt x="1154" y="101"/>
                      <a:pt x="9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1"/>
              <p:cNvSpPr/>
              <p:nvPr/>
            </p:nvSpPr>
            <p:spPr>
              <a:xfrm>
                <a:off x="10098525" y="1136550"/>
                <a:ext cx="20700" cy="39500"/>
              </a:xfrm>
              <a:custGeom>
                <a:rect b="b" l="l" r="r" t="t"/>
                <a:pathLst>
                  <a:path extrusionOk="0" h="1580" w="828">
                    <a:moveTo>
                      <a:pt x="827" y="1"/>
                    </a:moveTo>
                    <a:lnTo>
                      <a:pt x="0" y="1580"/>
                    </a:lnTo>
                    <a:cubicBezTo>
                      <a:pt x="301" y="1053"/>
                      <a:pt x="627" y="527"/>
                      <a:pt x="827" y="1"/>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1"/>
              <p:cNvSpPr/>
              <p:nvPr/>
            </p:nvSpPr>
            <p:spPr>
              <a:xfrm>
                <a:off x="10090375" y="1129675"/>
                <a:ext cx="36975" cy="52425"/>
              </a:xfrm>
              <a:custGeom>
                <a:rect b="b" l="l" r="r" t="t"/>
                <a:pathLst>
                  <a:path extrusionOk="0" h="2097" w="1479">
                    <a:moveTo>
                      <a:pt x="1116" y="0"/>
                    </a:moveTo>
                    <a:cubicBezTo>
                      <a:pt x="1053" y="0"/>
                      <a:pt x="1003" y="25"/>
                      <a:pt x="953" y="75"/>
                    </a:cubicBezTo>
                    <a:cubicBezTo>
                      <a:pt x="627" y="602"/>
                      <a:pt x="426" y="1228"/>
                      <a:pt x="101" y="1754"/>
                    </a:cubicBezTo>
                    <a:cubicBezTo>
                      <a:pt x="0" y="1855"/>
                      <a:pt x="101" y="1955"/>
                      <a:pt x="226" y="2055"/>
                    </a:cubicBezTo>
                    <a:cubicBezTo>
                      <a:pt x="255" y="2085"/>
                      <a:pt x="285" y="2097"/>
                      <a:pt x="314" y="2097"/>
                    </a:cubicBezTo>
                    <a:cubicBezTo>
                      <a:pt x="385" y="2097"/>
                      <a:pt x="456" y="2026"/>
                      <a:pt x="527" y="1955"/>
                    </a:cubicBezTo>
                    <a:cubicBezTo>
                      <a:pt x="852" y="1429"/>
                      <a:pt x="1153" y="902"/>
                      <a:pt x="1479" y="401"/>
                    </a:cubicBezTo>
                    <a:cubicBezTo>
                      <a:pt x="1479" y="276"/>
                      <a:pt x="1479" y="75"/>
                      <a:pt x="1354" y="75"/>
                    </a:cubicBezTo>
                    <a:cubicBezTo>
                      <a:pt x="1253" y="25"/>
                      <a:pt x="1178" y="0"/>
                      <a:pt x="11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1"/>
              <p:cNvSpPr/>
              <p:nvPr/>
            </p:nvSpPr>
            <p:spPr>
              <a:xfrm>
                <a:off x="10278350" y="1100225"/>
                <a:ext cx="28825" cy="55150"/>
              </a:xfrm>
              <a:custGeom>
                <a:rect b="b" l="l" r="r" t="t"/>
                <a:pathLst>
                  <a:path extrusionOk="0" h="2206" w="1153">
                    <a:moveTo>
                      <a:pt x="1153" y="0"/>
                    </a:moveTo>
                    <a:lnTo>
                      <a:pt x="1153" y="0"/>
                    </a:lnTo>
                    <a:cubicBezTo>
                      <a:pt x="905" y="424"/>
                      <a:pt x="699" y="847"/>
                      <a:pt x="486" y="1276"/>
                    </a:cubicBezTo>
                    <a:lnTo>
                      <a:pt x="486" y="1276"/>
                    </a:lnTo>
                    <a:lnTo>
                      <a:pt x="1153" y="0"/>
                    </a:lnTo>
                    <a:close/>
                    <a:moveTo>
                      <a:pt x="486" y="1276"/>
                    </a:moveTo>
                    <a:lnTo>
                      <a:pt x="0" y="2206"/>
                    </a:lnTo>
                    <a:cubicBezTo>
                      <a:pt x="178" y="1892"/>
                      <a:pt x="334" y="1582"/>
                      <a:pt x="486" y="1276"/>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1"/>
              <p:cNvSpPr/>
              <p:nvPr/>
            </p:nvSpPr>
            <p:spPr>
              <a:xfrm>
                <a:off x="10269825" y="1093700"/>
                <a:ext cx="46050" cy="67350"/>
              </a:xfrm>
              <a:custGeom>
                <a:rect b="b" l="l" r="r" t="t"/>
                <a:pathLst>
                  <a:path extrusionOk="0" h="2694" w="1842">
                    <a:moveTo>
                      <a:pt x="1503" y="1"/>
                    </a:moveTo>
                    <a:cubicBezTo>
                      <a:pt x="1415" y="1"/>
                      <a:pt x="1328" y="48"/>
                      <a:pt x="1294" y="161"/>
                    </a:cubicBezTo>
                    <a:cubicBezTo>
                      <a:pt x="867" y="888"/>
                      <a:pt x="441" y="1614"/>
                      <a:pt x="141" y="2341"/>
                    </a:cubicBezTo>
                    <a:cubicBezTo>
                      <a:pt x="0" y="2499"/>
                      <a:pt x="154" y="2693"/>
                      <a:pt x="337" y="2693"/>
                    </a:cubicBezTo>
                    <a:cubicBezTo>
                      <a:pt x="415" y="2693"/>
                      <a:pt x="499" y="2657"/>
                      <a:pt x="567" y="2567"/>
                    </a:cubicBezTo>
                    <a:cubicBezTo>
                      <a:pt x="968" y="1840"/>
                      <a:pt x="1294" y="1088"/>
                      <a:pt x="1695" y="361"/>
                    </a:cubicBezTo>
                    <a:cubicBezTo>
                      <a:pt x="1842" y="165"/>
                      <a:pt x="1669" y="1"/>
                      <a:pt x="15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1"/>
              <p:cNvSpPr/>
              <p:nvPr/>
            </p:nvSpPr>
            <p:spPr>
              <a:xfrm>
                <a:off x="10346625" y="1191700"/>
                <a:ext cx="7550" cy="15675"/>
              </a:xfrm>
              <a:custGeom>
                <a:rect b="b" l="l" r="r" t="t"/>
                <a:pathLst>
                  <a:path extrusionOk="0" h="627" w="302">
                    <a:moveTo>
                      <a:pt x="302" y="0"/>
                    </a:moveTo>
                    <a:lnTo>
                      <a:pt x="302" y="0"/>
                    </a:lnTo>
                    <a:cubicBezTo>
                      <a:pt x="252" y="100"/>
                      <a:pt x="201" y="207"/>
                      <a:pt x="151" y="314"/>
                    </a:cubicBezTo>
                    <a:lnTo>
                      <a:pt x="302" y="0"/>
                    </a:lnTo>
                    <a:close/>
                    <a:moveTo>
                      <a:pt x="151" y="314"/>
                    </a:moveTo>
                    <a:lnTo>
                      <a:pt x="1" y="627"/>
                    </a:lnTo>
                    <a:cubicBezTo>
                      <a:pt x="51" y="527"/>
                      <a:pt x="101" y="420"/>
                      <a:pt x="151" y="314"/>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1"/>
              <p:cNvSpPr/>
              <p:nvPr/>
            </p:nvSpPr>
            <p:spPr>
              <a:xfrm>
                <a:off x="10338500" y="1184575"/>
                <a:ext cx="23825" cy="30325"/>
              </a:xfrm>
              <a:custGeom>
                <a:rect b="b" l="l" r="r" t="t"/>
                <a:pathLst>
                  <a:path extrusionOk="0" h="1213" w="953">
                    <a:moveTo>
                      <a:pt x="617" y="1"/>
                    </a:moveTo>
                    <a:cubicBezTo>
                      <a:pt x="541" y="1"/>
                      <a:pt x="484" y="56"/>
                      <a:pt x="426" y="185"/>
                    </a:cubicBezTo>
                    <a:cubicBezTo>
                      <a:pt x="326" y="385"/>
                      <a:pt x="201" y="586"/>
                      <a:pt x="0" y="812"/>
                    </a:cubicBezTo>
                    <a:cubicBezTo>
                      <a:pt x="0" y="912"/>
                      <a:pt x="0" y="1112"/>
                      <a:pt x="100" y="1213"/>
                    </a:cubicBezTo>
                    <a:cubicBezTo>
                      <a:pt x="201" y="1213"/>
                      <a:pt x="426" y="1213"/>
                      <a:pt x="526" y="1112"/>
                    </a:cubicBezTo>
                    <a:cubicBezTo>
                      <a:pt x="627" y="812"/>
                      <a:pt x="727" y="586"/>
                      <a:pt x="827" y="385"/>
                    </a:cubicBezTo>
                    <a:cubicBezTo>
                      <a:pt x="953" y="285"/>
                      <a:pt x="953" y="85"/>
                      <a:pt x="827" y="85"/>
                    </a:cubicBezTo>
                    <a:cubicBezTo>
                      <a:pt x="742" y="31"/>
                      <a:pt x="674" y="1"/>
                      <a:pt x="6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79" name="Google Shape;679;p31"/>
          <p:cNvSpPr txBox="1"/>
          <p:nvPr>
            <p:ph idx="1" type="subTitle"/>
          </p:nvPr>
        </p:nvSpPr>
        <p:spPr>
          <a:xfrm>
            <a:off x="4876800" y="2313025"/>
            <a:ext cx="3029100" cy="1220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from the Sun. It’s terribly hot—even hotter than Mercury</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 name="Shape 683"/>
        <p:cNvGrpSpPr/>
        <p:nvPr/>
      </p:nvGrpSpPr>
      <p:grpSpPr>
        <a:xfrm>
          <a:off x="0" y="0"/>
          <a:ext cx="0" cy="0"/>
          <a:chOff x="0" y="0"/>
          <a:chExt cx="0" cy="0"/>
        </a:xfrm>
      </p:grpSpPr>
      <p:sp>
        <p:nvSpPr>
          <p:cNvPr id="684" name="Google Shape;684;p32"/>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IS THIS TOPIC ABOUT?</a:t>
            </a:r>
            <a:endParaRPr/>
          </a:p>
        </p:txBody>
      </p:sp>
      <p:sp>
        <p:nvSpPr>
          <p:cNvPr id="685" name="Google Shape;685;p32"/>
          <p:cNvSpPr/>
          <p:nvPr/>
        </p:nvSpPr>
        <p:spPr>
          <a:xfrm>
            <a:off x="3702060" y="1930419"/>
            <a:ext cx="1739885" cy="1739885"/>
          </a:xfrm>
          <a:custGeom>
            <a:rect b="b" l="l" r="r" t="t"/>
            <a:pathLst>
              <a:path extrusionOk="0" h="27756" w="27756">
                <a:moveTo>
                  <a:pt x="13878" y="0"/>
                </a:moveTo>
                <a:cubicBezTo>
                  <a:pt x="6217" y="0"/>
                  <a:pt x="0" y="6211"/>
                  <a:pt x="0" y="13878"/>
                </a:cubicBezTo>
                <a:cubicBezTo>
                  <a:pt x="0" y="21539"/>
                  <a:pt x="6217" y="27756"/>
                  <a:pt x="13878" y="27756"/>
                </a:cubicBezTo>
                <a:cubicBezTo>
                  <a:pt x="21545" y="27756"/>
                  <a:pt x="27756" y="21539"/>
                  <a:pt x="27756" y="13878"/>
                </a:cubicBezTo>
                <a:cubicBezTo>
                  <a:pt x="27756" y="6211"/>
                  <a:pt x="21545" y="0"/>
                  <a:pt x="138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2"/>
          <p:cNvSpPr/>
          <p:nvPr/>
        </p:nvSpPr>
        <p:spPr>
          <a:xfrm>
            <a:off x="3545345" y="1773705"/>
            <a:ext cx="2053310" cy="2053310"/>
          </a:xfrm>
          <a:custGeom>
            <a:rect b="b" l="l" r="r" t="t"/>
            <a:pathLst>
              <a:path extrusionOk="0" fill="none" h="32756" w="32756">
                <a:moveTo>
                  <a:pt x="16378" y="32755"/>
                </a:moveTo>
                <a:lnTo>
                  <a:pt x="16378" y="32755"/>
                </a:lnTo>
                <a:cubicBezTo>
                  <a:pt x="7331" y="32755"/>
                  <a:pt x="1" y="25418"/>
                  <a:pt x="1" y="16378"/>
                </a:cubicBezTo>
                <a:lnTo>
                  <a:pt x="1" y="16378"/>
                </a:lnTo>
                <a:cubicBezTo>
                  <a:pt x="1" y="7331"/>
                  <a:pt x="7331" y="1"/>
                  <a:pt x="16378" y="1"/>
                </a:cubicBezTo>
                <a:lnTo>
                  <a:pt x="16378" y="1"/>
                </a:lnTo>
                <a:cubicBezTo>
                  <a:pt x="25425" y="1"/>
                  <a:pt x="32755" y="7331"/>
                  <a:pt x="32755" y="16378"/>
                </a:cubicBezTo>
                <a:lnTo>
                  <a:pt x="32755" y="16378"/>
                </a:lnTo>
                <a:cubicBezTo>
                  <a:pt x="32755" y="25418"/>
                  <a:pt x="25425" y="32755"/>
                  <a:pt x="16378" y="32755"/>
                </a:cubicBezTo>
                <a:close/>
              </a:path>
            </a:pathLst>
          </a:custGeom>
          <a:solidFill>
            <a:srgbClr val="FFFFFF"/>
          </a:solidFill>
          <a:ln cap="rnd"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2"/>
          <p:cNvSpPr/>
          <p:nvPr/>
        </p:nvSpPr>
        <p:spPr>
          <a:xfrm>
            <a:off x="4040005" y="2403843"/>
            <a:ext cx="1063969" cy="674050"/>
          </a:xfrm>
          <a:custGeom>
            <a:rect b="b" l="l" r="r" t="t"/>
            <a:pathLst>
              <a:path extrusionOk="0" h="8296" w="13095">
                <a:moveTo>
                  <a:pt x="1289" y="0"/>
                </a:moveTo>
                <a:cubicBezTo>
                  <a:pt x="576" y="0"/>
                  <a:pt x="0" y="602"/>
                  <a:pt x="0" y="1341"/>
                </a:cubicBezTo>
                <a:lnTo>
                  <a:pt x="0" y="6955"/>
                </a:lnTo>
                <a:cubicBezTo>
                  <a:pt x="0" y="7693"/>
                  <a:pt x="576" y="8296"/>
                  <a:pt x="1289" y="8296"/>
                </a:cubicBezTo>
                <a:lnTo>
                  <a:pt x="11805" y="8296"/>
                </a:lnTo>
                <a:cubicBezTo>
                  <a:pt x="12518" y="8296"/>
                  <a:pt x="13094" y="7693"/>
                  <a:pt x="13094" y="6955"/>
                </a:cubicBezTo>
                <a:lnTo>
                  <a:pt x="13094" y="1341"/>
                </a:lnTo>
                <a:cubicBezTo>
                  <a:pt x="13094" y="602"/>
                  <a:pt x="12518" y="7"/>
                  <a:pt x="11805" y="0"/>
                </a:cubicBezTo>
                <a:close/>
              </a:path>
            </a:pathLst>
          </a:custGeom>
          <a:solidFill>
            <a:srgbClr val="FFFFFF"/>
          </a:solidFill>
          <a:ln cap="flat" cmpd="sng" w="975">
            <a:solidFill>
              <a:srgbClr val="507FB5"/>
            </a:solidFill>
            <a:prstDash val="solid"/>
            <a:miter lim="64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2"/>
          <p:cNvSpPr/>
          <p:nvPr/>
        </p:nvSpPr>
        <p:spPr>
          <a:xfrm>
            <a:off x="4040005" y="2404331"/>
            <a:ext cx="1063969" cy="673563"/>
          </a:xfrm>
          <a:custGeom>
            <a:rect b="b" l="l" r="r" t="t"/>
            <a:pathLst>
              <a:path extrusionOk="0" h="8290" w="13095">
                <a:moveTo>
                  <a:pt x="1289" y="1"/>
                </a:moveTo>
                <a:cubicBezTo>
                  <a:pt x="576" y="1"/>
                  <a:pt x="0" y="596"/>
                  <a:pt x="0" y="1341"/>
                </a:cubicBezTo>
                <a:lnTo>
                  <a:pt x="0" y="6949"/>
                </a:lnTo>
                <a:cubicBezTo>
                  <a:pt x="0" y="7687"/>
                  <a:pt x="576" y="8290"/>
                  <a:pt x="1289" y="8290"/>
                </a:cubicBezTo>
                <a:lnTo>
                  <a:pt x="11805" y="8290"/>
                </a:lnTo>
                <a:cubicBezTo>
                  <a:pt x="12518" y="8290"/>
                  <a:pt x="13094" y="7687"/>
                  <a:pt x="13094" y="6949"/>
                </a:cubicBezTo>
                <a:lnTo>
                  <a:pt x="13094" y="1341"/>
                </a:lnTo>
                <a:cubicBezTo>
                  <a:pt x="13094" y="596"/>
                  <a:pt x="12518" y="1"/>
                  <a:pt x="11805" y="1"/>
                </a:cubicBezTo>
                <a:close/>
              </a:path>
            </a:pathLst>
          </a:custGeom>
          <a:solidFill>
            <a:schemeClr val="accent1"/>
          </a:solidFill>
          <a:ln cap="flat" cmpd="sng" w="19050">
            <a:solidFill>
              <a:schemeClr val="accent5"/>
            </a:solidFill>
            <a:prstDash val="solid"/>
            <a:miter lim="64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2"/>
          <p:cNvSpPr/>
          <p:nvPr/>
        </p:nvSpPr>
        <p:spPr>
          <a:xfrm>
            <a:off x="4128895" y="2490132"/>
            <a:ext cx="886113" cy="506756"/>
          </a:xfrm>
          <a:custGeom>
            <a:rect b="b" l="l" r="r" t="t"/>
            <a:pathLst>
              <a:path extrusionOk="0" h="6237" w="10906">
                <a:moveTo>
                  <a:pt x="240" y="0"/>
                </a:moveTo>
                <a:cubicBezTo>
                  <a:pt x="104" y="0"/>
                  <a:pt x="0" y="110"/>
                  <a:pt x="0" y="240"/>
                </a:cubicBezTo>
                <a:lnTo>
                  <a:pt x="0" y="5997"/>
                </a:lnTo>
                <a:cubicBezTo>
                  <a:pt x="0" y="6126"/>
                  <a:pt x="104" y="6236"/>
                  <a:pt x="240" y="6236"/>
                </a:cubicBezTo>
                <a:lnTo>
                  <a:pt x="10673" y="6236"/>
                </a:lnTo>
                <a:cubicBezTo>
                  <a:pt x="10802" y="6236"/>
                  <a:pt x="10906" y="6126"/>
                  <a:pt x="10906" y="5997"/>
                </a:cubicBezTo>
                <a:lnTo>
                  <a:pt x="10906" y="240"/>
                </a:lnTo>
                <a:cubicBezTo>
                  <a:pt x="10906" y="110"/>
                  <a:pt x="10802" y="0"/>
                  <a:pt x="10673" y="0"/>
                </a:cubicBezTo>
                <a:close/>
              </a:path>
            </a:pathLst>
          </a:custGeom>
          <a:solidFill>
            <a:srgbClr val="B8D8FF"/>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2"/>
          <p:cNvSpPr/>
          <p:nvPr/>
        </p:nvSpPr>
        <p:spPr>
          <a:xfrm>
            <a:off x="4128895" y="2490132"/>
            <a:ext cx="886113" cy="506756"/>
          </a:xfrm>
          <a:custGeom>
            <a:rect b="b" l="l" r="r" t="t"/>
            <a:pathLst>
              <a:path extrusionOk="0" fill="none" h="6237" w="10906">
                <a:moveTo>
                  <a:pt x="10906" y="5997"/>
                </a:moveTo>
                <a:cubicBezTo>
                  <a:pt x="10906" y="6126"/>
                  <a:pt x="10802" y="6236"/>
                  <a:pt x="10673" y="6236"/>
                </a:cubicBezTo>
                <a:lnTo>
                  <a:pt x="240" y="6236"/>
                </a:lnTo>
                <a:cubicBezTo>
                  <a:pt x="104" y="6236"/>
                  <a:pt x="0" y="6126"/>
                  <a:pt x="0" y="5997"/>
                </a:cubicBezTo>
                <a:lnTo>
                  <a:pt x="0" y="240"/>
                </a:lnTo>
                <a:cubicBezTo>
                  <a:pt x="0" y="110"/>
                  <a:pt x="104" y="0"/>
                  <a:pt x="240" y="0"/>
                </a:cubicBezTo>
                <a:lnTo>
                  <a:pt x="10673" y="0"/>
                </a:lnTo>
                <a:cubicBezTo>
                  <a:pt x="10802" y="0"/>
                  <a:pt x="10906" y="110"/>
                  <a:pt x="10906" y="240"/>
                </a:cubicBezTo>
                <a:close/>
              </a:path>
            </a:pathLst>
          </a:custGeom>
          <a:noFill/>
          <a:ln cap="flat" cmpd="sng" w="19050">
            <a:solidFill>
              <a:schemeClr val="accent5"/>
            </a:solidFill>
            <a:prstDash val="solid"/>
            <a:miter lim="64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2"/>
          <p:cNvSpPr/>
          <p:nvPr/>
        </p:nvSpPr>
        <p:spPr>
          <a:xfrm>
            <a:off x="4424083" y="2564315"/>
            <a:ext cx="296319" cy="296319"/>
          </a:xfrm>
          <a:custGeom>
            <a:rect b="b" l="l" r="r" t="t"/>
            <a:pathLst>
              <a:path extrusionOk="0" fill="none" h="3647" w="3647">
                <a:moveTo>
                  <a:pt x="3646" y="1820"/>
                </a:moveTo>
                <a:cubicBezTo>
                  <a:pt x="3646" y="2830"/>
                  <a:pt x="2830" y="3646"/>
                  <a:pt x="1820" y="3646"/>
                </a:cubicBezTo>
                <a:cubicBezTo>
                  <a:pt x="816" y="3646"/>
                  <a:pt x="0" y="2830"/>
                  <a:pt x="0" y="1820"/>
                </a:cubicBezTo>
                <a:cubicBezTo>
                  <a:pt x="0" y="816"/>
                  <a:pt x="816" y="0"/>
                  <a:pt x="1820" y="0"/>
                </a:cubicBezTo>
                <a:cubicBezTo>
                  <a:pt x="2830" y="0"/>
                  <a:pt x="3646" y="816"/>
                  <a:pt x="3646" y="1820"/>
                </a:cubicBezTo>
                <a:close/>
              </a:path>
            </a:pathLst>
          </a:custGeom>
          <a:solidFill>
            <a:schemeClr val="accent3"/>
          </a:solidFill>
          <a:ln cap="flat" cmpd="sng" w="9525">
            <a:solidFill>
              <a:schemeClr val="accent3"/>
            </a:solidFill>
            <a:prstDash val="solid"/>
            <a:miter lim="64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2"/>
          <p:cNvSpPr/>
          <p:nvPr/>
        </p:nvSpPr>
        <p:spPr>
          <a:xfrm>
            <a:off x="4549861" y="2644754"/>
            <a:ext cx="85800" cy="135363"/>
          </a:xfrm>
          <a:custGeom>
            <a:rect b="b" l="l" r="r" t="t"/>
            <a:pathLst>
              <a:path extrusionOk="0" h="1666" w="1056">
                <a:moveTo>
                  <a:pt x="0" y="1"/>
                </a:moveTo>
                <a:lnTo>
                  <a:pt x="0" y="1665"/>
                </a:lnTo>
                <a:lnTo>
                  <a:pt x="1056" y="830"/>
                </a:lnTo>
                <a:lnTo>
                  <a:pt x="0" y="1"/>
                </a:lnTo>
                <a:close/>
              </a:path>
            </a:pathLst>
          </a:custGeom>
          <a:solidFill>
            <a:schemeClr val="accent3"/>
          </a:solidFill>
          <a:ln cap="flat" cmpd="sng" w="2925">
            <a:solidFill>
              <a:schemeClr val="accent3"/>
            </a:solidFill>
            <a:prstDash val="solid"/>
            <a:miter lim="64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2"/>
          <p:cNvSpPr/>
          <p:nvPr/>
        </p:nvSpPr>
        <p:spPr>
          <a:xfrm>
            <a:off x="4170983" y="2924179"/>
            <a:ext cx="802506" cy="81"/>
          </a:xfrm>
          <a:custGeom>
            <a:rect b="b" l="l" r="r" t="t"/>
            <a:pathLst>
              <a:path extrusionOk="0" fill="none" h="1" w="9877">
                <a:moveTo>
                  <a:pt x="1" y="1"/>
                </a:moveTo>
                <a:lnTo>
                  <a:pt x="9876" y="1"/>
                </a:lnTo>
              </a:path>
            </a:pathLst>
          </a:custGeom>
          <a:solidFill>
            <a:schemeClr val="accent3"/>
          </a:solidFill>
          <a:ln cap="flat" cmpd="sng" w="9525">
            <a:solidFill>
              <a:schemeClr val="accent3"/>
            </a:solidFill>
            <a:prstDash val="solid"/>
            <a:miter lim="64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2"/>
          <p:cNvSpPr/>
          <p:nvPr/>
        </p:nvSpPr>
        <p:spPr>
          <a:xfrm>
            <a:off x="4528817" y="2445363"/>
            <a:ext cx="86856" cy="81"/>
          </a:xfrm>
          <a:custGeom>
            <a:rect b="b" l="l" r="r" t="t"/>
            <a:pathLst>
              <a:path extrusionOk="0" fill="none" h="1" w="1069">
                <a:moveTo>
                  <a:pt x="0" y="1"/>
                </a:moveTo>
                <a:lnTo>
                  <a:pt x="1069" y="1"/>
                </a:lnTo>
              </a:path>
            </a:pathLst>
          </a:custGeom>
          <a:noFill/>
          <a:ln cap="flat" cmpd="sng" w="9525">
            <a:solidFill>
              <a:schemeClr val="accent3"/>
            </a:solidFill>
            <a:prstDash val="solid"/>
            <a:miter lim="64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2"/>
          <p:cNvSpPr/>
          <p:nvPr/>
        </p:nvSpPr>
        <p:spPr>
          <a:xfrm>
            <a:off x="4040005" y="3077826"/>
            <a:ext cx="1063969" cy="119031"/>
          </a:xfrm>
          <a:custGeom>
            <a:rect b="b" l="l" r="r" t="t"/>
            <a:pathLst>
              <a:path extrusionOk="0" h="1465" w="13095">
                <a:moveTo>
                  <a:pt x="732" y="1"/>
                </a:moveTo>
                <a:cubicBezTo>
                  <a:pt x="330" y="1"/>
                  <a:pt x="0" y="331"/>
                  <a:pt x="0" y="732"/>
                </a:cubicBezTo>
                <a:cubicBezTo>
                  <a:pt x="0" y="1134"/>
                  <a:pt x="330" y="1464"/>
                  <a:pt x="732" y="1464"/>
                </a:cubicBezTo>
                <a:lnTo>
                  <a:pt x="12362" y="1464"/>
                </a:lnTo>
                <a:cubicBezTo>
                  <a:pt x="12764" y="1464"/>
                  <a:pt x="13094" y="1134"/>
                  <a:pt x="13094" y="732"/>
                </a:cubicBezTo>
                <a:cubicBezTo>
                  <a:pt x="13094" y="331"/>
                  <a:pt x="12764" y="1"/>
                  <a:pt x="12362" y="1"/>
                </a:cubicBezTo>
                <a:close/>
              </a:path>
            </a:pathLst>
          </a:custGeom>
          <a:solidFill>
            <a:schemeClr val="accent1"/>
          </a:solidFill>
          <a:ln cap="flat" cmpd="sng" w="19050">
            <a:solidFill>
              <a:schemeClr val="accent5"/>
            </a:solidFill>
            <a:prstDash val="solid"/>
            <a:miter lim="64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2"/>
          <p:cNvSpPr/>
          <p:nvPr/>
        </p:nvSpPr>
        <p:spPr>
          <a:xfrm>
            <a:off x="4577719" y="3672008"/>
            <a:ext cx="81" cy="81"/>
          </a:xfrm>
          <a:custGeom>
            <a:rect b="b" l="l" r="r" t="t"/>
            <a:pathLst>
              <a:path extrusionOk="0" fill="none" h="1" w="1">
                <a:moveTo>
                  <a:pt x="1" y="1"/>
                </a:moveTo>
                <a:close/>
              </a:path>
            </a:pathLst>
          </a:custGeom>
          <a:noFill/>
          <a:ln cap="flat" cmpd="sng" w="2925">
            <a:solidFill>
              <a:srgbClr val="F1CB30"/>
            </a:solidFill>
            <a:prstDash val="solid"/>
            <a:miter lim="647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2"/>
          <p:cNvSpPr txBox="1"/>
          <p:nvPr/>
        </p:nvSpPr>
        <p:spPr>
          <a:xfrm>
            <a:off x="6351494" y="2052161"/>
            <a:ext cx="2079600" cy="590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5"/>
                </a:solidFill>
                <a:latin typeface="Didact Gothic"/>
                <a:ea typeface="Didact Gothic"/>
                <a:cs typeface="Didact Gothic"/>
                <a:sym typeface="Didact Gothic"/>
              </a:rPr>
              <a:t>Neptune is the farthest planet from the Sun</a:t>
            </a:r>
            <a:endParaRPr>
              <a:solidFill>
                <a:schemeClr val="accent5"/>
              </a:solidFill>
              <a:latin typeface="Didact Gothic"/>
              <a:ea typeface="Didact Gothic"/>
              <a:cs typeface="Didact Gothic"/>
              <a:sym typeface="Didact Gothic"/>
            </a:endParaRPr>
          </a:p>
        </p:txBody>
      </p:sp>
      <p:sp>
        <p:nvSpPr>
          <p:cNvPr id="698" name="Google Shape;698;p32"/>
          <p:cNvSpPr txBox="1"/>
          <p:nvPr/>
        </p:nvSpPr>
        <p:spPr>
          <a:xfrm>
            <a:off x="6351494" y="1778946"/>
            <a:ext cx="2079600" cy="35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accent5"/>
                </a:solidFill>
                <a:latin typeface="Aldrich"/>
                <a:ea typeface="Aldrich"/>
                <a:cs typeface="Aldrich"/>
                <a:sym typeface="Aldrich"/>
              </a:rPr>
              <a:t>NEPTUNE</a:t>
            </a:r>
            <a:endParaRPr b="1" sz="1800">
              <a:solidFill>
                <a:schemeClr val="accent5"/>
              </a:solidFill>
              <a:latin typeface="Aldrich"/>
              <a:ea typeface="Aldrich"/>
              <a:cs typeface="Aldrich"/>
              <a:sym typeface="Aldrich"/>
            </a:endParaRPr>
          </a:p>
        </p:txBody>
      </p:sp>
      <p:sp>
        <p:nvSpPr>
          <p:cNvPr id="699" name="Google Shape;699;p32"/>
          <p:cNvSpPr txBox="1"/>
          <p:nvPr/>
        </p:nvSpPr>
        <p:spPr>
          <a:xfrm>
            <a:off x="719925" y="2051933"/>
            <a:ext cx="2079600" cy="590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accent5"/>
                </a:solidFill>
                <a:latin typeface="Didact Gothic"/>
                <a:ea typeface="Didact Gothic"/>
                <a:cs typeface="Didact Gothic"/>
                <a:sym typeface="Didact Gothic"/>
              </a:rPr>
              <a:t>Jupiter is a gas giant and the biggest planet</a:t>
            </a:r>
            <a:endParaRPr>
              <a:solidFill>
                <a:schemeClr val="accent5"/>
              </a:solidFill>
              <a:latin typeface="Didact Gothic"/>
              <a:ea typeface="Didact Gothic"/>
              <a:cs typeface="Didact Gothic"/>
              <a:sym typeface="Didact Gothic"/>
            </a:endParaRPr>
          </a:p>
        </p:txBody>
      </p:sp>
      <p:sp>
        <p:nvSpPr>
          <p:cNvPr id="700" name="Google Shape;700;p32"/>
          <p:cNvSpPr txBox="1"/>
          <p:nvPr/>
        </p:nvSpPr>
        <p:spPr>
          <a:xfrm>
            <a:off x="719925" y="1779174"/>
            <a:ext cx="2079600" cy="354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accent5"/>
                </a:solidFill>
                <a:latin typeface="Aldrich"/>
                <a:ea typeface="Aldrich"/>
                <a:cs typeface="Aldrich"/>
                <a:sym typeface="Aldrich"/>
              </a:rPr>
              <a:t>JUPITER</a:t>
            </a:r>
            <a:endParaRPr b="1" sz="1800">
              <a:solidFill>
                <a:schemeClr val="accent5"/>
              </a:solidFill>
              <a:latin typeface="Aldrich"/>
              <a:ea typeface="Aldrich"/>
              <a:cs typeface="Aldrich"/>
              <a:sym typeface="Aldrich"/>
            </a:endParaRPr>
          </a:p>
        </p:txBody>
      </p:sp>
      <p:sp>
        <p:nvSpPr>
          <p:cNvPr id="701" name="Google Shape;701;p32"/>
          <p:cNvSpPr txBox="1"/>
          <p:nvPr/>
        </p:nvSpPr>
        <p:spPr>
          <a:xfrm>
            <a:off x="6351494" y="3736523"/>
            <a:ext cx="2079600" cy="590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5"/>
                </a:solidFill>
                <a:latin typeface="Didact Gothic"/>
                <a:ea typeface="Didact Gothic"/>
                <a:cs typeface="Didact Gothic"/>
                <a:sym typeface="Didact Gothic"/>
              </a:rPr>
              <a:t>Despite being red, Mars is actually a cold place</a:t>
            </a:r>
            <a:endParaRPr>
              <a:solidFill>
                <a:schemeClr val="accent5"/>
              </a:solidFill>
              <a:latin typeface="Didact Gothic"/>
              <a:ea typeface="Didact Gothic"/>
              <a:cs typeface="Didact Gothic"/>
              <a:sym typeface="Didact Gothic"/>
            </a:endParaRPr>
          </a:p>
        </p:txBody>
      </p:sp>
      <p:sp>
        <p:nvSpPr>
          <p:cNvPr id="702" name="Google Shape;702;p32"/>
          <p:cNvSpPr txBox="1"/>
          <p:nvPr/>
        </p:nvSpPr>
        <p:spPr>
          <a:xfrm>
            <a:off x="6351494" y="3463705"/>
            <a:ext cx="2079600" cy="35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accent5"/>
                </a:solidFill>
                <a:latin typeface="Aldrich"/>
                <a:ea typeface="Aldrich"/>
                <a:cs typeface="Aldrich"/>
                <a:sym typeface="Aldrich"/>
              </a:rPr>
              <a:t>MARS</a:t>
            </a:r>
            <a:endParaRPr b="1" sz="1800">
              <a:solidFill>
                <a:schemeClr val="accent5"/>
              </a:solidFill>
              <a:latin typeface="Aldrich"/>
              <a:ea typeface="Aldrich"/>
              <a:cs typeface="Aldrich"/>
              <a:sym typeface="Aldrich"/>
            </a:endParaRPr>
          </a:p>
        </p:txBody>
      </p:sp>
      <p:sp>
        <p:nvSpPr>
          <p:cNvPr id="703" name="Google Shape;703;p32"/>
          <p:cNvSpPr txBox="1"/>
          <p:nvPr/>
        </p:nvSpPr>
        <p:spPr>
          <a:xfrm>
            <a:off x="719925" y="3736597"/>
            <a:ext cx="2079600" cy="590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accent5"/>
                </a:solidFill>
                <a:latin typeface="Didact Gothic"/>
                <a:ea typeface="Didact Gothic"/>
                <a:cs typeface="Didact Gothic"/>
                <a:sym typeface="Didact Gothic"/>
              </a:rPr>
              <a:t>Venus has a beautiful name, but it is hot</a:t>
            </a:r>
            <a:endParaRPr>
              <a:solidFill>
                <a:schemeClr val="accent5"/>
              </a:solidFill>
              <a:latin typeface="Didact Gothic"/>
              <a:ea typeface="Didact Gothic"/>
              <a:cs typeface="Didact Gothic"/>
              <a:sym typeface="Didact Gothic"/>
            </a:endParaRPr>
          </a:p>
        </p:txBody>
      </p:sp>
      <p:sp>
        <p:nvSpPr>
          <p:cNvPr id="704" name="Google Shape;704;p32"/>
          <p:cNvSpPr txBox="1"/>
          <p:nvPr/>
        </p:nvSpPr>
        <p:spPr>
          <a:xfrm>
            <a:off x="719925" y="3463631"/>
            <a:ext cx="2079600" cy="354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accent5"/>
                </a:solidFill>
                <a:latin typeface="Aldrich"/>
                <a:ea typeface="Aldrich"/>
                <a:cs typeface="Aldrich"/>
                <a:sym typeface="Aldrich"/>
              </a:rPr>
              <a:t>VENUS</a:t>
            </a:r>
            <a:endParaRPr b="1" sz="1800">
              <a:solidFill>
                <a:schemeClr val="accent5"/>
              </a:solidFill>
              <a:latin typeface="Aldrich"/>
              <a:ea typeface="Aldrich"/>
              <a:cs typeface="Aldrich"/>
              <a:sym typeface="Aldrich"/>
            </a:endParaRPr>
          </a:p>
        </p:txBody>
      </p:sp>
      <p:cxnSp>
        <p:nvCxnSpPr>
          <p:cNvPr id="705" name="Google Shape;705;p32"/>
          <p:cNvCxnSpPr>
            <a:stCxn id="700" idx="3"/>
          </p:cNvCxnSpPr>
          <p:nvPr/>
        </p:nvCxnSpPr>
        <p:spPr>
          <a:xfrm>
            <a:off x="2799525" y="1956474"/>
            <a:ext cx="781800" cy="0"/>
          </a:xfrm>
          <a:prstGeom prst="straightConnector1">
            <a:avLst/>
          </a:prstGeom>
          <a:noFill/>
          <a:ln cap="flat" cmpd="sng" w="28575">
            <a:solidFill>
              <a:schemeClr val="accent5"/>
            </a:solidFill>
            <a:prstDash val="solid"/>
            <a:round/>
            <a:headEnd len="med" w="med" type="none"/>
            <a:tailEnd len="med" w="med" type="oval"/>
          </a:ln>
        </p:spPr>
      </p:cxnSp>
      <p:sp>
        <p:nvSpPr>
          <p:cNvPr id="706" name="Google Shape;706;p32"/>
          <p:cNvSpPr/>
          <p:nvPr/>
        </p:nvSpPr>
        <p:spPr>
          <a:xfrm>
            <a:off x="3838538" y="1838325"/>
            <a:ext cx="238200" cy="238200"/>
          </a:xfrm>
          <a:prstGeom prst="ellipse">
            <a:avLst/>
          </a:prstGeom>
          <a:solidFill>
            <a:schemeClr val="accent2"/>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2"/>
          <p:cNvSpPr/>
          <p:nvPr/>
        </p:nvSpPr>
        <p:spPr>
          <a:xfrm>
            <a:off x="5067263" y="1838325"/>
            <a:ext cx="238200" cy="238200"/>
          </a:xfrm>
          <a:prstGeom prst="ellipse">
            <a:avLst/>
          </a:prstGeom>
          <a:solidFill>
            <a:srgbClr val="B8D8FF"/>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8" name="Google Shape;708;p32"/>
          <p:cNvCxnSpPr/>
          <p:nvPr/>
        </p:nvCxnSpPr>
        <p:spPr>
          <a:xfrm rot="10800000">
            <a:off x="5569700" y="1956474"/>
            <a:ext cx="781800" cy="0"/>
          </a:xfrm>
          <a:prstGeom prst="straightConnector1">
            <a:avLst/>
          </a:prstGeom>
          <a:noFill/>
          <a:ln cap="flat" cmpd="sng" w="28575">
            <a:solidFill>
              <a:schemeClr val="accent5"/>
            </a:solidFill>
            <a:prstDash val="solid"/>
            <a:round/>
            <a:headEnd len="med" w="med" type="none"/>
            <a:tailEnd len="med" w="med" type="oval"/>
          </a:ln>
        </p:spPr>
      </p:cxnSp>
      <p:cxnSp>
        <p:nvCxnSpPr>
          <p:cNvPr id="709" name="Google Shape;709;p32"/>
          <p:cNvCxnSpPr/>
          <p:nvPr/>
        </p:nvCxnSpPr>
        <p:spPr>
          <a:xfrm>
            <a:off x="2799525" y="3651924"/>
            <a:ext cx="781800" cy="0"/>
          </a:xfrm>
          <a:prstGeom prst="straightConnector1">
            <a:avLst/>
          </a:prstGeom>
          <a:noFill/>
          <a:ln cap="flat" cmpd="sng" w="28575">
            <a:solidFill>
              <a:schemeClr val="accent5"/>
            </a:solidFill>
            <a:prstDash val="solid"/>
            <a:round/>
            <a:headEnd len="med" w="med" type="none"/>
            <a:tailEnd len="med" w="med" type="oval"/>
          </a:ln>
        </p:spPr>
      </p:cxnSp>
      <p:cxnSp>
        <p:nvCxnSpPr>
          <p:cNvPr id="710" name="Google Shape;710;p32"/>
          <p:cNvCxnSpPr/>
          <p:nvPr/>
        </p:nvCxnSpPr>
        <p:spPr>
          <a:xfrm rot="10800000">
            <a:off x="5569700" y="3651924"/>
            <a:ext cx="781800" cy="0"/>
          </a:xfrm>
          <a:prstGeom prst="straightConnector1">
            <a:avLst/>
          </a:prstGeom>
          <a:noFill/>
          <a:ln cap="flat" cmpd="sng" w="28575">
            <a:solidFill>
              <a:schemeClr val="accent5"/>
            </a:solidFill>
            <a:prstDash val="solid"/>
            <a:round/>
            <a:headEnd len="med" w="med" type="none"/>
            <a:tailEnd len="med" w="med" type="oval"/>
          </a:ln>
        </p:spPr>
      </p:cxnSp>
      <p:sp>
        <p:nvSpPr>
          <p:cNvPr id="711" name="Google Shape;711;p32"/>
          <p:cNvSpPr/>
          <p:nvPr/>
        </p:nvSpPr>
        <p:spPr>
          <a:xfrm>
            <a:off x="3838538" y="3533775"/>
            <a:ext cx="238200" cy="238200"/>
          </a:xfrm>
          <a:prstGeom prst="ellipse">
            <a:avLst/>
          </a:prstGeom>
          <a:solidFill>
            <a:schemeClr val="accent3"/>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2"/>
          <p:cNvSpPr/>
          <p:nvPr/>
        </p:nvSpPr>
        <p:spPr>
          <a:xfrm>
            <a:off x="5067263" y="3533775"/>
            <a:ext cx="238200" cy="238200"/>
          </a:xfrm>
          <a:prstGeom prst="ellipse">
            <a:avLst/>
          </a:prstGeom>
          <a:solidFill>
            <a:schemeClr val="accent1"/>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6" name="Shape 716"/>
        <p:cNvGrpSpPr/>
        <p:nvPr/>
      </p:nvGrpSpPr>
      <p:grpSpPr>
        <a:xfrm>
          <a:off x="0" y="0"/>
          <a:ext cx="0" cy="0"/>
          <a:chOff x="0" y="0"/>
          <a:chExt cx="0" cy="0"/>
        </a:xfrm>
      </p:grpSpPr>
      <p:sp>
        <p:nvSpPr>
          <p:cNvPr id="717" name="Google Shape;717;p33"/>
          <p:cNvSpPr txBox="1"/>
          <p:nvPr>
            <p:ph idx="2" type="subTitle"/>
          </p:nvPr>
        </p:nvSpPr>
        <p:spPr>
          <a:xfrm>
            <a:off x="5997120" y="3373105"/>
            <a:ext cx="2423700" cy="54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718" name="Google Shape;718;p33"/>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DEFINITION OF CONCEPTS</a:t>
            </a:r>
            <a:endParaRPr/>
          </a:p>
        </p:txBody>
      </p:sp>
      <p:sp>
        <p:nvSpPr>
          <p:cNvPr id="719" name="Google Shape;719;p33"/>
          <p:cNvSpPr txBox="1"/>
          <p:nvPr>
            <p:ph idx="1" type="subTitle"/>
          </p:nvPr>
        </p:nvSpPr>
        <p:spPr>
          <a:xfrm>
            <a:off x="6450420" y="2989131"/>
            <a:ext cx="1517100" cy="31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20" name="Google Shape;720;p33"/>
          <p:cNvSpPr txBox="1"/>
          <p:nvPr>
            <p:ph idx="3" type="subTitle"/>
          </p:nvPr>
        </p:nvSpPr>
        <p:spPr>
          <a:xfrm>
            <a:off x="3813450" y="2989131"/>
            <a:ext cx="1517100" cy="31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721" name="Google Shape;721;p33"/>
          <p:cNvSpPr txBox="1"/>
          <p:nvPr>
            <p:ph idx="4" type="subTitle"/>
          </p:nvPr>
        </p:nvSpPr>
        <p:spPr>
          <a:xfrm>
            <a:off x="3360150" y="3373105"/>
            <a:ext cx="2423700" cy="54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a:t>
            </a:r>
            <a:r>
              <a:rPr lang="en"/>
              <a:t>a giant and the biggest planet</a:t>
            </a:r>
            <a:endParaRPr/>
          </a:p>
        </p:txBody>
      </p:sp>
      <p:sp>
        <p:nvSpPr>
          <p:cNvPr id="722" name="Google Shape;722;p33"/>
          <p:cNvSpPr txBox="1"/>
          <p:nvPr>
            <p:ph idx="5" type="subTitle"/>
          </p:nvPr>
        </p:nvSpPr>
        <p:spPr>
          <a:xfrm>
            <a:off x="1176480" y="2989131"/>
            <a:ext cx="1517100" cy="31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23" name="Google Shape;723;p33"/>
          <p:cNvSpPr txBox="1"/>
          <p:nvPr>
            <p:ph idx="6" type="subTitle"/>
          </p:nvPr>
        </p:nvSpPr>
        <p:spPr>
          <a:xfrm>
            <a:off x="723180" y="3373105"/>
            <a:ext cx="2423700" cy="54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beautiful and is the second planet</a:t>
            </a:r>
            <a:endParaRPr/>
          </a:p>
        </p:txBody>
      </p:sp>
      <p:grpSp>
        <p:nvGrpSpPr>
          <p:cNvPr id="724" name="Google Shape;724;p33"/>
          <p:cNvGrpSpPr/>
          <p:nvPr/>
        </p:nvGrpSpPr>
        <p:grpSpPr>
          <a:xfrm>
            <a:off x="1668123" y="2000261"/>
            <a:ext cx="533814" cy="742692"/>
            <a:chOff x="1924550" y="238125"/>
            <a:chExt cx="3751325" cy="5219200"/>
          </a:xfrm>
        </p:grpSpPr>
        <p:sp>
          <p:nvSpPr>
            <p:cNvPr id="725" name="Google Shape;725;p33"/>
            <p:cNvSpPr/>
            <p:nvPr/>
          </p:nvSpPr>
          <p:spPr>
            <a:xfrm>
              <a:off x="1991425" y="318025"/>
              <a:ext cx="3603700" cy="734800"/>
            </a:xfrm>
            <a:custGeom>
              <a:rect b="b" l="l" r="r" t="t"/>
              <a:pathLst>
                <a:path extrusionOk="0" h="29392" w="144148">
                  <a:moveTo>
                    <a:pt x="14680" y="1"/>
                  </a:moveTo>
                  <a:cubicBezTo>
                    <a:pt x="6557" y="1"/>
                    <a:pt x="1" y="6590"/>
                    <a:pt x="1" y="14712"/>
                  </a:cubicBezTo>
                  <a:cubicBezTo>
                    <a:pt x="1" y="22802"/>
                    <a:pt x="6557" y="29391"/>
                    <a:pt x="14680" y="29391"/>
                  </a:cubicBezTo>
                  <a:lnTo>
                    <a:pt x="144148" y="29391"/>
                  </a:lnTo>
                  <a:lnTo>
                    <a:pt x="131100" y="1"/>
                  </a:lnTo>
                  <a:close/>
                </a:path>
              </a:pathLst>
            </a:custGeom>
            <a:solidFill>
              <a:srgbClr val="4C6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3"/>
            <p:cNvSpPr/>
            <p:nvPr/>
          </p:nvSpPr>
          <p:spPr>
            <a:xfrm>
              <a:off x="2005300" y="808150"/>
              <a:ext cx="407775" cy="4569250"/>
            </a:xfrm>
            <a:custGeom>
              <a:rect b="b" l="l" r="r" t="t"/>
              <a:pathLst>
                <a:path extrusionOk="0" h="182770" w="16311">
                  <a:moveTo>
                    <a:pt x="0" y="0"/>
                  </a:moveTo>
                  <a:lnTo>
                    <a:pt x="0" y="176245"/>
                  </a:lnTo>
                  <a:lnTo>
                    <a:pt x="9786" y="182769"/>
                  </a:lnTo>
                  <a:lnTo>
                    <a:pt x="16310" y="182769"/>
                  </a:lnTo>
                  <a:lnTo>
                    <a:pt x="16310" y="9786"/>
                  </a:lnTo>
                  <a:lnTo>
                    <a:pt x="9786" y="9786"/>
                  </a:lnTo>
                  <a:lnTo>
                    <a:pt x="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3"/>
            <p:cNvSpPr/>
            <p:nvPr/>
          </p:nvSpPr>
          <p:spPr>
            <a:xfrm>
              <a:off x="2413050" y="1052800"/>
              <a:ext cx="3182075" cy="4324600"/>
            </a:xfrm>
            <a:custGeom>
              <a:rect b="b" l="l" r="r" t="t"/>
              <a:pathLst>
                <a:path extrusionOk="0" h="172984" w="127283">
                  <a:moveTo>
                    <a:pt x="0" y="0"/>
                  </a:moveTo>
                  <a:lnTo>
                    <a:pt x="0" y="172983"/>
                  </a:lnTo>
                  <a:lnTo>
                    <a:pt x="127283" y="172983"/>
                  </a:lnTo>
                  <a:lnTo>
                    <a:pt x="127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3"/>
            <p:cNvSpPr/>
            <p:nvPr/>
          </p:nvSpPr>
          <p:spPr>
            <a:xfrm>
              <a:off x="4289500" y="1052800"/>
              <a:ext cx="653225" cy="2039575"/>
            </a:xfrm>
            <a:custGeom>
              <a:rect b="b" l="l" r="r" t="t"/>
              <a:pathLst>
                <a:path extrusionOk="0" h="81583" w="26129">
                  <a:moveTo>
                    <a:pt x="0" y="0"/>
                  </a:moveTo>
                  <a:lnTo>
                    <a:pt x="0" y="81583"/>
                  </a:lnTo>
                  <a:lnTo>
                    <a:pt x="26129" y="81583"/>
                  </a:lnTo>
                  <a:lnTo>
                    <a:pt x="26129" y="0"/>
                  </a:ln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3"/>
            <p:cNvSpPr/>
            <p:nvPr/>
          </p:nvSpPr>
          <p:spPr>
            <a:xfrm>
              <a:off x="1924550" y="238125"/>
              <a:ext cx="3751325" cy="5219200"/>
            </a:xfrm>
            <a:custGeom>
              <a:rect b="b" l="l" r="r" t="t"/>
              <a:pathLst>
                <a:path extrusionOk="0" h="208768" w="150053">
                  <a:moveTo>
                    <a:pt x="17909" y="0"/>
                  </a:moveTo>
                  <a:cubicBezTo>
                    <a:pt x="8580" y="0"/>
                    <a:pt x="849" y="7111"/>
                    <a:pt x="34" y="16212"/>
                  </a:cubicBezTo>
                  <a:lnTo>
                    <a:pt x="1" y="192490"/>
                  </a:lnTo>
                  <a:cubicBezTo>
                    <a:pt x="1" y="201460"/>
                    <a:pt x="7308" y="208767"/>
                    <a:pt x="16278" y="208767"/>
                  </a:cubicBezTo>
                  <a:lnTo>
                    <a:pt x="150052" y="208767"/>
                  </a:lnTo>
                  <a:lnTo>
                    <a:pt x="150052" y="29358"/>
                  </a:lnTo>
                  <a:lnTo>
                    <a:pt x="127251" y="29358"/>
                  </a:lnTo>
                  <a:lnTo>
                    <a:pt x="127251" y="35784"/>
                  </a:lnTo>
                  <a:lnTo>
                    <a:pt x="143626" y="35784"/>
                  </a:lnTo>
                  <a:lnTo>
                    <a:pt x="143626" y="202341"/>
                  </a:lnTo>
                  <a:lnTo>
                    <a:pt x="16278" y="202341"/>
                  </a:lnTo>
                  <a:cubicBezTo>
                    <a:pt x="10863" y="202341"/>
                    <a:pt x="6427" y="197937"/>
                    <a:pt x="6427" y="192490"/>
                  </a:cubicBezTo>
                  <a:lnTo>
                    <a:pt x="6427" y="31609"/>
                  </a:lnTo>
                  <a:cubicBezTo>
                    <a:pt x="9559" y="34218"/>
                    <a:pt x="13538" y="35784"/>
                    <a:pt x="17909" y="35784"/>
                  </a:cubicBezTo>
                  <a:lnTo>
                    <a:pt x="88075" y="35784"/>
                  </a:lnTo>
                  <a:lnTo>
                    <a:pt x="88075" y="29358"/>
                  </a:lnTo>
                  <a:lnTo>
                    <a:pt x="17909" y="29358"/>
                  </a:lnTo>
                  <a:cubicBezTo>
                    <a:pt x="11581" y="29358"/>
                    <a:pt x="6427" y="24237"/>
                    <a:pt x="6427" y="17908"/>
                  </a:cubicBezTo>
                  <a:cubicBezTo>
                    <a:pt x="6427" y="11580"/>
                    <a:pt x="11581" y="6426"/>
                    <a:pt x="17909" y="6426"/>
                  </a:cubicBezTo>
                  <a:lnTo>
                    <a:pt x="137037" y="6426"/>
                  </a:lnTo>
                  <a:lnTo>
                    <a:pt x="1370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3"/>
            <p:cNvSpPr/>
            <p:nvPr/>
          </p:nvSpPr>
          <p:spPr>
            <a:xfrm>
              <a:off x="2249950" y="482750"/>
              <a:ext cx="3018975" cy="160700"/>
            </a:xfrm>
            <a:custGeom>
              <a:rect b="b" l="l" r="r" t="t"/>
              <a:pathLst>
                <a:path extrusionOk="0" h="6428" w="120759">
                  <a:moveTo>
                    <a:pt x="0" y="1"/>
                  </a:moveTo>
                  <a:lnTo>
                    <a:pt x="0" y="6427"/>
                  </a:lnTo>
                  <a:lnTo>
                    <a:pt x="120759" y="6427"/>
                  </a:lnTo>
                  <a:lnTo>
                    <a:pt x="120759"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3"/>
            <p:cNvSpPr/>
            <p:nvPr/>
          </p:nvSpPr>
          <p:spPr>
            <a:xfrm>
              <a:off x="2249950" y="727400"/>
              <a:ext cx="3182075" cy="160700"/>
            </a:xfrm>
            <a:custGeom>
              <a:rect b="b" l="l" r="r" t="t"/>
              <a:pathLst>
                <a:path extrusionOk="0" h="6428" w="127283">
                  <a:moveTo>
                    <a:pt x="0" y="1"/>
                  </a:moveTo>
                  <a:lnTo>
                    <a:pt x="0" y="6427"/>
                  </a:lnTo>
                  <a:lnTo>
                    <a:pt x="127283" y="6427"/>
                  </a:lnTo>
                  <a:lnTo>
                    <a:pt x="127283"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3"/>
            <p:cNvSpPr/>
            <p:nvPr/>
          </p:nvSpPr>
          <p:spPr>
            <a:xfrm>
              <a:off x="4209575" y="972050"/>
              <a:ext cx="813075" cy="2331550"/>
            </a:xfrm>
            <a:custGeom>
              <a:rect b="b" l="l" r="r" t="t"/>
              <a:pathLst>
                <a:path extrusionOk="0" h="93262" w="32523">
                  <a:moveTo>
                    <a:pt x="26097" y="6427"/>
                  </a:moveTo>
                  <a:lnTo>
                    <a:pt x="26097" y="82888"/>
                  </a:lnTo>
                  <a:lnTo>
                    <a:pt x="16278" y="77962"/>
                  </a:lnTo>
                  <a:lnTo>
                    <a:pt x="6427" y="82888"/>
                  </a:lnTo>
                  <a:lnTo>
                    <a:pt x="6427" y="6427"/>
                  </a:lnTo>
                  <a:close/>
                  <a:moveTo>
                    <a:pt x="1" y="1"/>
                  </a:moveTo>
                  <a:lnTo>
                    <a:pt x="1" y="93261"/>
                  </a:lnTo>
                  <a:lnTo>
                    <a:pt x="16278" y="85139"/>
                  </a:lnTo>
                  <a:lnTo>
                    <a:pt x="32523" y="93261"/>
                  </a:lnTo>
                  <a:lnTo>
                    <a:pt x="3252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3"/>
            <p:cNvSpPr/>
            <p:nvPr/>
          </p:nvSpPr>
          <p:spPr>
            <a:xfrm>
              <a:off x="2333125" y="1215900"/>
              <a:ext cx="160675" cy="3998400"/>
            </a:xfrm>
            <a:custGeom>
              <a:rect b="b" l="l" r="r" t="t"/>
              <a:pathLst>
                <a:path extrusionOk="0" h="159936" w="6427">
                  <a:moveTo>
                    <a:pt x="0" y="0"/>
                  </a:moveTo>
                  <a:lnTo>
                    <a:pt x="0" y="159935"/>
                  </a:lnTo>
                  <a:lnTo>
                    <a:pt x="6427" y="159935"/>
                  </a:lnTo>
                  <a:lnTo>
                    <a:pt x="64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3"/>
            <p:cNvSpPr/>
            <p:nvPr/>
          </p:nvSpPr>
          <p:spPr>
            <a:xfrm>
              <a:off x="2739250" y="1380625"/>
              <a:ext cx="816325" cy="160675"/>
            </a:xfrm>
            <a:custGeom>
              <a:rect b="b" l="l" r="r" t="t"/>
              <a:pathLst>
                <a:path extrusionOk="0" h="6427" w="32653">
                  <a:moveTo>
                    <a:pt x="0" y="0"/>
                  </a:moveTo>
                  <a:lnTo>
                    <a:pt x="0" y="6427"/>
                  </a:lnTo>
                  <a:lnTo>
                    <a:pt x="32653" y="6427"/>
                  </a:lnTo>
                  <a:lnTo>
                    <a:pt x="326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3"/>
            <p:cNvSpPr/>
            <p:nvPr/>
          </p:nvSpPr>
          <p:spPr>
            <a:xfrm>
              <a:off x="4371050" y="4888900"/>
              <a:ext cx="163125" cy="160675"/>
            </a:xfrm>
            <a:custGeom>
              <a:rect b="b" l="l" r="r" t="t"/>
              <a:pathLst>
                <a:path extrusionOk="0" h="6427" w="6525">
                  <a:moveTo>
                    <a:pt x="0" y="0"/>
                  </a:moveTo>
                  <a:lnTo>
                    <a:pt x="0" y="6426"/>
                  </a:lnTo>
                  <a:lnTo>
                    <a:pt x="6524" y="6426"/>
                  </a:lnTo>
                  <a:lnTo>
                    <a:pt x="65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3"/>
            <p:cNvSpPr/>
            <p:nvPr/>
          </p:nvSpPr>
          <p:spPr>
            <a:xfrm>
              <a:off x="4698075" y="4888900"/>
              <a:ext cx="163100" cy="160675"/>
            </a:xfrm>
            <a:custGeom>
              <a:rect b="b" l="l" r="r" t="t"/>
              <a:pathLst>
                <a:path extrusionOk="0" h="6427" w="6524">
                  <a:moveTo>
                    <a:pt x="0" y="0"/>
                  </a:moveTo>
                  <a:lnTo>
                    <a:pt x="0" y="6426"/>
                  </a:lnTo>
                  <a:lnTo>
                    <a:pt x="6524" y="6426"/>
                  </a:lnTo>
                  <a:lnTo>
                    <a:pt x="65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3"/>
            <p:cNvSpPr/>
            <p:nvPr/>
          </p:nvSpPr>
          <p:spPr>
            <a:xfrm>
              <a:off x="5024250" y="4888900"/>
              <a:ext cx="163125" cy="160675"/>
            </a:xfrm>
            <a:custGeom>
              <a:rect b="b" l="l" r="r" t="t"/>
              <a:pathLst>
                <a:path extrusionOk="0" h="6427" w="6525">
                  <a:moveTo>
                    <a:pt x="1" y="0"/>
                  </a:moveTo>
                  <a:lnTo>
                    <a:pt x="1" y="6426"/>
                  </a:lnTo>
                  <a:lnTo>
                    <a:pt x="6525" y="6426"/>
                  </a:lnTo>
                  <a:lnTo>
                    <a:pt x="65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3"/>
            <p:cNvSpPr/>
            <p:nvPr/>
          </p:nvSpPr>
          <p:spPr>
            <a:xfrm>
              <a:off x="2739250" y="1706825"/>
              <a:ext cx="490125" cy="160675"/>
            </a:xfrm>
            <a:custGeom>
              <a:rect b="b" l="l" r="r" t="t"/>
              <a:pathLst>
                <a:path extrusionOk="0" h="6427" w="19605">
                  <a:moveTo>
                    <a:pt x="0" y="0"/>
                  </a:moveTo>
                  <a:lnTo>
                    <a:pt x="0" y="6426"/>
                  </a:lnTo>
                  <a:lnTo>
                    <a:pt x="19605" y="6426"/>
                  </a:lnTo>
                  <a:lnTo>
                    <a:pt x="1960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3"/>
            <p:cNvSpPr/>
            <p:nvPr/>
          </p:nvSpPr>
          <p:spPr>
            <a:xfrm>
              <a:off x="2739250" y="2033025"/>
              <a:ext cx="490125" cy="160675"/>
            </a:xfrm>
            <a:custGeom>
              <a:rect b="b" l="l" r="r" t="t"/>
              <a:pathLst>
                <a:path extrusionOk="0" h="6427" w="19605">
                  <a:moveTo>
                    <a:pt x="0" y="0"/>
                  </a:moveTo>
                  <a:lnTo>
                    <a:pt x="0" y="6426"/>
                  </a:lnTo>
                  <a:lnTo>
                    <a:pt x="19605" y="6426"/>
                  </a:lnTo>
                  <a:lnTo>
                    <a:pt x="1960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33"/>
          <p:cNvGrpSpPr/>
          <p:nvPr/>
        </p:nvGrpSpPr>
        <p:grpSpPr>
          <a:xfrm>
            <a:off x="4324545" y="1981345"/>
            <a:ext cx="494910" cy="736951"/>
            <a:chOff x="2047700" y="238125"/>
            <a:chExt cx="3505025" cy="5219200"/>
          </a:xfrm>
        </p:grpSpPr>
        <p:sp>
          <p:nvSpPr>
            <p:cNvPr id="741" name="Google Shape;741;p33"/>
            <p:cNvSpPr/>
            <p:nvPr/>
          </p:nvSpPr>
          <p:spPr>
            <a:xfrm>
              <a:off x="2126800" y="725775"/>
              <a:ext cx="2938250" cy="2938275"/>
            </a:xfrm>
            <a:custGeom>
              <a:rect b="b" l="l" r="r" t="t"/>
              <a:pathLst>
                <a:path extrusionOk="0" h="117531" w="117530">
                  <a:moveTo>
                    <a:pt x="58782" y="1"/>
                  </a:moveTo>
                  <a:cubicBezTo>
                    <a:pt x="26325" y="1"/>
                    <a:pt x="1" y="26325"/>
                    <a:pt x="1" y="58749"/>
                  </a:cubicBezTo>
                  <a:cubicBezTo>
                    <a:pt x="1" y="91206"/>
                    <a:pt x="26325" y="117530"/>
                    <a:pt x="58782" y="117530"/>
                  </a:cubicBezTo>
                  <a:cubicBezTo>
                    <a:pt x="91238" y="117530"/>
                    <a:pt x="117530" y="91206"/>
                    <a:pt x="117530" y="58749"/>
                  </a:cubicBezTo>
                  <a:cubicBezTo>
                    <a:pt x="117530" y="26325"/>
                    <a:pt x="91238" y="1"/>
                    <a:pt x="58782" y="1"/>
                  </a:cubicBezTo>
                  <a:close/>
                </a:path>
              </a:pathLst>
            </a:custGeom>
            <a:solidFill>
              <a:srgbClr val="4C6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3"/>
            <p:cNvSpPr/>
            <p:nvPr/>
          </p:nvSpPr>
          <p:spPr>
            <a:xfrm>
              <a:off x="3024675" y="3092350"/>
              <a:ext cx="1142525" cy="571700"/>
            </a:xfrm>
            <a:custGeom>
              <a:rect b="b" l="l" r="r" t="t"/>
              <a:pathLst>
                <a:path extrusionOk="0" h="22868" w="45701">
                  <a:moveTo>
                    <a:pt x="13081" y="1"/>
                  </a:moveTo>
                  <a:lnTo>
                    <a:pt x="3262" y="6524"/>
                  </a:lnTo>
                  <a:lnTo>
                    <a:pt x="0" y="13048"/>
                  </a:lnTo>
                  <a:lnTo>
                    <a:pt x="0" y="19605"/>
                  </a:lnTo>
                  <a:lnTo>
                    <a:pt x="19605" y="22867"/>
                  </a:lnTo>
                  <a:lnTo>
                    <a:pt x="45701" y="19605"/>
                  </a:lnTo>
                  <a:lnTo>
                    <a:pt x="45701" y="9786"/>
                  </a:lnTo>
                  <a:lnTo>
                    <a:pt x="35915" y="9786"/>
                  </a:lnTo>
                  <a:lnTo>
                    <a:pt x="35915" y="1"/>
                  </a:ln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3"/>
            <p:cNvSpPr/>
            <p:nvPr/>
          </p:nvSpPr>
          <p:spPr>
            <a:xfrm>
              <a:off x="3106225" y="725775"/>
              <a:ext cx="1877275" cy="2121950"/>
            </a:xfrm>
            <a:custGeom>
              <a:rect b="b" l="l" r="r" t="t"/>
              <a:pathLst>
                <a:path extrusionOk="0" h="84878" w="75091">
                  <a:moveTo>
                    <a:pt x="26129" y="1"/>
                  </a:moveTo>
                  <a:lnTo>
                    <a:pt x="19605" y="3263"/>
                  </a:lnTo>
                  <a:lnTo>
                    <a:pt x="13081" y="9787"/>
                  </a:lnTo>
                  <a:lnTo>
                    <a:pt x="13081" y="22867"/>
                  </a:lnTo>
                  <a:lnTo>
                    <a:pt x="26129" y="22867"/>
                  </a:lnTo>
                  <a:cubicBezTo>
                    <a:pt x="26129" y="22867"/>
                    <a:pt x="31243" y="16197"/>
                    <a:pt x="32440" y="16197"/>
                  </a:cubicBezTo>
                  <a:cubicBezTo>
                    <a:pt x="32540" y="16197"/>
                    <a:pt x="32612" y="16243"/>
                    <a:pt x="32653" y="16343"/>
                  </a:cubicBezTo>
                  <a:cubicBezTo>
                    <a:pt x="33174" y="17615"/>
                    <a:pt x="35915" y="26129"/>
                    <a:pt x="35915" y="26129"/>
                  </a:cubicBezTo>
                  <a:lnTo>
                    <a:pt x="26129" y="39177"/>
                  </a:lnTo>
                  <a:lnTo>
                    <a:pt x="6557" y="39177"/>
                  </a:lnTo>
                  <a:lnTo>
                    <a:pt x="0" y="52225"/>
                  </a:lnTo>
                  <a:lnTo>
                    <a:pt x="0" y="71830"/>
                  </a:lnTo>
                  <a:lnTo>
                    <a:pt x="9819" y="78354"/>
                  </a:lnTo>
                  <a:lnTo>
                    <a:pt x="13081" y="84878"/>
                  </a:lnTo>
                  <a:lnTo>
                    <a:pt x="22867" y="78354"/>
                  </a:lnTo>
                  <a:lnTo>
                    <a:pt x="32653" y="78354"/>
                  </a:lnTo>
                  <a:lnTo>
                    <a:pt x="42439" y="65306"/>
                  </a:lnTo>
                  <a:lnTo>
                    <a:pt x="42439" y="45701"/>
                  </a:lnTo>
                  <a:lnTo>
                    <a:pt x="52257" y="39177"/>
                  </a:lnTo>
                  <a:lnTo>
                    <a:pt x="62043" y="42439"/>
                  </a:lnTo>
                  <a:lnTo>
                    <a:pt x="71829" y="42439"/>
                  </a:lnTo>
                  <a:lnTo>
                    <a:pt x="75091" y="39177"/>
                  </a:lnTo>
                  <a:lnTo>
                    <a:pt x="55519" y="9787"/>
                  </a:lnTo>
                  <a:lnTo>
                    <a:pt x="26129" y="1"/>
                  </a:ln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3"/>
            <p:cNvSpPr/>
            <p:nvPr/>
          </p:nvSpPr>
          <p:spPr>
            <a:xfrm>
              <a:off x="2780025" y="4724975"/>
              <a:ext cx="1631825" cy="326225"/>
            </a:xfrm>
            <a:custGeom>
              <a:rect b="b" l="l" r="r" t="t"/>
              <a:pathLst>
                <a:path extrusionOk="0" h="13049" w="65273">
                  <a:moveTo>
                    <a:pt x="0" y="0"/>
                  </a:moveTo>
                  <a:lnTo>
                    <a:pt x="0" y="13048"/>
                  </a:lnTo>
                  <a:lnTo>
                    <a:pt x="65272" y="13048"/>
                  </a:lnTo>
                  <a:lnTo>
                    <a:pt x="652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3"/>
            <p:cNvSpPr/>
            <p:nvPr/>
          </p:nvSpPr>
          <p:spPr>
            <a:xfrm>
              <a:off x="2616925" y="5051175"/>
              <a:ext cx="1958850" cy="326225"/>
            </a:xfrm>
            <a:custGeom>
              <a:rect b="b" l="l" r="r" t="t"/>
              <a:pathLst>
                <a:path extrusionOk="0" h="13049" w="78354">
                  <a:moveTo>
                    <a:pt x="0" y="0"/>
                  </a:moveTo>
                  <a:lnTo>
                    <a:pt x="0" y="13048"/>
                  </a:lnTo>
                  <a:lnTo>
                    <a:pt x="78353" y="13048"/>
                  </a:lnTo>
                  <a:lnTo>
                    <a:pt x="78353" y="0"/>
                  </a:lnTo>
                  <a:close/>
                </a:path>
              </a:pathLst>
            </a:custGeom>
            <a:solidFill>
              <a:srgbClr val="1D71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3"/>
            <p:cNvSpPr/>
            <p:nvPr/>
          </p:nvSpPr>
          <p:spPr>
            <a:xfrm>
              <a:off x="2537000" y="4971250"/>
              <a:ext cx="2117875" cy="486075"/>
            </a:xfrm>
            <a:custGeom>
              <a:rect b="b" l="l" r="r" t="t"/>
              <a:pathLst>
                <a:path extrusionOk="0" h="19443" w="84715">
                  <a:moveTo>
                    <a:pt x="78353" y="6394"/>
                  </a:moveTo>
                  <a:lnTo>
                    <a:pt x="78353" y="13049"/>
                  </a:lnTo>
                  <a:lnTo>
                    <a:pt x="6394" y="13049"/>
                  </a:lnTo>
                  <a:lnTo>
                    <a:pt x="6394" y="6394"/>
                  </a:lnTo>
                  <a:close/>
                  <a:moveTo>
                    <a:pt x="0" y="1"/>
                  </a:moveTo>
                  <a:lnTo>
                    <a:pt x="0" y="19442"/>
                  </a:lnTo>
                  <a:lnTo>
                    <a:pt x="84714" y="19442"/>
                  </a:lnTo>
                  <a:lnTo>
                    <a:pt x="8471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3"/>
            <p:cNvSpPr/>
            <p:nvPr/>
          </p:nvSpPr>
          <p:spPr>
            <a:xfrm>
              <a:off x="2453825" y="1951475"/>
              <a:ext cx="163125" cy="159850"/>
            </a:xfrm>
            <a:custGeom>
              <a:rect b="b" l="l" r="r" t="t"/>
              <a:pathLst>
                <a:path extrusionOk="0" h="6394" w="6525">
                  <a:moveTo>
                    <a:pt x="0" y="0"/>
                  </a:moveTo>
                  <a:lnTo>
                    <a:pt x="0" y="6394"/>
                  </a:lnTo>
                  <a:lnTo>
                    <a:pt x="6524" y="6394"/>
                  </a:lnTo>
                  <a:lnTo>
                    <a:pt x="6524" y="0"/>
                  </a:ln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3"/>
            <p:cNvSpPr/>
            <p:nvPr/>
          </p:nvSpPr>
          <p:spPr>
            <a:xfrm>
              <a:off x="2616925" y="2196925"/>
              <a:ext cx="163125" cy="159050"/>
            </a:xfrm>
            <a:custGeom>
              <a:rect b="b" l="l" r="r" t="t"/>
              <a:pathLst>
                <a:path extrusionOk="0" h="6362" w="6525">
                  <a:moveTo>
                    <a:pt x="0" y="1"/>
                  </a:moveTo>
                  <a:lnTo>
                    <a:pt x="0" y="6362"/>
                  </a:lnTo>
                  <a:lnTo>
                    <a:pt x="6524" y="6362"/>
                  </a:lnTo>
                  <a:lnTo>
                    <a:pt x="6524" y="1"/>
                  </a:ln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3"/>
            <p:cNvSpPr/>
            <p:nvPr/>
          </p:nvSpPr>
          <p:spPr>
            <a:xfrm>
              <a:off x="2047700" y="238125"/>
              <a:ext cx="3505025" cy="4649975"/>
            </a:xfrm>
            <a:custGeom>
              <a:rect b="b" l="l" r="r" t="t"/>
              <a:pathLst>
                <a:path extrusionOk="0" h="185999" w="140201">
                  <a:moveTo>
                    <a:pt x="66349" y="22867"/>
                  </a:moveTo>
                  <a:cubicBezTo>
                    <a:pt x="88205" y="24595"/>
                    <a:pt x="106537" y="39013"/>
                    <a:pt x="113974" y="58748"/>
                  </a:cubicBezTo>
                  <a:lnTo>
                    <a:pt x="104906" y="58748"/>
                  </a:lnTo>
                  <a:lnTo>
                    <a:pt x="94109" y="55160"/>
                  </a:lnTo>
                  <a:lnTo>
                    <a:pt x="81583" y="63511"/>
                  </a:lnTo>
                  <a:lnTo>
                    <a:pt x="81583" y="83735"/>
                  </a:lnTo>
                  <a:lnTo>
                    <a:pt x="73395" y="94663"/>
                  </a:lnTo>
                  <a:lnTo>
                    <a:pt x="64229" y="94663"/>
                  </a:lnTo>
                  <a:lnTo>
                    <a:pt x="56661" y="99719"/>
                  </a:lnTo>
                  <a:lnTo>
                    <a:pt x="54606" y="95674"/>
                  </a:lnTo>
                  <a:lnTo>
                    <a:pt x="45538" y="89607"/>
                  </a:lnTo>
                  <a:lnTo>
                    <a:pt x="45538" y="72481"/>
                  </a:lnTo>
                  <a:lnTo>
                    <a:pt x="50855" y="61880"/>
                  </a:lnTo>
                  <a:lnTo>
                    <a:pt x="70068" y="61880"/>
                  </a:lnTo>
                  <a:lnTo>
                    <a:pt x="81811" y="46190"/>
                  </a:lnTo>
                  <a:lnTo>
                    <a:pt x="76396" y="29912"/>
                  </a:lnTo>
                  <a:lnTo>
                    <a:pt x="67132" y="39176"/>
                  </a:lnTo>
                  <a:lnTo>
                    <a:pt x="58618" y="39176"/>
                  </a:lnTo>
                  <a:lnTo>
                    <a:pt x="58618" y="30630"/>
                  </a:lnTo>
                  <a:lnTo>
                    <a:pt x="66349" y="22867"/>
                  </a:lnTo>
                  <a:close/>
                  <a:moveTo>
                    <a:pt x="57314" y="22899"/>
                  </a:moveTo>
                  <a:lnTo>
                    <a:pt x="52225" y="27988"/>
                  </a:lnTo>
                  <a:lnTo>
                    <a:pt x="52225" y="45570"/>
                  </a:lnTo>
                  <a:lnTo>
                    <a:pt x="69774" y="45570"/>
                  </a:lnTo>
                  <a:lnTo>
                    <a:pt x="73591" y="41753"/>
                  </a:lnTo>
                  <a:lnTo>
                    <a:pt x="74700" y="45048"/>
                  </a:lnTo>
                  <a:lnTo>
                    <a:pt x="66871" y="55486"/>
                  </a:lnTo>
                  <a:lnTo>
                    <a:pt x="46908" y="55486"/>
                  </a:lnTo>
                  <a:lnTo>
                    <a:pt x="39177" y="70981"/>
                  </a:lnTo>
                  <a:lnTo>
                    <a:pt x="39177" y="93032"/>
                  </a:lnTo>
                  <a:lnTo>
                    <a:pt x="49681" y="100045"/>
                  </a:lnTo>
                  <a:lnTo>
                    <a:pt x="54182" y="109048"/>
                  </a:lnTo>
                  <a:lnTo>
                    <a:pt x="66186" y="101056"/>
                  </a:lnTo>
                  <a:lnTo>
                    <a:pt x="76592" y="101056"/>
                  </a:lnTo>
                  <a:lnTo>
                    <a:pt x="87976" y="85855"/>
                  </a:lnTo>
                  <a:lnTo>
                    <a:pt x="87976" y="66936"/>
                  </a:lnTo>
                  <a:lnTo>
                    <a:pt x="95055" y="62206"/>
                  </a:lnTo>
                  <a:lnTo>
                    <a:pt x="103862" y="65142"/>
                  </a:lnTo>
                  <a:lnTo>
                    <a:pt x="115931" y="65142"/>
                  </a:lnTo>
                  <a:cubicBezTo>
                    <a:pt x="116975" y="69350"/>
                    <a:pt x="117497" y="73754"/>
                    <a:pt x="117497" y="78255"/>
                  </a:cubicBezTo>
                  <a:cubicBezTo>
                    <a:pt x="117497" y="98838"/>
                    <a:pt x="106276" y="116844"/>
                    <a:pt x="89607" y="126435"/>
                  </a:cubicBezTo>
                  <a:lnTo>
                    <a:pt x="86769" y="120791"/>
                  </a:lnTo>
                  <a:lnTo>
                    <a:pt x="78190" y="120791"/>
                  </a:lnTo>
                  <a:lnTo>
                    <a:pt x="78190" y="110973"/>
                  </a:lnTo>
                  <a:lnTo>
                    <a:pt x="51181" y="110973"/>
                  </a:lnTo>
                  <a:lnTo>
                    <a:pt x="40058" y="118410"/>
                  </a:lnTo>
                  <a:lnTo>
                    <a:pt x="34578" y="126630"/>
                  </a:lnTo>
                  <a:cubicBezTo>
                    <a:pt x="17746" y="117040"/>
                    <a:pt x="6361" y="98969"/>
                    <a:pt x="6361" y="78255"/>
                  </a:cubicBezTo>
                  <a:cubicBezTo>
                    <a:pt x="6361" y="49191"/>
                    <a:pt x="28836" y="25248"/>
                    <a:pt x="57314" y="22899"/>
                  </a:cubicBezTo>
                  <a:close/>
                  <a:moveTo>
                    <a:pt x="71797" y="117366"/>
                  </a:moveTo>
                  <a:lnTo>
                    <a:pt x="71797" y="127152"/>
                  </a:lnTo>
                  <a:lnTo>
                    <a:pt x="82822" y="127152"/>
                  </a:lnTo>
                  <a:lnTo>
                    <a:pt x="83899" y="129305"/>
                  </a:lnTo>
                  <a:cubicBezTo>
                    <a:pt x="77146" y="132208"/>
                    <a:pt x="69742" y="133839"/>
                    <a:pt x="61946" y="133839"/>
                  </a:cubicBezTo>
                  <a:cubicBezTo>
                    <a:pt x="54280" y="133839"/>
                    <a:pt x="46973" y="132274"/>
                    <a:pt x="40351" y="129468"/>
                  </a:cubicBezTo>
                  <a:lnTo>
                    <a:pt x="44657" y="123010"/>
                  </a:lnTo>
                  <a:lnTo>
                    <a:pt x="53106" y="117366"/>
                  </a:lnTo>
                  <a:close/>
                  <a:moveTo>
                    <a:pt x="86313" y="10634"/>
                  </a:moveTo>
                  <a:cubicBezTo>
                    <a:pt x="113974" y="20648"/>
                    <a:pt x="133840" y="47168"/>
                    <a:pt x="133840" y="78255"/>
                  </a:cubicBezTo>
                  <a:cubicBezTo>
                    <a:pt x="133840" y="117921"/>
                    <a:pt x="101579" y="150149"/>
                    <a:pt x="61946" y="150149"/>
                  </a:cubicBezTo>
                  <a:cubicBezTo>
                    <a:pt x="48278" y="150149"/>
                    <a:pt x="35002" y="146235"/>
                    <a:pt x="23650" y="139091"/>
                  </a:cubicBezTo>
                  <a:lnTo>
                    <a:pt x="28021" y="130088"/>
                  </a:lnTo>
                  <a:cubicBezTo>
                    <a:pt x="37774" y="136482"/>
                    <a:pt x="49420" y="140233"/>
                    <a:pt x="61946" y="140233"/>
                  </a:cubicBezTo>
                  <a:cubicBezTo>
                    <a:pt x="96099" y="140233"/>
                    <a:pt x="123891" y="112441"/>
                    <a:pt x="123891" y="78255"/>
                  </a:cubicBezTo>
                  <a:cubicBezTo>
                    <a:pt x="123891" y="51083"/>
                    <a:pt x="106309" y="27955"/>
                    <a:pt x="81909" y="19637"/>
                  </a:cubicBezTo>
                  <a:lnTo>
                    <a:pt x="86313" y="10634"/>
                  </a:lnTo>
                  <a:close/>
                  <a:moveTo>
                    <a:pt x="61946" y="0"/>
                  </a:moveTo>
                  <a:lnTo>
                    <a:pt x="61946" y="6393"/>
                  </a:lnTo>
                  <a:cubicBezTo>
                    <a:pt x="68209" y="6393"/>
                    <a:pt x="74309" y="7209"/>
                    <a:pt x="80147" y="8710"/>
                  </a:cubicBezTo>
                  <a:lnTo>
                    <a:pt x="75679" y="17843"/>
                  </a:lnTo>
                  <a:cubicBezTo>
                    <a:pt x="71242" y="16864"/>
                    <a:pt x="66675" y="16310"/>
                    <a:pt x="61946" y="16310"/>
                  </a:cubicBezTo>
                  <a:cubicBezTo>
                    <a:pt x="27793" y="16310"/>
                    <a:pt x="0" y="44102"/>
                    <a:pt x="0" y="78255"/>
                  </a:cubicBezTo>
                  <a:cubicBezTo>
                    <a:pt x="0" y="97599"/>
                    <a:pt x="8873" y="114887"/>
                    <a:pt x="22802" y="126239"/>
                  </a:cubicBezTo>
                  <a:lnTo>
                    <a:pt x="18333" y="135405"/>
                  </a:lnTo>
                  <a:cubicBezTo>
                    <a:pt x="14908" y="132795"/>
                    <a:pt x="11711" y="129892"/>
                    <a:pt x="8808" y="126696"/>
                  </a:cubicBezTo>
                  <a:lnTo>
                    <a:pt x="4078" y="130969"/>
                  </a:lnTo>
                  <a:cubicBezTo>
                    <a:pt x="18170" y="146431"/>
                    <a:pt x="37937" y="155597"/>
                    <a:pt x="58749" y="156477"/>
                  </a:cubicBezTo>
                  <a:lnTo>
                    <a:pt x="58749" y="176278"/>
                  </a:lnTo>
                  <a:lnTo>
                    <a:pt x="26096" y="176278"/>
                  </a:lnTo>
                  <a:lnTo>
                    <a:pt x="26096" y="185998"/>
                  </a:lnTo>
                  <a:lnTo>
                    <a:pt x="32490" y="185998"/>
                  </a:lnTo>
                  <a:lnTo>
                    <a:pt x="32490" y="182639"/>
                  </a:lnTo>
                  <a:lnTo>
                    <a:pt x="91401" y="182639"/>
                  </a:lnTo>
                  <a:lnTo>
                    <a:pt x="91401" y="185998"/>
                  </a:lnTo>
                  <a:lnTo>
                    <a:pt x="97762" y="185998"/>
                  </a:lnTo>
                  <a:lnTo>
                    <a:pt x="97762" y="176278"/>
                  </a:lnTo>
                  <a:lnTo>
                    <a:pt x="65142" y="176278"/>
                  </a:lnTo>
                  <a:lnTo>
                    <a:pt x="65142" y="156477"/>
                  </a:lnTo>
                  <a:cubicBezTo>
                    <a:pt x="106831" y="154781"/>
                    <a:pt x="140201" y="120367"/>
                    <a:pt x="140201" y="78255"/>
                  </a:cubicBezTo>
                  <a:cubicBezTo>
                    <a:pt x="140201" y="35099"/>
                    <a:pt x="105102" y="0"/>
                    <a:pt x="619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33"/>
          <p:cNvGrpSpPr/>
          <p:nvPr/>
        </p:nvGrpSpPr>
        <p:grpSpPr>
          <a:xfrm>
            <a:off x="6800306" y="1967279"/>
            <a:ext cx="817327" cy="808643"/>
            <a:chOff x="1190625" y="265850"/>
            <a:chExt cx="5219200" cy="5163750"/>
          </a:xfrm>
        </p:grpSpPr>
        <p:sp>
          <p:nvSpPr>
            <p:cNvPr id="751" name="Google Shape;751;p33"/>
            <p:cNvSpPr/>
            <p:nvPr/>
          </p:nvSpPr>
          <p:spPr>
            <a:xfrm>
              <a:off x="1318650" y="1106625"/>
              <a:ext cx="4963125" cy="640175"/>
            </a:xfrm>
            <a:custGeom>
              <a:rect b="b" l="l" r="r" t="t"/>
              <a:pathLst>
                <a:path extrusionOk="0" h="25607" w="198525">
                  <a:moveTo>
                    <a:pt x="12820" y="0"/>
                  </a:moveTo>
                  <a:lnTo>
                    <a:pt x="0" y="25607"/>
                  </a:lnTo>
                  <a:lnTo>
                    <a:pt x="198525" y="25607"/>
                  </a:lnTo>
                  <a:lnTo>
                    <a:pt x="185705" y="0"/>
                  </a:ln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3"/>
            <p:cNvSpPr/>
            <p:nvPr/>
          </p:nvSpPr>
          <p:spPr>
            <a:xfrm>
              <a:off x="1478475" y="385725"/>
              <a:ext cx="4643475" cy="1681575"/>
            </a:xfrm>
            <a:custGeom>
              <a:rect b="b" l="l" r="r" t="t"/>
              <a:pathLst>
                <a:path extrusionOk="0" h="67263" w="185739">
                  <a:moveTo>
                    <a:pt x="92870" y="0"/>
                  </a:moveTo>
                  <a:lnTo>
                    <a:pt x="70460" y="25639"/>
                  </a:lnTo>
                  <a:lnTo>
                    <a:pt x="70460" y="54443"/>
                  </a:lnTo>
                  <a:lnTo>
                    <a:pt x="1" y="54443"/>
                  </a:lnTo>
                  <a:lnTo>
                    <a:pt x="1" y="67262"/>
                  </a:lnTo>
                  <a:lnTo>
                    <a:pt x="185738" y="67262"/>
                  </a:lnTo>
                  <a:lnTo>
                    <a:pt x="185738" y="54443"/>
                  </a:lnTo>
                  <a:lnTo>
                    <a:pt x="115279" y="54443"/>
                  </a:lnTo>
                  <a:lnTo>
                    <a:pt x="115279" y="25639"/>
                  </a:lnTo>
                  <a:lnTo>
                    <a:pt x="92870" y="0"/>
                  </a:ln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3"/>
            <p:cNvSpPr/>
            <p:nvPr/>
          </p:nvSpPr>
          <p:spPr>
            <a:xfrm>
              <a:off x="1558400" y="2067275"/>
              <a:ext cx="4483625" cy="3282400"/>
            </a:xfrm>
            <a:custGeom>
              <a:rect b="b" l="l" r="r" t="t"/>
              <a:pathLst>
                <a:path extrusionOk="0" h="131296" w="179345">
                  <a:moveTo>
                    <a:pt x="1" y="0"/>
                  </a:moveTo>
                  <a:lnTo>
                    <a:pt x="1" y="131295"/>
                  </a:lnTo>
                  <a:lnTo>
                    <a:pt x="179345" y="131295"/>
                  </a:lnTo>
                  <a:lnTo>
                    <a:pt x="179345" y="0"/>
                  </a:lnTo>
                  <a:close/>
                </a:path>
              </a:pathLst>
            </a:custGeom>
            <a:solidFill>
              <a:srgbClr val="4C6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3"/>
            <p:cNvSpPr/>
            <p:nvPr/>
          </p:nvSpPr>
          <p:spPr>
            <a:xfrm>
              <a:off x="1558400" y="2067275"/>
              <a:ext cx="3282400" cy="3282400"/>
            </a:xfrm>
            <a:custGeom>
              <a:rect b="b" l="l" r="r" t="t"/>
              <a:pathLst>
                <a:path extrusionOk="0" h="131296" w="131296">
                  <a:moveTo>
                    <a:pt x="1" y="0"/>
                  </a:moveTo>
                  <a:lnTo>
                    <a:pt x="1" y="131295"/>
                  </a:lnTo>
                  <a:lnTo>
                    <a:pt x="131296" y="131295"/>
                  </a:lnTo>
                  <a:lnTo>
                    <a:pt x="131296" y="0"/>
                  </a:lnTo>
                  <a:close/>
                </a:path>
              </a:pathLst>
            </a:custGeom>
            <a:solidFill>
              <a:srgbClr val="4C6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3"/>
            <p:cNvSpPr/>
            <p:nvPr/>
          </p:nvSpPr>
          <p:spPr>
            <a:xfrm>
              <a:off x="3071150" y="4869325"/>
              <a:ext cx="1450800" cy="560275"/>
            </a:xfrm>
            <a:custGeom>
              <a:rect b="b" l="l" r="r" t="t"/>
              <a:pathLst>
                <a:path extrusionOk="0" h="22411" w="58032">
                  <a:moveTo>
                    <a:pt x="16343" y="0"/>
                  </a:moveTo>
                  <a:lnTo>
                    <a:pt x="0" y="22410"/>
                  </a:lnTo>
                  <a:lnTo>
                    <a:pt x="58031" y="22410"/>
                  </a:lnTo>
                  <a:lnTo>
                    <a:pt x="41982" y="0"/>
                  </a:lnTo>
                  <a:close/>
                </a:path>
              </a:pathLst>
            </a:custGeom>
            <a:solidFill>
              <a:srgbClr val="A5C6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3"/>
            <p:cNvSpPr/>
            <p:nvPr/>
          </p:nvSpPr>
          <p:spPr>
            <a:xfrm>
              <a:off x="1958800" y="2467675"/>
              <a:ext cx="400450" cy="2161100"/>
            </a:xfrm>
            <a:custGeom>
              <a:rect b="b" l="l" r="r" t="t"/>
              <a:pathLst>
                <a:path extrusionOk="0" h="86444" w="16018">
                  <a:moveTo>
                    <a:pt x="1" y="1"/>
                  </a:moveTo>
                  <a:lnTo>
                    <a:pt x="1" y="86443"/>
                  </a:lnTo>
                  <a:lnTo>
                    <a:pt x="16017" y="86443"/>
                  </a:lnTo>
                  <a:lnTo>
                    <a:pt x="16017" y="1"/>
                  </a:ln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3"/>
            <p:cNvSpPr/>
            <p:nvPr/>
          </p:nvSpPr>
          <p:spPr>
            <a:xfrm>
              <a:off x="2679700" y="2467675"/>
              <a:ext cx="400450" cy="2161100"/>
            </a:xfrm>
            <a:custGeom>
              <a:rect b="b" l="l" r="r" t="t"/>
              <a:pathLst>
                <a:path extrusionOk="0" h="86444" w="16018">
                  <a:moveTo>
                    <a:pt x="1" y="1"/>
                  </a:moveTo>
                  <a:lnTo>
                    <a:pt x="1" y="86443"/>
                  </a:lnTo>
                  <a:lnTo>
                    <a:pt x="16017" y="86443"/>
                  </a:lnTo>
                  <a:lnTo>
                    <a:pt x="16017" y="1"/>
                  </a:ln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3"/>
            <p:cNvSpPr/>
            <p:nvPr/>
          </p:nvSpPr>
          <p:spPr>
            <a:xfrm>
              <a:off x="1958800" y="2467675"/>
              <a:ext cx="400450" cy="1520925"/>
            </a:xfrm>
            <a:custGeom>
              <a:rect b="b" l="l" r="r" t="t"/>
              <a:pathLst>
                <a:path extrusionOk="0" h="60837" w="16018">
                  <a:moveTo>
                    <a:pt x="1" y="1"/>
                  </a:moveTo>
                  <a:lnTo>
                    <a:pt x="1" y="60837"/>
                  </a:lnTo>
                  <a:lnTo>
                    <a:pt x="16017" y="60837"/>
                  </a:lnTo>
                  <a:lnTo>
                    <a:pt x="160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3"/>
            <p:cNvSpPr/>
            <p:nvPr/>
          </p:nvSpPr>
          <p:spPr>
            <a:xfrm>
              <a:off x="2679700" y="2467675"/>
              <a:ext cx="400450" cy="879950"/>
            </a:xfrm>
            <a:custGeom>
              <a:rect b="b" l="l" r="r" t="t"/>
              <a:pathLst>
                <a:path extrusionOk="0" h="35198" w="16018">
                  <a:moveTo>
                    <a:pt x="1" y="1"/>
                  </a:moveTo>
                  <a:lnTo>
                    <a:pt x="1" y="35198"/>
                  </a:lnTo>
                  <a:lnTo>
                    <a:pt x="16017" y="35198"/>
                  </a:lnTo>
                  <a:lnTo>
                    <a:pt x="160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3"/>
            <p:cNvSpPr/>
            <p:nvPr/>
          </p:nvSpPr>
          <p:spPr>
            <a:xfrm>
              <a:off x="4521100" y="2467675"/>
              <a:ext cx="399625" cy="2161100"/>
            </a:xfrm>
            <a:custGeom>
              <a:rect b="b" l="l" r="r" t="t"/>
              <a:pathLst>
                <a:path extrusionOk="0" h="86444" w="15985">
                  <a:moveTo>
                    <a:pt x="1" y="1"/>
                  </a:moveTo>
                  <a:lnTo>
                    <a:pt x="1" y="86443"/>
                  </a:lnTo>
                  <a:lnTo>
                    <a:pt x="15984" y="86443"/>
                  </a:lnTo>
                  <a:lnTo>
                    <a:pt x="15984" y="1"/>
                  </a:ln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3"/>
            <p:cNvSpPr/>
            <p:nvPr/>
          </p:nvSpPr>
          <p:spPr>
            <a:xfrm>
              <a:off x="5241175" y="2467675"/>
              <a:ext cx="400450" cy="2161100"/>
            </a:xfrm>
            <a:custGeom>
              <a:rect b="b" l="l" r="r" t="t"/>
              <a:pathLst>
                <a:path extrusionOk="0" h="86444" w="16018">
                  <a:moveTo>
                    <a:pt x="1" y="1"/>
                  </a:moveTo>
                  <a:lnTo>
                    <a:pt x="1" y="86443"/>
                  </a:lnTo>
                  <a:lnTo>
                    <a:pt x="16017" y="86443"/>
                  </a:lnTo>
                  <a:lnTo>
                    <a:pt x="16017" y="1"/>
                  </a:ln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3"/>
            <p:cNvSpPr/>
            <p:nvPr/>
          </p:nvSpPr>
          <p:spPr>
            <a:xfrm>
              <a:off x="4521100" y="2467675"/>
              <a:ext cx="399625" cy="400450"/>
            </a:xfrm>
            <a:custGeom>
              <a:rect b="b" l="l" r="r" t="t"/>
              <a:pathLst>
                <a:path extrusionOk="0" h="16018" w="15985">
                  <a:moveTo>
                    <a:pt x="1" y="1"/>
                  </a:moveTo>
                  <a:lnTo>
                    <a:pt x="1" y="16017"/>
                  </a:lnTo>
                  <a:lnTo>
                    <a:pt x="15984" y="16017"/>
                  </a:lnTo>
                  <a:lnTo>
                    <a:pt x="159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3"/>
            <p:cNvSpPr/>
            <p:nvPr/>
          </p:nvSpPr>
          <p:spPr>
            <a:xfrm>
              <a:off x="5241175" y="2467675"/>
              <a:ext cx="400450" cy="1520925"/>
            </a:xfrm>
            <a:custGeom>
              <a:rect b="b" l="l" r="r" t="t"/>
              <a:pathLst>
                <a:path extrusionOk="0" h="60837" w="16018">
                  <a:moveTo>
                    <a:pt x="1" y="1"/>
                  </a:moveTo>
                  <a:lnTo>
                    <a:pt x="1" y="60837"/>
                  </a:lnTo>
                  <a:lnTo>
                    <a:pt x="16017" y="60837"/>
                  </a:lnTo>
                  <a:lnTo>
                    <a:pt x="160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3"/>
            <p:cNvSpPr/>
            <p:nvPr/>
          </p:nvSpPr>
          <p:spPr>
            <a:xfrm>
              <a:off x="3479700" y="3027925"/>
              <a:ext cx="641025" cy="1841425"/>
            </a:xfrm>
            <a:custGeom>
              <a:rect b="b" l="l" r="r" t="t"/>
              <a:pathLst>
                <a:path extrusionOk="0" h="73657" w="25641">
                  <a:moveTo>
                    <a:pt x="1" y="1"/>
                  </a:moveTo>
                  <a:lnTo>
                    <a:pt x="1" y="73656"/>
                  </a:lnTo>
                  <a:lnTo>
                    <a:pt x="25640" y="73656"/>
                  </a:lnTo>
                  <a:lnTo>
                    <a:pt x="2564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3"/>
            <p:cNvSpPr/>
            <p:nvPr/>
          </p:nvSpPr>
          <p:spPr>
            <a:xfrm>
              <a:off x="1479300" y="2227100"/>
              <a:ext cx="158225" cy="2961925"/>
            </a:xfrm>
            <a:custGeom>
              <a:rect b="b" l="l" r="r" t="t"/>
              <a:pathLst>
                <a:path extrusionOk="0" h="118477" w="6329">
                  <a:moveTo>
                    <a:pt x="0" y="1"/>
                  </a:moveTo>
                  <a:lnTo>
                    <a:pt x="0" y="118476"/>
                  </a:lnTo>
                  <a:lnTo>
                    <a:pt x="6329" y="118476"/>
                  </a:lnTo>
                  <a:lnTo>
                    <a:pt x="6329"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3"/>
            <p:cNvSpPr/>
            <p:nvPr/>
          </p:nvSpPr>
          <p:spPr>
            <a:xfrm>
              <a:off x="5962900" y="2227100"/>
              <a:ext cx="158225" cy="2961925"/>
            </a:xfrm>
            <a:custGeom>
              <a:rect b="b" l="l" r="r" t="t"/>
              <a:pathLst>
                <a:path extrusionOk="0" h="118477" w="6329">
                  <a:moveTo>
                    <a:pt x="0" y="1"/>
                  </a:moveTo>
                  <a:lnTo>
                    <a:pt x="0" y="118476"/>
                  </a:lnTo>
                  <a:lnTo>
                    <a:pt x="6329" y="118476"/>
                  </a:lnTo>
                  <a:lnTo>
                    <a:pt x="63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3"/>
            <p:cNvSpPr/>
            <p:nvPr/>
          </p:nvSpPr>
          <p:spPr>
            <a:xfrm>
              <a:off x="3721100" y="1106625"/>
              <a:ext cx="158225" cy="480350"/>
            </a:xfrm>
            <a:custGeom>
              <a:rect b="b" l="l" r="r" t="t"/>
              <a:pathLst>
                <a:path extrusionOk="0" h="19214" w="6329">
                  <a:moveTo>
                    <a:pt x="0" y="0"/>
                  </a:moveTo>
                  <a:lnTo>
                    <a:pt x="0" y="19213"/>
                  </a:lnTo>
                  <a:lnTo>
                    <a:pt x="6329" y="19213"/>
                  </a:lnTo>
                  <a:lnTo>
                    <a:pt x="63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3"/>
            <p:cNvSpPr/>
            <p:nvPr/>
          </p:nvSpPr>
          <p:spPr>
            <a:xfrm>
              <a:off x="1190625" y="265850"/>
              <a:ext cx="5219200" cy="1560050"/>
            </a:xfrm>
            <a:custGeom>
              <a:rect b="b" l="l" r="r" t="t"/>
              <a:pathLst>
                <a:path extrusionOk="0" h="62402" w="208768">
                  <a:moveTo>
                    <a:pt x="104384" y="0"/>
                  </a:moveTo>
                  <a:lnTo>
                    <a:pt x="78810" y="29227"/>
                  </a:lnTo>
                  <a:lnTo>
                    <a:pt x="78810" y="56074"/>
                  </a:lnTo>
                  <a:lnTo>
                    <a:pt x="10243" y="56074"/>
                  </a:lnTo>
                  <a:lnTo>
                    <a:pt x="19866" y="36795"/>
                  </a:lnTo>
                  <a:lnTo>
                    <a:pt x="75580" y="36795"/>
                  </a:lnTo>
                  <a:lnTo>
                    <a:pt x="75580" y="30467"/>
                  </a:lnTo>
                  <a:lnTo>
                    <a:pt x="15984" y="30467"/>
                  </a:lnTo>
                  <a:lnTo>
                    <a:pt x="0" y="62402"/>
                  </a:lnTo>
                  <a:lnTo>
                    <a:pt x="85138" y="62402"/>
                  </a:lnTo>
                  <a:lnTo>
                    <a:pt x="85138" y="31609"/>
                  </a:lnTo>
                  <a:lnTo>
                    <a:pt x="104384" y="9623"/>
                  </a:lnTo>
                  <a:lnTo>
                    <a:pt x="123629" y="31609"/>
                  </a:lnTo>
                  <a:lnTo>
                    <a:pt x="123629" y="62402"/>
                  </a:lnTo>
                  <a:lnTo>
                    <a:pt x="208767" y="62402"/>
                  </a:lnTo>
                  <a:lnTo>
                    <a:pt x="192783" y="30467"/>
                  </a:lnTo>
                  <a:lnTo>
                    <a:pt x="133187" y="30467"/>
                  </a:lnTo>
                  <a:lnTo>
                    <a:pt x="133187" y="36795"/>
                  </a:lnTo>
                  <a:lnTo>
                    <a:pt x="188902" y="36795"/>
                  </a:lnTo>
                  <a:lnTo>
                    <a:pt x="198524" y="56074"/>
                  </a:lnTo>
                  <a:lnTo>
                    <a:pt x="129958" y="56074"/>
                  </a:lnTo>
                  <a:lnTo>
                    <a:pt x="129958" y="29227"/>
                  </a:lnTo>
                  <a:lnTo>
                    <a:pt x="10438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3"/>
            <p:cNvSpPr/>
            <p:nvPr/>
          </p:nvSpPr>
          <p:spPr>
            <a:xfrm>
              <a:off x="1399375" y="1907425"/>
              <a:ext cx="4801675" cy="238975"/>
            </a:xfrm>
            <a:custGeom>
              <a:rect b="b" l="l" r="r" t="t"/>
              <a:pathLst>
                <a:path extrusionOk="0" h="9559" w="192067">
                  <a:moveTo>
                    <a:pt x="1" y="1"/>
                  </a:moveTo>
                  <a:lnTo>
                    <a:pt x="1" y="9558"/>
                  </a:lnTo>
                  <a:lnTo>
                    <a:pt x="192066" y="9558"/>
                  </a:lnTo>
                  <a:lnTo>
                    <a:pt x="192066" y="1"/>
                  </a:lnTo>
                  <a:lnTo>
                    <a:pt x="185738" y="1"/>
                  </a:lnTo>
                  <a:lnTo>
                    <a:pt x="185738" y="3230"/>
                  </a:lnTo>
                  <a:lnTo>
                    <a:pt x="6329" y="3230"/>
                  </a:lnTo>
                  <a:lnTo>
                    <a:pt x="63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3"/>
            <p:cNvSpPr/>
            <p:nvPr/>
          </p:nvSpPr>
          <p:spPr>
            <a:xfrm>
              <a:off x="3080125" y="5270550"/>
              <a:ext cx="1441000" cy="158225"/>
            </a:xfrm>
            <a:custGeom>
              <a:rect b="b" l="l" r="r" t="t"/>
              <a:pathLst>
                <a:path extrusionOk="0" h="6329" w="57640">
                  <a:moveTo>
                    <a:pt x="0" y="0"/>
                  </a:moveTo>
                  <a:lnTo>
                    <a:pt x="0" y="6328"/>
                  </a:lnTo>
                  <a:lnTo>
                    <a:pt x="57640" y="6328"/>
                  </a:lnTo>
                  <a:lnTo>
                    <a:pt x="576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3"/>
            <p:cNvSpPr/>
            <p:nvPr/>
          </p:nvSpPr>
          <p:spPr>
            <a:xfrm>
              <a:off x="4601025" y="5270550"/>
              <a:ext cx="1760675" cy="158225"/>
            </a:xfrm>
            <a:custGeom>
              <a:rect b="b" l="l" r="r" t="t"/>
              <a:pathLst>
                <a:path extrusionOk="0" h="6329" w="70427">
                  <a:moveTo>
                    <a:pt x="0" y="0"/>
                  </a:moveTo>
                  <a:lnTo>
                    <a:pt x="0" y="6328"/>
                  </a:lnTo>
                  <a:lnTo>
                    <a:pt x="70427" y="6328"/>
                  </a:lnTo>
                  <a:lnTo>
                    <a:pt x="704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3"/>
            <p:cNvSpPr/>
            <p:nvPr/>
          </p:nvSpPr>
          <p:spPr>
            <a:xfrm>
              <a:off x="1238725" y="5270550"/>
              <a:ext cx="1760675" cy="158225"/>
            </a:xfrm>
            <a:custGeom>
              <a:rect b="b" l="l" r="r" t="t"/>
              <a:pathLst>
                <a:path extrusionOk="0" h="6329" w="70427">
                  <a:moveTo>
                    <a:pt x="1" y="0"/>
                  </a:moveTo>
                  <a:lnTo>
                    <a:pt x="1" y="6328"/>
                  </a:lnTo>
                  <a:lnTo>
                    <a:pt x="70427" y="6328"/>
                  </a:lnTo>
                  <a:lnTo>
                    <a:pt x="704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3"/>
            <p:cNvSpPr/>
            <p:nvPr/>
          </p:nvSpPr>
          <p:spPr>
            <a:xfrm>
              <a:off x="3239950" y="5029975"/>
              <a:ext cx="1120525" cy="158225"/>
            </a:xfrm>
            <a:custGeom>
              <a:rect b="b" l="l" r="r" t="t"/>
              <a:pathLst>
                <a:path extrusionOk="0" h="6329" w="44821">
                  <a:moveTo>
                    <a:pt x="1" y="0"/>
                  </a:moveTo>
                  <a:lnTo>
                    <a:pt x="1" y="6329"/>
                  </a:lnTo>
                  <a:lnTo>
                    <a:pt x="44820" y="6329"/>
                  </a:lnTo>
                  <a:lnTo>
                    <a:pt x="44820"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3"/>
            <p:cNvSpPr/>
            <p:nvPr/>
          </p:nvSpPr>
          <p:spPr>
            <a:xfrm>
              <a:off x="3400600" y="2948825"/>
              <a:ext cx="799225" cy="1759875"/>
            </a:xfrm>
            <a:custGeom>
              <a:rect b="b" l="l" r="r" t="t"/>
              <a:pathLst>
                <a:path extrusionOk="0" h="70395" w="31969">
                  <a:moveTo>
                    <a:pt x="1" y="0"/>
                  </a:moveTo>
                  <a:lnTo>
                    <a:pt x="1" y="70394"/>
                  </a:lnTo>
                  <a:lnTo>
                    <a:pt x="6329" y="70394"/>
                  </a:lnTo>
                  <a:lnTo>
                    <a:pt x="6329" y="6329"/>
                  </a:lnTo>
                  <a:lnTo>
                    <a:pt x="25640" y="6329"/>
                  </a:lnTo>
                  <a:lnTo>
                    <a:pt x="25640" y="70394"/>
                  </a:lnTo>
                  <a:lnTo>
                    <a:pt x="31968" y="70394"/>
                  </a:lnTo>
                  <a:lnTo>
                    <a:pt x="3196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3"/>
            <p:cNvSpPr/>
            <p:nvPr/>
          </p:nvSpPr>
          <p:spPr>
            <a:xfrm>
              <a:off x="1879700" y="2388575"/>
              <a:ext cx="558650" cy="2319300"/>
            </a:xfrm>
            <a:custGeom>
              <a:rect b="b" l="l" r="r" t="t"/>
              <a:pathLst>
                <a:path extrusionOk="0" h="92772" w="22346">
                  <a:moveTo>
                    <a:pt x="16017" y="6329"/>
                  </a:moveTo>
                  <a:lnTo>
                    <a:pt x="16017" y="60837"/>
                  </a:lnTo>
                  <a:lnTo>
                    <a:pt x="6329" y="60837"/>
                  </a:lnTo>
                  <a:lnTo>
                    <a:pt x="6329" y="6329"/>
                  </a:lnTo>
                  <a:close/>
                  <a:moveTo>
                    <a:pt x="16017" y="67165"/>
                  </a:moveTo>
                  <a:lnTo>
                    <a:pt x="16017" y="86443"/>
                  </a:lnTo>
                  <a:lnTo>
                    <a:pt x="6329" y="86443"/>
                  </a:lnTo>
                  <a:lnTo>
                    <a:pt x="6329" y="67165"/>
                  </a:lnTo>
                  <a:close/>
                  <a:moveTo>
                    <a:pt x="1" y="1"/>
                  </a:moveTo>
                  <a:lnTo>
                    <a:pt x="1" y="92771"/>
                  </a:lnTo>
                  <a:lnTo>
                    <a:pt x="22345" y="92771"/>
                  </a:lnTo>
                  <a:lnTo>
                    <a:pt x="22345"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3"/>
            <p:cNvSpPr/>
            <p:nvPr/>
          </p:nvSpPr>
          <p:spPr>
            <a:xfrm>
              <a:off x="2600600" y="2388575"/>
              <a:ext cx="557825" cy="2319300"/>
            </a:xfrm>
            <a:custGeom>
              <a:rect b="b" l="l" r="r" t="t"/>
              <a:pathLst>
                <a:path extrusionOk="0" h="92772" w="22313">
                  <a:moveTo>
                    <a:pt x="16017" y="6329"/>
                  </a:moveTo>
                  <a:lnTo>
                    <a:pt x="16017" y="35230"/>
                  </a:lnTo>
                  <a:lnTo>
                    <a:pt x="6329" y="35230"/>
                  </a:lnTo>
                  <a:lnTo>
                    <a:pt x="6329" y="6329"/>
                  </a:lnTo>
                  <a:close/>
                  <a:moveTo>
                    <a:pt x="16017" y="41526"/>
                  </a:moveTo>
                  <a:lnTo>
                    <a:pt x="16017" y="86443"/>
                  </a:lnTo>
                  <a:lnTo>
                    <a:pt x="6329" y="86443"/>
                  </a:lnTo>
                  <a:lnTo>
                    <a:pt x="6329" y="41526"/>
                  </a:lnTo>
                  <a:close/>
                  <a:moveTo>
                    <a:pt x="1" y="1"/>
                  </a:moveTo>
                  <a:lnTo>
                    <a:pt x="1" y="92771"/>
                  </a:lnTo>
                  <a:lnTo>
                    <a:pt x="22313" y="92771"/>
                  </a:lnTo>
                  <a:lnTo>
                    <a:pt x="223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3"/>
            <p:cNvSpPr/>
            <p:nvPr/>
          </p:nvSpPr>
          <p:spPr>
            <a:xfrm>
              <a:off x="4442000" y="2388575"/>
              <a:ext cx="557825" cy="2319300"/>
            </a:xfrm>
            <a:custGeom>
              <a:rect b="b" l="l" r="r" t="t"/>
              <a:pathLst>
                <a:path extrusionOk="0" h="92772" w="22313">
                  <a:moveTo>
                    <a:pt x="15984" y="6329"/>
                  </a:moveTo>
                  <a:lnTo>
                    <a:pt x="15984" y="16017"/>
                  </a:lnTo>
                  <a:lnTo>
                    <a:pt x="6296" y="16017"/>
                  </a:lnTo>
                  <a:lnTo>
                    <a:pt x="6296" y="6329"/>
                  </a:lnTo>
                  <a:close/>
                  <a:moveTo>
                    <a:pt x="15984" y="22313"/>
                  </a:moveTo>
                  <a:lnTo>
                    <a:pt x="15984" y="86443"/>
                  </a:lnTo>
                  <a:lnTo>
                    <a:pt x="6296" y="86443"/>
                  </a:lnTo>
                  <a:lnTo>
                    <a:pt x="6296" y="22313"/>
                  </a:lnTo>
                  <a:close/>
                  <a:moveTo>
                    <a:pt x="0" y="1"/>
                  </a:moveTo>
                  <a:lnTo>
                    <a:pt x="0" y="92771"/>
                  </a:lnTo>
                  <a:lnTo>
                    <a:pt x="22312" y="92771"/>
                  </a:lnTo>
                  <a:lnTo>
                    <a:pt x="22312"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3"/>
            <p:cNvSpPr/>
            <p:nvPr/>
          </p:nvSpPr>
          <p:spPr>
            <a:xfrm>
              <a:off x="5162075" y="2388575"/>
              <a:ext cx="558650" cy="2319300"/>
            </a:xfrm>
            <a:custGeom>
              <a:rect b="b" l="l" r="r" t="t"/>
              <a:pathLst>
                <a:path extrusionOk="0" h="92772" w="22346">
                  <a:moveTo>
                    <a:pt x="16017" y="6329"/>
                  </a:moveTo>
                  <a:lnTo>
                    <a:pt x="16017" y="60837"/>
                  </a:lnTo>
                  <a:lnTo>
                    <a:pt x="6329" y="60837"/>
                  </a:lnTo>
                  <a:lnTo>
                    <a:pt x="6329" y="6329"/>
                  </a:lnTo>
                  <a:close/>
                  <a:moveTo>
                    <a:pt x="16017" y="67165"/>
                  </a:moveTo>
                  <a:lnTo>
                    <a:pt x="16017" y="86443"/>
                  </a:lnTo>
                  <a:lnTo>
                    <a:pt x="6329" y="86443"/>
                  </a:lnTo>
                  <a:lnTo>
                    <a:pt x="6329" y="67165"/>
                  </a:lnTo>
                  <a:close/>
                  <a:moveTo>
                    <a:pt x="1" y="1"/>
                  </a:moveTo>
                  <a:lnTo>
                    <a:pt x="1" y="92771"/>
                  </a:lnTo>
                  <a:lnTo>
                    <a:pt x="22345" y="92771"/>
                  </a:lnTo>
                  <a:lnTo>
                    <a:pt x="22345"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3"/>
            <p:cNvSpPr/>
            <p:nvPr/>
          </p:nvSpPr>
          <p:spPr>
            <a:xfrm>
              <a:off x="3641175" y="3988575"/>
              <a:ext cx="158225" cy="159875"/>
            </a:xfrm>
            <a:custGeom>
              <a:rect b="b" l="l" r="r" t="t"/>
              <a:pathLst>
                <a:path extrusionOk="0" h="6395" w="6329">
                  <a:moveTo>
                    <a:pt x="1" y="1"/>
                  </a:moveTo>
                  <a:lnTo>
                    <a:pt x="1" y="6394"/>
                  </a:lnTo>
                  <a:lnTo>
                    <a:pt x="6329" y="6394"/>
                  </a:lnTo>
                  <a:lnTo>
                    <a:pt x="6329" y="1"/>
                  </a:ln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3"/>
            <p:cNvSpPr/>
            <p:nvPr/>
          </p:nvSpPr>
          <p:spPr>
            <a:xfrm>
              <a:off x="3399800" y="4790225"/>
              <a:ext cx="800825" cy="158225"/>
            </a:xfrm>
            <a:custGeom>
              <a:rect b="b" l="l" r="r" t="t"/>
              <a:pathLst>
                <a:path extrusionOk="0" h="6329" w="32033">
                  <a:moveTo>
                    <a:pt x="0" y="0"/>
                  </a:moveTo>
                  <a:lnTo>
                    <a:pt x="0" y="6328"/>
                  </a:lnTo>
                  <a:lnTo>
                    <a:pt x="32033" y="6328"/>
                  </a:lnTo>
                  <a:lnTo>
                    <a:pt x="320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784" name="Shape 784"/>
        <p:cNvGrpSpPr/>
        <p:nvPr/>
      </p:nvGrpSpPr>
      <p:grpSpPr>
        <a:xfrm>
          <a:off x="0" y="0"/>
          <a:ext cx="0" cy="0"/>
          <a:chOff x="0" y="0"/>
          <a:chExt cx="0" cy="0"/>
        </a:xfrm>
      </p:grpSpPr>
      <p:sp>
        <p:nvSpPr>
          <p:cNvPr id="785" name="Google Shape;785;p34"/>
          <p:cNvSpPr/>
          <p:nvPr/>
        </p:nvSpPr>
        <p:spPr>
          <a:xfrm>
            <a:off x="-583155" y="6088800"/>
            <a:ext cx="10653209" cy="159065"/>
          </a:xfrm>
          <a:custGeom>
            <a:rect b="b" l="l" r="r" t="t"/>
            <a:pathLst>
              <a:path extrusionOk="0" h="4089" w="273857">
                <a:moveTo>
                  <a:pt x="0" y="164"/>
                </a:moveTo>
                <a:lnTo>
                  <a:pt x="0" y="164"/>
                </a:lnTo>
                <a:lnTo>
                  <a:pt x="0" y="164"/>
                </a:lnTo>
                <a:lnTo>
                  <a:pt x="0" y="164"/>
                </a:lnTo>
                <a:close/>
                <a:moveTo>
                  <a:pt x="273856" y="164"/>
                </a:moveTo>
                <a:lnTo>
                  <a:pt x="273856" y="164"/>
                </a:lnTo>
                <a:lnTo>
                  <a:pt x="273856" y="4088"/>
                </a:lnTo>
                <a:lnTo>
                  <a:pt x="273856" y="4088"/>
                </a:lnTo>
                <a:lnTo>
                  <a:pt x="273856" y="164"/>
                </a:lnTo>
                <a:lnTo>
                  <a:pt x="273856" y="164"/>
                </a:lnTo>
                <a:close/>
                <a:moveTo>
                  <a:pt x="273856" y="164"/>
                </a:moveTo>
                <a:lnTo>
                  <a:pt x="273856" y="164"/>
                </a:lnTo>
                <a:lnTo>
                  <a:pt x="273856" y="164"/>
                </a:lnTo>
                <a:close/>
                <a:moveTo>
                  <a:pt x="0" y="164"/>
                </a:moveTo>
                <a:lnTo>
                  <a:pt x="0" y="164"/>
                </a:lnTo>
                <a:lnTo>
                  <a:pt x="0" y="164"/>
                </a:lnTo>
                <a:close/>
                <a:moveTo>
                  <a:pt x="0" y="164"/>
                </a:moveTo>
                <a:lnTo>
                  <a:pt x="0" y="164"/>
                </a:lnTo>
                <a:lnTo>
                  <a:pt x="0" y="164"/>
                </a:lnTo>
                <a:close/>
                <a:moveTo>
                  <a:pt x="273856" y="164"/>
                </a:moveTo>
                <a:lnTo>
                  <a:pt x="273856" y="164"/>
                </a:lnTo>
                <a:lnTo>
                  <a:pt x="273856" y="164"/>
                </a:lnTo>
                <a:close/>
                <a:moveTo>
                  <a:pt x="0" y="164"/>
                </a:moveTo>
                <a:lnTo>
                  <a:pt x="0" y="164"/>
                </a:lnTo>
                <a:lnTo>
                  <a:pt x="0" y="164"/>
                </a:lnTo>
                <a:close/>
                <a:moveTo>
                  <a:pt x="273856" y="164"/>
                </a:moveTo>
                <a:lnTo>
                  <a:pt x="273856" y="164"/>
                </a:lnTo>
                <a:lnTo>
                  <a:pt x="273856" y="164"/>
                </a:lnTo>
                <a:close/>
                <a:moveTo>
                  <a:pt x="0" y="164"/>
                </a:moveTo>
                <a:lnTo>
                  <a:pt x="0" y="164"/>
                </a:lnTo>
                <a:lnTo>
                  <a:pt x="0" y="164"/>
                </a:lnTo>
                <a:close/>
                <a:moveTo>
                  <a:pt x="273856" y="164"/>
                </a:moveTo>
                <a:lnTo>
                  <a:pt x="273856" y="164"/>
                </a:lnTo>
                <a:lnTo>
                  <a:pt x="273856" y="164"/>
                </a:lnTo>
                <a:close/>
                <a:moveTo>
                  <a:pt x="0" y="164"/>
                </a:moveTo>
                <a:lnTo>
                  <a:pt x="0" y="164"/>
                </a:lnTo>
                <a:lnTo>
                  <a:pt x="0" y="164"/>
                </a:lnTo>
                <a:close/>
                <a:moveTo>
                  <a:pt x="273856" y="164"/>
                </a:moveTo>
                <a:lnTo>
                  <a:pt x="273856" y="164"/>
                </a:lnTo>
                <a:lnTo>
                  <a:pt x="273856" y="164"/>
                </a:lnTo>
                <a:close/>
                <a:moveTo>
                  <a:pt x="273856" y="1"/>
                </a:moveTo>
                <a:lnTo>
                  <a:pt x="27385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4"/>
          <p:cNvSpPr txBox="1"/>
          <p:nvPr>
            <p:ph idx="1" type="subTitle"/>
          </p:nvPr>
        </p:nvSpPr>
        <p:spPr>
          <a:xfrm>
            <a:off x="1909800" y="1549776"/>
            <a:ext cx="5324400" cy="130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787" name="Google Shape;787;p34"/>
          <p:cNvSpPr txBox="1"/>
          <p:nvPr>
            <p:ph type="title"/>
          </p:nvPr>
        </p:nvSpPr>
        <p:spPr>
          <a:xfrm>
            <a:off x="3327000" y="3134828"/>
            <a:ext cx="2490000" cy="3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—SOMEONE FAMOUS</a:t>
            </a:r>
            <a:endParaRPr/>
          </a:p>
        </p:txBody>
      </p:sp>
      <p:grpSp>
        <p:nvGrpSpPr>
          <p:cNvPr id="788" name="Google Shape;788;p34"/>
          <p:cNvGrpSpPr/>
          <p:nvPr/>
        </p:nvGrpSpPr>
        <p:grpSpPr>
          <a:xfrm flipH="1">
            <a:off x="4355906" y="3680366"/>
            <a:ext cx="432486" cy="575340"/>
            <a:chOff x="3600400" y="2783875"/>
            <a:chExt cx="402275" cy="535100"/>
          </a:xfrm>
        </p:grpSpPr>
        <p:sp>
          <p:nvSpPr>
            <p:cNvPr id="789" name="Google Shape;789;p34"/>
            <p:cNvSpPr/>
            <p:nvPr/>
          </p:nvSpPr>
          <p:spPr>
            <a:xfrm>
              <a:off x="3631725" y="3070825"/>
              <a:ext cx="195525" cy="237500"/>
            </a:xfrm>
            <a:custGeom>
              <a:rect b="b" l="l" r="r" t="t"/>
              <a:pathLst>
                <a:path extrusionOk="0" h="9500" w="7821">
                  <a:moveTo>
                    <a:pt x="3033" y="1"/>
                  </a:moveTo>
                  <a:lnTo>
                    <a:pt x="1" y="7620"/>
                  </a:lnTo>
                  <a:lnTo>
                    <a:pt x="2808" y="7520"/>
                  </a:lnTo>
                  <a:lnTo>
                    <a:pt x="4687" y="9500"/>
                  </a:lnTo>
                  <a:lnTo>
                    <a:pt x="7820" y="1881"/>
                  </a:lnTo>
                  <a:lnTo>
                    <a:pt x="3033" y="1"/>
                  </a:lnTo>
                  <a:close/>
                </a:path>
              </a:pathLst>
            </a:custGeom>
            <a:solidFill>
              <a:srgbClr val="4C6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4"/>
            <p:cNvSpPr/>
            <p:nvPr/>
          </p:nvSpPr>
          <p:spPr>
            <a:xfrm>
              <a:off x="3623575" y="3062700"/>
              <a:ext cx="211825" cy="256275"/>
            </a:xfrm>
            <a:custGeom>
              <a:rect b="b" l="l" r="r" t="t"/>
              <a:pathLst>
                <a:path extrusionOk="0" h="10251" w="8473">
                  <a:moveTo>
                    <a:pt x="3459" y="627"/>
                  </a:moveTo>
                  <a:lnTo>
                    <a:pt x="7845" y="2306"/>
                  </a:lnTo>
                  <a:lnTo>
                    <a:pt x="5009" y="9483"/>
                  </a:lnTo>
                  <a:lnTo>
                    <a:pt x="3259" y="7644"/>
                  </a:lnTo>
                  <a:lnTo>
                    <a:pt x="627" y="7744"/>
                  </a:lnTo>
                  <a:lnTo>
                    <a:pt x="3459" y="627"/>
                  </a:lnTo>
                  <a:close/>
                  <a:moveTo>
                    <a:pt x="3259" y="0"/>
                  </a:moveTo>
                  <a:lnTo>
                    <a:pt x="1" y="8145"/>
                  </a:lnTo>
                  <a:lnTo>
                    <a:pt x="1" y="8145"/>
                  </a:lnTo>
                  <a:lnTo>
                    <a:pt x="3033" y="8045"/>
                  </a:lnTo>
                  <a:lnTo>
                    <a:pt x="5139" y="10251"/>
                  </a:lnTo>
                  <a:lnTo>
                    <a:pt x="5239" y="9925"/>
                  </a:lnTo>
                  <a:lnTo>
                    <a:pt x="8472" y="2105"/>
                  </a:lnTo>
                  <a:lnTo>
                    <a:pt x="3259" y="0"/>
                  </a:ln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4"/>
            <p:cNvSpPr/>
            <p:nvPr/>
          </p:nvSpPr>
          <p:spPr>
            <a:xfrm>
              <a:off x="3775225" y="3070825"/>
              <a:ext cx="196125" cy="237500"/>
            </a:xfrm>
            <a:custGeom>
              <a:rect b="b" l="l" r="r" t="t"/>
              <a:pathLst>
                <a:path extrusionOk="0" h="9500" w="7845">
                  <a:moveTo>
                    <a:pt x="4812" y="1"/>
                  </a:moveTo>
                  <a:lnTo>
                    <a:pt x="0" y="1881"/>
                  </a:lnTo>
                  <a:lnTo>
                    <a:pt x="3033" y="9500"/>
                  </a:lnTo>
                  <a:lnTo>
                    <a:pt x="5013" y="7520"/>
                  </a:lnTo>
                  <a:lnTo>
                    <a:pt x="7845" y="7620"/>
                  </a:lnTo>
                  <a:lnTo>
                    <a:pt x="7845" y="7620"/>
                  </a:lnTo>
                  <a:lnTo>
                    <a:pt x="4812" y="1"/>
                  </a:lnTo>
                  <a:close/>
                </a:path>
              </a:pathLst>
            </a:custGeom>
            <a:solidFill>
              <a:srgbClr val="4C6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4"/>
            <p:cNvSpPr/>
            <p:nvPr/>
          </p:nvSpPr>
          <p:spPr>
            <a:xfrm>
              <a:off x="3767700" y="3062700"/>
              <a:ext cx="211175" cy="256275"/>
            </a:xfrm>
            <a:custGeom>
              <a:rect b="b" l="l" r="r" t="t"/>
              <a:pathLst>
                <a:path extrusionOk="0" h="10251" w="8447">
                  <a:moveTo>
                    <a:pt x="5013" y="627"/>
                  </a:moveTo>
                  <a:lnTo>
                    <a:pt x="7820" y="7744"/>
                  </a:lnTo>
                  <a:lnTo>
                    <a:pt x="5213" y="7644"/>
                  </a:lnTo>
                  <a:lnTo>
                    <a:pt x="3421" y="9436"/>
                  </a:lnTo>
                  <a:lnTo>
                    <a:pt x="3421" y="9436"/>
                  </a:lnTo>
                  <a:lnTo>
                    <a:pt x="627" y="2306"/>
                  </a:lnTo>
                  <a:lnTo>
                    <a:pt x="5013" y="627"/>
                  </a:lnTo>
                  <a:close/>
                  <a:moveTo>
                    <a:pt x="5213" y="0"/>
                  </a:moveTo>
                  <a:lnTo>
                    <a:pt x="0" y="2105"/>
                  </a:lnTo>
                  <a:lnTo>
                    <a:pt x="3233" y="10251"/>
                  </a:lnTo>
                  <a:lnTo>
                    <a:pt x="3434" y="10025"/>
                  </a:lnTo>
                  <a:lnTo>
                    <a:pt x="5314" y="8045"/>
                  </a:lnTo>
                  <a:lnTo>
                    <a:pt x="8446" y="8145"/>
                  </a:lnTo>
                  <a:lnTo>
                    <a:pt x="5213" y="0"/>
                  </a:ln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4"/>
            <p:cNvSpPr/>
            <p:nvPr/>
          </p:nvSpPr>
          <p:spPr>
            <a:xfrm>
              <a:off x="3605425" y="2788875"/>
              <a:ext cx="391625" cy="396650"/>
            </a:xfrm>
            <a:custGeom>
              <a:rect b="b" l="l" r="r" t="t"/>
              <a:pathLst>
                <a:path extrusionOk="0" h="15866" w="15665">
                  <a:moveTo>
                    <a:pt x="7845" y="1"/>
                  </a:moveTo>
                  <a:lnTo>
                    <a:pt x="6491" y="527"/>
                  </a:lnTo>
                  <a:lnTo>
                    <a:pt x="5113" y="527"/>
                  </a:lnTo>
                  <a:lnTo>
                    <a:pt x="4085" y="1454"/>
                  </a:lnTo>
                  <a:lnTo>
                    <a:pt x="2732" y="1880"/>
                  </a:lnTo>
                  <a:lnTo>
                    <a:pt x="2105" y="3133"/>
                  </a:lnTo>
                  <a:lnTo>
                    <a:pt x="952" y="3961"/>
                  </a:lnTo>
                  <a:lnTo>
                    <a:pt x="727" y="5314"/>
                  </a:lnTo>
                  <a:lnTo>
                    <a:pt x="0" y="6567"/>
                  </a:lnTo>
                  <a:lnTo>
                    <a:pt x="326" y="7946"/>
                  </a:lnTo>
                  <a:lnTo>
                    <a:pt x="0" y="9299"/>
                  </a:lnTo>
                  <a:lnTo>
                    <a:pt x="727" y="10552"/>
                  </a:lnTo>
                  <a:lnTo>
                    <a:pt x="952" y="11905"/>
                  </a:lnTo>
                  <a:lnTo>
                    <a:pt x="2105" y="12833"/>
                  </a:lnTo>
                  <a:lnTo>
                    <a:pt x="2732" y="14086"/>
                  </a:lnTo>
                  <a:lnTo>
                    <a:pt x="4085" y="14512"/>
                  </a:lnTo>
                  <a:lnTo>
                    <a:pt x="5113" y="15464"/>
                  </a:lnTo>
                  <a:lnTo>
                    <a:pt x="6491" y="15339"/>
                  </a:lnTo>
                  <a:lnTo>
                    <a:pt x="7845" y="15865"/>
                  </a:lnTo>
                  <a:lnTo>
                    <a:pt x="9198" y="15339"/>
                  </a:lnTo>
                  <a:lnTo>
                    <a:pt x="10551" y="15464"/>
                  </a:lnTo>
                  <a:lnTo>
                    <a:pt x="11604" y="14512"/>
                  </a:lnTo>
                  <a:lnTo>
                    <a:pt x="12957" y="14086"/>
                  </a:lnTo>
                  <a:lnTo>
                    <a:pt x="13584" y="12833"/>
                  </a:lnTo>
                  <a:lnTo>
                    <a:pt x="14737" y="11905"/>
                  </a:lnTo>
                  <a:lnTo>
                    <a:pt x="14937" y="10552"/>
                  </a:lnTo>
                  <a:lnTo>
                    <a:pt x="15664" y="9299"/>
                  </a:lnTo>
                  <a:lnTo>
                    <a:pt x="15363" y="7946"/>
                  </a:lnTo>
                  <a:lnTo>
                    <a:pt x="15664" y="6567"/>
                  </a:lnTo>
                  <a:lnTo>
                    <a:pt x="14937" y="5314"/>
                  </a:lnTo>
                  <a:lnTo>
                    <a:pt x="14737" y="3961"/>
                  </a:lnTo>
                  <a:lnTo>
                    <a:pt x="13584" y="3133"/>
                  </a:lnTo>
                  <a:lnTo>
                    <a:pt x="12957" y="1880"/>
                  </a:lnTo>
                  <a:lnTo>
                    <a:pt x="11604" y="1454"/>
                  </a:lnTo>
                  <a:lnTo>
                    <a:pt x="10551" y="527"/>
                  </a:lnTo>
                  <a:lnTo>
                    <a:pt x="9198" y="527"/>
                  </a:lnTo>
                  <a:lnTo>
                    <a:pt x="78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4"/>
            <p:cNvSpPr/>
            <p:nvPr/>
          </p:nvSpPr>
          <p:spPr>
            <a:xfrm>
              <a:off x="3600400" y="2783875"/>
              <a:ext cx="402275" cy="409800"/>
            </a:xfrm>
            <a:custGeom>
              <a:rect b="b" l="l" r="r" t="t"/>
              <a:pathLst>
                <a:path extrusionOk="0" h="16392" w="16091">
                  <a:moveTo>
                    <a:pt x="8046" y="401"/>
                  </a:moveTo>
                  <a:lnTo>
                    <a:pt x="9299" y="927"/>
                  </a:lnTo>
                  <a:lnTo>
                    <a:pt x="10652" y="927"/>
                  </a:lnTo>
                  <a:lnTo>
                    <a:pt x="11705" y="1755"/>
                  </a:lnTo>
                  <a:lnTo>
                    <a:pt x="13058" y="2181"/>
                  </a:lnTo>
                  <a:lnTo>
                    <a:pt x="13685" y="3434"/>
                  </a:lnTo>
                  <a:lnTo>
                    <a:pt x="14712" y="4261"/>
                  </a:lnTo>
                  <a:lnTo>
                    <a:pt x="14938" y="5639"/>
                  </a:lnTo>
                  <a:lnTo>
                    <a:pt x="15665" y="6767"/>
                  </a:lnTo>
                  <a:lnTo>
                    <a:pt x="15339" y="8146"/>
                  </a:lnTo>
                  <a:lnTo>
                    <a:pt x="15339" y="8246"/>
                  </a:lnTo>
                  <a:lnTo>
                    <a:pt x="15665" y="9499"/>
                  </a:lnTo>
                  <a:lnTo>
                    <a:pt x="14938" y="10652"/>
                  </a:lnTo>
                  <a:lnTo>
                    <a:pt x="14712" y="12005"/>
                  </a:lnTo>
                  <a:lnTo>
                    <a:pt x="13685" y="12832"/>
                  </a:lnTo>
                  <a:lnTo>
                    <a:pt x="13058" y="14085"/>
                  </a:lnTo>
                  <a:lnTo>
                    <a:pt x="11705" y="14511"/>
                  </a:lnTo>
                  <a:lnTo>
                    <a:pt x="10652" y="15439"/>
                  </a:lnTo>
                  <a:lnTo>
                    <a:pt x="9299" y="15339"/>
                  </a:lnTo>
                  <a:lnTo>
                    <a:pt x="8046" y="15865"/>
                  </a:lnTo>
                  <a:lnTo>
                    <a:pt x="6793" y="15339"/>
                  </a:lnTo>
                  <a:lnTo>
                    <a:pt x="5439" y="15439"/>
                  </a:lnTo>
                  <a:lnTo>
                    <a:pt x="4386" y="14511"/>
                  </a:lnTo>
                  <a:lnTo>
                    <a:pt x="3033" y="14085"/>
                  </a:lnTo>
                  <a:lnTo>
                    <a:pt x="2407" y="12832"/>
                  </a:lnTo>
                  <a:lnTo>
                    <a:pt x="1354" y="12005"/>
                  </a:lnTo>
                  <a:lnTo>
                    <a:pt x="1153" y="10652"/>
                  </a:lnTo>
                  <a:lnTo>
                    <a:pt x="427" y="9499"/>
                  </a:lnTo>
                  <a:lnTo>
                    <a:pt x="727" y="8146"/>
                  </a:lnTo>
                  <a:lnTo>
                    <a:pt x="427" y="6767"/>
                  </a:lnTo>
                  <a:lnTo>
                    <a:pt x="1153" y="5639"/>
                  </a:lnTo>
                  <a:lnTo>
                    <a:pt x="1354" y="4261"/>
                  </a:lnTo>
                  <a:lnTo>
                    <a:pt x="2407" y="3434"/>
                  </a:lnTo>
                  <a:lnTo>
                    <a:pt x="3033" y="2181"/>
                  </a:lnTo>
                  <a:lnTo>
                    <a:pt x="4386" y="1755"/>
                  </a:lnTo>
                  <a:lnTo>
                    <a:pt x="5439" y="927"/>
                  </a:lnTo>
                  <a:lnTo>
                    <a:pt x="6793" y="927"/>
                  </a:lnTo>
                  <a:lnTo>
                    <a:pt x="8046" y="401"/>
                  </a:lnTo>
                  <a:close/>
                  <a:moveTo>
                    <a:pt x="8046" y="0"/>
                  </a:moveTo>
                  <a:lnTo>
                    <a:pt x="6692" y="501"/>
                  </a:lnTo>
                  <a:lnTo>
                    <a:pt x="5214" y="501"/>
                  </a:lnTo>
                  <a:lnTo>
                    <a:pt x="4186" y="1454"/>
                  </a:lnTo>
                  <a:lnTo>
                    <a:pt x="2808" y="1880"/>
                  </a:lnTo>
                  <a:lnTo>
                    <a:pt x="2081" y="3133"/>
                  </a:lnTo>
                  <a:lnTo>
                    <a:pt x="928" y="4060"/>
                  </a:lnTo>
                  <a:lnTo>
                    <a:pt x="727" y="5514"/>
                  </a:lnTo>
                  <a:lnTo>
                    <a:pt x="1" y="6767"/>
                  </a:lnTo>
                  <a:lnTo>
                    <a:pt x="301" y="8146"/>
                  </a:lnTo>
                  <a:lnTo>
                    <a:pt x="1" y="9599"/>
                  </a:lnTo>
                  <a:lnTo>
                    <a:pt x="727" y="10852"/>
                  </a:lnTo>
                  <a:lnTo>
                    <a:pt x="928" y="12206"/>
                  </a:lnTo>
                  <a:lnTo>
                    <a:pt x="2081" y="13158"/>
                  </a:lnTo>
                  <a:lnTo>
                    <a:pt x="2808" y="14411"/>
                  </a:lnTo>
                  <a:lnTo>
                    <a:pt x="4186" y="14912"/>
                  </a:lnTo>
                  <a:lnTo>
                    <a:pt x="5214" y="15865"/>
                  </a:lnTo>
                  <a:lnTo>
                    <a:pt x="6692" y="15765"/>
                  </a:lnTo>
                  <a:lnTo>
                    <a:pt x="8046" y="16391"/>
                  </a:lnTo>
                  <a:lnTo>
                    <a:pt x="9399" y="15765"/>
                  </a:lnTo>
                  <a:lnTo>
                    <a:pt x="10853" y="15865"/>
                  </a:lnTo>
                  <a:lnTo>
                    <a:pt x="11905" y="14912"/>
                  </a:lnTo>
                  <a:lnTo>
                    <a:pt x="13259" y="14411"/>
                  </a:lnTo>
                  <a:lnTo>
                    <a:pt x="13986" y="13158"/>
                  </a:lnTo>
                  <a:lnTo>
                    <a:pt x="15138" y="12206"/>
                  </a:lnTo>
                  <a:lnTo>
                    <a:pt x="15339" y="10852"/>
                  </a:lnTo>
                  <a:lnTo>
                    <a:pt x="16091" y="9599"/>
                  </a:lnTo>
                  <a:lnTo>
                    <a:pt x="15776" y="8195"/>
                  </a:lnTo>
                  <a:lnTo>
                    <a:pt x="16091" y="6767"/>
                  </a:lnTo>
                  <a:lnTo>
                    <a:pt x="15339" y="5514"/>
                  </a:lnTo>
                  <a:lnTo>
                    <a:pt x="15138" y="4060"/>
                  </a:lnTo>
                  <a:lnTo>
                    <a:pt x="13986" y="3133"/>
                  </a:lnTo>
                  <a:lnTo>
                    <a:pt x="13259" y="1880"/>
                  </a:lnTo>
                  <a:lnTo>
                    <a:pt x="11905" y="1454"/>
                  </a:lnTo>
                  <a:lnTo>
                    <a:pt x="10853" y="501"/>
                  </a:lnTo>
                  <a:lnTo>
                    <a:pt x="9399" y="501"/>
                  </a:lnTo>
                  <a:lnTo>
                    <a:pt x="8046" y="0"/>
                  </a:ln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4"/>
            <p:cNvSpPr/>
            <p:nvPr/>
          </p:nvSpPr>
          <p:spPr>
            <a:xfrm>
              <a:off x="3663050" y="2851525"/>
              <a:ext cx="276975" cy="273850"/>
            </a:xfrm>
            <a:custGeom>
              <a:rect b="b" l="l" r="r" t="t"/>
              <a:pathLst>
                <a:path extrusionOk="0" h="10954" w="11079">
                  <a:moveTo>
                    <a:pt x="5540" y="302"/>
                  </a:moveTo>
                  <a:cubicBezTo>
                    <a:pt x="6993" y="302"/>
                    <a:pt x="8246" y="828"/>
                    <a:pt x="9199" y="1780"/>
                  </a:cubicBezTo>
                  <a:cubicBezTo>
                    <a:pt x="10126" y="2708"/>
                    <a:pt x="10753" y="4061"/>
                    <a:pt x="10753" y="5440"/>
                  </a:cubicBezTo>
                  <a:cubicBezTo>
                    <a:pt x="10753" y="6893"/>
                    <a:pt x="10126" y="8146"/>
                    <a:pt x="9199" y="9074"/>
                  </a:cubicBezTo>
                  <a:cubicBezTo>
                    <a:pt x="8246" y="10026"/>
                    <a:pt x="6993" y="10653"/>
                    <a:pt x="5540" y="10653"/>
                  </a:cubicBezTo>
                  <a:cubicBezTo>
                    <a:pt x="4061" y="10653"/>
                    <a:pt x="2808" y="10026"/>
                    <a:pt x="1880" y="9074"/>
                  </a:cubicBezTo>
                  <a:cubicBezTo>
                    <a:pt x="928" y="8146"/>
                    <a:pt x="302" y="6893"/>
                    <a:pt x="302" y="5440"/>
                  </a:cubicBezTo>
                  <a:cubicBezTo>
                    <a:pt x="302" y="4061"/>
                    <a:pt x="928" y="2708"/>
                    <a:pt x="1880" y="1780"/>
                  </a:cubicBezTo>
                  <a:cubicBezTo>
                    <a:pt x="2808" y="828"/>
                    <a:pt x="4061" y="302"/>
                    <a:pt x="5540" y="302"/>
                  </a:cubicBezTo>
                  <a:close/>
                  <a:moveTo>
                    <a:pt x="5540" y="1"/>
                  </a:moveTo>
                  <a:cubicBezTo>
                    <a:pt x="2507" y="1"/>
                    <a:pt x="1" y="2407"/>
                    <a:pt x="1" y="5440"/>
                  </a:cubicBezTo>
                  <a:cubicBezTo>
                    <a:pt x="1" y="8447"/>
                    <a:pt x="2507" y="10953"/>
                    <a:pt x="5540" y="10953"/>
                  </a:cubicBezTo>
                  <a:cubicBezTo>
                    <a:pt x="8572" y="10953"/>
                    <a:pt x="11079" y="8447"/>
                    <a:pt x="11079" y="5440"/>
                  </a:cubicBezTo>
                  <a:cubicBezTo>
                    <a:pt x="11079" y="2407"/>
                    <a:pt x="8572" y="1"/>
                    <a:pt x="5540" y="1"/>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 name="Google Shape;796;p34"/>
          <p:cNvGrpSpPr/>
          <p:nvPr/>
        </p:nvGrpSpPr>
        <p:grpSpPr>
          <a:xfrm flipH="1" rot="132037">
            <a:off x="7495981" y="1045848"/>
            <a:ext cx="1385983" cy="2705355"/>
            <a:chOff x="409722" y="228600"/>
            <a:chExt cx="1385931" cy="2705253"/>
          </a:xfrm>
        </p:grpSpPr>
        <p:grpSp>
          <p:nvGrpSpPr>
            <p:cNvPr id="797" name="Google Shape;797;p34"/>
            <p:cNvGrpSpPr/>
            <p:nvPr/>
          </p:nvGrpSpPr>
          <p:grpSpPr>
            <a:xfrm flipH="1" rot="-617154">
              <a:off x="575967" y="402323"/>
              <a:ext cx="1053440" cy="2450002"/>
              <a:chOff x="3817855" y="1437512"/>
              <a:chExt cx="541146" cy="1128254"/>
            </a:xfrm>
          </p:grpSpPr>
          <p:sp>
            <p:nvSpPr>
              <p:cNvPr id="798" name="Google Shape;798;p34"/>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4"/>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 name="Google Shape;800;p34"/>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 name="Google Shape;801;p34"/>
          <p:cNvGrpSpPr/>
          <p:nvPr/>
        </p:nvGrpSpPr>
        <p:grpSpPr>
          <a:xfrm flipH="1" rot="-10569166">
            <a:off x="299793" y="1362645"/>
            <a:ext cx="1386005" cy="2705399"/>
            <a:chOff x="409722" y="228600"/>
            <a:chExt cx="1385931" cy="2705253"/>
          </a:xfrm>
        </p:grpSpPr>
        <p:grpSp>
          <p:nvGrpSpPr>
            <p:cNvPr id="802" name="Google Shape;802;p34"/>
            <p:cNvGrpSpPr/>
            <p:nvPr/>
          </p:nvGrpSpPr>
          <p:grpSpPr>
            <a:xfrm flipH="1" rot="-617154">
              <a:off x="575967" y="402323"/>
              <a:ext cx="1053440" cy="2450002"/>
              <a:chOff x="3817855" y="1437512"/>
              <a:chExt cx="541146" cy="1128254"/>
            </a:xfrm>
          </p:grpSpPr>
          <p:sp>
            <p:nvSpPr>
              <p:cNvPr id="803" name="Google Shape;803;p34"/>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4"/>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 name="Google Shape;805;p34"/>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 name="Shape 809"/>
        <p:cNvGrpSpPr/>
        <p:nvPr/>
      </p:nvGrpSpPr>
      <p:grpSpPr>
        <a:xfrm>
          <a:off x="0" y="0"/>
          <a:ext cx="0" cy="0"/>
          <a:chOff x="0" y="0"/>
          <a:chExt cx="0" cy="0"/>
        </a:xfrm>
      </p:grpSpPr>
      <p:sp>
        <p:nvSpPr>
          <p:cNvPr id="810" name="Google Shape;810;p35"/>
          <p:cNvSpPr/>
          <p:nvPr/>
        </p:nvSpPr>
        <p:spPr>
          <a:xfrm flipH="1">
            <a:off x="954075" y="1366400"/>
            <a:ext cx="4044600" cy="3073500"/>
          </a:xfrm>
          <a:prstGeom prst="roundRect">
            <a:avLst>
              <a:gd fmla="val 3396" name="adj"/>
            </a:avLst>
          </a:prstGeom>
          <a:solidFill>
            <a:schemeClr val="accent1"/>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5"/>
          <p:cNvSpPr txBox="1"/>
          <p:nvPr>
            <p:ph idx="1" type="body"/>
          </p:nvPr>
        </p:nvSpPr>
        <p:spPr>
          <a:xfrm>
            <a:off x="5205225" y="1366325"/>
            <a:ext cx="2984700" cy="3120300"/>
          </a:xfrm>
          <a:prstGeom prst="rect">
            <a:avLst/>
          </a:prstGeom>
        </p:spPr>
        <p:txBody>
          <a:bodyPr anchorCtr="0" anchor="ctr" bIns="91425" lIns="91425" spcFirstLastPara="1" rIns="91425" wrap="square" tIns="91425">
            <a:noAutofit/>
          </a:bodyPr>
          <a:lstStyle/>
          <a:p>
            <a:pPr indent="-330200" lvl="0" marL="457200" rtl="0" algn="l">
              <a:spcBef>
                <a:spcPts val="1000"/>
              </a:spcBef>
              <a:spcAft>
                <a:spcPts val="0"/>
              </a:spcAft>
              <a:buClr>
                <a:schemeClr val="accent5"/>
              </a:buClr>
              <a:buSzPts val="1600"/>
              <a:buChar char="●"/>
            </a:pPr>
            <a:r>
              <a:rPr lang="en">
                <a:solidFill>
                  <a:schemeClr val="accent5"/>
                </a:solidFill>
              </a:rPr>
              <a:t>You can write about the topic here</a:t>
            </a:r>
            <a:endParaRPr>
              <a:solidFill>
                <a:schemeClr val="accent5"/>
              </a:solidFill>
            </a:endParaRPr>
          </a:p>
          <a:p>
            <a:pPr indent="-330200" lvl="0" marL="457200" rtl="0" algn="l">
              <a:spcBef>
                <a:spcPts val="1600"/>
              </a:spcBef>
              <a:spcAft>
                <a:spcPts val="0"/>
              </a:spcAft>
              <a:buClr>
                <a:schemeClr val="accent5"/>
              </a:buClr>
              <a:buSzPts val="1600"/>
              <a:buChar char="●"/>
            </a:pPr>
            <a:r>
              <a:rPr lang="en">
                <a:solidFill>
                  <a:schemeClr val="accent5"/>
                </a:solidFill>
              </a:rPr>
              <a:t>You can write about the topic here</a:t>
            </a:r>
            <a:endParaRPr>
              <a:solidFill>
                <a:schemeClr val="accent5"/>
              </a:solidFill>
            </a:endParaRPr>
          </a:p>
          <a:p>
            <a:pPr indent="-330200" lvl="0" marL="457200" rtl="0" algn="l">
              <a:spcBef>
                <a:spcPts val="1600"/>
              </a:spcBef>
              <a:spcAft>
                <a:spcPts val="0"/>
              </a:spcAft>
              <a:buClr>
                <a:schemeClr val="accent5"/>
              </a:buClr>
              <a:buSzPts val="1600"/>
              <a:buChar char="●"/>
            </a:pPr>
            <a:r>
              <a:rPr lang="en">
                <a:solidFill>
                  <a:schemeClr val="accent5"/>
                </a:solidFill>
              </a:rPr>
              <a:t>You can write about the topic here</a:t>
            </a:r>
            <a:endParaRPr>
              <a:solidFill>
                <a:schemeClr val="accent5"/>
              </a:solidFill>
            </a:endParaRPr>
          </a:p>
          <a:p>
            <a:pPr indent="-342900" lvl="0" marL="457200" rtl="0" algn="l">
              <a:spcBef>
                <a:spcPts val="1600"/>
              </a:spcBef>
              <a:spcAft>
                <a:spcPts val="1600"/>
              </a:spcAft>
              <a:buClr>
                <a:schemeClr val="accent5"/>
              </a:buClr>
              <a:buSzPts val="1800"/>
              <a:buChar char="●"/>
            </a:pPr>
            <a:r>
              <a:rPr lang="en">
                <a:solidFill>
                  <a:schemeClr val="accent5"/>
                </a:solidFill>
              </a:rPr>
              <a:t>You can write about the topic here</a:t>
            </a:r>
            <a:endParaRPr>
              <a:solidFill>
                <a:schemeClr val="accent5"/>
              </a:solidFill>
            </a:endParaRPr>
          </a:p>
        </p:txBody>
      </p:sp>
      <p:sp>
        <p:nvSpPr>
          <p:cNvPr id="812" name="Google Shape;812;p35"/>
          <p:cNvSpPr txBox="1"/>
          <p:nvPr>
            <p:ph type="title"/>
          </p:nvPr>
        </p:nvSpPr>
        <p:spPr>
          <a:xfrm>
            <a:off x="722375" y="530750"/>
            <a:ext cx="792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FEATURES OF THE TOPIC </a:t>
            </a:r>
            <a:endParaRPr/>
          </a:p>
        </p:txBody>
      </p:sp>
      <p:grpSp>
        <p:nvGrpSpPr>
          <p:cNvPr id="813" name="Google Shape;813;p35"/>
          <p:cNvGrpSpPr/>
          <p:nvPr/>
        </p:nvGrpSpPr>
        <p:grpSpPr>
          <a:xfrm>
            <a:off x="1259648" y="1678376"/>
            <a:ext cx="3426788" cy="2448157"/>
            <a:chOff x="884172" y="1689117"/>
            <a:chExt cx="3727200" cy="2605808"/>
          </a:xfrm>
        </p:grpSpPr>
        <p:pic>
          <p:nvPicPr>
            <p:cNvPr id="814" name="Google Shape;814;p35"/>
            <p:cNvPicPr preferRelativeResize="0"/>
            <p:nvPr/>
          </p:nvPicPr>
          <p:blipFill rotWithShape="1">
            <a:blip r:embed="rId3">
              <a:alphaModFix/>
            </a:blip>
            <a:srcRect b="0" l="3254" r="1307" t="0"/>
            <a:stretch/>
          </p:blipFill>
          <p:spPr>
            <a:xfrm>
              <a:off x="884172" y="1689125"/>
              <a:ext cx="3727200" cy="2605800"/>
            </a:xfrm>
            <a:prstGeom prst="roundRect">
              <a:avLst>
                <a:gd fmla="val 3654" name="adj"/>
              </a:avLst>
            </a:prstGeom>
            <a:noFill/>
            <a:ln cap="flat" cmpd="sng" w="28575">
              <a:solidFill>
                <a:schemeClr val="accent5"/>
              </a:solidFill>
              <a:prstDash val="solid"/>
              <a:round/>
              <a:headEnd len="sm" w="sm" type="none"/>
              <a:tailEnd len="sm" w="sm" type="none"/>
            </a:ln>
          </p:spPr>
        </p:pic>
        <p:pic>
          <p:nvPicPr>
            <p:cNvPr id="815" name="Google Shape;815;p35"/>
            <p:cNvPicPr preferRelativeResize="0"/>
            <p:nvPr/>
          </p:nvPicPr>
          <p:blipFill rotWithShape="1">
            <a:blip r:embed="rId4">
              <a:alphaModFix amt="50000"/>
            </a:blip>
            <a:srcRect b="0" l="3254" r="1307" t="0"/>
            <a:stretch/>
          </p:blipFill>
          <p:spPr>
            <a:xfrm>
              <a:off x="884172" y="1689117"/>
              <a:ext cx="3727200" cy="2605800"/>
            </a:xfrm>
            <a:prstGeom prst="roundRect">
              <a:avLst>
                <a:gd fmla="val 3654" name="adj"/>
              </a:avLst>
            </a:prstGeom>
            <a:noFill/>
            <a:ln cap="flat" cmpd="sng" w="28575">
              <a:solidFill>
                <a:schemeClr val="accent5"/>
              </a:solidFill>
              <a:prstDash val="solid"/>
              <a:round/>
              <a:headEnd len="sm" w="sm" type="none"/>
              <a:tailEnd len="sm" w="sm" type="none"/>
            </a:ln>
          </p:spPr>
        </p:pic>
      </p:grpSp>
      <p:sp>
        <p:nvSpPr>
          <p:cNvPr id="816" name="Google Shape;816;p35"/>
          <p:cNvSpPr/>
          <p:nvPr/>
        </p:nvSpPr>
        <p:spPr>
          <a:xfrm flipH="1">
            <a:off x="966280" y="2356532"/>
            <a:ext cx="934551" cy="747799"/>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5"/>
          <p:cNvSpPr/>
          <p:nvPr/>
        </p:nvSpPr>
        <p:spPr>
          <a:xfrm flipH="1">
            <a:off x="1502236" y="1382975"/>
            <a:ext cx="1490739" cy="949406"/>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5"/>
          <p:cNvSpPr/>
          <p:nvPr/>
        </p:nvSpPr>
        <p:spPr>
          <a:xfrm flipH="1">
            <a:off x="2355049" y="1382984"/>
            <a:ext cx="1165141" cy="736588"/>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5"/>
          <p:cNvSpPr/>
          <p:nvPr/>
        </p:nvSpPr>
        <p:spPr>
          <a:xfrm flipH="1">
            <a:off x="2934657" y="3514607"/>
            <a:ext cx="1443743" cy="911041"/>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5"/>
          <p:cNvSpPr/>
          <p:nvPr/>
        </p:nvSpPr>
        <p:spPr>
          <a:xfrm flipH="1" rot="10800000">
            <a:off x="4010753" y="3409012"/>
            <a:ext cx="975390" cy="78033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 name="Google Shape;821;p35"/>
          <p:cNvGrpSpPr/>
          <p:nvPr/>
        </p:nvGrpSpPr>
        <p:grpSpPr>
          <a:xfrm>
            <a:off x="2730040" y="1471162"/>
            <a:ext cx="492658" cy="106303"/>
            <a:chOff x="-3037735" y="-542969"/>
            <a:chExt cx="581170" cy="125387"/>
          </a:xfrm>
        </p:grpSpPr>
        <p:sp>
          <p:nvSpPr>
            <p:cNvPr id="822" name="Google Shape;822;p35"/>
            <p:cNvSpPr/>
            <p:nvPr/>
          </p:nvSpPr>
          <p:spPr>
            <a:xfrm>
              <a:off x="-3034701" y="-537273"/>
              <a:ext cx="575100" cy="1140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 name="Google Shape;823;p35"/>
            <p:cNvGrpSpPr/>
            <p:nvPr/>
          </p:nvGrpSpPr>
          <p:grpSpPr>
            <a:xfrm>
              <a:off x="-3037735" y="-542969"/>
              <a:ext cx="581170" cy="125387"/>
              <a:chOff x="4390000" y="182175"/>
              <a:chExt cx="419375" cy="90473"/>
            </a:xfrm>
          </p:grpSpPr>
          <p:sp>
            <p:nvSpPr>
              <p:cNvPr id="824" name="Google Shape;824;p35"/>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5"/>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 name="Shape 829"/>
        <p:cNvGrpSpPr/>
        <p:nvPr/>
      </p:nvGrpSpPr>
      <p:grpSpPr>
        <a:xfrm>
          <a:off x="0" y="0"/>
          <a:ext cx="0" cy="0"/>
          <a:chOff x="0" y="0"/>
          <a:chExt cx="0" cy="0"/>
        </a:xfrm>
      </p:grpSpPr>
      <p:sp>
        <p:nvSpPr>
          <p:cNvPr id="830" name="Google Shape;830;p36"/>
          <p:cNvSpPr txBox="1"/>
          <p:nvPr>
            <p:ph type="title"/>
          </p:nvPr>
        </p:nvSpPr>
        <p:spPr>
          <a:xfrm>
            <a:off x="2518494" y="2069467"/>
            <a:ext cx="4107000" cy="581100"/>
          </a:xfrm>
          <a:prstGeom prst="rect">
            <a:avLst/>
          </a:prstGeom>
        </p:spPr>
        <p:txBody>
          <a:bodyPr anchorCtr="0" anchor="ctr" bIns="0" lIns="91425" spcFirstLastPara="1" rIns="91425" wrap="square" tIns="0">
            <a:noAutofit/>
          </a:bodyPr>
          <a:lstStyle/>
          <a:p>
            <a:pPr indent="0" lvl="0" marL="0" rtl="0" algn="ctr">
              <a:spcBef>
                <a:spcPts val="0"/>
              </a:spcBef>
              <a:spcAft>
                <a:spcPts val="0"/>
              </a:spcAft>
              <a:buNone/>
            </a:pPr>
            <a:r>
              <a:rPr lang="en"/>
              <a:t>44,000,000</a:t>
            </a:r>
            <a:endParaRPr/>
          </a:p>
        </p:txBody>
      </p:sp>
      <p:sp>
        <p:nvSpPr>
          <p:cNvPr id="831" name="Google Shape;831;p36"/>
          <p:cNvSpPr txBox="1"/>
          <p:nvPr>
            <p:ph idx="2" type="title"/>
          </p:nvPr>
        </p:nvSpPr>
        <p:spPr>
          <a:xfrm>
            <a:off x="2268900" y="716920"/>
            <a:ext cx="4606200" cy="581100"/>
          </a:xfrm>
          <a:prstGeom prst="rect">
            <a:avLst/>
          </a:prstGeom>
        </p:spPr>
        <p:txBody>
          <a:bodyPr anchorCtr="0" anchor="ctr" bIns="0" lIns="91425" spcFirstLastPara="1" rIns="91425" wrap="square" tIns="0">
            <a:noAutofit/>
          </a:bodyPr>
          <a:lstStyle/>
          <a:p>
            <a:pPr indent="0" lvl="0" marL="0" rtl="0" algn="ctr">
              <a:spcBef>
                <a:spcPts val="0"/>
              </a:spcBef>
              <a:spcAft>
                <a:spcPts val="0"/>
              </a:spcAft>
              <a:buNone/>
            </a:pPr>
            <a:r>
              <a:rPr lang="en"/>
              <a:t>100,000,000</a:t>
            </a:r>
            <a:endParaRPr/>
          </a:p>
        </p:txBody>
      </p:sp>
      <p:sp>
        <p:nvSpPr>
          <p:cNvPr id="832" name="Google Shape;832;p36"/>
          <p:cNvSpPr txBox="1"/>
          <p:nvPr>
            <p:ph idx="3" type="title"/>
          </p:nvPr>
        </p:nvSpPr>
        <p:spPr>
          <a:xfrm>
            <a:off x="2518494" y="3422642"/>
            <a:ext cx="4107000" cy="581100"/>
          </a:xfrm>
          <a:prstGeom prst="rect">
            <a:avLst/>
          </a:prstGeom>
        </p:spPr>
        <p:txBody>
          <a:bodyPr anchorCtr="0" anchor="ctr" bIns="0" lIns="91425" spcFirstLastPara="1" rIns="91425" wrap="square" tIns="0">
            <a:noAutofit/>
          </a:bodyPr>
          <a:lstStyle/>
          <a:p>
            <a:pPr indent="0" lvl="0" marL="0" rtl="0" algn="ctr">
              <a:spcBef>
                <a:spcPts val="0"/>
              </a:spcBef>
              <a:spcAft>
                <a:spcPts val="0"/>
              </a:spcAft>
              <a:buNone/>
            </a:pPr>
            <a:r>
              <a:rPr lang="en"/>
              <a:t>56,000,000</a:t>
            </a:r>
            <a:endParaRPr/>
          </a:p>
        </p:txBody>
      </p:sp>
      <p:sp>
        <p:nvSpPr>
          <p:cNvPr id="833" name="Google Shape;833;p36"/>
          <p:cNvSpPr txBox="1"/>
          <p:nvPr>
            <p:ph idx="1" type="subTitle"/>
          </p:nvPr>
        </p:nvSpPr>
        <p:spPr>
          <a:xfrm>
            <a:off x="2518507" y="2718654"/>
            <a:ext cx="4107000" cy="472500"/>
          </a:xfrm>
          <a:prstGeom prst="rect">
            <a:avLst/>
          </a:prstGeom>
        </p:spPr>
        <p:txBody>
          <a:bodyPr anchorCtr="0" anchor="t" bIns="0" lIns="91425" spcFirstLastPara="1" rIns="91425" wrap="square" tIns="0">
            <a:noAutofit/>
          </a:bodyPr>
          <a:lstStyle/>
          <a:p>
            <a:pPr indent="0" lvl="0" marL="0" rtl="0" algn="ctr">
              <a:spcBef>
                <a:spcPts val="0"/>
              </a:spcBef>
              <a:spcAft>
                <a:spcPts val="0"/>
              </a:spcAft>
              <a:buNone/>
            </a:pPr>
            <a:r>
              <a:rPr lang="en"/>
              <a:t>Illiterate young men</a:t>
            </a:r>
            <a:endParaRPr/>
          </a:p>
        </p:txBody>
      </p:sp>
      <p:sp>
        <p:nvSpPr>
          <p:cNvPr id="834" name="Google Shape;834;p36"/>
          <p:cNvSpPr txBox="1"/>
          <p:nvPr>
            <p:ph idx="4" type="subTitle"/>
          </p:nvPr>
        </p:nvSpPr>
        <p:spPr>
          <a:xfrm>
            <a:off x="2518507" y="1366104"/>
            <a:ext cx="4107000" cy="472500"/>
          </a:xfrm>
          <a:prstGeom prst="rect">
            <a:avLst/>
          </a:prstGeom>
        </p:spPr>
        <p:txBody>
          <a:bodyPr anchorCtr="0" anchor="t" bIns="0" lIns="91425" spcFirstLastPara="1" rIns="91425" wrap="square" tIns="0">
            <a:noAutofit/>
          </a:bodyPr>
          <a:lstStyle/>
          <a:p>
            <a:pPr indent="0" lvl="0" marL="0" rtl="0" algn="ctr">
              <a:spcBef>
                <a:spcPts val="0"/>
              </a:spcBef>
              <a:spcAft>
                <a:spcPts val="0"/>
              </a:spcAft>
              <a:buNone/>
            </a:pPr>
            <a:r>
              <a:rPr lang="en"/>
              <a:t>Illiterate youth in the world</a:t>
            </a:r>
            <a:endParaRPr/>
          </a:p>
        </p:txBody>
      </p:sp>
      <p:sp>
        <p:nvSpPr>
          <p:cNvPr id="835" name="Google Shape;835;p36"/>
          <p:cNvSpPr txBox="1"/>
          <p:nvPr>
            <p:ph idx="5" type="subTitle"/>
          </p:nvPr>
        </p:nvSpPr>
        <p:spPr>
          <a:xfrm>
            <a:off x="2518493" y="4087430"/>
            <a:ext cx="4107000" cy="472500"/>
          </a:xfrm>
          <a:prstGeom prst="rect">
            <a:avLst/>
          </a:prstGeom>
        </p:spPr>
        <p:txBody>
          <a:bodyPr anchorCtr="0" anchor="t" bIns="0" lIns="91425" spcFirstLastPara="1" rIns="91425" wrap="square" tIns="0">
            <a:noAutofit/>
          </a:bodyPr>
          <a:lstStyle/>
          <a:p>
            <a:pPr indent="0" lvl="0" marL="0" rtl="0" algn="ctr">
              <a:spcBef>
                <a:spcPts val="0"/>
              </a:spcBef>
              <a:spcAft>
                <a:spcPts val="0"/>
              </a:spcAft>
              <a:buNone/>
            </a:pPr>
            <a:r>
              <a:rPr lang="en"/>
              <a:t>Illiterate young women</a:t>
            </a:r>
            <a:endParaRPr/>
          </a:p>
        </p:txBody>
      </p:sp>
      <p:sp>
        <p:nvSpPr>
          <p:cNvPr id="836" name="Google Shape;836;p36"/>
          <p:cNvSpPr/>
          <p:nvPr/>
        </p:nvSpPr>
        <p:spPr>
          <a:xfrm>
            <a:off x="-193825" y="960076"/>
            <a:ext cx="1832405" cy="244805"/>
          </a:xfrm>
          <a:custGeom>
            <a:rect b="b" l="l" r="r" t="t"/>
            <a:pathLst>
              <a:path extrusionOk="0" h="7463" w="55866">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 name="Google Shape;837;p36"/>
          <p:cNvGrpSpPr/>
          <p:nvPr/>
        </p:nvGrpSpPr>
        <p:grpSpPr>
          <a:xfrm rot="-9105843">
            <a:off x="7595279" y="1884345"/>
            <a:ext cx="1385920" cy="2705233"/>
            <a:chOff x="409722" y="228600"/>
            <a:chExt cx="1385931" cy="2705253"/>
          </a:xfrm>
        </p:grpSpPr>
        <p:grpSp>
          <p:nvGrpSpPr>
            <p:cNvPr id="838" name="Google Shape;838;p36"/>
            <p:cNvGrpSpPr/>
            <p:nvPr/>
          </p:nvGrpSpPr>
          <p:grpSpPr>
            <a:xfrm flipH="1" rot="-617154">
              <a:off x="575967" y="402323"/>
              <a:ext cx="1053440" cy="2450002"/>
              <a:chOff x="3817855" y="1437512"/>
              <a:chExt cx="541146" cy="1128254"/>
            </a:xfrm>
          </p:grpSpPr>
          <p:sp>
            <p:nvSpPr>
              <p:cNvPr id="839" name="Google Shape;839;p36"/>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6"/>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 name="Google Shape;841;p36"/>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5" name="Shape 845"/>
        <p:cNvGrpSpPr/>
        <p:nvPr/>
      </p:nvGrpSpPr>
      <p:grpSpPr>
        <a:xfrm>
          <a:off x="0" y="0"/>
          <a:ext cx="0" cy="0"/>
          <a:chOff x="0" y="0"/>
          <a:chExt cx="0" cy="0"/>
        </a:xfrm>
      </p:grpSpPr>
      <p:sp>
        <p:nvSpPr>
          <p:cNvPr id="846" name="Google Shape;846;p37"/>
          <p:cNvSpPr txBox="1"/>
          <p:nvPr>
            <p:ph idx="3" type="subTitle"/>
          </p:nvPr>
        </p:nvSpPr>
        <p:spPr>
          <a:xfrm>
            <a:off x="1297865" y="3645247"/>
            <a:ext cx="2218500" cy="459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Despite being red, Mars is a cold place</a:t>
            </a:r>
            <a:endParaRPr/>
          </a:p>
        </p:txBody>
      </p:sp>
      <p:sp>
        <p:nvSpPr>
          <p:cNvPr id="847" name="Google Shape;847;p37"/>
          <p:cNvSpPr txBox="1"/>
          <p:nvPr>
            <p:ph idx="1" type="subTitle"/>
          </p:nvPr>
        </p:nvSpPr>
        <p:spPr>
          <a:xfrm>
            <a:off x="2117765" y="3228984"/>
            <a:ext cx="1398600" cy="405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848" name="Google Shape;848;p37"/>
          <p:cNvSpPr txBox="1"/>
          <p:nvPr>
            <p:ph idx="2" type="subTitle"/>
          </p:nvPr>
        </p:nvSpPr>
        <p:spPr>
          <a:xfrm>
            <a:off x="5627635" y="3228984"/>
            <a:ext cx="1398600" cy="40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849" name="Google Shape;849;p37"/>
          <p:cNvSpPr txBox="1"/>
          <p:nvPr>
            <p:ph idx="4" type="subTitle"/>
          </p:nvPr>
        </p:nvSpPr>
        <p:spPr>
          <a:xfrm>
            <a:off x="5627635" y="3645247"/>
            <a:ext cx="2218500" cy="459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a giant and the biggest planet</a:t>
            </a:r>
            <a:endParaRPr/>
          </a:p>
        </p:txBody>
      </p:sp>
      <p:sp>
        <p:nvSpPr>
          <p:cNvPr id="850" name="Google Shape;850;p37"/>
          <p:cNvSpPr txBox="1"/>
          <p:nvPr>
            <p:ph idx="5" type="subTitle"/>
          </p:nvPr>
        </p:nvSpPr>
        <p:spPr>
          <a:xfrm>
            <a:off x="2117765" y="1709641"/>
            <a:ext cx="1398600" cy="405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851" name="Google Shape;851;p37"/>
          <p:cNvSpPr txBox="1"/>
          <p:nvPr>
            <p:ph idx="6" type="subTitle"/>
          </p:nvPr>
        </p:nvSpPr>
        <p:spPr>
          <a:xfrm>
            <a:off x="5627635" y="1709641"/>
            <a:ext cx="1398600" cy="40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852" name="Google Shape;852;p37"/>
          <p:cNvSpPr txBox="1"/>
          <p:nvPr>
            <p:ph idx="7" type="subTitle"/>
          </p:nvPr>
        </p:nvSpPr>
        <p:spPr>
          <a:xfrm>
            <a:off x="1297865" y="2125989"/>
            <a:ext cx="2218500" cy="459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 has a very beautiful name</a:t>
            </a:r>
            <a:endParaRPr/>
          </a:p>
        </p:txBody>
      </p:sp>
      <p:sp>
        <p:nvSpPr>
          <p:cNvPr id="853" name="Google Shape;853;p37"/>
          <p:cNvSpPr txBox="1"/>
          <p:nvPr>
            <p:ph idx="8" type="subTitle"/>
          </p:nvPr>
        </p:nvSpPr>
        <p:spPr>
          <a:xfrm>
            <a:off x="5627635" y="2125989"/>
            <a:ext cx="2218500" cy="459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the ringed one and a gas giant</a:t>
            </a:r>
            <a:endParaRPr/>
          </a:p>
        </p:txBody>
      </p:sp>
      <p:sp>
        <p:nvSpPr>
          <p:cNvPr id="854" name="Google Shape;854;p37"/>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PRACTICAL USES OF THIS SUBJECT</a:t>
            </a:r>
            <a:endParaRPr/>
          </a:p>
        </p:txBody>
      </p:sp>
      <p:grpSp>
        <p:nvGrpSpPr>
          <p:cNvPr id="855" name="Google Shape;855;p37"/>
          <p:cNvGrpSpPr/>
          <p:nvPr/>
        </p:nvGrpSpPr>
        <p:grpSpPr>
          <a:xfrm>
            <a:off x="3669181" y="1828947"/>
            <a:ext cx="579262" cy="688357"/>
            <a:chOff x="1782113" y="1157525"/>
            <a:chExt cx="414025" cy="492000"/>
          </a:xfrm>
        </p:grpSpPr>
        <p:sp>
          <p:nvSpPr>
            <p:cNvPr id="856" name="Google Shape;856;p37"/>
            <p:cNvSpPr/>
            <p:nvPr/>
          </p:nvSpPr>
          <p:spPr>
            <a:xfrm>
              <a:off x="1789538" y="1180275"/>
              <a:ext cx="143375" cy="97100"/>
            </a:xfrm>
            <a:custGeom>
              <a:rect b="b" l="l" r="r" t="t"/>
              <a:pathLst>
                <a:path extrusionOk="0" h="3884" w="5735">
                  <a:moveTo>
                    <a:pt x="3189" y="1"/>
                  </a:moveTo>
                  <a:cubicBezTo>
                    <a:pt x="2804" y="1"/>
                    <a:pt x="2409" y="83"/>
                    <a:pt x="2022" y="258"/>
                  </a:cubicBezTo>
                  <a:cubicBezTo>
                    <a:pt x="645" y="833"/>
                    <a:pt x="0" y="2507"/>
                    <a:pt x="575" y="3884"/>
                  </a:cubicBezTo>
                  <a:lnTo>
                    <a:pt x="5735" y="1705"/>
                  </a:lnTo>
                  <a:cubicBezTo>
                    <a:pt x="5248" y="640"/>
                    <a:pt x="4260" y="1"/>
                    <a:pt x="31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7"/>
            <p:cNvSpPr/>
            <p:nvPr/>
          </p:nvSpPr>
          <p:spPr>
            <a:xfrm>
              <a:off x="2052738" y="1180275"/>
              <a:ext cx="143400" cy="97100"/>
            </a:xfrm>
            <a:custGeom>
              <a:rect b="b" l="l" r="r" t="t"/>
              <a:pathLst>
                <a:path extrusionOk="0" h="3884" w="5736">
                  <a:moveTo>
                    <a:pt x="2537" y="1"/>
                  </a:moveTo>
                  <a:cubicBezTo>
                    <a:pt x="1469" y="1"/>
                    <a:pt x="475" y="640"/>
                    <a:pt x="0" y="1705"/>
                  </a:cubicBezTo>
                  <a:lnTo>
                    <a:pt x="5160" y="3884"/>
                  </a:lnTo>
                  <a:cubicBezTo>
                    <a:pt x="5735" y="2507"/>
                    <a:pt x="5073" y="833"/>
                    <a:pt x="3696" y="258"/>
                  </a:cubicBezTo>
                  <a:cubicBezTo>
                    <a:pt x="3314" y="83"/>
                    <a:pt x="2920" y="1"/>
                    <a:pt x="25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7"/>
            <p:cNvSpPr/>
            <p:nvPr/>
          </p:nvSpPr>
          <p:spPr>
            <a:xfrm>
              <a:off x="1814813" y="1257300"/>
              <a:ext cx="357800" cy="357800"/>
            </a:xfrm>
            <a:custGeom>
              <a:rect b="b" l="l" r="r" t="t"/>
              <a:pathLst>
                <a:path extrusionOk="0" h="14312" w="14312">
                  <a:moveTo>
                    <a:pt x="7112" y="1"/>
                  </a:moveTo>
                  <a:cubicBezTo>
                    <a:pt x="3190" y="1"/>
                    <a:pt x="0" y="3191"/>
                    <a:pt x="0" y="7200"/>
                  </a:cubicBezTo>
                  <a:cubicBezTo>
                    <a:pt x="0" y="11122"/>
                    <a:pt x="3190" y="14312"/>
                    <a:pt x="7112" y="14312"/>
                  </a:cubicBezTo>
                  <a:cubicBezTo>
                    <a:pt x="11034" y="14312"/>
                    <a:pt x="14311" y="11122"/>
                    <a:pt x="14311" y="7200"/>
                  </a:cubicBezTo>
                  <a:cubicBezTo>
                    <a:pt x="14311" y="3191"/>
                    <a:pt x="11034" y="1"/>
                    <a:pt x="71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7"/>
            <p:cNvSpPr/>
            <p:nvPr/>
          </p:nvSpPr>
          <p:spPr>
            <a:xfrm>
              <a:off x="1814813" y="1257300"/>
              <a:ext cx="177800" cy="357800"/>
            </a:xfrm>
            <a:custGeom>
              <a:rect b="b" l="l" r="r" t="t"/>
              <a:pathLst>
                <a:path extrusionOk="0" h="14312" w="7112">
                  <a:moveTo>
                    <a:pt x="7112" y="1"/>
                  </a:moveTo>
                  <a:cubicBezTo>
                    <a:pt x="3190" y="1"/>
                    <a:pt x="0" y="3191"/>
                    <a:pt x="0" y="7200"/>
                  </a:cubicBezTo>
                  <a:cubicBezTo>
                    <a:pt x="0" y="11122"/>
                    <a:pt x="3190" y="14312"/>
                    <a:pt x="7112" y="14312"/>
                  </a:cubicBezTo>
                  <a:lnTo>
                    <a:pt x="71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7"/>
            <p:cNvSpPr/>
            <p:nvPr/>
          </p:nvSpPr>
          <p:spPr>
            <a:xfrm>
              <a:off x="1845738" y="1288250"/>
              <a:ext cx="294175" cy="295925"/>
            </a:xfrm>
            <a:custGeom>
              <a:rect b="b" l="l" r="r" t="t"/>
              <a:pathLst>
                <a:path extrusionOk="0" h="11837" w="11767">
                  <a:moveTo>
                    <a:pt x="5875" y="1"/>
                  </a:moveTo>
                  <a:cubicBezTo>
                    <a:pt x="2615" y="1"/>
                    <a:pt x="1" y="2685"/>
                    <a:pt x="1" y="5962"/>
                  </a:cubicBezTo>
                  <a:cubicBezTo>
                    <a:pt x="1" y="9152"/>
                    <a:pt x="2615" y="11836"/>
                    <a:pt x="5875" y="11836"/>
                  </a:cubicBezTo>
                  <a:cubicBezTo>
                    <a:pt x="9152" y="11836"/>
                    <a:pt x="11767" y="9152"/>
                    <a:pt x="11767" y="5962"/>
                  </a:cubicBezTo>
                  <a:cubicBezTo>
                    <a:pt x="11767" y="2685"/>
                    <a:pt x="9152" y="1"/>
                    <a:pt x="58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7"/>
            <p:cNvSpPr/>
            <p:nvPr/>
          </p:nvSpPr>
          <p:spPr>
            <a:xfrm>
              <a:off x="1836588" y="1279100"/>
              <a:ext cx="312475" cy="312475"/>
            </a:xfrm>
            <a:custGeom>
              <a:rect b="b" l="l" r="r" t="t"/>
              <a:pathLst>
                <a:path extrusionOk="0" h="12499" w="12499">
                  <a:moveTo>
                    <a:pt x="6241" y="663"/>
                  </a:moveTo>
                  <a:cubicBezTo>
                    <a:pt x="9361" y="663"/>
                    <a:pt x="11906" y="3121"/>
                    <a:pt x="11906" y="6241"/>
                  </a:cubicBezTo>
                  <a:cubicBezTo>
                    <a:pt x="11906" y="9378"/>
                    <a:pt x="9361" y="11906"/>
                    <a:pt x="6241" y="11906"/>
                  </a:cubicBezTo>
                  <a:cubicBezTo>
                    <a:pt x="3121" y="11906"/>
                    <a:pt x="646" y="9378"/>
                    <a:pt x="646" y="6241"/>
                  </a:cubicBezTo>
                  <a:cubicBezTo>
                    <a:pt x="646" y="3121"/>
                    <a:pt x="3121" y="663"/>
                    <a:pt x="6241" y="663"/>
                  </a:cubicBezTo>
                  <a:close/>
                  <a:moveTo>
                    <a:pt x="6241" y="1"/>
                  </a:moveTo>
                  <a:cubicBezTo>
                    <a:pt x="2824" y="1"/>
                    <a:pt x="1" y="2842"/>
                    <a:pt x="1" y="6241"/>
                  </a:cubicBezTo>
                  <a:cubicBezTo>
                    <a:pt x="1" y="9727"/>
                    <a:pt x="2824" y="12499"/>
                    <a:pt x="6241" y="12499"/>
                  </a:cubicBezTo>
                  <a:cubicBezTo>
                    <a:pt x="9727" y="12499"/>
                    <a:pt x="12499" y="9727"/>
                    <a:pt x="12499" y="6241"/>
                  </a:cubicBezTo>
                  <a:cubicBezTo>
                    <a:pt x="12499" y="2842"/>
                    <a:pt x="9727" y="1"/>
                    <a:pt x="62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7"/>
            <p:cNvSpPr/>
            <p:nvPr/>
          </p:nvSpPr>
          <p:spPr>
            <a:xfrm>
              <a:off x="1985638" y="1311775"/>
              <a:ext cx="14400" cy="16600"/>
            </a:xfrm>
            <a:custGeom>
              <a:rect b="b" l="l" r="r" t="t"/>
              <a:pathLst>
                <a:path extrusionOk="0" h="664" w="576">
                  <a:moveTo>
                    <a:pt x="0" y="1"/>
                  </a:moveTo>
                  <a:lnTo>
                    <a:pt x="0" y="663"/>
                  </a:lnTo>
                  <a:lnTo>
                    <a:pt x="575" y="663"/>
                  </a:lnTo>
                  <a:lnTo>
                    <a:pt x="5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7"/>
            <p:cNvSpPr/>
            <p:nvPr/>
          </p:nvSpPr>
          <p:spPr>
            <a:xfrm>
              <a:off x="1869263" y="1428125"/>
              <a:ext cx="16150" cy="14425"/>
            </a:xfrm>
            <a:custGeom>
              <a:rect b="b" l="l" r="r" t="t"/>
              <a:pathLst>
                <a:path extrusionOk="0" h="577" w="646">
                  <a:moveTo>
                    <a:pt x="1" y="1"/>
                  </a:moveTo>
                  <a:lnTo>
                    <a:pt x="1" y="576"/>
                  </a:lnTo>
                  <a:lnTo>
                    <a:pt x="646" y="576"/>
                  </a:lnTo>
                  <a:lnTo>
                    <a:pt x="6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7"/>
            <p:cNvSpPr/>
            <p:nvPr/>
          </p:nvSpPr>
          <p:spPr>
            <a:xfrm>
              <a:off x="1985638" y="1542300"/>
              <a:ext cx="14400" cy="16600"/>
            </a:xfrm>
            <a:custGeom>
              <a:rect b="b" l="l" r="r" t="t"/>
              <a:pathLst>
                <a:path extrusionOk="0" h="664" w="576">
                  <a:moveTo>
                    <a:pt x="0" y="1"/>
                  </a:moveTo>
                  <a:lnTo>
                    <a:pt x="0" y="663"/>
                  </a:lnTo>
                  <a:lnTo>
                    <a:pt x="575" y="663"/>
                  </a:lnTo>
                  <a:lnTo>
                    <a:pt x="5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7"/>
            <p:cNvSpPr/>
            <p:nvPr/>
          </p:nvSpPr>
          <p:spPr>
            <a:xfrm>
              <a:off x="2099813" y="1428125"/>
              <a:ext cx="16575" cy="14425"/>
            </a:xfrm>
            <a:custGeom>
              <a:rect b="b" l="l" r="r" t="t"/>
              <a:pathLst>
                <a:path extrusionOk="0" h="577" w="663">
                  <a:moveTo>
                    <a:pt x="0" y="1"/>
                  </a:moveTo>
                  <a:lnTo>
                    <a:pt x="0" y="576"/>
                  </a:lnTo>
                  <a:lnTo>
                    <a:pt x="662" y="576"/>
                  </a:lnTo>
                  <a:lnTo>
                    <a:pt x="6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7"/>
            <p:cNvSpPr/>
            <p:nvPr/>
          </p:nvSpPr>
          <p:spPr>
            <a:xfrm>
              <a:off x="1925488" y="1368000"/>
              <a:ext cx="125525" cy="158200"/>
            </a:xfrm>
            <a:custGeom>
              <a:rect b="b" l="l" r="r" t="t"/>
              <a:pathLst>
                <a:path extrusionOk="0" h="6328" w="5021">
                  <a:moveTo>
                    <a:pt x="436" y="0"/>
                  </a:moveTo>
                  <a:lnTo>
                    <a:pt x="1" y="436"/>
                  </a:lnTo>
                  <a:lnTo>
                    <a:pt x="2406" y="2842"/>
                  </a:lnTo>
                  <a:lnTo>
                    <a:pt x="2406" y="6328"/>
                  </a:lnTo>
                  <a:lnTo>
                    <a:pt x="2981" y="6328"/>
                  </a:lnTo>
                  <a:lnTo>
                    <a:pt x="2981" y="2981"/>
                  </a:lnTo>
                  <a:lnTo>
                    <a:pt x="5021" y="2981"/>
                  </a:lnTo>
                  <a:lnTo>
                    <a:pt x="5021" y="2406"/>
                  </a:lnTo>
                  <a:lnTo>
                    <a:pt x="2842" y="2406"/>
                  </a:lnTo>
                  <a:lnTo>
                    <a:pt x="4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7"/>
            <p:cNvSpPr/>
            <p:nvPr/>
          </p:nvSpPr>
          <p:spPr>
            <a:xfrm>
              <a:off x="1782113" y="1176425"/>
              <a:ext cx="154300" cy="111850"/>
            </a:xfrm>
            <a:custGeom>
              <a:rect b="b" l="l" r="r" t="t"/>
              <a:pathLst>
                <a:path extrusionOk="0" h="4474" w="6172">
                  <a:moveTo>
                    <a:pt x="3417" y="621"/>
                  </a:moveTo>
                  <a:cubicBezTo>
                    <a:pt x="3626" y="621"/>
                    <a:pt x="3923" y="691"/>
                    <a:pt x="4219" y="761"/>
                  </a:cubicBezTo>
                  <a:cubicBezTo>
                    <a:pt x="4655" y="918"/>
                    <a:pt x="5091" y="1284"/>
                    <a:pt x="5370" y="1719"/>
                  </a:cubicBezTo>
                  <a:lnTo>
                    <a:pt x="1169" y="3672"/>
                  </a:lnTo>
                  <a:cubicBezTo>
                    <a:pt x="803" y="2504"/>
                    <a:pt x="1308" y="1353"/>
                    <a:pt x="2389" y="848"/>
                  </a:cubicBezTo>
                  <a:cubicBezTo>
                    <a:pt x="2755" y="691"/>
                    <a:pt x="3051" y="621"/>
                    <a:pt x="3417" y="621"/>
                  </a:cubicBezTo>
                  <a:close/>
                  <a:moveTo>
                    <a:pt x="3428" y="1"/>
                  </a:moveTo>
                  <a:cubicBezTo>
                    <a:pt x="2983" y="1"/>
                    <a:pt x="2545" y="97"/>
                    <a:pt x="2180" y="255"/>
                  </a:cubicBezTo>
                  <a:cubicBezTo>
                    <a:pt x="646" y="987"/>
                    <a:pt x="1" y="2730"/>
                    <a:pt x="733" y="4177"/>
                  </a:cubicBezTo>
                  <a:lnTo>
                    <a:pt x="872" y="4474"/>
                  </a:lnTo>
                  <a:lnTo>
                    <a:pt x="6171" y="1998"/>
                  </a:lnTo>
                  <a:lnTo>
                    <a:pt x="6102" y="1719"/>
                  </a:lnTo>
                  <a:cubicBezTo>
                    <a:pt x="5736" y="987"/>
                    <a:pt x="5160" y="482"/>
                    <a:pt x="4428" y="186"/>
                  </a:cubicBezTo>
                  <a:cubicBezTo>
                    <a:pt x="4111" y="57"/>
                    <a:pt x="3768" y="1"/>
                    <a:pt x="3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7"/>
            <p:cNvSpPr/>
            <p:nvPr/>
          </p:nvSpPr>
          <p:spPr>
            <a:xfrm>
              <a:off x="1818288" y="1157525"/>
              <a:ext cx="20075" cy="21800"/>
            </a:xfrm>
            <a:custGeom>
              <a:rect b="b" l="l" r="r" t="t"/>
              <a:pathLst>
                <a:path extrusionOk="0" h="872" w="803">
                  <a:moveTo>
                    <a:pt x="593" y="0"/>
                  </a:moveTo>
                  <a:lnTo>
                    <a:pt x="0" y="209"/>
                  </a:lnTo>
                  <a:lnTo>
                    <a:pt x="297" y="872"/>
                  </a:lnTo>
                  <a:lnTo>
                    <a:pt x="802" y="576"/>
                  </a:lnTo>
                  <a:lnTo>
                    <a:pt x="5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7"/>
            <p:cNvSpPr/>
            <p:nvPr/>
          </p:nvSpPr>
          <p:spPr>
            <a:xfrm>
              <a:off x="2048813" y="1176425"/>
              <a:ext cx="145575" cy="111850"/>
            </a:xfrm>
            <a:custGeom>
              <a:rect b="b" l="l" r="r" t="t"/>
              <a:pathLst>
                <a:path extrusionOk="0" h="4474" w="5823">
                  <a:moveTo>
                    <a:pt x="2824" y="613"/>
                  </a:moveTo>
                  <a:cubicBezTo>
                    <a:pt x="3153" y="613"/>
                    <a:pt x="3471" y="687"/>
                    <a:pt x="3783" y="848"/>
                  </a:cubicBezTo>
                  <a:cubicBezTo>
                    <a:pt x="4358" y="1127"/>
                    <a:pt x="4794" y="1563"/>
                    <a:pt x="5021" y="2155"/>
                  </a:cubicBezTo>
                  <a:cubicBezTo>
                    <a:pt x="5160" y="2661"/>
                    <a:pt x="5160" y="3166"/>
                    <a:pt x="5021" y="3672"/>
                  </a:cubicBezTo>
                  <a:lnTo>
                    <a:pt x="802" y="1719"/>
                  </a:lnTo>
                  <a:cubicBezTo>
                    <a:pt x="1099" y="1284"/>
                    <a:pt x="1535" y="918"/>
                    <a:pt x="1970" y="761"/>
                  </a:cubicBezTo>
                  <a:cubicBezTo>
                    <a:pt x="2265" y="665"/>
                    <a:pt x="2548" y="613"/>
                    <a:pt x="2824" y="613"/>
                  </a:cubicBezTo>
                  <a:close/>
                  <a:moveTo>
                    <a:pt x="2796" y="1"/>
                  </a:moveTo>
                  <a:cubicBezTo>
                    <a:pt x="2467" y="1"/>
                    <a:pt x="2141" y="57"/>
                    <a:pt x="1831" y="186"/>
                  </a:cubicBezTo>
                  <a:cubicBezTo>
                    <a:pt x="1029" y="482"/>
                    <a:pt x="436" y="987"/>
                    <a:pt x="157" y="1719"/>
                  </a:cubicBezTo>
                  <a:lnTo>
                    <a:pt x="1" y="1998"/>
                  </a:lnTo>
                  <a:lnTo>
                    <a:pt x="5387" y="4474"/>
                  </a:lnTo>
                  <a:lnTo>
                    <a:pt x="5457" y="4177"/>
                  </a:lnTo>
                  <a:cubicBezTo>
                    <a:pt x="5823" y="3463"/>
                    <a:pt x="5823" y="2661"/>
                    <a:pt x="5596" y="1929"/>
                  </a:cubicBezTo>
                  <a:cubicBezTo>
                    <a:pt x="5317" y="1197"/>
                    <a:pt x="4724" y="621"/>
                    <a:pt x="4080" y="255"/>
                  </a:cubicBezTo>
                  <a:cubicBezTo>
                    <a:pt x="3665" y="97"/>
                    <a:pt x="3227" y="1"/>
                    <a:pt x="27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7"/>
            <p:cNvSpPr/>
            <p:nvPr/>
          </p:nvSpPr>
          <p:spPr>
            <a:xfrm>
              <a:off x="2146863" y="1157525"/>
              <a:ext cx="20075" cy="21800"/>
            </a:xfrm>
            <a:custGeom>
              <a:rect b="b" l="l" r="r" t="t"/>
              <a:pathLst>
                <a:path extrusionOk="0" h="872" w="803">
                  <a:moveTo>
                    <a:pt x="297" y="0"/>
                  </a:moveTo>
                  <a:lnTo>
                    <a:pt x="1" y="576"/>
                  </a:lnTo>
                  <a:lnTo>
                    <a:pt x="593" y="872"/>
                  </a:lnTo>
                  <a:lnTo>
                    <a:pt x="802" y="209"/>
                  </a:lnTo>
                  <a:lnTo>
                    <a:pt x="29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7"/>
            <p:cNvSpPr/>
            <p:nvPr/>
          </p:nvSpPr>
          <p:spPr>
            <a:xfrm>
              <a:off x="1803913" y="1246425"/>
              <a:ext cx="377850" cy="403100"/>
            </a:xfrm>
            <a:custGeom>
              <a:rect b="b" l="l" r="r" t="t"/>
              <a:pathLst>
                <a:path extrusionOk="0" h="16124" w="15114">
                  <a:moveTo>
                    <a:pt x="7548" y="575"/>
                  </a:moveTo>
                  <a:cubicBezTo>
                    <a:pt x="11400" y="575"/>
                    <a:pt x="14520" y="3713"/>
                    <a:pt x="14520" y="7548"/>
                  </a:cubicBezTo>
                  <a:cubicBezTo>
                    <a:pt x="14520" y="11400"/>
                    <a:pt x="11400" y="14520"/>
                    <a:pt x="7548" y="14520"/>
                  </a:cubicBezTo>
                  <a:cubicBezTo>
                    <a:pt x="3696" y="14520"/>
                    <a:pt x="575" y="11400"/>
                    <a:pt x="575" y="7548"/>
                  </a:cubicBezTo>
                  <a:cubicBezTo>
                    <a:pt x="575" y="3713"/>
                    <a:pt x="3696" y="575"/>
                    <a:pt x="7548" y="575"/>
                  </a:cubicBezTo>
                  <a:close/>
                  <a:moveTo>
                    <a:pt x="7548" y="0"/>
                  </a:moveTo>
                  <a:cubicBezTo>
                    <a:pt x="6031" y="0"/>
                    <a:pt x="4567" y="436"/>
                    <a:pt x="3347" y="1238"/>
                  </a:cubicBezTo>
                  <a:lnTo>
                    <a:pt x="3051" y="663"/>
                  </a:lnTo>
                  <a:lnTo>
                    <a:pt x="2545" y="872"/>
                  </a:lnTo>
                  <a:lnTo>
                    <a:pt x="2824" y="1604"/>
                  </a:lnTo>
                  <a:cubicBezTo>
                    <a:pt x="1081" y="2981"/>
                    <a:pt x="0" y="5160"/>
                    <a:pt x="0" y="7548"/>
                  </a:cubicBezTo>
                  <a:cubicBezTo>
                    <a:pt x="0" y="10685"/>
                    <a:pt x="1883" y="13370"/>
                    <a:pt x="4567" y="14520"/>
                  </a:cubicBezTo>
                  <a:lnTo>
                    <a:pt x="4567" y="16124"/>
                  </a:lnTo>
                  <a:lnTo>
                    <a:pt x="5230" y="16124"/>
                  </a:lnTo>
                  <a:lnTo>
                    <a:pt x="5230" y="14747"/>
                  </a:lnTo>
                  <a:cubicBezTo>
                    <a:pt x="5962" y="15043"/>
                    <a:pt x="6746" y="15113"/>
                    <a:pt x="7548" y="15113"/>
                  </a:cubicBezTo>
                  <a:cubicBezTo>
                    <a:pt x="8350" y="15113"/>
                    <a:pt x="9152" y="15043"/>
                    <a:pt x="9884" y="14747"/>
                  </a:cubicBezTo>
                  <a:lnTo>
                    <a:pt x="9884" y="16124"/>
                  </a:lnTo>
                  <a:lnTo>
                    <a:pt x="10529" y="16124"/>
                  </a:lnTo>
                  <a:lnTo>
                    <a:pt x="10529" y="14520"/>
                  </a:lnTo>
                  <a:cubicBezTo>
                    <a:pt x="13213" y="13370"/>
                    <a:pt x="15113" y="10685"/>
                    <a:pt x="15113" y="7548"/>
                  </a:cubicBezTo>
                  <a:cubicBezTo>
                    <a:pt x="15113" y="5160"/>
                    <a:pt x="14015" y="2981"/>
                    <a:pt x="12272" y="1604"/>
                  </a:cubicBezTo>
                  <a:lnTo>
                    <a:pt x="12638" y="872"/>
                  </a:lnTo>
                  <a:lnTo>
                    <a:pt x="12063" y="663"/>
                  </a:lnTo>
                  <a:lnTo>
                    <a:pt x="11766" y="1238"/>
                  </a:lnTo>
                  <a:cubicBezTo>
                    <a:pt x="10529" y="436"/>
                    <a:pt x="9082" y="0"/>
                    <a:pt x="75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7"/>
            <p:cNvSpPr/>
            <p:nvPr/>
          </p:nvSpPr>
          <p:spPr>
            <a:xfrm>
              <a:off x="1967313" y="1204575"/>
              <a:ext cx="51025" cy="32725"/>
            </a:xfrm>
            <a:custGeom>
              <a:rect b="b" l="l" r="r" t="t"/>
              <a:pathLst>
                <a:path extrusionOk="0" h="1309" w="2041">
                  <a:moveTo>
                    <a:pt x="1" y="1"/>
                  </a:moveTo>
                  <a:lnTo>
                    <a:pt x="1" y="663"/>
                  </a:lnTo>
                  <a:lnTo>
                    <a:pt x="733" y="663"/>
                  </a:lnTo>
                  <a:lnTo>
                    <a:pt x="733" y="1308"/>
                  </a:lnTo>
                  <a:lnTo>
                    <a:pt x="1308" y="1308"/>
                  </a:lnTo>
                  <a:lnTo>
                    <a:pt x="1308" y="663"/>
                  </a:lnTo>
                  <a:lnTo>
                    <a:pt x="2040" y="663"/>
                  </a:lnTo>
                  <a:lnTo>
                    <a:pt x="20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 name="Google Shape;873;p37"/>
          <p:cNvGrpSpPr/>
          <p:nvPr/>
        </p:nvGrpSpPr>
        <p:grpSpPr>
          <a:xfrm>
            <a:off x="3679255" y="3348867"/>
            <a:ext cx="559115" cy="688357"/>
            <a:chOff x="4739763" y="1157525"/>
            <a:chExt cx="399625" cy="492000"/>
          </a:xfrm>
        </p:grpSpPr>
        <p:sp>
          <p:nvSpPr>
            <p:cNvPr id="874" name="Google Shape;874;p37"/>
            <p:cNvSpPr/>
            <p:nvPr/>
          </p:nvSpPr>
          <p:spPr>
            <a:xfrm>
              <a:off x="4957663" y="1164925"/>
              <a:ext cx="85425" cy="85000"/>
            </a:xfrm>
            <a:custGeom>
              <a:rect b="b" l="l" r="r" t="t"/>
              <a:pathLst>
                <a:path extrusionOk="0" h="3400" w="3417">
                  <a:moveTo>
                    <a:pt x="1673" y="1"/>
                  </a:moveTo>
                  <a:cubicBezTo>
                    <a:pt x="732" y="1"/>
                    <a:pt x="0" y="785"/>
                    <a:pt x="0" y="1744"/>
                  </a:cubicBezTo>
                  <a:lnTo>
                    <a:pt x="0" y="3330"/>
                  </a:lnTo>
                  <a:cubicBezTo>
                    <a:pt x="0" y="3400"/>
                    <a:pt x="0" y="3400"/>
                    <a:pt x="87" y="3400"/>
                  </a:cubicBezTo>
                  <a:lnTo>
                    <a:pt x="1673" y="3400"/>
                  </a:lnTo>
                  <a:cubicBezTo>
                    <a:pt x="2615" y="3400"/>
                    <a:pt x="3417" y="2615"/>
                    <a:pt x="3417" y="1657"/>
                  </a:cubicBezTo>
                  <a:lnTo>
                    <a:pt x="3417" y="70"/>
                  </a:lnTo>
                  <a:lnTo>
                    <a:pt x="334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7"/>
            <p:cNvSpPr/>
            <p:nvPr/>
          </p:nvSpPr>
          <p:spPr>
            <a:xfrm>
              <a:off x="4832588" y="1171900"/>
              <a:ext cx="85425" cy="85425"/>
            </a:xfrm>
            <a:custGeom>
              <a:rect b="b" l="l" r="r" t="t"/>
              <a:pathLst>
                <a:path extrusionOk="0" h="3417" w="3417">
                  <a:moveTo>
                    <a:pt x="140" y="1"/>
                  </a:moveTo>
                  <a:cubicBezTo>
                    <a:pt x="70" y="1"/>
                    <a:pt x="0" y="70"/>
                    <a:pt x="0" y="157"/>
                  </a:cubicBezTo>
                  <a:lnTo>
                    <a:pt x="0" y="1604"/>
                  </a:lnTo>
                  <a:cubicBezTo>
                    <a:pt x="0" y="2615"/>
                    <a:pt x="872" y="3417"/>
                    <a:pt x="1883" y="3417"/>
                  </a:cubicBezTo>
                  <a:lnTo>
                    <a:pt x="3347" y="3417"/>
                  </a:lnTo>
                  <a:cubicBezTo>
                    <a:pt x="3417" y="3417"/>
                    <a:pt x="3417" y="3417"/>
                    <a:pt x="3417" y="3347"/>
                  </a:cubicBezTo>
                  <a:lnTo>
                    <a:pt x="3417" y="1900"/>
                  </a:lnTo>
                  <a:cubicBezTo>
                    <a:pt x="3417" y="872"/>
                    <a:pt x="2615" y="1"/>
                    <a:pt x="16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7"/>
            <p:cNvSpPr/>
            <p:nvPr/>
          </p:nvSpPr>
          <p:spPr>
            <a:xfrm>
              <a:off x="4747163" y="1290000"/>
              <a:ext cx="310750" cy="356050"/>
            </a:xfrm>
            <a:custGeom>
              <a:rect b="b" l="l" r="r" t="t"/>
              <a:pathLst>
                <a:path extrusionOk="0" h="14242" w="12430">
                  <a:moveTo>
                    <a:pt x="6241" y="0"/>
                  </a:moveTo>
                  <a:cubicBezTo>
                    <a:pt x="2842" y="0"/>
                    <a:pt x="1" y="3190"/>
                    <a:pt x="1" y="7112"/>
                  </a:cubicBezTo>
                  <a:cubicBezTo>
                    <a:pt x="1" y="11034"/>
                    <a:pt x="2842" y="14242"/>
                    <a:pt x="6241" y="14242"/>
                  </a:cubicBezTo>
                  <a:cubicBezTo>
                    <a:pt x="9658" y="14242"/>
                    <a:pt x="12429" y="11034"/>
                    <a:pt x="12429" y="7112"/>
                  </a:cubicBezTo>
                  <a:cubicBezTo>
                    <a:pt x="12429" y="3190"/>
                    <a:pt x="9658" y="0"/>
                    <a:pt x="62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7"/>
            <p:cNvSpPr/>
            <p:nvPr/>
          </p:nvSpPr>
          <p:spPr>
            <a:xfrm>
              <a:off x="4801638" y="1288250"/>
              <a:ext cx="334275" cy="357800"/>
            </a:xfrm>
            <a:custGeom>
              <a:rect b="b" l="l" r="r" t="t"/>
              <a:pathLst>
                <a:path extrusionOk="0" h="14312" w="13371">
                  <a:moveTo>
                    <a:pt x="8141" y="1"/>
                  </a:moveTo>
                  <a:cubicBezTo>
                    <a:pt x="3626" y="1"/>
                    <a:pt x="1" y="3626"/>
                    <a:pt x="1" y="8141"/>
                  </a:cubicBezTo>
                  <a:cubicBezTo>
                    <a:pt x="1" y="10459"/>
                    <a:pt x="1012" y="12568"/>
                    <a:pt x="2615" y="14015"/>
                  </a:cubicBezTo>
                  <a:lnTo>
                    <a:pt x="4358" y="14015"/>
                  </a:lnTo>
                  <a:lnTo>
                    <a:pt x="5596" y="13719"/>
                  </a:lnTo>
                  <a:lnTo>
                    <a:pt x="8141" y="14312"/>
                  </a:lnTo>
                  <a:lnTo>
                    <a:pt x="10895" y="12778"/>
                  </a:lnTo>
                  <a:lnTo>
                    <a:pt x="12429" y="10599"/>
                  </a:lnTo>
                  <a:lnTo>
                    <a:pt x="13370" y="7479"/>
                  </a:lnTo>
                  <a:lnTo>
                    <a:pt x="12778" y="4358"/>
                  </a:lnTo>
                  <a:lnTo>
                    <a:pt x="10895" y="1308"/>
                  </a:lnTo>
                  <a:lnTo>
                    <a:pt x="814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7"/>
            <p:cNvSpPr/>
            <p:nvPr/>
          </p:nvSpPr>
          <p:spPr>
            <a:xfrm>
              <a:off x="4927138" y="1213725"/>
              <a:ext cx="16150" cy="65400"/>
            </a:xfrm>
            <a:custGeom>
              <a:rect b="b" l="l" r="r" t="t"/>
              <a:pathLst>
                <a:path extrusionOk="0" h="2616" w="646">
                  <a:moveTo>
                    <a:pt x="1" y="1"/>
                  </a:moveTo>
                  <a:lnTo>
                    <a:pt x="1" y="2616"/>
                  </a:lnTo>
                  <a:lnTo>
                    <a:pt x="646" y="2616"/>
                  </a:lnTo>
                  <a:lnTo>
                    <a:pt x="64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7"/>
            <p:cNvSpPr/>
            <p:nvPr/>
          </p:nvSpPr>
          <p:spPr>
            <a:xfrm>
              <a:off x="4739763" y="1279100"/>
              <a:ext cx="399625" cy="370425"/>
            </a:xfrm>
            <a:custGeom>
              <a:rect b="b" l="l" r="r" t="t"/>
              <a:pathLst>
                <a:path extrusionOk="0" h="14817" w="15985">
                  <a:moveTo>
                    <a:pt x="9884" y="663"/>
                  </a:moveTo>
                  <a:cubicBezTo>
                    <a:pt x="12934" y="663"/>
                    <a:pt x="15340" y="3713"/>
                    <a:pt x="15340" y="7409"/>
                  </a:cubicBezTo>
                  <a:cubicBezTo>
                    <a:pt x="15340" y="11191"/>
                    <a:pt x="12934" y="14242"/>
                    <a:pt x="9884" y="14242"/>
                  </a:cubicBezTo>
                  <a:cubicBezTo>
                    <a:pt x="9309" y="14242"/>
                    <a:pt x="8716" y="14085"/>
                    <a:pt x="8141" y="13876"/>
                  </a:cubicBezTo>
                  <a:lnTo>
                    <a:pt x="8001" y="13806"/>
                  </a:lnTo>
                  <a:lnTo>
                    <a:pt x="7844" y="13876"/>
                  </a:lnTo>
                  <a:cubicBezTo>
                    <a:pt x="7269" y="14085"/>
                    <a:pt x="6694" y="14242"/>
                    <a:pt x="6101" y="14242"/>
                  </a:cubicBezTo>
                  <a:cubicBezTo>
                    <a:pt x="3051" y="14242"/>
                    <a:pt x="663" y="11191"/>
                    <a:pt x="663" y="7409"/>
                  </a:cubicBezTo>
                  <a:cubicBezTo>
                    <a:pt x="663" y="3713"/>
                    <a:pt x="3051" y="663"/>
                    <a:pt x="6101" y="663"/>
                  </a:cubicBezTo>
                  <a:cubicBezTo>
                    <a:pt x="6467" y="663"/>
                    <a:pt x="6903" y="733"/>
                    <a:pt x="7269" y="802"/>
                  </a:cubicBezTo>
                  <a:lnTo>
                    <a:pt x="5753" y="1674"/>
                  </a:lnTo>
                  <a:lnTo>
                    <a:pt x="6032" y="2249"/>
                  </a:lnTo>
                  <a:lnTo>
                    <a:pt x="8141" y="1012"/>
                  </a:lnTo>
                  <a:cubicBezTo>
                    <a:pt x="8716" y="733"/>
                    <a:pt x="9309" y="663"/>
                    <a:pt x="9884" y="663"/>
                  </a:cubicBezTo>
                  <a:close/>
                  <a:moveTo>
                    <a:pt x="6101" y="1"/>
                  </a:moveTo>
                  <a:cubicBezTo>
                    <a:pt x="4445" y="1"/>
                    <a:pt x="2911" y="802"/>
                    <a:pt x="1744" y="2179"/>
                  </a:cubicBezTo>
                  <a:cubicBezTo>
                    <a:pt x="663" y="3626"/>
                    <a:pt x="0" y="5456"/>
                    <a:pt x="0" y="7409"/>
                  </a:cubicBezTo>
                  <a:cubicBezTo>
                    <a:pt x="0" y="9378"/>
                    <a:pt x="663" y="11261"/>
                    <a:pt x="1744" y="12638"/>
                  </a:cubicBezTo>
                  <a:cubicBezTo>
                    <a:pt x="2911" y="14085"/>
                    <a:pt x="4445" y="14817"/>
                    <a:pt x="6101" y="14817"/>
                  </a:cubicBezTo>
                  <a:cubicBezTo>
                    <a:pt x="6764" y="14817"/>
                    <a:pt x="7409" y="14747"/>
                    <a:pt x="8001" y="14451"/>
                  </a:cubicBezTo>
                  <a:cubicBezTo>
                    <a:pt x="8577" y="14747"/>
                    <a:pt x="9239" y="14817"/>
                    <a:pt x="9884" y="14817"/>
                  </a:cubicBezTo>
                  <a:cubicBezTo>
                    <a:pt x="11557" y="14817"/>
                    <a:pt x="13074" y="14085"/>
                    <a:pt x="14242" y="12638"/>
                  </a:cubicBezTo>
                  <a:cubicBezTo>
                    <a:pt x="15340" y="11261"/>
                    <a:pt x="15985" y="9378"/>
                    <a:pt x="15985" y="7409"/>
                  </a:cubicBezTo>
                  <a:cubicBezTo>
                    <a:pt x="15985" y="5456"/>
                    <a:pt x="15340" y="3626"/>
                    <a:pt x="14242" y="2179"/>
                  </a:cubicBezTo>
                  <a:cubicBezTo>
                    <a:pt x="13074" y="802"/>
                    <a:pt x="11557" y="1"/>
                    <a:pt x="9884" y="1"/>
                  </a:cubicBezTo>
                  <a:cubicBezTo>
                    <a:pt x="9239" y="1"/>
                    <a:pt x="8577" y="140"/>
                    <a:pt x="8001" y="367"/>
                  </a:cubicBezTo>
                  <a:cubicBezTo>
                    <a:pt x="7409" y="140"/>
                    <a:pt x="6764" y="1"/>
                    <a:pt x="61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7"/>
            <p:cNvSpPr/>
            <p:nvPr/>
          </p:nvSpPr>
          <p:spPr>
            <a:xfrm>
              <a:off x="4952413" y="1157525"/>
              <a:ext cx="98075" cy="96325"/>
            </a:xfrm>
            <a:custGeom>
              <a:rect b="b" l="l" r="r" t="t"/>
              <a:pathLst>
                <a:path extrusionOk="0" h="3853" w="3923">
                  <a:moveTo>
                    <a:pt x="3260" y="576"/>
                  </a:moveTo>
                  <a:lnTo>
                    <a:pt x="3260" y="1883"/>
                  </a:lnTo>
                  <a:cubicBezTo>
                    <a:pt x="3260" y="2615"/>
                    <a:pt x="2616" y="3260"/>
                    <a:pt x="1883" y="3260"/>
                  </a:cubicBezTo>
                  <a:lnTo>
                    <a:pt x="1082" y="3260"/>
                  </a:lnTo>
                  <a:lnTo>
                    <a:pt x="2546" y="1743"/>
                  </a:lnTo>
                  <a:lnTo>
                    <a:pt x="2110" y="1308"/>
                  </a:lnTo>
                  <a:lnTo>
                    <a:pt x="646" y="2824"/>
                  </a:lnTo>
                  <a:lnTo>
                    <a:pt x="646" y="1953"/>
                  </a:lnTo>
                  <a:cubicBezTo>
                    <a:pt x="646" y="1238"/>
                    <a:pt x="1238" y="576"/>
                    <a:pt x="1953" y="576"/>
                  </a:cubicBezTo>
                  <a:close/>
                  <a:moveTo>
                    <a:pt x="1953" y="0"/>
                  </a:moveTo>
                  <a:cubicBezTo>
                    <a:pt x="872" y="0"/>
                    <a:pt x="1" y="872"/>
                    <a:pt x="1" y="1953"/>
                  </a:cubicBezTo>
                  <a:lnTo>
                    <a:pt x="1" y="3853"/>
                  </a:lnTo>
                  <a:lnTo>
                    <a:pt x="1883" y="3853"/>
                  </a:lnTo>
                  <a:cubicBezTo>
                    <a:pt x="2982" y="3853"/>
                    <a:pt x="3923" y="2981"/>
                    <a:pt x="3923" y="1883"/>
                  </a:cubicBezTo>
                  <a:lnTo>
                    <a:pt x="392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7"/>
            <p:cNvSpPr/>
            <p:nvPr/>
          </p:nvSpPr>
          <p:spPr>
            <a:xfrm>
              <a:off x="4825163" y="1168425"/>
              <a:ext cx="98075" cy="98075"/>
            </a:xfrm>
            <a:custGeom>
              <a:rect b="b" l="l" r="r" t="t"/>
              <a:pathLst>
                <a:path extrusionOk="0" h="3923" w="3923">
                  <a:moveTo>
                    <a:pt x="1901" y="645"/>
                  </a:moveTo>
                  <a:cubicBezTo>
                    <a:pt x="2685" y="645"/>
                    <a:pt x="3278" y="1238"/>
                    <a:pt x="3278" y="2039"/>
                  </a:cubicBezTo>
                  <a:lnTo>
                    <a:pt x="3278" y="2824"/>
                  </a:lnTo>
                  <a:lnTo>
                    <a:pt x="1744" y="1307"/>
                  </a:lnTo>
                  <a:lnTo>
                    <a:pt x="1308" y="1743"/>
                  </a:lnTo>
                  <a:lnTo>
                    <a:pt x="2842" y="3260"/>
                  </a:lnTo>
                  <a:lnTo>
                    <a:pt x="1971" y="3260"/>
                  </a:lnTo>
                  <a:cubicBezTo>
                    <a:pt x="1239" y="3260"/>
                    <a:pt x="663" y="2684"/>
                    <a:pt x="663" y="1883"/>
                  </a:cubicBezTo>
                  <a:lnTo>
                    <a:pt x="663" y="645"/>
                  </a:lnTo>
                  <a:close/>
                  <a:moveTo>
                    <a:pt x="1" y="0"/>
                  </a:moveTo>
                  <a:lnTo>
                    <a:pt x="1" y="1883"/>
                  </a:lnTo>
                  <a:cubicBezTo>
                    <a:pt x="1" y="2981"/>
                    <a:pt x="872" y="3922"/>
                    <a:pt x="1971" y="3922"/>
                  </a:cubicBezTo>
                  <a:lnTo>
                    <a:pt x="3923" y="3922"/>
                  </a:lnTo>
                  <a:lnTo>
                    <a:pt x="3923" y="2039"/>
                  </a:lnTo>
                  <a:cubicBezTo>
                    <a:pt x="3923" y="872"/>
                    <a:pt x="2982" y="0"/>
                    <a:pt x="19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7"/>
            <p:cNvSpPr/>
            <p:nvPr/>
          </p:nvSpPr>
          <p:spPr>
            <a:xfrm>
              <a:off x="4934113" y="1600700"/>
              <a:ext cx="16600" cy="14400"/>
            </a:xfrm>
            <a:custGeom>
              <a:rect b="b" l="l" r="r" t="t"/>
              <a:pathLst>
                <a:path extrusionOk="0" h="576" w="664">
                  <a:moveTo>
                    <a:pt x="1" y="1"/>
                  </a:moveTo>
                  <a:lnTo>
                    <a:pt x="1" y="576"/>
                  </a:lnTo>
                  <a:lnTo>
                    <a:pt x="663" y="576"/>
                  </a:lnTo>
                  <a:lnTo>
                    <a:pt x="66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37"/>
          <p:cNvGrpSpPr/>
          <p:nvPr/>
        </p:nvGrpSpPr>
        <p:grpSpPr>
          <a:xfrm>
            <a:off x="4842693" y="1857360"/>
            <a:ext cx="632109" cy="631531"/>
            <a:chOff x="6166938" y="1157525"/>
            <a:chExt cx="492450" cy="492000"/>
          </a:xfrm>
        </p:grpSpPr>
        <p:sp>
          <p:nvSpPr>
            <p:cNvPr id="884" name="Google Shape;884;p37"/>
            <p:cNvSpPr/>
            <p:nvPr/>
          </p:nvSpPr>
          <p:spPr>
            <a:xfrm>
              <a:off x="6181763" y="1164925"/>
              <a:ext cx="468475" cy="477200"/>
            </a:xfrm>
            <a:custGeom>
              <a:rect b="b" l="l" r="r" t="t"/>
              <a:pathLst>
                <a:path extrusionOk="0" h="19088" w="18739">
                  <a:moveTo>
                    <a:pt x="9361" y="1"/>
                  </a:moveTo>
                  <a:cubicBezTo>
                    <a:pt x="4201" y="1"/>
                    <a:pt x="0" y="4271"/>
                    <a:pt x="0" y="9588"/>
                  </a:cubicBezTo>
                  <a:cubicBezTo>
                    <a:pt x="0" y="14817"/>
                    <a:pt x="4201" y="19088"/>
                    <a:pt x="9361" y="19088"/>
                  </a:cubicBezTo>
                  <a:cubicBezTo>
                    <a:pt x="14521" y="19088"/>
                    <a:pt x="18739" y="14817"/>
                    <a:pt x="18739" y="9588"/>
                  </a:cubicBezTo>
                  <a:cubicBezTo>
                    <a:pt x="18739" y="4271"/>
                    <a:pt x="14521" y="1"/>
                    <a:pt x="936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7"/>
            <p:cNvSpPr/>
            <p:nvPr/>
          </p:nvSpPr>
          <p:spPr>
            <a:xfrm>
              <a:off x="6174338" y="1164925"/>
              <a:ext cx="237975" cy="477200"/>
            </a:xfrm>
            <a:custGeom>
              <a:rect b="b" l="l" r="r" t="t"/>
              <a:pathLst>
                <a:path extrusionOk="0" h="19088" w="9519">
                  <a:moveTo>
                    <a:pt x="9518" y="1"/>
                  </a:moveTo>
                  <a:lnTo>
                    <a:pt x="5806" y="646"/>
                  </a:lnTo>
                  <a:lnTo>
                    <a:pt x="2476" y="3121"/>
                  </a:lnTo>
                  <a:lnTo>
                    <a:pt x="297" y="7112"/>
                  </a:lnTo>
                  <a:lnTo>
                    <a:pt x="1" y="10808"/>
                  </a:lnTo>
                  <a:lnTo>
                    <a:pt x="1239" y="14451"/>
                  </a:lnTo>
                  <a:lnTo>
                    <a:pt x="4585" y="17867"/>
                  </a:lnTo>
                  <a:lnTo>
                    <a:pt x="7706" y="19088"/>
                  </a:lnTo>
                  <a:lnTo>
                    <a:pt x="9518" y="19088"/>
                  </a:lnTo>
                  <a:lnTo>
                    <a:pt x="9518" y="1221"/>
                  </a:lnTo>
                  <a:lnTo>
                    <a:pt x="95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7"/>
            <p:cNvSpPr/>
            <p:nvPr/>
          </p:nvSpPr>
          <p:spPr>
            <a:xfrm>
              <a:off x="6174338" y="1233775"/>
              <a:ext cx="145150" cy="339500"/>
            </a:xfrm>
            <a:custGeom>
              <a:rect b="b" l="l" r="r" t="t"/>
              <a:pathLst>
                <a:path extrusionOk="0" h="13580" w="5806">
                  <a:moveTo>
                    <a:pt x="2755" y="1"/>
                  </a:moveTo>
                  <a:lnTo>
                    <a:pt x="576" y="3051"/>
                  </a:lnTo>
                  <a:lnTo>
                    <a:pt x="1" y="6171"/>
                  </a:lnTo>
                  <a:lnTo>
                    <a:pt x="297" y="9588"/>
                  </a:lnTo>
                  <a:lnTo>
                    <a:pt x="1814" y="12638"/>
                  </a:lnTo>
                  <a:lnTo>
                    <a:pt x="2755" y="13580"/>
                  </a:lnTo>
                  <a:cubicBezTo>
                    <a:pt x="4585" y="12272"/>
                    <a:pt x="5806" y="9727"/>
                    <a:pt x="5806" y="6834"/>
                  </a:cubicBezTo>
                  <a:cubicBezTo>
                    <a:pt x="5806" y="3853"/>
                    <a:pt x="4585" y="1308"/>
                    <a:pt x="27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7"/>
            <p:cNvSpPr/>
            <p:nvPr/>
          </p:nvSpPr>
          <p:spPr>
            <a:xfrm>
              <a:off x="6504663" y="1233775"/>
              <a:ext cx="145575" cy="339500"/>
            </a:xfrm>
            <a:custGeom>
              <a:rect b="b" l="l" r="r" t="t"/>
              <a:pathLst>
                <a:path extrusionOk="0" h="13580" w="5823">
                  <a:moveTo>
                    <a:pt x="2772" y="1"/>
                  </a:moveTo>
                  <a:lnTo>
                    <a:pt x="593" y="3051"/>
                  </a:lnTo>
                  <a:lnTo>
                    <a:pt x="1" y="6171"/>
                  </a:lnTo>
                  <a:lnTo>
                    <a:pt x="297" y="9588"/>
                  </a:lnTo>
                  <a:lnTo>
                    <a:pt x="1831" y="12638"/>
                  </a:lnTo>
                  <a:lnTo>
                    <a:pt x="2772" y="13580"/>
                  </a:lnTo>
                  <a:cubicBezTo>
                    <a:pt x="4585" y="12272"/>
                    <a:pt x="5823" y="9727"/>
                    <a:pt x="5823" y="6834"/>
                  </a:cubicBezTo>
                  <a:cubicBezTo>
                    <a:pt x="5823" y="3853"/>
                    <a:pt x="4585" y="1308"/>
                    <a:pt x="2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7"/>
            <p:cNvSpPr/>
            <p:nvPr/>
          </p:nvSpPr>
          <p:spPr>
            <a:xfrm>
              <a:off x="6404888" y="1435100"/>
              <a:ext cx="16575" cy="190900"/>
            </a:xfrm>
            <a:custGeom>
              <a:rect b="b" l="l" r="r" t="t"/>
              <a:pathLst>
                <a:path extrusionOk="0" h="7636" w="663">
                  <a:moveTo>
                    <a:pt x="0" y="1"/>
                  </a:moveTo>
                  <a:lnTo>
                    <a:pt x="0" y="7636"/>
                  </a:lnTo>
                  <a:lnTo>
                    <a:pt x="662" y="7636"/>
                  </a:lnTo>
                  <a:lnTo>
                    <a:pt x="6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7"/>
            <p:cNvSpPr/>
            <p:nvPr/>
          </p:nvSpPr>
          <p:spPr>
            <a:xfrm>
              <a:off x="6404888" y="1181050"/>
              <a:ext cx="16575" cy="207025"/>
            </a:xfrm>
            <a:custGeom>
              <a:rect b="b" l="l" r="r" t="t"/>
              <a:pathLst>
                <a:path extrusionOk="0" h="8281" w="663">
                  <a:moveTo>
                    <a:pt x="0" y="1"/>
                  </a:moveTo>
                  <a:lnTo>
                    <a:pt x="0" y="8280"/>
                  </a:lnTo>
                  <a:lnTo>
                    <a:pt x="662" y="8280"/>
                  </a:lnTo>
                  <a:lnTo>
                    <a:pt x="6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7"/>
            <p:cNvSpPr/>
            <p:nvPr/>
          </p:nvSpPr>
          <p:spPr>
            <a:xfrm>
              <a:off x="6166938" y="1157525"/>
              <a:ext cx="492450" cy="492000"/>
            </a:xfrm>
            <a:custGeom>
              <a:rect b="b" l="l" r="r" t="t"/>
              <a:pathLst>
                <a:path extrusionOk="0" h="19680" w="19698">
                  <a:moveTo>
                    <a:pt x="16421" y="3347"/>
                  </a:moveTo>
                  <a:cubicBezTo>
                    <a:pt x="18164" y="5090"/>
                    <a:pt x="19105" y="7408"/>
                    <a:pt x="19105" y="9884"/>
                  </a:cubicBezTo>
                  <a:cubicBezTo>
                    <a:pt x="19105" y="12272"/>
                    <a:pt x="18164" y="14520"/>
                    <a:pt x="16491" y="16263"/>
                  </a:cubicBezTo>
                  <a:cubicBezTo>
                    <a:pt x="15689" y="15462"/>
                    <a:pt x="15114" y="14590"/>
                    <a:pt x="14608" y="13579"/>
                  </a:cubicBezTo>
                  <a:cubicBezTo>
                    <a:pt x="14172" y="12568"/>
                    <a:pt x="13946" y="11540"/>
                    <a:pt x="13876" y="10459"/>
                  </a:cubicBezTo>
                  <a:lnTo>
                    <a:pt x="18739" y="10459"/>
                  </a:lnTo>
                  <a:lnTo>
                    <a:pt x="18739" y="9884"/>
                  </a:lnTo>
                  <a:lnTo>
                    <a:pt x="13806" y="9884"/>
                  </a:lnTo>
                  <a:lnTo>
                    <a:pt x="13806" y="9797"/>
                  </a:lnTo>
                  <a:cubicBezTo>
                    <a:pt x="13806" y="8489"/>
                    <a:pt x="14102" y="7182"/>
                    <a:pt x="14608" y="6031"/>
                  </a:cubicBezTo>
                  <a:cubicBezTo>
                    <a:pt x="15114" y="5003"/>
                    <a:pt x="15689" y="4131"/>
                    <a:pt x="16421" y="3347"/>
                  </a:cubicBezTo>
                  <a:close/>
                  <a:moveTo>
                    <a:pt x="3208" y="3347"/>
                  </a:moveTo>
                  <a:cubicBezTo>
                    <a:pt x="4951" y="5090"/>
                    <a:pt x="5892" y="7408"/>
                    <a:pt x="5892" y="9797"/>
                  </a:cubicBezTo>
                  <a:lnTo>
                    <a:pt x="5892" y="9884"/>
                  </a:lnTo>
                  <a:lnTo>
                    <a:pt x="959" y="9884"/>
                  </a:lnTo>
                  <a:lnTo>
                    <a:pt x="959" y="10459"/>
                  </a:lnTo>
                  <a:lnTo>
                    <a:pt x="5823" y="10459"/>
                  </a:lnTo>
                  <a:cubicBezTo>
                    <a:pt x="5666" y="12638"/>
                    <a:pt x="4794" y="14747"/>
                    <a:pt x="3208" y="16333"/>
                  </a:cubicBezTo>
                  <a:cubicBezTo>
                    <a:pt x="1535" y="14590"/>
                    <a:pt x="593" y="12272"/>
                    <a:pt x="593" y="9884"/>
                  </a:cubicBezTo>
                  <a:cubicBezTo>
                    <a:pt x="593" y="7408"/>
                    <a:pt x="1535" y="5090"/>
                    <a:pt x="3208" y="3347"/>
                  </a:cubicBezTo>
                  <a:close/>
                  <a:moveTo>
                    <a:pt x="9814" y="576"/>
                  </a:moveTo>
                  <a:cubicBezTo>
                    <a:pt x="12133" y="576"/>
                    <a:pt x="14312" y="1447"/>
                    <a:pt x="15985" y="2911"/>
                  </a:cubicBezTo>
                  <a:cubicBezTo>
                    <a:pt x="15183" y="3783"/>
                    <a:pt x="14538" y="4724"/>
                    <a:pt x="14102" y="5805"/>
                  </a:cubicBezTo>
                  <a:cubicBezTo>
                    <a:pt x="13510" y="7042"/>
                    <a:pt x="13231" y="8419"/>
                    <a:pt x="13231" y="9797"/>
                  </a:cubicBezTo>
                  <a:lnTo>
                    <a:pt x="13231" y="9884"/>
                  </a:lnTo>
                  <a:lnTo>
                    <a:pt x="10756" y="9884"/>
                  </a:lnTo>
                  <a:lnTo>
                    <a:pt x="10756" y="10459"/>
                  </a:lnTo>
                  <a:lnTo>
                    <a:pt x="13231" y="10459"/>
                  </a:lnTo>
                  <a:cubicBezTo>
                    <a:pt x="13301" y="11627"/>
                    <a:pt x="13597" y="12777"/>
                    <a:pt x="14102" y="13806"/>
                  </a:cubicBezTo>
                  <a:cubicBezTo>
                    <a:pt x="14538" y="14886"/>
                    <a:pt x="15253" y="15828"/>
                    <a:pt x="16055" y="16699"/>
                  </a:cubicBezTo>
                  <a:cubicBezTo>
                    <a:pt x="14381" y="18233"/>
                    <a:pt x="12133" y="19105"/>
                    <a:pt x="9814" y="19105"/>
                  </a:cubicBezTo>
                  <a:cubicBezTo>
                    <a:pt x="7566" y="19105"/>
                    <a:pt x="5387" y="18233"/>
                    <a:pt x="3644" y="16699"/>
                  </a:cubicBezTo>
                  <a:cubicBezTo>
                    <a:pt x="5317" y="15026"/>
                    <a:pt x="6328" y="12847"/>
                    <a:pt x="6468" y="10459"/>
                  </a:cubicBezTo>
                  <a:lnTo>
                    <a:pt x="8943" y="10459"/>
                  </a:lnTo>
                  <a:lnTo>
                    <a:pt x="8943" y="9884"/>
                  </a:lnTo>
                  <a:lnTo>
                    <a:pt x="6468" y="9884"/>
                  </a:lnTo>
                  <a:lnTo>
                    <a:pt x="6468" y="9797"/>
                  </a:lnTo>
                  <a:cubicBezTo>
                    <a:pt x="6468" y="7269"/>
                    <a:pt x="5457" y="4794"/>
                    <a:pt x="3713" y="2981"/>
                  </a:cubicBezTo>
                  <a:cubicBezTo>
                    <a:pt x="5387" y="1447"/>
                    <a:pt x="7566" y="576"/>
                    <a:pt x="9814" y="576"/>
                  </a:cubicBezTo>
                  <a:close/>
                  <a:moveTo>
                    <a:pt x="9814" y="0"/>
                  </a:moveTo>
                  <a:cubicBezTo>
                    <a:pt x="7200" y="0"/>
                    <a:pt x="4725" y="1011"/>
                    <a:pt x="2842" y="2911"/>
                  </a:cubicBezTo>
                  <a:cubicBezTo>
                    <a:pt x="1029" y="4724"/>
                    <a:pt x="1" y="7182"/>
                    <a:pt x="1" y="9884"/>
                  </a:cubicBezTo>
                  <a:cubicBezTo>
                    <a:pt x="1" y="12498"/>
                    <a:pt x="1029" y="14956"/>
                    <a:pt x="2842" y="16856"/>
                  </a:cubicBezTo>
                  <a:cubicBezTo>
                    <a:pt x="4725" y="18669"/>
                    <a:pt x="7200" y="19680"/>
                    <a:pt x="9814" y="19680"/>
                  </a:cubicBezTo>
                  <a:cubicBezTo>
                    <a:pt x="12499" y="19680"/>
                    <a:pt x="14974" y="18669"/>
                    <a:pt x="16787" y="16856"/>
                  </a:cubicBezTo>
                  <a:cubicBezTo>
                    <a:pt x="18669" y="14956"/>
                    <a:pt x="19698" y="12498"/>
                    <a:pt x="19698" y="9884"/>
                  </a:cubicBezTo>
                  <a:cubicBezTo>
                    <a:pt x="19698" y="7182"/>
                    <a:pt x="18669" y="4724"/>
                    <a:pt x="16787" y="2911"/>
                  </a:cubicBezTo>
                  <a:cubicBezTo>
                    <a:pt x="14974" y="1011"/>
                    <a:pt x="12499" y="0"/>
                    <a:pt x="98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7"/>
            <p:cNvSpPr/>
            <p:nvPr/>
          </p:nvSpPr>
          <p:spPr>
            <a:xfrm>
              <a:off x="6404888" y="1404600"/>
              <a:ext cx="16575" cy="14400"/>
            </a:xfrm>
            <a:custGeom>
              <a:rect b="b" l="l" r="r" t="t"/>
              <a:pathLst>
                <a:path extrusionOk="0" h="576" w="663">
                  <a:moveTo>
                    <a:pt x="0" y="1"/>
                  </a:moveTo>
                  <a:lnTo>
                    <a:pt x="0" y="576"/>
                  </a:lnTo>
                  <a:lnTo>
                    <a:pt x="662" y="576"/>
                  </a:lnTo>
                  <a:lnTo>
                    <a:pt x="6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 name="Google Shape;892;p37"/>
          <p:cNvGrpSpPr/>
          <p:nvPr/>
        </p:nvGrpSpPr>
        <p:grpSpPr>
          <a:xfrm>
            <a:off x="4932846" y="3347676"/>
            <a:ext cx="451804" cy="688357"/>
            <a:chOff x="6987963" y="1157525"/>
            <a:chExt cx="322925" cy="492000"/>
          </a:xfrm>
        </p:grpSpPr>
        <p:sp>
          <p:nvSpPr>
            <p:cNvPr id="893" name="Google Shape;893;p37"/>
            <p:cNvSpPr/>
            <p:nvPr/>
          </p:nvSpPr>
          <p:spPr>
            <a:xfrm>
              <a:off x="7134813" y="1611600"/>
              <a:ext cx="30950" cy="30525"/>
            </a:xfrm>
            <a:custGeom>
              <a:rect b="b" l="l" r="r" t="t"/>
              <a:pathLst>
                <a:path extrusionOk="0" h="1221" w="1238">
                  <a:moveTo>
                    <a:pt x="593" y="0"/>
                  </a:moveTo>
                  <a:cubicBezTo>
                    <a:pt x="227" y="0"/>
                    <a:pt x="0" y="279"/>
                    <a:pt x="0" y="645"/>
                  </a:cubicBezTo>
                  <a:cubicBezTo>
                    <a:pt x="0" y="942"/>
                    <a:pt x="227" y="1221"/>
                    <a:pt x="593" y="1221"/>
                  </a:cubicBezTo>
                  <a:cubicBezTo>
                    <a:pt x="942" y="1221"/>
                    <a:pt x="1238" y="942"/>
                    <a:pt x="1238" y="645"/>
                  </a:cubicBezTo>
                  <a:cubicBezTo>
                    <a:pt x="1238" y="279"/>
                    <a:pt x="942" y="0"/>
                    <a:pt x="593" y="0"/>
                  </a:cubicBezTo>
                  <a:close/>
                </a:path>
              </a:pathLst>
            </a:custGeom>
            <a:solidFill>
              <a:srgbClr val="A4C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7"/>
            <p:cNvSpPr/>
            <p:nvPr/>
          </p:nvSpPr>
          <p:spPr>
            <a:xfrm>
              <a:off x="7025863" y="1199350"/>
              <a:ext cx="247125" cy="342975"/>
            </a:xfrm>
            <a:custGeom>
              <a:rect b="b" l="l" r="r" t="t"/>
              <a:pathLst>
                <a:path extrusionOk="0" h="13719" w="9885">
                  <a:moveTo>
                    <a:pt x="4289" y="1"/>
                  </a:moveTo>
                  <a:cubicBezTo>
                    <a:pt x="1970" y="1"/>
                    <a:pt x="1" y="2023"/>
                    <a:pt x="1" y="4358"/>
                  </a:cubicBezTo>
                  <a:lnTo>
                    <a:pt x="1" y="13719"/>
                  </a:lnTo>
                  <a:lnTo>
                    <a:pt x="9884" y="13719"/>
                  </a:lnTo>
                  <a:lnTo>
                    <a:pt x="9884" y="4358"/>
                  </a:lnTo>
                  <a:cubicBezTo>
                    <a:pt x="9884" y="2023"/>
                    <a:pt x="7914" y="1"/>
                    <a:pt x="55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7"/>
            <p:cNvSpPr/>
            <p:nvPr/>
          </p:nvSpPr>
          <p:spPr>
            <a:xfrm>
              <a:off x="7205838" y="1212000"/>
              <a:ext cx="67150" cy="330325"/>
            </a:xfrm>
            <a:custGeom>
              <a:rect b="b" l="l" r="r" t="t"/>
              <a:pathLst>
                <a:path extrusionOk="0" h="13213" w="2686">
                  <a:moveTo>
                    <a:pt x="1" y="0"/>
                  </a:moveTo>
                  <a:lnTo>
                    <a:pt x="210" y="13213"/>
                  </a:lnTo>
                  <a:lnTo>
                    <a:pt x="2685" y="13213"/>
                  </a:lnTo>
                  <a:lnTo>
                    <a:pt x="2685" y="4428"/>
                  </a:lnTo>
                  <a:cubicBezTo>
                    <a:pt x="2685" y="2615"/>
                    <a:pt x="1587" y="8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7"/>
            <p:cNvSpPr/>
            <p:nvPr/>
          </p:nvSpPr>
          <p:spPr>
            <a:xfrm>
              <a:off x="6994913" y="1542300"/>
              <a:ext cx="309000" cy="30975"/>
            </a:xfrm>
            <a:custGeom>
              <a:rect b="b" l="l" r="r" t="t"/>
              <a:pathLst>
                <a:path extrusionOk="0" h="1239" w="12360">
                  <a:moveTo>
                    <a:pt x="1" y="1"/>
                  </a:moveTo>
                  <a:lnTo>
                    <a:pt x="1" y="1239"/>
                  </a:lnTo>
                  <a:lnTo>
                    <a:pt x="12360" y="1239"/>
                  </a:lnTo>
                  <a:lnTo>
                    <a:pt x="123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7"/>
            <p:cNvSpPr/>
            <p:nvPr/>
          </p:nvSpPr>
          <p:spPr>
            <a:xfrm>
              <a:off x="7196688" y="1542300"/>
              <a:ext cx="107225" cy="30975"/>
            </a:xfrm>
            <a:custGeom>
              <a:rect b="b" l="l" r="r" t="t"/>
              <a:pathLst>
                <a:path extrusionOk="0" h="1239" w="4289">
                  <a:moveTo>
                    <a:pt x="1" y="1"/>
                  </a:moveTo>
                  <a:lnTo>
                    <a:pt x="1" y="1239"/>
                  </a:lnTo>
                  <a:lnTo>
                    <a:pt x="4289" y="1239"/>
                  </a:lnTo>
                  <a:lnTo>
                    <a:pt x="42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7"/>
            <p:cNvSpPr/>
            <p:nvPr/>
          </p:nvSpPr>
          <p:spPr>
            <a:xfrm>
              <a:off x="7125663" y="1587625"/>
              <a:ext cx="47525" cy="61900"/>
            </a:xfrm>
            <a:custGeom>
              <a:rect b="b" l="l" r="r" t="t"/>
              <a:pathLst>
                <a:path extrusionOk="0" h="2476" w="1901">
                  <a:moveTo>
                    <a:pt x="959" y="1238"/>
                  </a:moveTo>
                  <a:cubicBezTo>
                    <a:pt x="1168" y="1238"/>
                    <a:pt x="1238" y="1395"/>
                    <a:pt x="1238" y="1604"/>
                  </a:cubicBezTo>
                  <a:cubicBezTo>
                    <a:pt x="1238" y="1744"/>
                    <a:pt x="1168" y="1901"/>
                    <a:pt x="959" y="1901"/>
                  </a:cubicBezTo>
                  <a:cubicBezTo>
                    <a:pt x="802" y="1901"/>
                    <a:pt x="663" y="1744"/>
                    <a:pt x="663" y="1604"/>
                  </a:cubicBezTo>
                  <a:cubicBezTo>
                    <a:pt x="663" y="1395"/>
                    <a:pt x="802" y="1238"/>
                    <a:pt x="959" y="1238"/>
                  </a:cubicBezTo>
                  <a:close/>
                  <a:moveTo>
                    <a:pt x="663" y="1"/>
                  </a:moveTo>
                  <a:lnTo>
                    <a:pt x="663" y="733"/>
                  </a:lnTo>
                  <a:cubicBezTo>
                    <a:pt x="297" y="803"/>
                    <a:pt x="0" y="1169"/>
                    <a:pt x="0" y="1604"/>
                  </a:cubicBezTo>
                  <a:cubicBezTo>
                    <a:pt x="0" y="2110"/>
                    <a:pt x="436" y="2476"/>
                    <a:pt x="959" y="2476"/>
                  </a:cubicBezTo>
                  <a:cubicBezTo>
                    <a:pt x="1465" y="2476"/>
                    <a:pt x="1900" y="2110"/>
                    <a:pt x="1900" y="1604"/>
                  </a:cubicBezTo>
                  <a:cubicBezTo>
                    <a:pt x="1900" y="1169"/>
                    <a:pt x="1604" y="803"/>
                    <a:pt x="1238" y="733"/>
                  </a:cubicBezTo>
                  <a:lnTo>
                    <a:pt x="1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7"/>
            <p:cNvSpPr/>
            <p:nvPr/>
          </p:nvSpPr>
          <p:spPr>
            <a:xfrm>
              <a:off x="6987963" y="1157525"/>
              <a:ext cx="322925" cy="423150"/>
            </a:xfrm>
            <a:custGeom>
              <a:rect b="b" l="l" r="r" t="t"/>
              <a:pathLst>
                <a:path extrusionOk="0" h="16926" w="12917">
                  <a:moveTo>
                    <a:pt x="6467" y="1813"/>
                  </a:moveTo>
                  <a:cubicBezTo>
                    <a:pt x="8995" y="1813"/>
                    <a:pt x="11104" y="3922"/>
                    <a:pt x="11104" y="6467"/>
                  </a:cubicBezTo>
                  <a:lnTo>
                    <a:pt x="11104" y="14154"/>
                  </a:lnTo>
                  <a:cubicBezTo>
                    <a:pt x="11104" y="14520"/>
                    <a:pt x="11173" y="14817"/>
                    <a:pt x="11400" y="15113"/>
                  </a:cubicBezTo>
                  <a:lnTo>
                    <a:pt x="1517" y="15113"/>
                  </a:lnTo>
                  <a:cubicBezTo>
                    <a:pt x="1743" y="14817"/>
                    <a:pt x="1883" y="14520"/>
                    <a:pt x="1883" y="14154"/>
                  </a:cubicBezTo>
                  <a:lnTo>
                    <a:pt x="1883" y="6467"/>
                  </a:lnTo>
                  <a:cubicBezTo>
                    <a:pt x="1883" y="3922"/>
                    <a:pt x="3922" y="1813"/>
                    <a:pt x="6467" y="1813"/>
                  </a:cubicBezTo>
                  <a:close/>
                  <a:moveTo>
                    <a:pt x="12341" y="15688"/>
                  </a:moveTo>
                  <a:lnTo>
                    <a:pt x="12341" y="16333"/>
                  </a:lnTo>
                  <a:lnTo>
                    <a:pt x="645" y="16333"/>
                  </a:lnTo>
                  <a:lnTo>
                    <a:pt x="645" y="15688"/>
                  </a:lnTo>
                  <a:close/>
                  <a:moveTo>
                    <a:pt x="6171" y="0"/>
                  </a:moveTo>
                  <a:lnTo>
                    <a:pt x="6171" y="1238"/>
                  </a:lnTo>
                  <a:cubicBezTo>
                    <a:pt x="3417" y="1377"/>
                    <a:pt x="1238" y="3696"/>
                    <a:pt x="1238" y="6467"/>
                  </a:cubicBezTo>
                  <a:lnTo>
                    <a:pt x="1238" y="14154"/>
                  </a:lnTo>
                  <a:cubicBezTo>
                    <a:pt x="1238" y="14677"/>
                    <a:pt x="802" y="15113"/>
                    <a:pt x="279" y="15113"/>
                  </a:cubicBezTo>
                  <a:lnTo>
                    <a:pt x="0" y="15113"/>
                  </a:lnTo>
                  <a:lnTo>
                    <a:pt x="0" y="16926"/>
                  </a:lnTo>
                  <a:lnTo>
                    <a:pt x="12917" y="16926"/>
                  </a:lnTo>
                  <a:lnTo>
                    <a:pt x="12917" y="15113"/>
                  </a:lnTo>
                  <a:lnTo>
                    <a:pt x="12638" y="15113"/>
                  </a:lnTo>
                  <a:cubicBezTo>
                    <a:pt x="12132" y="15113"/>
                    <a:pt x="11696" y="14677"/>
                    <a:pt x="11696" y="14154"/>
                  </a:cubicBezTo>
                  <a:lnTo>
                    <a:pt x="11696" y="6467"/>
                  </a:lnTo>
                  <a:cubicBezTo>
                    <a:pt x="11696" y="3696"/>
                    <a:pt x="9518" y="1377"/>
                    <a:pt x="6746" y="1238"/>
                  </a:cubicBezTo>
                  <a:lnTo>
                    <a:pt x="674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7"/>
            <p:cNvSpPr/>
            <p:nvPr/>
          </p:nvSpPr>
          <p:spPr>
            <a:xfrm>
              <a:off x="7049388" y="1219400"/>
              <a:ext cx="100275" cy="99825"/>
            </a:xfrm>
            <a:custGeom>
              <a:rect b="b" l="l" r="r" t="t"/>
              <a:pathLst>
                <a:path extrusionOk="0" h="3993" w="4011">
                  <a:moveTo>
                    <a:pt x="4010" y="0"/>
                  </a:moveTo>
                  <a:cubicBezTo>
                    <a:pt x="1831" y="0"/>
                    <a:pt x="1" y="1813"/>
                    <a:pt x="1" y="3992"/>
                  </a:cubicBezTo>
                  <a:lnTo>
                    <a:pt x="594" y="3992"/>
                  </a:lnTo>
                  <a:cubicBezTo>
                    <a:pt x="594" y="2092"/>
                    <a:pt x="2110" y="576"/>
                    <a:pt x="4010" y="576"/>
                  </a:cubicBezTo>
                  <a:lnTo>
                    <a:pt x="401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7"/>
            <p:cNvSpPr/>
            <p:nvPr/>
          </p:nvSpPr>
          <p:spPr>
            <a:xfrm>
              <a:off x="7049388" y="1333575"/>
              <a:ext cx="14850" cy="40125"/>
            </a:xfrm>
            <a:custGeom>
              <a:rect b="b" l="l" r="r" t="t"/>
              <a:pathLst>
                <a:path extrusionOk="0" h="1605" w="594">
                  <a:moveTo>
                    <a:pt x="1" y="0"/>
                  </a:moveTo>
                  <a:lnTo>
                    <a:pt x="1" y="1604"/>
                  </a:lnTo>
                  <a:lnTo>
                    <a:pt x="594" y="1604"/>
                  </a:lnTo>
                  <a:lnTo>
                    <a:pt x="5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 name="Shape 905"/>
        <p:cNvGrpSpPr/>
        <p:nvPr/>
      </p:nvGrpSpPr>
      <p:grpSpPr>
        <a:xfrm>
          <a:off x="0" y="0"/>
          <a:ext cx="0" cy="0"/>
          <a:chOff x="0" y="0"/>
          <a:chExt cx="0" cy="0"/>
        </a:xfrm>
      </p:grpSpPr>
      <p:sp>
        <p:nvSpPr>
          <p:cNvPr id="906" name="Google Shape;906;p38"/>
          <p:cNvSpPr/>
          <p:nvPr/>
        </p:nvSpPr>
        <p:spPr>
          <a:xfrm flipH="1">
            <a:off x="4133865" y="818464"/>
            <a:ext cx="4044600" cy="3120300"/>
          </a:xfrm>
          <a:prstGeom prst="roundRect">
            <a:avLst>
              <a:gd fmla="val 3396" name="adj"/>
            </a:avLst>
          </a:prstGeom>
          <a:solidFill>
            <a:schemeClr val="accent1"/>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 name="Google Shape;907;p38"/>
          <p:cNvGrpSpPr/>
          <p:nvPr/>
        </p:nvGrpSpPr>
        <p:grpSpPr>
          <a:xfrm>
            <a:off x="4294633" y="978375"/>
            <a:ext cx="3728100" cy="2800500"/>
            <a:chOff x="4863138" y="978375"/>
            <a:chExt cx="3728100" cy="2800500"/>
          </a:xfrm>
        </p:grpSpPr>
        <p:pic>
          <p:nvPicPr>
            <p:cNvPr id="908" name="Google Shape;908;p38"/>
            <p:cNvPicPr preferRelativeResize="0"/>
            <p:nvPr/>
          </p:nvPicPr>
          <p:blipFill rotWithShape="1">
            <a:blip r:embed="rId3">
              <a:alphaModFix/>
            </a:blip>
            <a:srcRect b="0" l="4340" r="6905" t="0"/>
            <a:stretch/>
          </p:blipFill>
          <p:spPr>
            <a:xfrm>
              <a:off x="4863138" y="978375"/>
              <a:ext cx="3728100" cy="2800500"/>
            </a:xfrm>
            <a:prstGeom prst="roundRect">
              <a:avLst>
                <a:gd fmla="val 5249" name="adj"/>
              </a:avLst>
            </a:prstGeom>
            <a:noFill/>
            <a:ln cap="flat" cmpd="sng" w="28575">
              <a:solidFill>
                <a:schemeClr val="accent5"/>
              </a:solidFill>
              <a:prstDash val="solid"/>
              <a:round/>
              <a:headEnd len="sm" w="sm" type="none"/>
              <a:tailEnd len="sm" w="sm" type="none"/>
            </a:ln>
          </p:spPr>
        </p:pic>
        <p:pic>
          <p:nvPicPr>
            <p:cNvPr id="909" name="Google Shape;909;p38"/>
            <p:cNvPicPr preferRelativeResize="0"/>
            <p:nvPr/>
          </p:nvPicPr>
          <p:blipFill rotWithShape="1">
            <a:blip r:embed="rId4">
              <a:alphaModFix amt="47000"/>
            </a:blip>
            <a:srcRect b="0" l="4340" r="6905" t="0"/>
            <a:stretch/>
          </p:blipFill>
          <p:spPr>
            <a:xfrm>
              <a:off x="4863138" y="978375"/>
              <a:ext cx="3728100" cy="2800500"/>
            </a:xfrm>
            <a:prstGeom prst="roundRect">
              <a:avLst>
                <a:gd fmla="val 4568" name="adj"/>
              </a:avLst>
            </a:prstGeom>
            <a:noFill/>
            <a:ln cap="flat" cmpd="sng" w="28575">
              <a:solidFill>
                <a:schemeClr val="accent5"/>
              </a:solidFill>
              <a:prstDash val="solid"/>
              <a:round/>
              <a:headEnd len="sm" w="sm" type="none"/>
              <a:tailEnd len="sm" w="sm" type="none"/>
            </a:ln>
          </p:spPr>
        </p:pic>
      </p:grpSp>
      <p:sp>
        <p:nvSpPr>
          <p:cNvPr id="910" name="Google Shape;910;p38"/>
          <p:cNvSpPr txBox="1"/>
          <p:nvPr>
            <p:ph idx="1" type="subTitle"/>
          </p:nvPr>
        </p:nvSpPr>
        <p:spPr>
          <a:xfrm>
            <a:off x="949500" y="2215050"/>
            <a:ext cx="2907600" cy="1133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 cold place. It’s full of iron oxide dust, which gives the planet its reddish cast</a:t>
            </a:r>
            <a:endParaRPr/>
          </a:p>
        </p:txBody>
      </p:sp>
      <p:sp>
        <p:nvSpPr>
          <p:cNvPr id="911" name="Google Shape;911;p38"/>
          <p:cNvSpPr txBox="1"/>
          <p:nvPr>
            <p:ph type="title"/>
          </p:nvPr>
        </p:nvSpPr>
        <p:spPr>
          <a:xfrm>
            <a:off x="992071" y="1521350"/>
            <a:ext cx="2649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DEMO</a:t>
            </a:r>
            <a:endParaRPr/>
          </a:p>
        </p:txBody>
      </p:sp>
      <p:sp>
        <p:nvSpPr>
          <p:cNvPr id="912" name="Google Shape;912;p38"/>
          <p:cNvSpPr txBox="1"/>
          <p:nvPr>
            <p:ph idx="4294967295" type="subTitle"/>
          </p:nvPr>
        </p:nvSpPr>
        <p:spPr>
          <a:xfrm>
            <a:off x="4087558" y="4041626"/>
            <a:ext cx="4060800" cy="6156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200"/>
              <a:t>You can add your own multimedia content here. Delete this image and insert the video in its place</a:t>
            </a:r>
            <a:endParaRPr sz="1200"/>
          </a:p>
        </p:txBody>
      </p:sp>
      <p:sp>
        <p:nvSpPr>
          <p:cNvPr id="913" name="Google Shape;913;p38"/>
          <p:cNvSpPr/>
          <p:nvPr/>
        </p:nvSpPr>
        <p:spPr>
          <a:xfrm flipH="1">
            <a:off x="4682033" y="830185"/>
            <a:ext cx="1490739" cy="942371"/>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8"/>
          <p:cNvSpPr/>
          <p:nvPr/>
        </p:nvSpPr>
        <p:spPr>
          <a:xfrm flipH="1">
            <a:off x="5534836" y="835059"/>
            <a:ext cx="1165141" cy="736588"/>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8"/>
          <p:cNvSpPr/>
          <p:nvPr/>
        </p:nvSpPr>
        <p:spPr>
          <a:xfrm flipH="1">
            <a:off x="4146066" y="1808607"/>
            <a:ext cx="934551" cy="747799"/>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8"/>
          <p:cNvSpPr/>
          <p:nvPr/>
        </p:nvSpPr>
        <p:spPr>
          <a:xfrm flipH="1">
            <a:off x="6114446" y="2999418"/>
            <a:ext cx="1443743" cy="924910"/>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8"/>
          <p:cNvSpPr/>
          <p:nvPr/>
        </p:nvSpPr>
        <p:spPr>
          <a:xfrm flipH="1" rot="10800000">
            <a:off x="7192921" y="2861087"/>
            <a:ext cx="975390" cy="78033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FFFFFF">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8"/>
          <p:cNvSpPr/>
          <p:nvPr/>
        </p:nvSpPr>
        <p:spPr>
          <a:xfrm>
            <a:off x="5828097" y="3348738"/>
            <a:ext cx="65005" cy="62549"/>
          </a:xfrm>
          <a:custGeom>
            <a:rect b="b" l="l" r="r" t="t"/>
            <a:pathLst>
              <a:path extrusionOk="0" h="3998" w="4155">
                <a:moveTo>
                  <a:pt x="2156" y="1"/>
                </a:moveTo>
                <a:cubicBezTo>
                  <a:pt x="1348" y="1"/>
                  <a:pt x="619" y="488"/>
                  <a:pt x="308" y="1234"/>
                </a:cubicBezTo>
                <a:cubicBezTo>
                  <a:pt x="0" y="1982"/>
                  <a:pt x="171" y="2841"/>
                  <a:pt x="744" y="3411"/>
                </a:cubicBezTo>
                <a:cubicBezTo>
                  <a:pt x="1127" y="3794"/>
                  <a:pt x="1637" y="3997"/>
                  <a:pt x="2157" y="3997"/>
                </a:cubicBezTo>
                <a:cubicBezTo>
                  <a:pt x="2414" y="3997"/>
                  <a:pt x="2674" y="3947"/>
                  <a:pt x="2921" y="3844"/>
                </a:cubicBezTo>
                <a:cubicBezTo>
                  <a:pt x="3667" y="3533"/>
                  <a:pt x="4154" y="2804"/>
                  <a:pt x="4154" y="1997"/>
                </a:cubicBezTo>
                <a:cubicBezTo>
                  <a:pt x="4154" y="894"/>
                  <a:pt x="3259" y="1"/>
                  <a:pt x="21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 name="Google Shape;919;p38"/>
          <p:cNvGrpSpPr/>
          <p:nvPr/>
        </p:nvGrpSpPr>
        <p:grpSpPr>
          <a:xfrm>
            <a:off x="4531220" y="2004870"/>
            <a:ext cx="3254927" cy="1600603"/>
            <a:chOff x="4566325" y="2004870"/>
            <a:chExt cx="3254927" cy="1600603"/>
          </a:xfrm>
        </p:grpSpPr>
        <p:sp>
          <p:nvSpPr>
            <p:cNvPr id="920" name="Google Shape;920;p38"/>
            <p:cNvSpPr/>
            <p:nvPr/>
          </p:nvSpPr>
          <p:spPr>
            <a:xfrm>
              <a:off x="4566325" y="3371439"/>
              <a:ext cx="3254927" cy="18164"/>
            </a:xfrm>
            <a:custGeom>
              <a:rect b="b" l="l" r="r" t="t"/>
              <a:pathLst>
                <a:path extrusionOk="0" h="1161" w="208049">
                  <a:moveTo>
                    <a:pt x="1" y="0"/>
                  </a:moveTo>
                  <a:lnTo>
                    <a:pt x="1" y="1160"/>
                  </a:lnTo>
                  <a:lnTo>
                    <a:pt x="208049" y="1160"/>
                  </a:lnTo>
                  <a:lnTo>
                    <a:pt x="2080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8"/>
            <p:cNvSpPr/>
            <p:nvPr/>
          </p:nvSpPr>
          <p:spPr>
            <a:xfrm>
              <a:off x="4566325" y="3371439"/>
              <a:ext cx="1329309" cy="18164"/>
            </a:xfrm>
            <a:custGeom>
              <a:rect b="b" l="l" r="r" t="t"/>
              <a:pathLst>
                <a:path extrusionOk="0" h="1161" w="84967">
                  <a:moveTo>
                    <a:pt x="1" y="0"/>
                  </a:moveTo>
                  <a:lnTo>
                    <a:pt x="1" y="1160"/>
                  </a:lnTo>
                  <a:lnTo>
                    <a:pt x="84966" y="1160"/>
                  </a:lnTo>
                  <a:lnTo>
                    <a:pt x="8496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 name="Google Shape;922;p38"/>
            <p:cNvGrpSpPr/>
            <p:nvPr/>
          </p:nvGrpSpPr>
          <p:grpSpPr>
            <a:xfrm>
              <a:off x="4665546" y="3451322"/>
              <a:ext cx="3107754" cy="154150"/>
              <a:chOff x="4665546" y="3603722"/>
              <a:chExt cx="3107754" cy="154150"/>
            </a:xfrm>
          </p:grpSpPr>
          <p:sp>
            <p:nvSpPr>
              <p:cNvPr id="923" name="Google Shape;923;p38"/>
              <p:cNvSpPr/>
              <p:nvPr/>
            </p:nvSpPr>
            <p:spPr>
              <a:xfrm>
                <a:off x="5189841" y="3624765"/>
                <a:ext cx="86220" cy="121280"/>
              </a:xfrm>
              <a:custGeom>
                <a:rect b="b" l="l" r="r" t="t"/>
                <a:pathLst>
                  <a:path extrusionOk="0" h="7752" w="5511">
                    <a:moveTo>
                      <a:pt x="1" y="1"/>
                    </a:moveTo>
                    <a:lnTo>
                      <a:pt x="1" y="7752"/>
                    </a:lnTo>
                    <a:lnTo>
                      <a:pt x="5510" y="3876"/>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8"/>
              <p:cNvSpPr/>
              <p:nvPr/>
            </p:nvSpPr>
            <p:spPr>
              <a:xfrm>
                <a:off x="5290970" y="3624765"/>
                <a:ext cx="20229" cy="121280"/>
              </a:xfrm>
              <a:custGeom>
                <a:rect b="b" l="l" r="r" t="t"/>
                <a:pathLst>
                  <a:path extrusionOk="0" h="7752" w="1293">
                    <a:moveTo>
                      <a:pt x="1" y="1"/>
                    </a:moveTo>
                    <a:lnTo>
                      <a:pt x="1" y="7752"/>
                    </a:lnTo>
                    <a:lnTo>
                      <a:pt x="1292" y="7752"/>
                    </a:lnTo>
                    <a:lnTo>
                      <a:pt x="12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8"/>
              <p:cNvSpPr/>
              <p:nvPr/>
            </p:nvSpPr>
            <p:spPr>
              <a:xfrm>
                <a:off x="4945262" y="3624765"/>
                <a:ext cx="86220" cy="121280"/>
              </a:xfrm>
              <a:custGeom>
                <a:rect b="b" l="l" r="r" t="t"/>
                <a:pathLst>
                  <a:path extrusionOk="0" h="7752" w="5511">
                    <a:moveTo>
                      <a:pt x="1" y="1"/>
                    </a:moveTo>
                    <a:lnTo>
                      <a:pt x="1" y="7752"/>
                    </a:lnTo>
                    <a:lnTo>
                      <a:pt x="5510" y="3876"/>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8"/>
              <p:cNvSpPr/>
              <p:nvPr/>
            </p:nvSpPr>
            <p:spPr>
              <a:xfrm>
                <a:off x="4700684" y="3624765"/>
                <a:ext cx="86204" cy="121280"/>
              </a:xfrm>
              <a:custGeom>
                <a:rect b="b" l="l" r="r" t="t"/>
                <a:pathLst>
                  <a:path extrusionOk="0" h="7752" w="5510">
                    <a:moveTo>
                      <a:pt x="5510" y="1"/>
                    </a:moveTo>
                    <a:lnTo>
                      <a:pt x="0" y="3876"/>
                    </a:lnTo>
                    <a:lnTo>
                      <a:pt x="5510" y="7752"/>
                    </a:lnTo>
                    <a:lnTo>
                      <a:pt x="55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8"/>
              <p:cNvSpPr/>
              <p:nvPr/>
            </p:nvSpPr>
            <p:spPr>
              <a:xfrm>
                <a:off x="4665546" y="3624765"/>
                <a:ext cx="20182" cy="121280"/>
              </a:xfrm>
              <a:custGeom>
                <a:rect b="b" l="l" r="r" t="t"/>
                <a:pathLst>
                  <a:path extrusionOk="0" h="7752" w="1290">
                    <a:moveTo>
                      <a:pt x="0" y="1"/>
                    </a:moveTo>
                    <a:lnTo>
                      <a:pt x="0" y="7752"/>
                    </a:lnTo>
                    <a:lnTo>
                      <a:pt x="1290" y="7752"/>
                    </a:lnTo>
                    <a:lnTo>
                      <a:pt x="12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8"/>
              <p:cNvSpPr/>
              <p:nvPr/>
            </p:nvSpPr>
            <p:spPr>
              <a:xfrm>
                <a:off x="7072451" y="3603722"/>
                <a:ext cx="157592" cy="154150"/>
              </a:xfrm>
              <a:custGeom>
                <a:rect b="b" l="l" r="r" t="t"/>
                <a:pathLst>
                  <a:path extrusionOk="0" h="9853" w="10073">
                    <a:moveTo>
                      <a:pt x="5038" y="3347"/>
                    </a:moveTo>
                    <a:cubicBezTo>
                      <a:pt x="5926" y="3347"/>
                      <a:pt x="6650" y="4057"/>
                      <a:pt x="6650" y="4923"/>
                    </a:cubicBezTo>
                    <a:cubicBezTo>
                      <a:pt x="6650" y="5794"/>
                      <a:pt x="5926" y="6503"/>
                      <a:pt x="5038" y="6503"/>
                    </a:cubicBezTo>
                    <a:cubicBezTo>
                      <a:pt x="4147" y="6503"/>
                      <a:pt x="3423" y="5794"/>
                      <a:pt x="3423" y="4923"/>
                    </a:cubicBezTo>
                    <a:cubicBezTo>
                      <a:pt x="3423" y="4054"/>
                      <a:pt x="4147" y="3347"/>
                      <a:pt x="5038" y="3347"/>
                    </a:cubicBezTo>
                    <a:close/>
                    <a:moveTo>
                      <a:pt x="4460" y="0"/>
                    </a:moveTo>
                    <a:cubicBezTo>
                      <a:pt x="4384" y="0"/>
                      <a:pt x="3880" y="1356"/>
                      <a:pt x="3880" y="1356"/>
                    </a:cubicBezTo>
                    <a:lnTo>
                      <a:pt x="3264" y="1603"/>
                    </a:lnTo>
                    <a:cubicBezTo>
                      <a:pt x="3264" y="1603"/>
                      <a:pt x="2015" y="1074"/>
                      <a:pt x="1863" y="1074"/>
                    </a:cubicBezTo>
                    <a:cubicBezTo>
                      <a:pt x="1857" y="1074"/>
                      <a:pt x="1852" y="1075"/>
                      <a:pt x="1850" y="1077"/>
                    </a:cubicBezTo>
                    <a:lnTo>
                      <a:pt x="1069" y="1840"/>
                    </a:lnTo>
                    <a:cubicBezTo>
                      <a:pt x="1013" y="1894"/>
                      <a:pt x="1637" y="3200"/>
                      <a:pt x="1637" y="3200"/>
                    </a:cubicBezTo>
                    <a:lnTo>
                      <a:pt x="1382" y="3802"/>
                    </a:lnTo>
                    <a:cubicBezTo>
                      <a:pt x="1382" y="3802"/>
                      <a:pt x="0" y="4336"/>
                      <a:pt x="0" y="4407"/>
                    </a:cubicBezTo>
                    <a:lnTo>
                      <a:pt x="0" y="5488"/>
                    </a:lnTo>
                    <a:cubicBezTo>
                      <a:pt x="0" y="5564"/>
                      <a:pt x="1385" y="6056"/>
                      <a:pt x="1385" y="6056"/>
                    </a:cubicBezTo>
                    <a:lnTo>
                      <a:pt x="1639" y="6657"/>
                    </a:lnTo>
                    <a:cubicBezTo>
                      <a:pt x="1639" y="6657"/>
                      <a:pt x="1050" y="7991"/>
                      <a:pt x="1101" y="8042"/>
                    </a:cubicBezTo>
                    <a:lnTo>
                      <a:pt x="1884" y="8808"/>
                    </a:lnTo>
                    <a:cubicBezTo>
                      <a:pt x="1886" y="8810"/>
                      <a:pt x="1890" y="8811"/>
                      <a:pt x="1896" y="8811"/>
                    </a:cubicBezTo>
                    <a:cubicBezTo>
                      <a:pt x="2042" y="8811"/>
                      <a:pt x="3271" y="8253"/>
                      <a:pt x="3271" y="8253"/>
                    </a:cubicBezTo>
                    <a:lnTo>
                      <a:pt x="3888" y="8502"/>
                    </a:lnTo>
                    <a:cubicBezTo>
                      <a:pt x="3888" y="8502"/>
                      <a:pt x="4431" y="9853"/>
                      <a:pt x="4507" y="9853"/>
                    </a:cubicBezTo>
                    <a:lnTo>
                      <a:pt x="5613" y="9853"/>
                    </a:lnTo>
                    <a:cubicBezTo>
                      <a:pt x="5688" y="9853"/>
                      <a:pt x="6192" y="8497"/>
                      <a:pt x="6192" y="8497"/>
                    </a:cubicBezTo>
                    <a:lnTo>
                      <a:pt x="6811" y="8248"/>
                    </a:lnTo>
                    <a:cubicBezTo>
                      <a:pt x="6811" y="8248"/>
                      <a:pt x="8056" y="8779"/>
                      <a:pt x="8209" y="8779"/>
                    </a:cubicBezTo>
                    <a:cubicBezTo>
                      <a:pt x="8216" y="8779"/>
                      <a:pt x="8221" y="8778"/>
                      <a:pt x="8223" y="8776"/>
                    </a:cubicBezTo>
                    <a:lnTo>
                      <a:pt x="9006" y="8010"/>
                    </a:lnTo>
                    <a:cubicBezTo>
                      <a:pt x="9060" y="7959"/>
                      <a:pt x="8436" y="6653"/>
                      <a:pt x="8436" y="6653"/>
                    </a:cubicBezTo>
                    <a:lnTo>
                      <a:pt x="8690" y="6048"/>
                    </a:lnTo>
                    <a:cubicBezTo>
                      <a:pt x="8690" y="6048"/>
                      <a:pt x="10070" y="5517"/>
                      <a:pt x="10070" y="5444"/>
                    </a:cubicBezTo>
                    <a:lnTo>
                      <a:pt x="10070" y="4363"/>
                    </a:lnTo>
                    <a:cubicBezTo>
                      <a:pt x="10073" y="4289"/>
                      <a:pt x="8688" y="3797"/>
                      <a:pt x="8688" y="3797"/>
                    </a:cubicBezTo>
                    <a:lnTo>
                      <a:pt x="8433" y="3193"/>
                    </a:lnTo>
                    <a:cubicBezTo>
                      <a:pt x="8433" y="3193"/>
                      <a:pt x="9025" y="1860"/>
                      <a:pt x="8972" y="1808"/>
                    </a:cubicBezTo>
                    <a:lnTo>
                      <a:pt x="8189" y="1045"/>
                    </a:lnTo>
                    <a:cubicBezTo>
                      <a:pt x="8186" y="1043"/>
                      <a:pt x="8182" y="1042"/>
                      <a:pt x="8175" y="1042"/>
                    </a:cubicBezTo>
                    <a:cubicBezTo>
                      <a:pt x="8024" y="1042"/>
                      <a:pt x="6799" y="1600"/>
                      <a:pt x="6799" y="1600"/>
                    </a:cubicBezTo>
                    <a:lnTo>
                      <a:pt x="6185" y="1351"/>
                    </a:lnTo>
                    <a:cubicBezTo>
                      <a:pt x="6185" y="1351"/>
                      <a:pt x="5639" y="0"/>
                      <a:pt x="55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8"/>
              <p:cNvSpPr/>
              <p:nvPr/>
            </p:nvSpPr>
            <p:spPr>
              <a:xfrm>
                <a:off x="7341607" y="3620681"/>
                <a:ext cx="179714" cy="118135"/>
              </a:xfrm>
              <a:custGeom>
                <a:rect b="b" l="l" r="r" t="t"/>
                <a:pathLst>
                  <a:path extrusionOk="0" h="7551" w="11487">
                    <a:moveTo>
                      <a:pt x="10640" y="844"/>
                    </a:moveTo>
                    <a:lnTo>
                      <a:pt x="10640" y="6706"/>
                    </a:lnTo>
                    <a:lnTo>
                      <a:pt x="844" y="6706"/>
                    </a:lnTo>
                    <a:lnTo>
                      <a:pt x="847" y="844"/>
                    </a:lnTo>
                    <a:close/>
                    <a:moveTo>
                      <a:pt x="0" y="0"/>
                    </a:moveTo>
                    <a:lnTo>
                      <a:pt x="0" y="7550"/>
                    </a:lnTo>
                    <a:lnTo>
                      <a:pt x="11487" y="7550"/>
                    </a:lnTo>
                    <a:lnTo>
                      <a:pt x="1148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8"/>
              <p:cNvSpPr/>
              <p:nvPr/>
            </p:nvSpPr>
            <p:spPr>
              <a:xfrm>
                <a:off x="7714412" y="3608119"/>
                <a:ext cx="58888" cy="58810"/>
              </a:xfrm>
              <a:custGeom>
                <a:rect b="b" l="l" r="r" t="t"/>
                <a:pathLst>
                  <a:path extrusionOk="0" h="3759" w="3764">
                    <a:moveTo>
                      <a:pt x="0" y="1"/>
                    </a:moveTo>
                    <a:lnTo>
                      <a:pt x="0" y="847"/>
                    </a:lnTo>
                    <a:lnTo>
                      <a:pt x="2917" y="847"/>
                    </a:lnTo>
                    <a:lnTo>
                      <a:pt x="2917" y="3759"/>
                    </a:lnTo>
                    <a:lnTo>
                      <a:pt x="3763" y="3759"/>
                    </a:lnTo>
                    <a:lnTo>
                      <a:pt x="37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8"/>
              <p:cNvSpPr/>
              <p:nvPr/>
            </p:nvSpPr>
            <p:spPr>
              <a:xfrm>
                <a:off x="7629929" y="3608119"/>
                <a:ext cx="58888" cy="58810"/>
              </a:xfrm>
              <a:custGeom>
                <a:rect b="b" l="l" r="r" t="t"/>
                <a:pathLst>
                  <a:path extrusionOk="0" h="3759" w="3764">
                    <a:moveTo>
                      <a:pt x="1" y="1"/>
                    </a:moveTo>
                    <a:lnTo>
                      <a:pt x="1" y="3759"/>
                    </a:lnTo>
                    <a:lnTo>
                      <a:pt x="847" y="3759"/>
                    </a:lnTo>
                    <a:lnTo>
                      <a:pt x="847" y="847"/>
                    </a:lnTo>
                    <a:lnTo>
                      <a:pt x="3764" y="847"/>
                    </a:lnTo>
                    <a:lnTo>
                      <a:pt x="37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8"/>
              <p:cNvSpPr/>
              <p:nvPr/>
            </p:nvSpPr>
            <p:spPr>
              <a:xfrm>
                <a:off x="7714412" y="3692555"/>
                <a:ext cx="58888" cy="58810"/>
              </a:xfrm>
              <a:custGeom>
                <a:rect b="b" l="l" r="r" t="t"/>
                <a:pathLst>
                  <a:path extrusionOk="0" h="3759" w="3764">
                    <a:moveTo>
                      <a:pt x="2917" y="1"/>
                    </a:moveTo>
                    <a:lnTo>
                      <a:pt x="2917" y="2915"/>
                    </a:lnTo>
                    <a:lnTo>
                      <a:pt x="0" y="2915"/>
                    </a:lnTo>
                    <a:lnTo>
                      <a:pt x="0" y="3759"/>
                    </a:lnTo>
                    <a:lnTo>
                      <a:pt x="3763" y="3759"/>
                    </a:lnTo>
                    <a:lnTo>
                      <a:pt x="37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8"/>
              <p:cNvSpPr/>
              <p:nvPr/>
            </p:nvSpPr>
            <p:spPr>
              <a:xfrm>
                <a:off x="7629929" y="3692555"/>
                <a:ext cx="58888" cy="58810"/>
              </a:xfrm>
              <a:custGeom>
                <a:rect b="b" l="l" r="r" t="t"/>
                <a:pathLst>
                  <a:path extrusionOk="0" h="3759" w="3764">
                    <a:moveTo>
                      <a:pt x="1" y="1"/>
                    </a:moveTo>
                    <a:lnTo>
                      <a:pt x="1" y="3759"/>
                    </a:lnTo>
                    <a:lnTo>
                      <a:pt x="3764" y="3759"/>
                    </a:lnTo>
                    <a:lnTo>
                      <a:pt x="3764" y="2915"/>
                    </a:lnTo>
                    <a:lnTo>
                      <a:pt x="847" y="2915"/>
                    </a:lnTo>
                    <a:lnTo>
                      <a:pt x="8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38"/>
            <p:cNvGrpSpPr/>
            <p:nvPr/>
          </p:nvGrpSpPr>
          <p:grpSpPr>
            <a:xfrm>
              <a:off x="5966843" y="2004870"/>
              <a:ext cx="469669" cy="469660"/>
              <a:chOff x="5966843" y="1884313"/>
              <a:chExt cx="469669" cy="469660"/>
            </a:xfrm>
          </p:grpSpPr>
          <p:sp>
            <p:nvSpPr>
              <p:cNvPr id="935" name="Google Shape;935;p38"/>
              <p:cNvSpPr/>
              <p:nvPr/>
            </p:nvSpPr>
            <p:spPr>
              <a:xfrm>
                <a:off x="5966843" y="1884313"/>
                <a:ext cx="469669" cy="469660"/>
              </a:xfrm>
              <a:custGeom>
                <a:rect b="b" l="l" r="r" t="t"/>
                <a:pathLst>
                  <a:path extrusionOk="0" h="52623" w="52624">
                    <a:moveTo>
                      <a:pt x="26311" y="0"/>
                    </a:moveTo>
                    <a:cubicBezTo>
                      <a:pt x="19333" y="0"/>
                      <a:pt x="12642" y="2772"/>
                      <a:pt x="7707" y="7707"/>
                    </a:cubicBezTo>
                    <a:cubicBezTo>
                      <a:pt x="2773" y="12641"/>
                      <a:pt x="1" y="19333"/>
                      <a:pt x="1" y="26313"/>
                    </a:cubicBezTo>
                    <a:cubicBezTo>
                      <a:pt x="1" y="33290"/>
                      <a:pt x="2773" y="39981"/>
                      <a:pt x="7707" y="44916"/>
                    </a:cubicBezTo>
                    <a:cubicBezTo>
                      <a:pt x="12642" y="49851"/>
                      <a:pt x="19333" y="52623"/>
                      <a:pt x="26311" y="52623"/>
                    </a:cubicBezTo>
                    <a:cubicBezTo>
                      <a:pt x="33291" y="52623"/>
                      <a:pt x="39982" y="49851"/>
                      <a:pt x="44917" y="44916"/>
                    </a:cubicBezTo>
                    <a:cubicBezTo>
                      <a:pt x="49851" y="39981"/>
                      <a:pt x="52623" y="33290"/>
                      <a:pt x="52623" y="26313"/>
                    </a:cubicBezTo>
                    <a:cubicBezTo>
                      <a:pt x="52623" y="19333"/>
                      <a:pt x="49851" y="12641"/>
                      <a:pt x="44917" y="7707"/>
                    </a:cubicBezTo>
                    <a:cubicBezTo>
                      <a:pt x="39982" y="2772"/>
                      <a:pt x="33291" y="0"/>
                      <a:pt x="26311" y="0"/>
                    </a:cubicBez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8"/>
              <p:cNvSpPr/>
              <p:nvPr/>
            </p:nvSpPr>
            <p:spPr>
              <a:xfrm>
                <a:off x="6134610" y="1994536"/>
                <a:ext cx="188050" cy="249213"/>
              </a:xfrm>
              <a:custGeom>
                <a:rect b="b" l="l" r="r" t="t"/>
                <a:pathLst>
                  <a:path extrusionOk="0" h="27923" w="21070">
                    <a:moveTo>
                      <a:pt x="0" y="0"/>
                    </a:moveTo>
                    <a:lnTo>
                      <a:pt x="0" y="27923"/>
                    </a:lnTo>
                    <a:lnTo>
                      <a:pt x="21070" y="13963"/>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 name="Google Shape;937;p38"/>
          <p:cNvGrpSpPr/>
          <p:nvPr/>
        </p:nvGrpSpPr>
        <p:grpSpPr>
          <a:xfrm rot="1305467">
            <a:off x="191772" y="239326"/>
            <a:ext cx="1385992" cy="2705372"/>
            <a:chOff x="409722" y="228600"/>
            <a:chExt cx="1385931" cy="2705253"/>
          </a:xfrm>
        </p:grpSpPr>
        <p:grpSp>
          <p:nvGrpSpPr>
            <p:cNvPr id="938" name="Google Shape;938;p38"/>
            <p:cNvGrpSpPr/>
            <p:nvPr/>
          </p:nvGrpSpPr>
          <p:grpSpPr>
            <a:xfrm flipH="1" rot="-617154">
              <a:off x="575967" y="402323"/>
              <a:ext cx="1053440" cy="2450002"/>
              <a:chOff x="3817855" y="1437512"/>
              <a:chExt cx="541146" cy="1128254"/>
            </a:xfrm>
          </p:grpSpPr>
          <p:sp>
            <p:nvSpPr>
              <p:cNvPr id="939" name="Google Shape;939;p38"/>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8"/>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 name="Google Shape;941;p38"/>
            <p:cNvSpPr/>
            <p:nvPr/>
          </p:nvSpPr>
          <p:spPr>
            <a:xfrm>
              <a:off x="1419225" y="228600"/>
              <a:ext cx="142800" cy="142800"/>
            </a:xfrm>
            <a:prstGeom prst="ellipse">
              <a:avLst/>
            </a:prstGeom>
            <a:solidFill>
              <a:schemeClr val="accent3"/>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 name="Shape 945"/>
        <p:cNvGrpSpPr/>
        <p:nvPr/>
      </p:nvGrpSpPr>
      <p:grpSpPr>
        <a:xfrm>
          <a:off x="0" y="0"/>
          <a:ext cx="0" cy="0"/>
          <a:chOff x="0" y="0"/>
          <a:chExt cx="0" cy="0"/>
        </a:xfrm>
      </p:grpSpPr>
      <p:sp>
        <p:nvSpPr>
          <p:cNvPr id="946" name="Google Shape;946;p39"/>
          <p:cNvSpPr txBox="1"/>
          <p:nvPr>
            <p:ph idx="1" type="subTitle"/>
          </p:nvPr>
        </p:nvSpPr>
        <p:spPr>
          <a:xfrm>
            <a:off x="6169684" y="2166691"/>
            <a:ext cx="2263800" cy="44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the ringed one and a gas giant</a:t>
            </a:r>
            <a:endParaRPr/>
          </a:p>
        </p:txBody>
      </p:sp>
      <p:sp>
        <p:nvSpPr>
          <p:cNvPr id="947" name="Google Shape;947;p39"/>
          <p:cNvSpPr txBox="1"/>
          <p:nvPr>
            <p:ph idx="7" type="subTitle"/>
          </p:nvPr>
        </p:nvSpPr>
        <p:spPr>
          <a:xfrm>
            <a:off x="6169684" y="3896075"/>
            <a:ext cx="2263800" cy="44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948" name="Google Shape;948;p39"/>
          <p:cNvSpPr txBox="1"/>
          <p:nvPr>
            <p:ph idx="2" type="subTitle"/>
          </p:nvPr>
        </p:nvSpPr>
        <p:spPr>
          <a:xfrm>
            <a:off x="3845700" y="1860635"/>
            <a:ext cx="1452600" cy="25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949" name="Google Shape;949;p39"/>
          <p:cNvSpPr txBox="1"/>
          <p:nvPr>
            <p:ph idx="3" type="subTitle"/>
          </p:nvPr>
        </p:nvSpPr>
        <p:spPr>
          <a:xfrm>
            <a:off x="3438150" y="2165641"/>
            <a:ext cx="2267700" cy="44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950" name="Google Shape;950;p39"/>
          <p:cNvSpPr txBox="1"/>
          <p:nvPr>
            <p:ph idx="4" type="subTitle"/>
          </p:nvPr>
        </p:nvSpPr>
        <p:spPr>
          <a:xfrm>
            <a:off x="1116112" y="1858985"/>
            <a:ext cx="1452600" cy="25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951" name="Google Shape;951;p39"/>
          <p:cNvSpPr txBox="1"/>
          <p:nvPr>
            <p:ph idx="5" type="subTitle"/>
          </p:nvPr>
        </p:nvSpPr>
        <p:spPr>
          <a:xfrm>
            <a:off x="710512" y="2166691"/>
            <a:ext cx="2263800" cy="44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952" name="Google Shape;952;p39"/>
          <p:cNvSpPr txBox="1"/>
          <p:nvPr>
            <p:ph idx="6" type="subTitle"/>
          </p:nvPr>
        </p:nvSpPr>
        <p:spPr>
          <a:xfrm>
            <a:off x="6575284" y="1860635"/>
            <a:ext cx="1452600" cy="25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953" name="Google Shape;953;p39"/>
          <p:cNvSpPr txBox="1"/>
          <p:nvPr>
            <p:ph idx="8" type="subTitle"/>
          </p:nvPr>
        </p:nvSpPr>
        <p:spPr>
          <a:xfrm>
            <a:off x="3439925" y="3896075"/>
            <a:ext cx="2263800" cy="44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954" name="Google Shape;954;p39"/>
          <p:cNvSpPr txBox="1"/>
          <p:nvPr>
            <p:ph idx="9" type="subTitle"/>
          </p:nvPr>
        </p:nvSpPr>
        <p:spPr>
          <a:xfrm>
            <a:off x="710512" y="3896075"/>
            <a:ext cx="2263800" cy="44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55" name="Google Shape;955;p39"/>
          <p:cNvSpPr txBox="1"/>
          <p:nvPr>
            <p:ph idx="13" type="subTitle"/>
          </p:nvPr>
        </p:nvSpPr>
        <p:spPr>
          <a:xfrm>
            <a:off x="3845700" y="3589521"/>
            <a:ext cx="1452600" cy="25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956" name="Google Shape;956;p39"/>
          <p:cNvSpPr txBox="1"/>
          <p:nvPr>
            <p:ph idx="14" type="subTitle"/>
          </p:nvPr>
        </p:nvSpPr>
        <p:spPr>
          <a:xfrm>
            <a:off x="1116112" y="3589521"/>
            <a:ext cx="1452600" cy="25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957" name="Google Shape;957;p39"/>
          <p:cNvSpPr txBox="1"/>
          <p:nvPr>
            <p:ph idx="15" type="subTitle"/>
          </p:nvPr>
        </p:nvSpPr>
        <p:spPr>
          <a:xfrm>
            <a:off x="6575284" y="3589521"/>
            <a:ext cx="1452600" cy="25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958" name="Google Shape;958;p39"/>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DID YOU KNOW THIS?</a:t>
            </a:r>
            <a:endParaRPr/>
          </a:p>
        </p:txBody>
      </p:sp>
      <p:grpSp>
        <p:nvGrpSpPr>
          <p:cNvPr id="959" name="Google Shape;959;p39"/>
          <p:cNvGrpSpPr/>
          <p:nvPr/>
        </p:nvGrpSpPr>
        <p:grpSpPr>
          <a:xfrm rot="5400000">
            <a:off x="4485908" y="1226867"/>
            <a:ext cx="172183" cy="756030"/>
            <a:chOff x="4146238" y="3334675"/>
            <a:chExt cx="112450" cy="493750"/>
          </a:xfrm>
        </p:grpSpPr>
        <p:sp>
          <p:nvSpPr>
            <p:cNvPr id="960" name="Google Shape;960;p39"/>
            <p:cNvSpPr/>
            <p:nvPr/>
          </p:nvSpPr>
          <p:spPr>
            <a:xfrm>
              <a:off x="4149713" y="3352525"/>
              <a:ext cx="105475" cy="141650"/>
            </a:xfrm>
            <a:custGeom>
              <a:rect b="b" l="l" r="r" t="t"/>
              <a:pathLst>
                <a:path extrusionOk="0" h="5666" w="4219">
                  <a:moveTo>
                    <a:pt x="2110" y="1"/>
                  </a:moveTo>
                  <a:cubicBezTo>
                    <a:pt x="2110" y="1"/>
                    <a:pt x="1" y="2476"/>
                    <a:pt x="1" y="3574"/>
                  </a:cubicBezTo>
                  <a:cubicBezTo>
                    <a:pt x="1" y="4725"/>
                    <a:pt x="942" y="5666"/>
                    <a:pt x="2110" y="5666"/>
                  </a:cubicBezTo>
                  <a:cubicBezTo>
                    <a:pt x="3278" y="5666"/>
                    <a:pt x="4219" y="4725"/>
                    <a:pt x="4219" y="3574"/>
                  </a:cubicBezTo>
                  <a:cubicBezTo>
                    <a:pt x="4219" y="2476"/>
                    <a:pt x="2110" y="1"/>
                    <a:pt x="21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9"/>
            <p:cNvSpPr/>
            <p:nvPr/>
          </p:nvSpPr>
          <p:spPr>
            <a:xfrm>
              <a:off x="4197213" y="3454500"/>
              <a:ext cx="34450" cy="43600"/>
            </a:xfrm>
            <a:custGeom>
              <a:rect b="b" l="l" r="r" t="t"/>
              <a:pathLst>
                <a:path extrusionOk="0" h="1744" w="1378">
                  <a:moveTo>
                    <a:pt x="872" y="1"/>
                  </a:moveTo>
                  <a:lnTo>
                    <a:pt x="1" y="1447"/>
                  </a:lnTo>
                  <a:lnTo>
                    <a:pt x="506" y="1744"/>
                  </a:lnTo>
                  <a:lnTo>
                    <a:pt x="1378" y="280"/>
                  </a:lnTo>
                  <a:lnTo>
                    <a:pt x="8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9"/>
            <p:cNvSpPr/>
            <p:nvPr/>
          </p:nvSpPr>
          <p:spPr>
            <a:xfrm>
              <a:off x="4173238" y="3454500"/>
              <a:ext cx="36650" cy="43600"/>
            </a:xfrm>
            <a:custGeom>
              <a:rect b="b" l="l" r="r" t="t"/>
              <a:pathLst>
                <a:path extrusionOk="0" h="1744" w="1466">
                  <a:moveTo>
                    <a:pt x="524" y="1"/>
                  </a:moveTo>
                  <a:lnTo>
                    <a:pt x="1" y="280"/>
                  </a:lnTo>
                  <a:lnTo>
                    <a:pt x="960" y="1744"/>
                  </a:lnTo>
                  <a:lnTo>
                    <a:pt x="1465" y="1447"/>
                  </a:lnTo>
                  <a:lnTo>
                    <a:pt x="52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9"/>
            <p:cNvSpPr/>
            <p:nvPr/>
          </p:nvSpPr>
          <p:spPr>
            <a:xfrm>
              <a:off x="4188063" y="3518125"/>
              <a:ext cx="30975" cy="43600"/>
            </a:xfrm>
            <a:custGeom>
              <a:rect b="b" l="l" r="r" t="t"/>
              <a:pathLst>
                <a:path extrusionOk="0" h="1744" w="1239">
                  <a:moveTo>
                    <a:pt x="0" y="1"/>
                  </a:moveTo>
                  <a:lnTo>
                    <a:pt x="0" y="1744"/>
                  </a:lnTo>
                  <a:lnTo>
                    <a:pt x="1238" y="1744"/>
                  </a:lnTo>
                  <a:lnTo>
                    <a:pt x="12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9"/>
            <p:cNvSpPr/>
            <p:nvPr/>
          </p:nvSpPr>
          <p:spPr>
            <a:xfrm>
              <a:off x="4180663" y="3561700"/>
              <a:ext cx="45325" cy="255825"/>
            </a:xfrm>
            <a:custGeom>
              <a:rect b="b" l="l" r="r" t="t"/>
              <a:pathLst>
                <a:path extrusionOk="0" h="10233" w="1813">
                  <a:moveTo>
                    <a:pt x="1813" y="1"/>
                  </a:moveTo>
                  <a:lnTo>
                    <a:pt x="70" y="70"/>
                  </a:lnTo>
                  <a:lnTo>
                    <a:pt x="0" y="7845"/>
                  </a:lnTo>
                  <a:lnTo>
                    <a:pt x="872" y="10233"/>
                  </a:lnTo>
                  <a:lnTo>
                    <a:pt x="1743" y="8420"/>
                  </a:lnTo>
                  <a:lnTo>
                    <a:pt x="18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9"/>
            <p:cNvSpPr/>
            <p:nvPr/>
          </p:nvSpPr>
          <p:spPr>
            <a:xfrm>
              <a:off x="4146238" y="3334675"/>
              <a:ext cx="112450" cy="166925"/>
            </a:xfrm>
            <a:custGeom>
              <a:rect b="b" l="l" r="r" t="t"/>
              <a:pathLst>
                <a:path extrusionOk="0" h="6677" w="4498">
                  <a:moveTo>
                    <a:pt x="2249" y="1081"/>
                  </a:moveTo>
                  <a:cubicBezTo>
                    <a:pt x="2911" y="2022"/>
                    <a:pt x="3922" y="3695"/>
                    <a:pt x="3922" y="4428"/>
                  </a:cubicBezTo>
                  <a:cubicBezTo>
                    <a:pt x="3922" y="5369"/>
                    <a:pt x="3190" y="6101"/>
                    <a:pt x="2249" y="6101"/>
                  </a:cubicBezTo>
                  <a:cubicBezTo>
                    <a:pt x="1377" y="6101"/>
                    <a:pt x="645" y="5369"/>
                    <a:pt x="645" y="4428"/>
                  </a:cubicBezTo>
                  <a:cubicBezTo>
                    <a:pt x="645" y="3695"/>
                    <a:pt x="1673" y="2022"/>
                    <a:pt x="2249" y="1081"/>
                  </a:cubicBezTo>
                  <a:close/>
                  <a:moveTo>
                    <a:pt x="2249" y="0"/>
                  </a:moveTo>
                  <a:lnTo>
                    <a:pt x="2040" y="366"/>
                  </a:lnTo>
                  <a:cubicBezTo>
                    <a:pt x="1813" y="645"/>
                    <a:pt x="0" y="3260"/>
                    <a:pt x="0" y="4428"/>
                  </a:cubicBezTo>
                  <a:cubicBezTo>
                    <a:pt x="0" y="5665"/>
                    <a:pt x="1011" y="6676"/>
                    <a:pt x="2249" y="6676"/>
                  </a:cubicBezTo>
                  <a:cubicBezTo>
                    <a:pt x="3486" y="6676"/>
                    <a:pt x="4497" y="5665"/>
                    <a:pt x="4497" y="4428"/>
                  </a:cubicBezTo>
                  <a:cubicBezTo>
                    <a:pt x="4497" y="3260"/>
                    <a:pt x="2684" y="645"/>
                    <a:pt x="2545" y="366"/>
                  </a:cubicBezTo>
                  <a:lnTo>
                    <a:pt x="224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9"/>
            <p:cNvSpPr/>
            <p:nvPr/>
          </p:nvSpPr>
          <p:spPr>
            <a:xfrm>
              <a:off x="4168013" y="3507225"/>
              <a:ext cx="68875" cy="63225"/>
            </a:xfrm>
            <a:custGeom>
              <a:rect b="b" l="l" r="r" t="t"/>
              <a:pathLst>
                <a:path extrusionOk="0" h="2529" w="2755">
                  <a:moveTo>
                    <a:pt x="1674" y="576"/>
                  </a:moveTo>
                  <a:lnTo>
                    <a:pt x="1883" y="1953"/>
                  </a:lnTo>
                  <a:lnTo>
                    <a:pt x="942" y="1953"/>
                  </a:lnTo>
                  <a:lnTo>
                    <a:pt x="1081" y="576"/>
                  </a:lnTo>
                  <a:close/>
                  <a:moveTo>
                    <a:pt x="297" y="1"/>
                  </a:moveTo>
                  <a:lnTo>
                    <a:pt x="297" y="576"/>
                  </a:lnTo>
                  <a:lnTo>
                    <a:pt x="506" y="576"/>
                  </a:lnTo>
                  <a:lnTo>
                    <a:pt x="297" y="1953"/>
                  </a:lnTo>
                  <a:lnTo>
                    <a:pt x="1" y="1953"/>
                  </a:lnTo>
                  <a:lnTo>
                    <a:pt x="1" y="2528"/>
                  </a:lnTo>
                  <a:lnTo>
                    <a:pt x="2755" y="2528"/>
                  </a:lnTo>
                  <a:lnTo>
                    <a:pt x="2755" y="1953"/>
                  </a:lnTo>
                  <a:lnTo>
                    <a:pt x="2476" y="1953"/>
                  </a:lnTo>
                  <a:lnTo>
                    <a:pt x="2319" y="576"/>
                  </a:lnTo>
                  <a:lnTo>
                    <a:pt x="2546" y="576"/>
                  </a:lnTo>
                  <a:lnTo>
                    <a:pt x="254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9"/>
            <p:cNvSpPr/>
            <p:nvPr/>
          </p:nvSpPr>
          <p:spPr>
            <a:xfrm>
              <a:off x="4164538" y="3577825"/>
              <a:ext cx="78025" cy="250600"/>
            </a:xfrm>
            <a:custGeom>
              <a:rect b="b" l="l" r="r" t="t"/>
              <a:pathLst>
                <a:path extrusionOk="0" h="10024" w="3121">
                  <a:moveTo>
                    <a:pt x="436" y="1"/>
                  </a:moveTo>
                  <a:cubicBezTo>
                    <a:pt x="349" y="227"/>
                    <a:pt x="0" y="5962"/>
                    <a:pt x="436" y="7845"/>
                  </a:cubicBezTo>
                  <a:cubicBezTo>
                    <a:pt x="506" y="8350"/>
                    <a:pt x="1220" y="9448"/>
                    <a:pt x="1308" y="9588"/>
                  </a:cubicBezTo>
                  <a:lnTo>
                    <a:pt x="1517" y="10024"/>
                  </a:lnTo>
                  <a:lnTo>
                    <a:pt x="1813" y="9588"/>
                  </a:lnTo>
                  <a:cubicBezTo>
                    <a:pt x="1883" y="9448"/>
                    <a:pt x="2528" y="8350"/>
                    <a:pt x="2685" y="7845"/>
                  </a:cubicBezTo>
                  <a:cubicBezTo>
                    <a:pt x="3120" y="5962"/>
                    <a:pt x="2685" y="227"/>
                    <a:pt x="2685" y="1"/>
                  </a:cubicBezTo>
                  <a:lnTo>
                    <a:pt x="2092" y="1"/>
                  </a:lnTo>
                  <a:cubicBezTo>
                    <a:pt x="2092" y="70"/>
                    <a:pt x="2528" y="5892"/>
                    <a:pt x="2092" y="7705"/>
                  </a:cubicBezTo>
                  <a:cubicBezTo>
                    <a:pt x="2022" y="7914"/>
                    <a:pt x="1813" y="8420"/>
                    <a:pt x="1517" y="8856"/>
                  </a:cubicBezTo>
                  <a:cubicBezTo>
                    <a:pt x="1308" y="8420"/>
                    <a:pt x="1081" y="7914"/>
                    <a:pt x="1011" y="7705"/>
                  </a:cubicBezTo>
                  <a:cubicBezTo>
                    <a:pt x="575" y="5892"/>
                    <a:pt x="1011" y="70"/>
                    <a:pt x="10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39"/>
          <p:cNvGrpSpPr/>
          <p:nvPr/>
        </p:nvGrpSpPr>
        <p:grpSpPr>
          <a:xfrm rot="5400000">
            <a:off x="7198802" y="1210177"/>
            <a:ext cx="205564" cy="756030"/>
            <a:chOff x="7819413" y="3334675"/>
            <a:chExt cx="134250" cy="493750"/>
          </a:xfrm>
        </p:grpSpPr>
        <p:sp>
          <p:nvSpPr>
            <p:cNvPr id="969" name="Google Shape;969;p39"/>
            <p:cNvSpPr/>
            <p:nvPr/>
          </p:nvSpPr>
          <p:spPr>
            <a:xfrm>
              <a:off x="7848613" y="3679375"/>
              <a:ext cx="59725" cy="122025"/>
            </a:xfrm>
            <a:custGeom>
              <a:rect b="b" l="l" r="r" t="t"/>
              <a:pathLst>
                <a:path extrusionOk="0" h="4881" w="2389">
                  <a:moveTo>
                    <a:pt x="280" y="0"/>
                  </a:moveTo>
                  <a:lnTo>
                    <a:pt x="280" y="1238"/>
                  </a:lnTo>
                  <a:lnTo>
                    <a:pt x="1" y="2109"/>
                  </a:lnTo>
                  <a:lnTo>
                    <a:pt x="1238" y="4881"/>
                  </a:lnTo>
                  <a:lnTo>
                    <a:pt x="2389" y="2109"/>
                  </a:lnTo>
                  <a:lnTo>
                    <a:pt x="2110" y="1238"/>
                  </a:lnTo>
                  <a:lnTo>
                    <a:pt x="211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9"/>
            <p:cNvSpPr/>
            <p:nvPr/>
          </p:nvSpPr>
          <p:spPr>
            <a:xfrm>
              <a:off x="7848613" y="3545150"/>
              <a:ext cx="59725" cy="134250"/>
            </a:xfrm>
            <a:custGeom>
              <a:rect b="b" l="l" r="r" t="t"/>
              <a:pathLst>
                <a:path extrusionOk="0" h="5370" w="2389">
                  <a:moveTo>
                    <a:pt x="1" y="0"/>
                  </a:moveTo>
                  <a:lnTo>
                    <a:pt x="280" y="5369"/>
                  </a:lnTo>
                  <a:lnTo>
                    <a:pt x="2110" y="5369"/>
                  </a:lnTo>
                  <a:lnTo>
                    <a:pt x="23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9"/>
            <p:cNvSpPr/>
            <p:nvPr/>
          </p:nvSpPr>
          <p:spPr>
            <a:xfrm>
              <a:off x="7841213" y="3537725"/>
              <a:ext cx="76275" cy="150825"/>
            </a:xfrm>
            <a:custGeom>
              <a:rect b="b" l="l" r="r" t="t"/>
              <a:pathLst>
                <a:path extrusionOk="0" h="6033" w="3051">
                  <a:moveTo>
                    <a:pt x="2406" y="594"/>
                  </a:moveTo>
                  <a:lnTo>
                    <a:pt x="2110" y="5387"/>
                  </a:lnTo>
                  <a:lnTo>
                    <a:pt x="872" y="5387"/>
                  </a:lnTo>
                  <a:lnTo>
                    <a:pt x="663" y="594"/>
                  </a:lnTo>
                  <a:close/>
                  <a:moveTo>
                    <a:pt x="0" y="1"/>
                  </a:moveTo>
                  <a:lnTo>
                    <a:pt x="297" y="6032"/>
                  </a:lnTo>
                  <a:lnTo>
                    <a:pt x="2685" y="6032"/>
                  </a:lnTo>
                  <a:lnTo>
                    <a:pt x="3051" y="1"/>
                  </a:lnTo>
                  <a:close/>
                </a:path>
              </a:pathLst>
            </a:custGeom>
            <a:solidFill>
              <a:srgbClr val="1D1E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9"/>
            <p:cNvSpPr/>
            <p:nvPr/>
          </p:nvSpPr>
          <p:spPr>
            <a:xfrm>
              <a:off x="7848613" y="3341625"/>
              <a:ext cx="59725" cy="38375"/>
            </a:xfrm>
            <a:custGeom>
              <a:rect b="b" l="l" r="r" t="t"/>
              <a:pathLst>
                <a:path extrusionOk="0" h="1535" w="2389">
                  <a:moveTo>
                    <a:pt x="1" y="1"/>
                  </a:moveTo>
                  <a:lnTo>
                    <a:pt x="1" y="1535"/>
                  </a:lnTo>
                  <a:lnTo>
                    <a:pt x="2389" y="1535"/>
                  </a:lnTo>
                  <a:lnTo>
                    <a:pt x="238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9"/>
            <p:cNvSpPr/>
            <p:nvPr/>
          </p:nvSpPr>
          <p:spPr>
            <a:xfrm>
              <a:off x="7841213" y="3379975"/>
              <a:ext cx="74550" cy="165200"/>
            </a:xfrm>
            <a:custGeom>
              <a:rect b="b" l="l" r="r" t="t"/>
              <a:pathLst>
                <a:path extrusionOk="0" h="6608" w="2982">
                  <a:moveTo>
                    <a:pt x="0" y="1"/>
                  </a:moveTo>
                  <a:lnTo>
                    <a:pt x="0" y="6607"/>
                  </a:lnTo>
                  <a:lnTo>
                    <a:pt x="2981" y="6607"/>
                  </a:lnTo>
                  <a:lnTo>
                    <a:pt x="29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9"/>
            <p:cNvSpPr/>
            <p:nvPr/>
          </p:nvSpPr>
          <p:spPr>
            <a:xfrm>
              <a:off x="7819413" y="3334675"/>
              <a:ext cx="134250" cy="493750"/>
            </a:xfrm>
            <a:custGeom>
              <a:rect b="b" l="l" r="r" t="t"/>
              <a:pathLst>
                <a:path extrusionOk="0" h="19750" w="5370">
                  <a:moveTo>
                    <a:pt x="3278" y="645"/>
                  </a:moveTo>
                  <a:lnTo>
                    <a:pt x="3278" y="1517"/>
                  </a:lnTo>
                  <a:lnTo>
                    <a:pt x="1448" y="1517"/>
                  </a:lnTo>
                  <a:lnTo>
                    <a:pt x="1448" y="645"/>
                  </a:lnTo>
                  <a:close/>
                  <a:moveTo>
                    <a:pt x="3557" y="2109"/>
                  </a:moveTo>
                  <a:lnTo>
                    <a:pt x="3557" y="2388"/>
                  </a:lnTo>
                  <a:lnTo>
                    <a:pt x="3557" y="8123"/>
                  </a:lnTo>
                  <a:lnTo>
                    <a:pt x="1169" y="8123"/>
                  </a:lnTo>
                  <a:lnTo>
                    <a:pt x="1169" y="2388"/>
                  </a:lnTo>
                  <a:lnTo>
                    <a:pt x="1169" y="2109"/>
                  </a:lnTo>
                  <a:close/>
                  <a:moveTo>
                    <a:pt x="3278" y="8716"/>
                  </a:moveTo>
                  <a:lnTo>
                    <a:pt x="2982" y="13509"/>
                  </a:lnTo>
                  <a:lnTo>
                    <a:pt x="1744" y="13509"/>
                  </a:lnTo>
                  <a:lnTo>
                    <a:pt x="1535" y="8716"/>
                  </a:lnTo>
                  <a:close/>
                  <a:moveTo>
                    <a:pt x="2982" y="14154"/>
                  </a:moveTo>
                  <a:lnTo>
                    <a:pt x="2982" y="15095"/>
                  </a:lnTo>
                  <a:lnTo>
                    <a:pt x="3278" y="15897"/>
                  </a:lnTo>
                  <a:lnTo>
                    <a:pt x="2685" y="17205"/>
                  </a:lnTo>
                  <a:lnTo>
                    <a:pt x="2685" y="16194"/>
                  </a:lnTo>
                  <a:lnTo>
                    <a:pt x="2110" y="16194"/>
                  </a:lnTo>
                  <a:lnTo>
                    <a:pt x="2110" y="17205"/>
                  </a:lnTo>
                  <a:lnTo>
                    <a:pt x="1535" y="15897"/>
                  </a:lnTo>
                  <a:lnTo>
                    <a:pt x="1814" y="15095"/>
                  </a:lnTo>
                  <a:lnTo>
                    <a:pt x="1814" y="14154"/>
                  </a:lnTo>
                  <a:close/>
                  <a:moveTo>
                    <a:pt x="872" y="0"/>
                  </a:moveTo>
                  <a:lnTo>
                    <a:pt x="872" y="1517"/>
                  </a:lnTo>
                  <a:lnTo>
                    <a:pt x="1" y="1517"/>
                  </a:lnTo>
                  <a:lnTo>
                    <a:pt x="1" y="2109"/>
                  </a:lnTo>
                  <a:lnTo>
                    <a:pt x="576" y="2109"/>
                  </a:lnTo>
                  <a:lnTo>
                    <a:pt x="576" y="2388"/>
                  </a:lnTo>
                  <a:lnTo>
                    <a:pt x="576" y="8716"/>
                  </a:lnTo>
                  <a:lnTo>
                    <a:pt x="872" y="8716"/>
                  </a:lnTo>
                  <a:lnTo>
                    <a:pt x="1169" y="13875"/>
                  </a:lnTo>
                  <a:lnTo>
                    <a:pt x="1169" y="14956"/>
                  </a:lnTo>
                  <a:lnTo>
                    <a:pt x="872" y="15967"/>
                  </a:lnTo>
                  <a:lnTo>
                    <a:pt x="2406" y="19750"/>
                  </a:lnTo>
                  <a:lnTo>
                    <a:pt x="3923" y="15967"/>
                  </a:lnTo>
                  <a:lnTo>
                    <a:pt x="3557" y="14956"/>
                  </a:lnTo>
                  <a:lnTo>
                    <a:pt x="3557" y="13875"/>
                  </a:lnTo>
                  <a:lnTo>
                    <a:pt x="3853" y="8716"/>
                  </a:lnTo>
                  <a:lnTo>
                    <a:pt x="4219" y="8716"/>
                  </a:lnTo>
                  <a:lnTo>
                    <a:pt x="4219" y="2388"/>
                  </a:lnTo>
                  <a:lnTo>
                    <a:pt x="4219" y="2109"/>
                  </a:lnTo>
                  <a:lnTo>
                    <a:pt x="4794" y="2109"/>
                  </a:lnTo>
                  <a:lnTo>
                    <a:pt x="4794" y="6310"/>
                  </a:lnTo>
                  <a:lnTo>
                    <a:pt x="5370" y="6310"/>
                  </a:lnTo>
                  <a:lnTo>
                    <a:pt x="5370" y="1517"/>
                  </a:lnTo>
                  <a:lnTo>
                    <a:pt x="3853" y="1517"/>
                  </a:lnTo>
                  <a:lnTo>
                    <a:pt x="392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9"/>
            <p:cNvSpPr/>
            <p:nvPr/>
          </p:nvSpPr>
          <p:spPr>
            <a:xfrm>
              <a:off x="7855588" y="3507225"/>
              <a:ext cx="45775" cy="16150"/>
            </a:xfrm>
            <a:custGeom>
              <a:rect b="b" l="l" r="r" t="t"/>
              <a:pathLst>
                <a:path extrusionOk="0" h="646" w="1831">
                  <a:moveTo>
                    <a:pt x="1" y="1"/>
                  </a:moveTo>
                  <a:lnTo>
                    <a:pt x="1" y="646"/>
                  </a:lnTo>
                  <a:lnTo>
                    <a:pt x="1831" y="646"/>
                  </a:lnTo>
                  <a:lnTo>
                    <a:pt x="18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 name="Google Shape;976;p39"/>
          <p:cNvGrpSpPr/>
          <p:nvPr/>
        </p:nvGrpSpPr>
        <p:grpSpPr>
          <a:xfrm rot="-5400000">
            <a:off x="7045682" y="2783508"/>
            <a:ext cx="511804" cy="756719"/>
            <a:chOff x="7719638" y="4060675"/>
            <a:chExt cx="334250" cy="494200"/>
          </a:xfrm>
        </p:grpSpPr>
        <p:sp>
          <p:nvSpPr>
            <p:cNvPr id="977" name="Google Shape;977;p39"/>
            <p:cNvSpPr/>
            <p:nvPr/>
          </p:nvSpPr>
          <p:spPr>
            <a:xfrm>
              <a:off x="7727038" y="4206225"/>
              <a:ext cx="61475" cy="341225"/>
            </a:xfrm>
            <a:custGeom>
              <a:rect b="b" l="l" r="r" t="t"/>
              <a:pathLst>
                <a:path extrusionOk="0" h="13649" w="2459">
                  <a:moveTo>
                    <a:pt x="0" y="0"/>
                  </a:moveTo>
                  <a:lnTo>
                    <a:pt x="0" y="7844"/>
                  </a:lnTo>
                  <a:lnTo>
                    <a:pt x="1221" y="9361"/>
                  </a:lnTo>
                  <a:lnTo>
                    <a:pt x="1221" y="9953"/>
                  </a:lnTo>
                  <a:lnTo>
                    <a:pt x="0" y="9953"/>
                  </a:lnTo>
                  <a:lnTo>
                    <a:pt x="0" y="13649"/>
                  </a:lnTo>
                  <a:lnTo>
                    <a:pt x="942" y="13649"/>
                  </a:lnTo>
                  <a:lnTo>
                    <a:pt x="1221" y="12411"/>
                  </a:lnTo>
                  <a:lnTo>
                    <a:pt x="2458" y="11470"/>
                  </a:lnTo>
                  <a:lnTo>
                    <a:pt x="245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9"/>
            <p:cNvSpPr/>
            <p:nvPr/>
          </p:nvSpPr>
          <p:spPr>
            <a:xfrm>
              <a:off x="7727038" y="4158725"/>
              <a:ext cx="61475" cy="47525"/>
            </a:xfrm>
            <a:custGeom>
              <a:rect b="b" l="l" r="r" t="t"/>
              <a:pathLst>
                <a:path extrusionOk="0" h="1901" w="2459">
                  <a:moveTo>
                    <a:pt x="0" y="0"/>
                  </a:moveTo>
                  <a:lnTo>
                    <a:pt x="0" y="1900"/>
                  </a:lnTo>
                  <a:lnTo>
                    <a:pt x="2458" y="1900"/>
                  </a:lnTo>
                  <a:lnTo>
                    <a:pt x="24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9"/>
            <p:cNvSpPr/>
            <p:nvPr/>
          </p:nvSpPr>
          <p:spPr>
            <a:xfrm>
              <a:off x="7727038" y="4206225"/>
              <a:ext cx="61475" cy="74525"/>
            </a:xfrm>
            <a:custGeom>
              <a:rect b="b" l="l" r="r" t="t"/>
              <a:pathLst>
                <a:path extrusionOk="0" h="2981" w="2459">
                  <a:moveTo>
                    <a:pt x="0" y="0"/>
                  </a:moveTo>
                  <a:lnTo>
                    <a:pt x="0" y="2981"/>
                  </a:lnTo>
                  <a:lnTo>
                    <a:pt x="2458" y="2981"/>
                  </a:lnTo>
                  <a:lnTo>
                    <a:pt x="245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9"/>
            <p:cNvSpPr/>
            <p:nvPr/>
          </p:nvSpPr>
          <p:spPr>
            <a:xfrm>
              <a:off x="7741413" y="4197075"/>
              <a:ext cx="30975" cy="16150"/>
            </a:xfrm>
            <a:custGeom>
              <a:rect b="b" l="l" r="r" t="t"/>
              <a:pathLst>
                <a:path extrusionOk="0" h="646" w="1239">
                  <a:moveTo>
                    <a:pt x="1" y="0"/>
                  </a:moveTo>
                  <a:lnTo>
                    <a:pt x="1" y="645"/>
                  </a:lnTo>
                  <a:lnTo>
                    <a:pt x="1238" y="645"/>
                  </a:lnTo>
                  <a:lnTo>
                    <a:pt x="12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9"/>
            <p:cNvSpPr/>
            <p:nvPr/>
          </p:nvSpPr>
          <p:spPr>
            <a:xfrm>
              <a:off x="7719638" y="4144350"/>
              <a:ext cx="76275" cy="410525"/>
            </a:xfrm>
            <a:custGeom>
              <a:rect b="b" l="l" r="r" t="t"/>
              <a:pathLst>
                <a:path extrusionOk="0" h="16421" w="3051">
                  <a:moveTo>
                    <a:pt x="2388" y="941"/>
                  </a:moveTo>
                  <a:lnTo>
                    <a:pt x="2475" y="13875"/>
                  </a:lnTo>
                  <a:cubicBezTo>
                    <a:pt x="1604" y="14015"/>
                    <a:pt x="872" y="14816"/>
                    <a:pt x="872" y="15758"/>
                  </a:cubicBezTo>
                  <a:lnTo>
                    <a:pt x="575" y="15758"/>
                  </a:lnTo>
                  <a:lnTo>
                    <a:pt x="575" y="12777"/>
                  </a:lnTo>
                  <a:lnTo>
                    <a:pt x="1813" y="12707"/>
                  </a:lnTo>
                  <a:lnTo>
                    <a:pt x="1813" y="11627"/>
                  </a:lnTo>
                  <a:lnTo>
                    <a:pt x="575" y="10250"/>
                  </a:lnTo>
                  <a:lnTo>
                    <a:pt x="575" y="941"/>
                  </a:lnTo>
                  <a:close/>
                  <a:moveTo>
                    <a:pt x="1238" y="0"/>
                  </a:moveTo>
                  <a:lnTo>
                    <a:pt x="1238" y="296"/>
                  </a:lnTo>
                  <a:lnTo>
                    <a:pt x="0" y="296"/>
                  </a:lnTo>
                  <a:lnTo>
                    <a:pt x="0" y="10459"/>
                  </a:lnTo>
                  <a:lnTo>
                    <a:pt x="1238" y="11836"/>
                  </a:lnTo>
                  <a:lnTo>
                    <a:pt x="1238" y="12132"/>
                  </a:lnTo>
                  <a:lnTo>
                    <a:pt x="0" y="12132"/>
                  </a:lnTo>
                  <a:lnTo>
                    <a:pt x="0" y="16420"/>
                  </a:lnTo>
                  <a:lnTo>
                    <a:pt x="1447" y="16420"/>
                  </a:lnTo>
                  <a:lnTo>
                    <a:pt x="1447" y="15915"/>
                  </a:lnTo>
                  <a:cubicBezTo>
                    <a:pt x="1447" y="15113"/>
                    <a:pt x="2040" y="14450"/>
                    <a:pt x="2754" y="14450"/>
                  </a:cubicBezTo>
                  <a:lnTo>
                    <a:pt x="3051" y="14450"/>
                  </a:lnTo>
                  <a:lnTo>
                    <a:pt x="3051" y="296"/>
                  </a:lnTo>
                  <a:lnTo>
                    <a:pt x="1813" y="296"/>
                  </a:lnTo>
                  <a:lnTo>
                    <a:pt x="1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9"/>
            <p:cNvSpPr/>
            <p:nvPr/>
          </p:nvSpPr>
          <p:spPr>
            <a:xfrm>
              <a:off x="7750563" y="4060675"/>
              <a:ext cx="234050" cy="432300"/>
            </a:xfrm>
            <a:custGeom>
              <a:rect b="b" l="l" r="r" t="t"/>
              <a:pathLst>
                <a:path extrusionOk="0" h="17292" w="9362">
                  <a:moveTo>
                    <a:pt x="2180" y="0"/>
                  </a:moveTo>
                  <a:lnTo>
                    <a:pt x="2180" y="593"/>
                  </a:lnTo>
                  <a:cubicBezTo>
                    <a:pt x="2459" y="663"/>
                    <a:pt x="2825" y="732"/>
                    <a:pt x="3051" y="959"/>
                  </a:cubicBezTo>
                  <a:lnTo>
                    <a:pt x="3487" y="523"/>
                  </a:lnTo>
                  <a:cubicBezTo>
                    <a:pt x="3121" y="227"/>
                    <a:pt x="2685" y="0"/>
                    <a:pt x="2180" y="0"/>
                  </a:cubicBezTo>
                  <a:close/>
                  <a:moveTo>
                    <a:pt x="1517" y="87"/>
                  </a:moveTo>
                  <a:cubicBezTo>
                    <a:pt x="1081" y="227"/>
                    <a:pt x="646" y="523"/>
                    <a:pt x="367" y="872"/>
                  </a:cubicBezTo>
                  <a:lnTo>
                    <a:pt x="872" y="1238"/>
                  </a:lnTo>
                  <a:cubicBezTo>
                    <a:pt x="1081" y="959"/>
                    <a:pt x="1378" y="802"/>
                    <a:pt x="1674" y="663"/>
                  </a:cubicBezTo>
                  <a:lnTo>
                    <a:pt x="1517" y="87"/>
                  </a:lnTo>
                  <a:close/>
                  <a:moveTo>
                    <a:pt x="3923" y="1029"/>
                  </a:moveTo>
                  <a:lnTo>
                    <a:pt x="3417" y="1308"/>
                  </a:lnTo>
                  <a:cubicBezTo>
                    <a:pt x="3557" y="1604"/>
                    <a:pt x="3626" y="1831"/>
                    <a:pt x="3626" y="2109"/>
                  </a:cubicBezTo>
                  <a:lnTo>
                    <a:pt x="3626" y="2336"/>
                  </a:lnTo>
                  <a:lnTo>
                    <a:pt x="4202" y="2336"/>
                  </a:lnTo>
                  <a:lnTo>
                    <a:pt x="4202" y="2109"/>
                  </a:lnTo>
                  <a:cubicBezTo>
                    <a:pt x="4202" y="1743"/>
                    <a:pt x="4132" y="1395"/>
                    <a:pt x="3923" y="1029"/>
                  </a:cubicBezTo>
                  <a:close/>
                  <a:moveTo>
                    <a:pt x="70" y="1464"/>
                  </a:moveTo>
                  <a:cubicBezTo>
                    <a:pt x="1" y="1674"/>
                    <a:pt x="1" y="1900"/>
                    <a:pt x="1" y="2109"/>
                  </a:cubicBezTo>
                  <a:lnTo>
                    <a:pt x="1" y="2772"/>
                  </a:lnTo>
                  <a:lnTo>
                    <a:pt x="576" y="2772"/>
                  </a:lnTo>
                  <a:lnTo>
                    <a:pt x="576" y="2109"/>
                  </a:lnTo>
                  <a:cubicBezTo>
                    <a:pt x="576" y="1970"/>
                    <a:pt x="576" y="1831"/>
                    <a:pt x="646" y="1674"/>
                  </a:cubicBezTo>
                  <a:lnTo>
                    <a:pt x="70" y="1464"/>
                  </a:lnTo>
                  <a:close/>
                  <a:moveTo>
                    <a:pt x="3626" y="2911"/>
                  </a:moveTo>
                  <a:lnTo>
                    <a:pt x="3626" y="4079"/>
                  </a:lnTo>
                  <a:lnTo>
                    <a:pt x="4202" y="4079"/>
                  </a:lnTo>
                  <a:lnTo>
                    <a:pt x="4202" y="2911"/>
                  </a:lnTo>
                  <a:close/>
                  <a:moveTo>
                    <a:pt x="3626" y="4654"/>
                  </a:moveTo>
                  <a:lnTo>
                    <a:pt x="3626" y="5892"/>
                  </a:lnTo>
                  <a:lnTo>
                    <a:pt x="4202" y="5892"/>
                  </a:lnTo>
                  <a:lnTo>
                    <a:pt x="4202" y="4654"/>
                  </a:lnTo>
                  <a:close/>
                  <a:moveTo>
                    <a:pt x="3626" y="6467"/>
                  </a:moveTo>
                  <a:lnTo>
                    <a:pt x="3626" y="7635"/>
                  </a:lnTo>
                  <a:lnTo>
                    <a:pt x="4202" y="7635"/>
                  </a:lnTo>
                  <a:lnTo>
                    <a:pt x="4202" y="6467"/>
                  </a:lnTo>
                  <a:close/>
                  <a:moveTo>
                    <a:pt x="3626" y="8210"/>
                  </a:moveTo>
                  <a:lnTo>
                    <a:pt x="3626" y="9448"/>
                  </a:lnTo>
                  <a:lnTo>
                    <a:pt x="4202" y="9448"/>
                  </a:lnTo>
                  <a:lnTo>
                    <a:pt x="4202" y="8210"/>
                  </a:lnTo>
                  <a:close/>
                  <a:moveTo>
                    <a:pt x="3626" y="10023"/>
                  </a:moveTo>
                  <a:lnTo>
                    <a:pt x="3626" y="11191"/>
                  </a:lnTo>
                  <a:lnTo>
                    <a:pt x="4202" y="11191"/>
                  </a:lnTo>
                  <a:lnTo>
                    <a:pt x="4202" y="10023"/>
                  </a:lnTo>
                  <a:close/>
                  <a:moveTo>
                    <a:pt x="8786" y="11557"/>
                  </a:moveTo>
                  <a:lnTo>
                    <a:pt x="8786" y="12725"/>
                  </a:lnTo>
                  <a:lnTo>
                    <a:pt x="9361" y="12725"/>
                  </a:lnTo>
                  <a:lnTo>
                    <a:pt x="9361" y="11557"/>
                  </a:lnTo>
                  <a:close/>
                  <a:moveTo>
                    <a:pt x="3626" y="11766"/>
                  </a:moveTo>
                  <a:lnTo>
                    <a:pt x="3626" y="13004"/>
                  </a:lnTo>
                  <a:lnTo>
                    <a:pt x="4202" y="13004"/>
                  </a:lnTo>
                  <a:lnTo>
                    <a:pt x="4202" y="11766"/>
                  </a:lnTo>
                  <a:close/>
                  <a:moveTo>
                    <a:pt x="8786" y="13300"/>
                  </a:moveTo>
                  <a:lnTo>
                    <a:pt x="8786" y="14468"/>
                  </a:lnTo>
                  <a:lnTo>
                    <a:pt x="8786" y="14538"/>
                  </a:lnTo>
                  <a:lnTo>
                    <a:pt x="9361" y="14538"/>
                  </a:lnTo>
                  <a:lnTo>
                    <a:pt x="9361" y="14468"/>
                  </a:lnTo>
                  <a:lnTo>
                    <a:pt x="9361" y="13300"/>
                  </a:lnTo>
                  <a:close/>
                  <a:moveTo>
                    <a:pt x="3626" y="13597"/>
                  </a:moveTo>
                  <a:lnTo>
                    <a:pt x="3626" y="14468"/>
                  </a:lnTo>
                  <a:lnTo>
                    <a:pt x="3626" y="14817"/>
                  </a:lnTo>
                  <a:lnTo>
                    <a:pt x="4202" y="14747"/>
                  </a:lnTo>
                  <a:lnTo>
                    <a:pt x="4202" y="14468"/>
                  </a:lnTo>
                  <a:lnTo>
                    <a:pt x="4202" y="13597"/>
                  </a:lnTo>
                  <a:close/>
                  <a:moveTo>
                    <a:pt x="8716" y="15043"/>
                  </a:moveTo>
                  <a:cubicBezTo>
                    <a:pt x="8647" y="15340"/>
                    <a:pt x="8420" y="15688"/>
                    <a:pt x="8211" y="15915"/>
                  </a:cubicBezTo>
                  <a:lnTo>
                    <a:pt x="8647" y="16351"/>
                  </a:lnTo>
                  <a:cubicBezTo>
                    <a:pt x="8925" y="15985"/>
                    <a:pt x="9152" y="15619"/>
                    <a:pt x="9292" y="15183"/>
                  </a:cubicBezTo>
                  <a:lnTo>
                    <a:pt x="8716" y="15043"/>
                  </a:lnTo>
                  <a:close/>
                  <a:moveTo>
                    <a:pt x="4359" y="15252"/>
                  </a:moveTo>
                  <a:lnTo>
                    <a:pt x="3766" y="15409"/>
                  </a:lnTo>
                  <a:cubicBezTo>
                    <a:pt x="3923" y="15845"/>
                    <a:pt x="4202" y="16211"/>
                    <a:pt x="4498" y="16560"/>
                  </a:cubicBezTo>
                  <a:lnTo>
                    <a:pt x="4934" y="16054"/>
                  </a:lnTo>
                  <a:cubicBezTo>
                    <a:pt x="4637" y="15845"/>
                    <a:pt x="4498" y="15549"/>
                    <a:pt x="4359" y="15252"/>
                  </a:cubicBezTo>
                  <a:close/>
                  <a:moveTo>
                    <a:pt x="5370" y="16420"/>
                  </a:moveTo>
                  <a:lnTo>
                    <a:pt x="5073" y="16926"/>
                  </a:lnTo>
                  <a:cubicBezTo>
                    <a:pt x="5439" y="17152"/>
                    <a:pt x="5875" y="17292"/>
                    <a:pt x="6311" y="17292"/>
                  </a:cubicBezTo>
                  <a:lnTo>
                    <a:pt x="6311" y="16717"/>
                  </a:lnTo>
                  <a:cubicBezTo>
                    <a:pt x="6032" y="16717"/>
                    <a:pt x="5666" y="16560"/>
                    <a:pt x="5370" y="16420"/>
                  </a:cubicBezTo>
                  <a:close/>
                  <a:moveTo>
                    <a:pt x="7845" y="16281"/>
                  </a:moveTo>
                  <a:cubicBezTo>
                    <a:pt x="7548" y="16490"/>
                    <a:pt x="7182" y="16647"/>
                    <a:pt x="6903" y="16717"/>
                  </a:cubicBezTo>
                  <a:lnTo>
                    <a:pt x="6973" y="17292"/>
                  </a:lnTo>
                  <a:cubicBezTo>
                    <a:pt x="7409" y="17222"/>
                    <a:pt x="7845" y="16996"/>
                    <a:pt x="8211" y="16786"/>
                  </a:cubicBezTo>
                  <a:lnTo>
                    <a:pt x="7845" y="1628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9"/>
            <p:cNvSpPr/>
            <p:nvPr/>
          </p:nvSpPr>
          <p:spPr>
            <a:xfrm>
              <a:off x="7901338" y="4175275"/>
              <a:ext cx="152550" cy="159950"/>
            </a:xfrm>
            <a:custGeom>
              <a:rect b="b" l="l" r="r" t="t"/>
              <a:pathLst>
                <a:path extrusionOk="0" h="6398" w="6102">
                  <a:moveTo>
                    <a:pt x="3051" y="576"/>
                  </a:moveTo>
                  <a:cubicBezTo>
                    <a:pt x="4359" y="576"/>
                    <a:pt x="5439" y="1674"/>
                    <a:pt x="5439" y="3051"/>
                  </a:cubicBezTo>
                  <a:cubicBezTo>
                    <a:pt x="5439" y="4358"/>
                    <a:pt x="4359" y="5439"/>
                    <a:pt x="3051" y="5439"/>
                  </a:cubicBezTo>
                  <a:cubicBezTo>
                    <a:pt x="1744" y="5439"/>
                    <a:pt x="646" y="4358"/>
                    <a:pt x="646" y="3051"/>
                  </a:cubicBezTo>
                  <a:cubicBezTo>
                    <a:pt x="646" y="1674"/>
                    <a:pt x="1744" y="576"/>
                    <a:pt x="3051" y="576"/>
                  </a:cubicBezTo>
                  <a:close/>
                  <a:moveTo>
                    <a:pt x="3051" y="1"/>
                  </a:moveTo>
                  <a:cubicBezTo>
                    <a:pt x="1378" y="1"/>
                    <a:pt x="1" y="1378"/>
                    <a:pt x="1" y="3051"/>
                  </a:cubicBezTo>
                  <a:cubicBezTo>
                    <a:pt x="1" y="4568"/>
                    <a:pt x="1221" y="5875"/>
                    <a:pt x="2755" y="6032"/>
                  </a:cubicBezTo>
                  <a:lnTo>
                    <a:pt x="2755" y="6398"/>
                  </a:lnTo>
                  <a:lnTo>
                    <a:pt x="3330" y="6398"/>
                  </a:lnTo>
                  <a:lnTo>
                    <a:pt x="3330" y="6032"/>
                  </a:lnTo>
                  <a:cubicBezTo>
                    <a:pt x="4864" y="5875"/>
                    <a:pt x="6102" y="4568"/>
                    <a:pt x="6102" y="3051"/>
                  </a:cubicBezTo>
                  <a:cubicBezTo>
                    <a:pt x="6102" y="1378"/>
                    <a:pt x="4707" y="1"/>
                    <a:pt x="3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39"/>
          <p:cNvGrpSpPr/>
          <p:nvPr/>
        </p:nvGrpSpPr>
        <p:grpSpPr>
          <a:xfrm rot="-5400000">
            <a:off x="4488588" y="2956343"/>
            <a:ext cx="166824" cy="756030"/>
            <a:chOff x="7095163" y="3382300"/>
            <a:chExt cx="108950" cy="493750"/>
          </a:xfrm>
        </p:grpSpPr>
        <p:grpSp>
          <p:nvGrpSpPr>
            <p:cNvPr id="985" name="Google Shape;985;p39"/>
            <p:cNvGrpSpPr/>
            <p:nvPr/>
          </p:nvGrpSpPr>
          <p:grpSpPr>
            <a:xfrm>
              <a:off x="7095163" y="3389250"/>
              <a:ext cx="108950" cy="486800"/>
              <a:chOff x="7095163" y="3341625"/>
              <a:chExt cx="108950" cy="486800"/>
            </a:xfrm>
          </p:grpSpPr>
          <p:sp>
            <p:nvSpPr>
              <p:cNvPr id="986" name="Google Shape;986;p39"/>
              <p:cNvSpPr/>
              <p:nvPr/>
            </p:nvSpPr>
            <p:spPr>
              <a:xfrm>
                <a:off x="7125663" y="3728600"/>
                <a:ext cx="47525" cy="76300"/>
              </a:xfrm>
              <a:custGeom>
                <a:rect b="b" l="l" r="r" t="t"/>
                <a:pathLst>
                  <a:path extrusionOk="0" h="3052" w="1901">
                    <a:moveTo>
                      <a:pt x="0" y="1"/>
                    </a:moveTo>
                    <a:lnTo>
                      <a:pt x="366" y="2476"/>
                    </a:lnTo>
                    <a:lnTo>
                      <a:pt x="959" y="3051"/>
                    </a:lnTo>
                    <a:lnTo>
                      <a:pt x="1604" y="2476"/>
                    </a:lnTo>
                    <a:lnTo>
                      <a:pt x="190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9"/>
              <p:cNvSpPr/>
              <p:nvPr/>
            </p:nvSpPr>
            <p:spPr>
              <a:xfrm>
                <a:off x="7134813" y="3341625"/>
                <a:ext cx="30950" cy="61925"/>
              </a:xfrm>
              <a:custGeom>
                <a:rect b="b" l="l" r="r" t="t"/>
                <a:pathLst>
                  <a:path extrusionOk="0" h="2477" w="1238">
                    <a:moveTo>
                      <a:pt x="0" y="1"/>
                    </a:moveTo>
                    <a:lnTo>
                      <a:pt x="0" y="2476"/>
                    </a:lnTo>
                    <a:lnTo>
                      <a:pt x="1238" y="2476"/>
                    </a:lnTo>
                    <a:lnTo>
                      <a:pt x="12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9"/>
              <p:cNvSpPr/>
              <p:nvPr/>
            </p:nvSpPr>
            <p:spPr>
              <a:xfrm>
                <a:off x="7111288" y="3403525"/>
                <a:ext cx="76275" cy="47075"/>
              </a:xfrm>
              <a:custGeom>
                <a:rect b="b" l="l" r="r" t="t"/>
                <a:pathLst>
                  <a:path extrusionOk="0" h="1883" w="3051">
                    <a:moveTo>
                      <a:pt x="0" y="0"/>
                    </a:moveTo>
                    <a:lnTo>
                      <a:pt x="0" y="1883"/>
                    </a:lnTo>
                    <a:lnTo>
                      <a:pt x="3051" y="1883"/>
                    </a:lnTo>
                    <a:lnTo>
                      <a:pt x="305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9"/>
              <p:cNvSpPr/>
              <p:nvPr/>
            </p:nvSpPr>
            <p:spPr>
              <a:xfrm>
                <a:off x="7118688" y="3427050"/>
                <a:ext cx="61475" cy="30975"/>
              </a:xfrm>
              <a:custGeom>
                <a:rect b="b" l="l" r="r" t="t"/>
                <a:pathLst>
                  <a:path extrusionOk="0" h="1239" w="2459">
                    <a:moveTo>
                      <a:pt x="0" y="0"/>
                    </a:moveTo>
                    <a:lnTo>
                      <a:pt x="0" y="1238"/>
                    </a:lnTo>
                    <a:lnTo>
                      <a:pt x="2458" y="1238"/>
                    </a:lnTo>
                    <a:lnTo>
                      <a:pt x="245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9"/>
              <p:cNvSpPr/>
              <p:nvPr/>
            </p:nvSpPr>
            <p:spPr>
              <a:xfrm>
                <a:off x="7118688" y="3458000"/>
                <a:ext cx="61475" cy="270625"/>
              </a:xfrm>
              <a:custGeom>
                <a:rect b="b" l="l" r="r" t="t"/>
                <a:pathLst>
                  <a:path extrusionOk="0" h="10825" w="2459">
                    <a:moveTo>
                      <a:pt x="0" y="0"/>
                    </a:moveTo>
                    <a:lnTo>
                      <a:pt x="0" y="10825"/>
                    </a:lnTo>
                    <a:lnTo>
                      <a:pt x="2458" y="10825"/>
                    </a:lnTo>
                    <a:lnTo>
                      <a:pt x="245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9"/>
              <p:cNvSpPr/>
              <p:nvPr/>
            </p:nvSpPr>
            <p:spPr>
              <a:xfrm>
                <a:off x="7095163" y="3420075"/>
                <a:ext cx="108950" cy="408350"/>
              </a:xfrm>
              <a:custGeom>
                <a:rect b="b" l="l" r="r" t="t"/>
                <a:pathLst>
                  <a:path extrusionOk="0" h="16334" w="4358">
                    <a:moveTo>
                      <a:pt x="3120" y="576"/>
                    </a:moveTo>
                    <a:lnTo>
                      <a:pt x="3120" y="1221"/>
                    </a:lnTo>
                    <a:lnTo>
                      <a:pt x="1220" y="1221"/>
                    </a:lnTo>
                    <a:lnTo>
                      <a:pt x="1220" y="576"/>
                    </a:lnTo>
                    <a:close/>
                    <a:moveTo>
                      <a:pt x="3120" y="1813"/>
                    </a:moveTo>
                    <a:lnTo>
                      <a:pt x="3120" y="12045"/>
                    </a:lnTo>
                    <a:lnTo>
                      <a:pt x="1220" y="12045"/>
                    </a:lnTo>
                    <a:lnTo>
                      <a:pt x="1220" y="1813"/>
                    </a:lnTo>
                    <a:lnTo>
                      <a:pt x="1883" y="1813"/>
                    </a:lnTo>
                    <a:lnTo>
                      <a:pt x="1883" y="6171"/>
                    </a:lnTo>
                    <a:lnTo>
                      <a:pt x="2458" y="6171"/>
                    </a:lnTo>
                    <a:lnTo>
                      <a:pt x="2458" y="1813"/>
                    </a:lnTo>
                    <a:close/>
                    <a:moveTo>
                      <a:pt x="2824" y="12638"/>
                    </a:moveTo>
                    <a:lnTo>
                      <a:pt x="2824" y="14085"/>
                    </a:lnTo>
                    <a:lnTo>
                      <a:pt x="2318" y="14817"/>
                    </a:lnTo>
                    <a:lnTo>
                      <a:pt x="2022" y="14817"/>
                    </a:lnTo>
                    <a:lnTo>
                      <a:pt x="1586" y="14085"/>
                    </a:lnTo>
                    <a:lnTo>
                      <a:pt x="1586" y="12638"/>
                    </a:lnTo>
                    <a:close/>
                    <a:moveTo>
                      <a:pt x="645" y="1"/>
                    </a:moveTo>
                    <a:lnTo>
                      <a:pt x="645" y="1221"/>
                    </a:lnTo>
                    <a:lnTo>
                      <a:pt x="0" y="1221"/>
                    </a:lnTo>
                    <a:lnTo>
                      <a:pt x="0" y="1813"/>
                    </a:lnTo>
                    <a:lnTo>
                      <a:pt x="645" y="1813"/>
                    </a:lnTo>
                    <a:lnTo>
                      <a:pt x="645" y="12638"/>
                    </a:lnTo>
                    <a:lnTo>
                      <a:pt x="941" y="12638"/>
                    </a:lnTo>
                    <a:lnTo>
                      <a:pt x="941" y="14224"/>
                    </a:lnTo>
                    <a:lnTo>
                      <a:pt x="1743" y="15392"/>
                    </a:lnTo>
                    <a:lnTo>
                      <a:pt x="1883" y="15392"/>
                    </a:lnTo>
                    <a:lnTo>
                      <a:pt x="1883" y="16334"/>
                    </a:lnTo>
                    <a:lnTo>
                      <a:pt x="2458" y="16334"/>
                    </a:lnTo>
                    <a:lnTo>
                      <a:pt x="2458" y="15392"/>
                    </a:lnTo>
                    <a:lnTo>
                      <a:pt x="2685" y="15392"/>
                    </a:lnTo>
                    <a:lnTo>
                      <a:pt x="3399" y="14224"/>
                    </a:lnTo>
                    <a:lnTo>
                      <a:pt x="3399" y="12638"/>
                    </a:lnTo>
                    <a:lnTo>
                      <a:pt x="3696" y="12638"/>
                    </a:lnTo>
                    <a:lnTo>
                      <a:pt x="3696" y="1813"/>
                    </a:lnTo>
                    <a:lnTo>
                      <a:pt x="4358" y="1813"/>
                    </a:lnTo>
                    <a:lnTo>
                      <a:pt x="4358" y="1221"/>
                    </a:lnTo>
                    <a:lnTo>
                      <a:pt x="3696" y="1221"/>
                    </a:lnTo>
                    <a:lnTo>
                      <a:pt x="369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9"/>
              <p:cNvSpPr/>
              <p:nvPr/>
            </p:nvSpPr>
            <p:spPr>
              <a:xfrm>
                <a:off x="7134813" y="3628825"/>
                <a:ext cx="30950" cy="14400"/>
              </a:xfrm>
              <a:custGeom>
                <a:rect b="b" l="l" r="r" t="t"/>
                <a:pathLst>
                  <a:path extrusionOk="0" h="576" w="1238">
                    <a:moveTo>
                      <a:pt x="0" y="0"/>
                    </a:moveTo>
                    <a:lnTo>
                      <a:pt x="0" y="575"/>
                    </a:lnTo>
                    <a:lnTo>
                      <a:pt x="1238" y="575"/>
                    </a:lnTo>
                    <a:lnTo>
                      <a:pt x="12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 name="Google Shape;993;p39"/>
            <p:cNvSpPr/>
            <p:nvPr/>
          </p:nvSpPr>
          <p:spPr>
            <a:xfrm>
              <a:off x="7111288" y="3382300"/>
              <a:ext cx="76275" cy="78025"/>
            </a:xfrm>
            <a:custGeom>
              <a:rect b="b" l="l" r="r" t="t"/>
              <a:pathLst>
                <a:path extrusionOk="0" h="3121" w="3051">
                  <a:moveTo>
                    <a:pt x="1813" y="645"/>
                  </a:moveTo>
                  <a:lnTo>
                    <a:pt x="1813" y="2458"/>
                  </a:lnTo>
                  <a:lnTo>
                    <a:pt x="1238" y="2458"/>
                  </a:lnTo>
                  <a:lnTo>
                    <a:pt x="1238" y="645"/>
                  </a:lnTo>
                  <a:close/>
                  <a:moveTo>
                    <a:pt x="575" y="0"/>
                  </a:moveTo>
                  <a:lnTo>
                    <a:pt x="662" y="2458"/>
                  </a:lnTo>
                  <a:lnTo>
                    <a:pt x="0" y="2458"/>
                  </a:lnTo>
                  <a:lnTo>
                    <a:pt x="0" y="3120"/>
                  </a:lnTo>
                  <a:lnTo>
                    <a:pt x="3051" y="3120"/>
                  </a:lnTo>
                  <a:lnTo>
                    <a:pt x="3051" y="2458"/>
                  </a:lnTo>
                  <a:lnTo>
                    <a:pt x="2475" y="2458"/>
                  </a:lnTo>
                  <a:lnTo>
                    <a:pt x="24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 name="Google Shape;994;p39"/>
          <p:cNvGrpSpPr/>
          <p:nvPr/>
        </p:nvGrpSpPr>
        <p:grpSpPr>
          <a:xfrm rot="5400000">
            <a:off x="1760321" y="1230522"/>
            <a:ext cx="164183" cy="756719"/>
            <a:chOff x="1202963" y="4060675"/>
            <a:chExt cx="107225" cy="494200"/>
          </a:xfrm>
        </p:grpSpPr>
        <p:grpSp>
          <p:nvGrpSpPr>
            <p:cNvPr id="995" name="Google Shape;995;p39"/>
            <p:cNvGrpSpPr/>
            <p:nvPr/>
          </p:nvGrpSpPr>
          <p:grpSpPr>
            <a:xfrm>
              <a:off x="1202963" y="4060675"/>
              <a:ext cx="107225" cy="475900"/>
              <a:chOff x="1202963" y="4060675"/>
              <a:chExt cx="107225" cy="475900"/>
            </a:xfrm>
          </p:grpSpPr>
          <p:sp>
            <p:nvSpPr>
              <p:cNvPr id="996" name="Google Shape;996;p39"/>
              <p:cNvSpPr/>
              <p:nvPr/>
            </p:nvSpPr>
            <p:spPr>
              <a:xfrm>
                <a:off x="1240888" y="4491225"/>
                <a:ext cx="30950" cy="45350"/>
              </a:xfrm>
              <a:custGeom>
                <a:rect b="b" l="l" r="r" t="t"/>
                <a:pathLst>
                  <a:path extrusionOk="0" h="1814" w="1238">
                    <a:moveTo>
                      <a:pt x="296" y="0"/>
                    </a:moveTo>
                    <a:lnTo>
                      <a:pt x="0" y="297"/>
                    </a:lnTo>
                    <a:lnTo>
                      <a:pt x="593" y="1813"/>
                    </a:lnTo>
                    <a:lnTo>
                      <a:pt x="1238" y="297"/>
                    </a:lnTo>
                    <a:lnTo>
                      <a:pt x="941" y="0"/>
                    </a:lnTo>
                    <a:close/>
                  </a:path>
                </a:pathLst>
              </a:custGeom>
              <a:solidFill>
                <a:srgbClr val="A4C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9"/>
              <p:cNvSpPr/>
              <p:nvPr/>
            </p:nvSpPr>
            <p:spPr>
              <a:xfrm>
                <a:off x="1209938" y="4429325"/>
                <a:ext cx="92850" cy="61925"/>
              </a:xfrm>
              <a:custGeom>
                <a:rect b="b" l="l" r="r" t="t"/>
                <a:pathLst>
                  <a:path extrusionOk="0" h="2477" w="3714">
                    <a:moveTo>
                      <a:pt x="297" y="1"/>
                    </a:moveTo>
                    <a:lnTo>
                      <a:pt x="1" y="594"/>
                    </a:lnTo>
                    <a:lnTo>
                      <a:pt x="1238" y="2476"/>
                    </a:lnTo>
                    <a:lnTo>
                      <a:pt x="2476" y="2476"/>
                    </a:lnTo>
                    <a:lnTo>
                      <a:pt x="2772" y="2110"/>
                    </a:lnTo>
                    <a:lnTo>
                      <a:pt x="37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9"/>
              <p:cNvSpPr/>
              <p:nvPr/>
            </p:nvSpPr>
            <p:spPr>
              <a:xfrm>
                <a:off x="1209938" y="4068075"/>
                <a:ext cx="92850" cy="47100"/>
              </a:xfrm>
              <a:custGeom>
                <a:rect b="b" l="l" r="r" t="t"/>
                <a:pathLst>
                  <a:path extrusionOk="0" h="1884" w="3714">
                    <a:moveTo>
                      <a:pt x="1" y="1"/>
                    </a:moveTo>
                    <a:lnTo>
                      <a:pt x="1" y="1883"/>
                    </a:lnTo>
                    <a:lnTo>
                      <a:pt x="3713" y="1883"/>
                    </a:lnTo>
                    <a:lnTo>
                      <a:pt x="37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9"/>
              <p:cNvSpPr/>
              <p:nvPr/>
            </p:nvSpPr>
            <p:spPr>
              <a:xfrm>
                <a:off x="1279238" y="4115150"/>
                <a:ext cx="23550" cy="307250"/>
              </a:xfrm>
              <a:custGeom>
                <a:rect b="b" l="l" r="r" t="t"/>
                <a:pathLst>
                  <a:path extrusionOk="0" h="12290" w="942">
                    <a:moveTo>
                      <a:pt x="0" y="0"/>
                    </a:moveTo>
                    <a:lnTo>
                      <a:pt x="0" y="12289"/>
                    </a:lnTo>
                    <a:lnTo>
                      <a:pt x="941" y="12289"/>
                    </a:lnTo>
                    <a:lnTo>
                      <a:pt x="94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9"/>
              <p:cNvSpPr/>
              <p:nvPr/>
            </p:nvSpPr>
            <p:spPr>
              <a:xfrm>
                <a:off x="1209938" y="4115150"/>
                <a:ext cx="24000" cy="307250"/>
              </a:xfrm>
              <a:custGeom>
                <a:rect b="b" l="l" r="r" t="t"/>
                <a:pathLst>
                  <a:path extrusionOk="0" h="12290" w="960">
                    <a:moveTo>
                      <a:pt x="1" y="0"/>
                    </a:moveTo>
                    <a:lnTo>
                      <a:pt x="1" y="12289"/>
                    </a:lnTo>
                    <a:lnTo>
                      <a:pt x="959" y="12289"/>
                    </a:lnTo>
                    <a:lnTo>
                      <a:pt x="9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9"/>
              <p:cNvSpPr/>
              <p:nvPr/>
            </p:nvSpPr>
            <p:spPr>
              <a:xfrm>
                <a:off x="1233913" y="4115150"/>
                <a:ext cx="45350" cy="314200"/>
              </a:xfrm>
              <a:custGeom>
                <a:rect b="b" l="l" r="r" t="t"/>
                <a:pathLst>
                  <a:path extrusionOk="0" h="12568" w="1814">
                    <a:moveTo>
                      <a:pt x="0" y="0"/>
                    </a:moveTo>
                    <a:lnTo>
                      <a:pt x="0" y="12568"/>
                    </a:lnTo>
                    <a:lnTo>
                      <a:pt x="1813" y="12568"/>
                    </a:lnTo>
                    <a:lnTo>
                      <a:pt x="18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9"/>
              <p:cNvSpPr/>
              <p:nvPr/>
            </p:nvSpPr>
            <p:spPr>
              <a:xfrm>
                <a:off x="1202963" y="4106425"/>
                <a:ext cx="107225" cy="16150"/>
              </a:xfrm>
              <a:custGeom>
                <a:rect b="b" l="l" r="r" t="t"/>
                <a:pathLst>
                  <a:path extrusionOk="0" h="646" w="4289">
                    <a:moveTo>
                      <a:pt x="1" y="1"/>
                    </a:moveTo>
                    <a:lnTo>
                      <a:pt x="1" y="645"/>
                    </a:lnTo>
                    <a:lnTo>
                      <a:pt x="4289" y="645"/>
                    </a:lnTo>
                    <a:lnTo>
                      <a:pt x="428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9"/>
              <p:cNvSpPr/>
              <p:nvPr/>
            </p:nvSpPr>
            <p:spPr>
              <a:xfrm>
                <a:off x="1202963" y="4060675"/>
                <a:ext cx="107225" cy="38375"/>
              </a:xfrm>
              <a:custGeom>
                <a:rect b="b" l="l" r="r" t="t"/>
                <a:pathLst>
                  <a:path extrusionOk="0" h="1535" w="4289">
                    <a:moveTo>
                      <a:pt x="1" y="0"/>
                    </a:moveTo>
                    <a:lnTo>
                      <a:pt x="1" y="1534"/>
                    </a:lnTo>
                    <a:lnTo>
                      <a:pt x="576" y="1534"/>
                    </a:lnTo>
                    <a:lnTo>
                      <a:pt x="576" y="593"/>
                    </a:lnTo>
                    <a:lnTo>
                      <a:pt x="3696" y="593"/>
                    </a:lnTo>
                    <a:lnTo>
                      <a:pt x="3696" y="1534"/>
                    </a:lnTo>
                    <a:lnTo>
                      <a:pt x="4289" y="1534"/>
                    </a:lnTo>
                    <a:lnTo>
                      <a:pt x="42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 name="Google Shape;1004;p39"/>
            <p:cNvSpPr/>
            <p:nvPr/>
          </p:nvSpPr>
          <p:spPr>
            <a:xfrm>
              <a:off x="1202963" y="4129950"/>
              <a:ext cx="107225" cy="424925"/>
            </a:xfrm>
            <a:custGeom>
              <a:rect b="b" l="l" r="r" t="t"/>
              <a:pathLst>
                <a:path extrusionOk="0" h="16997" w="4289">
                  <a:moveTo>
                    <a:pt x="3051" y="12046"/>
                  </a:moveTo>
                  <a:lnTo>
                    <a:pt x="3626" y="12412"/>
                  </a:lnTo>
                  <a:lnTo>
                    <a:pt x="2755" y="14085"/>
                  </a:lnTo>
                  <a:lnTo>
                    <a:pt x="1447" y="14085"/>
                  </a:lnTo>
                  <a:lnTo>
                    <a:pt x="646" y="12412"/>
                  </a:lnTo>
                  <a:lnTo>
                    <a:pt x="1238" y="12046"/>
                  </a:lnTo>
                  <a:lnTo>
                    <a:pt x="2110" y="12638"/>
                  </a:lnTo>
                  <a:lnTo>
                    <a:pt x="3051" y="12046"/>
                  </a:lnTo>
                  <a:close/>
                  <a:moveTo>
                    <a:pt x="2546" y="14748"/>
                  </a:moveTo>
                  <a:lnTo>
                    <a:pt x="2110" y="15532"/>
                  </a:lnTo>
                  <a:lnTo>
                    <a:pt x="1744" y="14748"/>
                  </a:lnTo>
                  <a:close/>
                  <a:moveTo>
                    <a:pt x="1" y="1"/>
                  </a:moveTo>
                  <a:lnTo>
                    <a:pt x="1" y="12342"/>
                  </a:lnTo>
                  <a:lnTo>
                    <a:pt x="2110" y="16996"/>
                  </a:lnTo>
                  <a:lnTo>
                    <a:pt x="4289" y="12342"/>
                  </a:lnTo>
                  <a:lnTo>
                    <a:pt x="4289" y="1"/>
                  </a:lnTo>
                  <a:lnTo>
                    <a:pt x="3696" y="1"/>
                  </a:lnTo>
                  <a:lnTo>
                    <a:pt x="3696" y="11697"/>
                  </a:lnTo>
                  <a:lnTo>
                    <a:pt x="3330" y="11470"/>
                  </a:lnTo>
                  <a:lnTo>
                    <a:pt x="3330" y="1"/>
                  </a:lnTo>
                  <a:lnTo>
                    <a:pt x="2755" y="1"/>
                  </a:lnTo>
                  <a:lnTo>
                    <a:pt x="2755" y="11470"/>
                  </a:lnTo>
                  <a:lnTo>
                    <a:pt x="2110" y="11906"/>
                  </a:lnTo>
                  <a:lnTo>
                    <a:pt x="1517" y="11470"/>
                  </a:lnTo>
                  <a:lnTo>
                    <a:pt x="1517" y="1"/>
                  </a:lnTo>
                  <a:lnTo>
                    <a:pt x="942" y="1"/>
                  </a:lnTo>
                  <a:lnTo>
                    <a:pt x="942" y="11470"/>
                  </a:lnTo>
                  <a:lnTo>
                    <a:pt x="576" y="11697"/>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39"/>
          <p:cNvGrpSpPr/>
          <p:nvPr/>
        </p:nvGrpSpPr>
        <p:grpSpPr>
          <a:xfrm>
            <a:off x="1436295" y="3091098"/>
            <a:ext cx="812235" cy="326672"/>
            <a:chOff x="3220188" y="2757250"/>
            <a:chExt cx="492025" cy="197875"/>
          </a:xfrm>
        </p:grpSpPr>
        <p:sp>
          <p:nvSpPr>
            <p:cNvPr id="1006" name="Google Shape;1006;p39"/>
            <p:cNvSpPr/>
            <p:nvPr/>
          </p:nvSpPr>
          <p:spPr>
            <a:xfrm>
              <a:off x="3258113" y="2871425"/>
              <a:ext cx="169100" cy="76300"/>
            </a:xfrm>
            <a:custGeom>
              <a:rect b="b" l="l" r="r" t="t"/>
              <a:pathLst>
                <a:path extrusionOk="0" h="3052" w="6764">
                  <a:moveTo>
                    <a:pt x="0" y="1"/>
                  </a:moveTo>
                  <a:lnTo>
                    <a:pt x="0" y="3051"/>
                  </a:lnTo>
                  <a:lnTo>
                    <a:pt x="6764" y="3051"/>
                  </a:lnTo>
                  <a:lnTo>
                    <a:pt x="676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9"/>
            <p:cNvSpPr/>
            <p:nvPr/>
          </p:nvSpPr>
          <p:spPr>
            <a:xfrm>
              <a:off x="3505188" y="2871425"/>
              <a:ext cx="169125" cy="76300"/>
            </a:xfrm>
            <a:custGeom>
              <a:rect b="b" l="l" r="r" t="t"/>
              <a:pathLst>
                <a:path extrusionOk="0" h="3052" w="6765">
                  <a:moveTo>
                    <a:pt x="1" y="1"/>
                  </a:moveTo>
                  <a:lnTo>
                    <a:pt x="1" y="3051"/>
                  </a:lnTo>
                  <a:lnTo>
                    <a:pt x="6764" y="3051"/>
                  </a:lnTo>
                  <a:lnTo>
                    <a:pt x="676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9"/>
            <p:cNvSpPr/>
            <p:nvPr/>
          </p:nvSpPr>
          <p:spPr>
            <a:xfrm>
              <a:off x="3258113" y="2871425"/>
              <a:ext cx="76275" cy="76300"/>
            </a:xfrm>
            <a:custGeom>
              <a:rect b="b" l="l" r="r" t="t"/>
              <a:pathLst>
                <a:path extrusionOk="0" h="3052" w="3051">
                  <a:moveTo>
                    <a:pt x="0" y="1"/>
                  </a:moveTo>
                  <a:lnTo>
                    <a:pt x="0" y="3051"/>
                  </a:lnTo>
                  <a:lnTo>
                    <a:pt x="3051" y="3051"/>
                  </a:lnTo>
                  <a:lnTo>
                    <a:pt x="30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9"/>
            <p:cNvSpPr/>
            <p:nvPr/>
          </p:nvSpPr>
          <p:spPr>
            <a:xfrm>
              <a:off x="3505188" y="2871425"/>
              <a:ext cx="76300" cy="76300"/>
            </a:xfrm>
            <a:custGeom>
              <a:rect b="b" l="l" r="r" t="t"/>
              <a:pathLst>
                <a:path extrusionOk="0" h="3052" w="3052">
                  <a:moveTo>
                    <a:pt x="1" y="1"/>
                  </a:moveTo>
                  <a:lnTo>
                    <a:pt x="1" y="3051"/>
                  </a:lnTo>
                  <a:lnTo>
                    <a:pt x="3051" y="3051"/>
                  </a:lnTo>
                  <a:lnTo>
                    <a:pt x="30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9"/>
            <p:cNvSpPr/>
            <p:nvPr/>
          </p:nvSpPr>
          <p:spPr>
            <a:xfrm>
              <a:off x="3220188" y="2864450"/>
              <a:ext cx="37950" cy="12675"/>
            </a:xfrm>
            <a:custGeom>
              <a:rect b="b" l="l" r="r" t="t"/>
              <a:pathLst>
                <a:path extrusionOk="0" h="507" w="1518">
                  <a:moveTo>
                    <a:pt x="1" y="1"/>
                  </a:moveTo>
                  <a:lnTo>
                    <a:pt x="1" y="506"/>
                  </a:lnTo>
                  <a:lnTo>
                    <a:pt x="1517" y="50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9"/>
            <p:cNvSpPr/>
            <p:nvPr/>
          </p:nvSpPr>
          <p:spPr>
            <a:xfrm>
              <a:off x="3674288" y="2864450"/>
              <a:ext cx="37925" cy="12675"/>
            </a:xfrm>
            <a:custGeom>
              <a:rect b="b" l="l" r="r" t="t"/>
              <a:pathLst>
                <a:path extrusionOk="0" h="507" w="1517">
                  <a:moveTo>
                    <a:pt x="0" y="1"/>
                  </a:moveTo>
                  <a:lnTo>
                    <a:pt x="0" y="506"/>
                  </a:lnTo>
                  <a:lnTo>
                    <a:pt x="1517" y="50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9"/>
            <p:cNvSpPr/>
            <p:nvPr/>
          </p:nvSpPr>
          <p:spPr>
            <a:xfrm>
              <a:off x="3251138" y="2864450"/>
              <a:ext cx="430125" cy="90675"/>
            </a:xfrm>
            <a:custGeom>
              <a:rect b="b" l="l" r="r" t="t"/>
              <a:pathLst>
                <a:path extrusionOk="0" h="3627" w="17205">
                  <a:moveTo>
                    <a:pt x="6816" y="506"/>
                  </a:moveTo>
                  <a:lnTo>
                    <a:pt x="6816" y="3121"/>
                  </a:lnTo>
                  <a:lnTo>
                    <a:pt x="576" y="3121"/>
                  </a:lnTo>
                  <a:lnTo>
                    <a:pt x="576" y="506"/>
                  </a:lnTo>
                  <a:close/>
                  <a:moveTo>
                    <a:pt x="16699" y="506"/>
                  </a:moveTo>
                  <a:lnTo>
                    <a:pt x="16699" y="3121"/>
                  </a:lnTo>
                  <a:lnTo>
                    <a:pt x="10389" y="3121"/>
                  </a:lnTo>
                  <a:lnTo>
                    <a:pt x="10389" y="506"/>
                  </a:lnTo>
                  <a:close/>
                  <a:moveTo>
                    <a:pt x="0" y="1"/>
                  </a:moveTo>
                  <a:lnTo>
                    <a:pt x="0" y="3627"/>
                  </a:lnTo>
                  <a:lnTo>
                    <a:pt x="7339" y="3627"/>
                  </a:lnTo>
                  <a:lnTo>
                    <a:pt x="7339" y="1814"/>
                  </a:lnTo>
                  <a:cubicBezTo>
                    <a:pt x="7339" y="1082"/>
                    <a:pt x="7914" y="506"/>
                    <a:pt x="8646" y="506"/>
                  </a:cubicBezTo>
                  <a:cubicBezTo>
                    <a:pt x="9291" y="506"/>
                    <a:pt x="9866" y="1082"/>
                    <a:pt x="9866" y="1814"/>
                  </a:cubicBezTo>
                  <a:lnTo>
                    <a:pt x="9866" y="3627"/>
                  </a:lnTo>
                  <a:lnTo>
                    <a:pt x="17205" y="3627"/>
                  </a:lnTo>
                  <a:lnTo>
                    <a:pt x="17205" y="1"/>
                  </a:lnTo>
                  <a:lnTo>
                    <a:pt x="9866" y="1"/>
                  </a:lnTo>
                  <a:lnTo>
                    <a:pt x="9866" y="506"/>
                  </a:lnTo>
                  <a:cubicBezTo>
                    <a:pt x="9588" y="210"/>
                    <a:pt x="9082" y="1"/>
                    <a:pt x="8646" y="1"/>
                  </a:cubicBezTo>
                  <a:cubicBezTo>
                    <a:pt x="8123" y="1"/>
                    <a:pt x="7618" y="210"/>
                    <a:pt x="7339" y="506"/>
                  </a:cubicBezTo>
                  <a:lnTo>
                    <a:pt x="73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9"/>
            <p:cNvSpPr/>
            <p:nvPr/>
          </p:nvSpPr>
          <p:spPr>
            <a:xfrm>
              <a:off x="3221938" y="2757250"/>
              <a:ext cx="159950" cy="118125"/>
            </a:xfrm>
            <a:custGeom>
              <a:rect b="b" l="l" r="r" t="t"/>
              <a:pathLst>
                <a:path extrusionOk="0" h="4725" w="6398">
                  <a:moveTo>
                    <a:pt x="4428" y="1"/>
                  </a:moveTo>
                  <a:lnTo>
                    <a:pt x="0" y="4359"/>
                  </a:lnTo>
                  <a:lnTo>
                    <a:pt x="436" y="4725"/>
                  </a:lnTo>
                  <a:lnTo>
                    <a:pt x="4655" y="506"/>
                  </a:lnTo>
                  <a:lnTo>
                    <a:pt x="6398" y="506"/>
                  </a:lnTo>
                  <a:lnTo>
                    <a:pt x="63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9"/>
            <p:cNvSpPr/>
            <p:nvPr/>
          </p:nvSpPr>
          <p:spPr>
            <a:xfrm>
              <a:off x="3550513" y="2757250"/>
              <a:ext cx="159950" cy="118125"/>
            </a:xfrm>
            <a:custGeom>
              <a:rect b="b" l="l" r="r" t="t"/>
              <a:pathLst>
                <a:path extrusionOk="0" h="4725" w="6398">
                  <a:moveTo>
                    <a:pt x="1" y="1"/>
                  </a:moveTo>
                  <a:lnTo>
                    <a:pt x="1" y="506"/>
                  </a:lnTo>
                  <a:lnTo>
                    <a:pt x="1744" y="506"/>
                  </a:lnTo>
                  <a:lnTo>
                    <a:pt x="6032" y="4725"/>
                  </a:lnTo>
                  <a:lnTo>
                    <a:pt x="6398" y="4359"/>
                  </a:lnTo>
                  <a:lnTo>
                    <a:pt x="197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9"/>
            <p:cNvSpPr/>
            <p:nvPr/>
          </p:nvSpPr>
          <p:spPr>
            <a:xfrm>
              <a:off x="3276413" y="2886250"/>
              <a:ext cx="43600" cy="43600"/>
            </a:xfrm>
            <a:custGeom>
              <a:rect b="b" l="l" r="r" t="t"/>
              <a:pathLst>
                <a:path extrusionOk="0" h="1744" w="1744">
                  <a:moveTo>
                    <a:pt x="1377" y="0"/>
                  </a:moveTo>
                  <a:lnTo>
                    <a:pt x="0" y="1378"/>
                  </a:lnTo>
                  <a:lnTo>
                    <a:pt x="366" y="1744"/>
                  </a:lnTo>
                  <a:lnTo>
                    <a:pt x="1743" y="349"/>
                  </a:lnTo>
                  <a:lnTo>
                    <a:pt x="13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9"/>
            <p:cNvSpPr/>
            <p:nvPr/>
          </p:nvSpPr>
          <p:spPr>
            <a:xfrm>
              <a:off x="3318238" y="2886250"/>
              <a:ext cx="45350" cy="43600"/>
            </a:xfrm>
            <a:custGeom>
              <a:rect b="b" l="l" r="r" t="t"/>
              <a:pathLst>
                <a:path extrusionOk="0" h="1744" w="1814">
                  <a:moveTo>
                    <a:pt x="1448" y="0"/>
                  </a:moveTo>
                  <a:lnTo>
                    <a:pt x="1" y="1378"/>
                  </a:lnTo>
                  <a:lnTo>
                    <a:pt x="437" y="1744"/>
                  </a:lnTo>
                  <a:lnTo>
                    <a:pt x="1814" y="349"/>
                  </a:lnTo>
                  <a:lnTo>
                    <a:pt x="144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9"/>
            <p:cNvSpPr/>
            <p:nvPr/>
          </p:nvSpPr>
          <p:spPr>
            <a:xfrm>
              <a:off x="3523488" y="2886250"/>
              <a:ext cx="43600" cy="43600"/>
            </a:xfrm>
            <a:custGeom>
              <a:rect b="b" l="l" r="r" t="t"/>
              <a:pathLst>
                <a:path extrusionOk="0" h="1744" w="1744">
                  <a:moveTo>
                    <a:pt x="1378" y="0"/>
                  </a:moveTo>
                  <a:lnTo>
                    <a:pt x="1" y="1378"/>
                  </a:lnTo>
                  <a:lnTo>
                    <a:pt x="367" y="1744"/>
                  </a:lnTo>
                  <a:lnTo>
                    <a:pt x="1744" y="349"/>
                  </a:lnTo>
                  <a:lnTo>
                    <a:pt x="137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9"/>
            <p:cNvSpPr/>
            <p:nvPr/>
          </p:nvSpPr>
          <p:spPr>
            <a:xfrm>
              <a:off x="3565338" y="2886250"/>
              <a:ext cx="45350" cy="43600"/>
            </a:xfrm>
            <a:custGeom>
              <a:rect b="b" l="l" r="r" t="t"/>
              <a:pathLst>
                <a:path extrusionOk="0" h="1744" w="1814">
                  <a:moveTo>
                    <a:pt x="1377" y="0"/>
                  </a:moveTo>
                  <a:lnTo>
                    <a:pt x="0" y="1378"/>
                  </a:lnTo>
                  <a:lnTo>
                    <a:pt x="349" y="1744"/>
                  </a:lnTo>
                  <a:lnTo>
                    <a:pt x="1813" y="349"/>
                  </a:lnTo>
                  <a:lnTo>
                    <a:pt x="13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1022" name="Shape 1022"/>
        <p:cNvGrpSpPr/>
        <p:nvPr/>
      </p:nvGrpSpPr>
      <p:grpSpPr>
        <a:xfrm>
          <a:off x="0" y="0"/>
          <a:ext cx="0" cy="0"/>
          <a:chOff x="0" y="0"/>
          <a:chExt cx="0" cy="0"/>
        </a:xfrm>
      </p:grpSpPr>
      <p:sp>
        <p:nvSpPr>
          <p:cNvPr id="1023" name="Google Shape;1023;p40"/>
          <p:cNvSpPr txBox="1"/>
          <p:nvPr>
            <p:ph idx="1" type="subTitle"/>
          </p:nvPr>
        </p:nvSpPr>
        <p:spPr>
          <a:xfrm>
            <a:off x="1379075" y="3084605"/>
            <a:ext cx="2371800" cy="771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Mercury is the closest planet to the Sun and the smallest one</a:t>
            </a:r>
            <a:endParaRPr/>
          </a:p>
        </p:txBody>
      </p:sp>
      <p:sp>
        <p:nvSpPr>
          <p:cNvPr id="1024" name="Google Shape;1024;p40"/>
          <p:cNvSpPr txBox="1"/>
          <p:nvPr>
            <p:ph idx="2" type="subTitle"/>
          </p:nvPr>
        </p:nvSpPr>
        <p:spPr>
          <a:xfrm>
            <a:off x="5391200" y="3084606"/>
            <a:ext cx="2371800" cy="771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Jupiter is</a:t>
            </a:r>
            <a:r>
              <a:rPr lang="en"/>
              <a:t> a gas giant and the biggest planet in the Solar System</a:t>
            </a:r>
            <a:endParaRPr/>
          </a:p>
        </p:txBody>
      </p:sp>
      <p:grpSp>
        <p:nvGrpSpPr>
          <p:cNvPr id="1025" name="Google Shape;1025;p40"/>
          <p:cNvGrpSpPr/>
          <p:nvPr/>
        </p:nvGrpSpPr>
        <p:grpSpPr>
          <a:xfrm>
            <a:off x="6141416" y="1669183"/>
            <a:ext cx="771920" cy="771920"/>
            <a:chOff x="1190625" y="238125"/>
            <a:chExt cx="5219200" cy="5219200"/>
          </a:xfrm>
        </p:grpSpPr>
        <p:sp>
          <p:nvSpPr>
            <p:cNvPr id="1026" name="Google Shape;1026;p40"/>
            <p:cNvSpPr/>
            <p:nvPr/>
          </p:nvSpPr>
          <p:spPr>
            <a:xfrm>
              <a:off x="3147000" y="2112950"/>
              <a:ext cx="2939075" cy="1632650"/>
            </a:xfrm>
            <a:custGeom>
              <a:rect b="b" l="l" r="r" t="t"/>
              <a:pathLst>
                <a:path extrusionOk="0" h="65306" w="117563">
                  <a:moveTo>
                    <a:pt x="32653" y="0"/>
                  </a:moveTo>
                  <a:cubicBezTo>
                    <a:pt x="14614" y="0"/>
                    <a:pt x="0" y="14614"/>
                    <a:pt x="0" y="32653"/>
                  </a:cubicBezTo>
                  <a:cubicBezTo>
                    <a:pt x="0" y="50691"/>
                    <a:pt x="14614" y="65305"/>
                    <a:pt x="32653" y="65305"/>
                  </a:cubicBezTo>
                  <a:lnTo>
                    <a:pt x="117562" y="65305"/>
                  </a:lnTo>
                  <a:lnTo>
                    <a:pt x="117562" y="0"/>
                  </a:lnTo>
                  <a:close/>
                </a:path>
              </a:pathLst>
            </a:custGeom>
            <a:solidFill>
              <a:srgbClr val="4C6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0"/>
            <p:cNvSpPr/>
            <p:nvPr/>
          </p:nvSpPr>
          <p:spPr>
            <a:xfrm>
              <a:off x="1269725" y="317225"/>
              <a:ext cx="1714200" cy="5061000"/>
            </a:xfrm>
            <a:custGeom>
              <a:rect b="b" l="l" r="r" t="t"/>
              <a:pathLst>
                <a:path extrusionOk="0" h="202440" w="68568">
                  <a:moveTo>
                    <a:pt x="0" y="0"/>
                  </a:moveTo>
                  <a:lnTo>
                    <a:pt x="0" y="202439"/>
                  </a:lnTo>
                  <a:lnTo>
                    <a:pt x="68567" y="202439"/>
                  </a:lnTo>
                  <a:lnTo>
                    <a:pt x="68567" y="0"/>
                  </a:lnTo>
                  <a:close/>
                </a:path>
              </a:pathLst>
            </a:custGeom>
            <a:solidFill>
              <a:srgbClr val="4C6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0"/>
            <p:cNvSpPr/>
            <p:nvPr/>
          </p:nvSpPr>
          <p:spPr>
            <a:xfrm>
              <a:off x="3147000" y="2194500"/>
              <a:ext cx="408575" cy="1469550"/>
            </a:xfrm>
            <a:custGeom>
              <a:rect b="b" l="l" r="r" t="t"/>
              <a:pathLst>
                <a:path extrusionOk="0" h="58782" w="16343">
                  <a:moveTo>
                    <a:pt x="16343" y="0"/>
                  </a:moveTo>
                  <a:lnTo>
                    <a:pt x="9786" y="6524"/>
                  </a:lnTo>
                  <a:lnTo>
                    <a:pt x="0" y="26129"/>
                  </a:lnTo>
                  <a:lnTo>
                    <a:pt x="3262" y="42471"/>
                  </a:lnTo>
                  <a:lnTo>
                    <a:pt x="16343" y="58781"/>
                  </a:lnTo>
                  <a:lnTo>
                    <a:pt x="16343" y="9786"/>
                  </a:lnTo>
                  <a:lnTo>
                    <a:pt x="16343" y="0"/>
                  </a:ln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0"/>
            <p:cNvSpPr/>
            <p:nvPr/>
          </p:nvSpPr>
          <p:spPr>
            <a:xfrm>
              <a:off x="3391650" y="3745575"/>
              <a:ext cx="2939050" cy="1632625"/>
            </a:xfrm>
            <a:custGeom>
              <a:rect b="b" l="l" r="r" t="t"/>
              <a:pathLst>
                <a:path extrusionOk="0" h="65305" w="117562">
                  <a:moveTo>
                    <a:pt x="0" y="0"/>
                  </a:moveTo>
                  <a:lnTo>
                    <a:pt x="0" y="65305"/>
                  </a:lnTo>
                  <a:lnTo>
                    <a:pt x="84910" y="65305"/>
                  </a:lnTo>
                  <a:cubicBezTo>
                    <a:pt x="102948" y="65305"/>
                    <a:pt x="117562" y="50691"/>
                    <a:pt x="117562" y="32653"/>
                  </a:cubicBezTo>
                  <a:cubicBezTo>
                    <a:pt x="117562" y="14614"/>
                    <a:pt x="102948" y="0"/>
                    <a:pt x="84910" y="0"/>
                  </a:cubicBezTo>
                  <a:close/>
                </a:path>
              </a:pathLst>
            </a:custGeom>
            <a:solidFill>
              <a:srgbClr val="4C6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0"/>
            <p:cNvSpPr/>
            <p:nvPr/>
          </p:nvSpPr>
          <p:spPr>
            <a:xfrm>
              <a:off x="5922950" y="3827125"/>
              <a:ext cx="407750" cy="1469550"/>
            </a:xfrm>
            <a:custGeom>
              <a:rect b="b" l="l" r="r" t="t"/>
              <a:pathLst>
                <a:path extrusionOk="0" h="58782" w="16310">
                  <a:moveTo>
                    <a:pt x="0" y="0"/>
                  </a:moveTo>
                  <a:lnTo>
                    <a:pt x="0" y="9819"/>
                  </a:lnTo>
                  <a:lnTo>
                    <a:pt x="0" y="58781"/>
                  </a:lnTo>
                  <a:lnTo>
                    <a:pt x="13048" y="42471"/>
                  </a:lnTo>
                  <a:lnTo>
                    <a:pt x="16310" y="26129"/>
                  </a:lnTo>
                  <a:lnTo>
                    <a:pt x="6524" y="6557"/>
                  </a:lnTo>
                  <a:lnTo>
                    <a:pt x="0" y="0"/>
                  </a:ln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0"/>
            <p:cNvSpPr/>
            <p:nvPr/>
          </p:nvSpPr>
          <p:spPr>
            <a:xfrm>
              <a:off x="5595925" y="3745575"/>
              <a:ext cx="327050" cy="1632625"/>
            </a:xfrm>
            <a:custGeom>
              <a:rect b="b" l="l" r="r" t="t"/>
              <a:pathLst>
                <a:path extrusionOk="0" h="65305" w="13082">
                  <a:moveTo>
                    <a:pt x="1" y="0"/>
                  </a:moveTo>
                  <a:lnTo>
                    <a:pt x="1" y="65305"/>
                  </a:lnTo>
                  <a:lnTo>
                    <a:pt x="13081" y="62043"/>
                  </a:lnTo>
                  <a:lnTo>
                    <a:pt x="13081" y="3262"/>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0"/>
            <p:cNvSpPr/>
            <p:nvPr/>
          </p:nvSpPr>
          <p:spPr>
            <a:xfrm>
              <a:off x="1269725" y="317225"/>
              <a:ext cx="1142525" cy="5061000"/>
            </a:xfrm>
            <a:custGeom>
              <a:rect b="b" l="l" r="r" t="t"/>
              <a:pathLst>
                <a:path extrusionOk="0" h="202440" w="45701">
                  <a:moveTo>
                    <a:pt x="0" y="0"/>
                  </a:moveTo>
                  <a:lnTo>
                    <a:pt x="0" y="202439"/>
                  </a:lnTo>
                  <a:lnTo>
                    <a:pt x="45701" y="202439"/>
                  </a:lnTo>
                  <a:lnTo>
                    <a:pt x="457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0"/>
            <p:cNvSpPr/>
            <p:nvPr/>
          </p:nvSpPr>
          <p:spPr>
            <a:xfrm>
              <a:off x="3555550" y="2112950"/>
              <a:ext cx="407775" cy="1632650"/>
            </a:xfrm>
            <a:custGeom>
              <a:rect b="b" l="l" r="r" t="t"/>
              <a:pathLst>
                <a:path extrusionOk="0" h="65306" w="16311">
                  <a:moveTo>
                    <a:pt x="16311" y="0"/>
                  </a:moveTo>
                  <a:lnTo>
                    <a:pt x="1" y="3262"/>
                  </a:lnTo>
                  <a:lnTo>
                    <a:pt x="1" y="65305"/>
                  </a:lnTo>
                  <a:lnTo>
                    <a:pt x="16311" y="65305"/>
                  </a:lnTo>
                  <a:lnTo>
                    <a:pt x="163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0"/>
            <p:cNvSpPr/>
            <p:nvPr/>
          </p:nvSpPr>
          <p:spPr>
            <a:xfrm>
              <a:off x="2167575" y="317225"/>
              <a:ext cx="244675" cy="5061000"/>
            </a:xfrm>
            <a:custGeom>
              <a:rect b="b" l="l" r="r" t="t"/>
              <a:pathLst>
                <a:path extrusionOk="0" h="202440" w="9787">
                  <a:moveTo>
                    <a:pt x="1" y="0"/>
                  </a:moveTo>
                  <a:lnTo>
                    <a:pt x="1" y="202439"/>
                  </a:lnTo>
                  <a:lnTo>
                    <a:pt x="9787" y="202439"/>
                  </a:lnTo>
                  <a:lnTo>
                    <a:pt x="9787" y="0"/>
                  </a:ln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0"/>
            <p:cNvSpPr/>
            <p:nvPr/>
          </p:nvSpPr>
          <p:spPr>
            <a:xfrm>
              <a:off x="1840575" y="3991025"/>
              <a:ext cx="571675" cy="570875"/>
            </a:xfrm>
            <a:custGeom>
              <a:rect b="b" l="l" r="r" t="t"/>
              <a:pathLst>
                <a:path extrusionOk="0" h="22835" w="22867">
                  <a:moveTo>
                    <a:pt x="11450" y="1"/>
                  </a:moveTo>
                  <a:cubicBezTo>
                    <a:pt x="5121" y="1"/>
                    <a:pt x="0" y="5089"/>
                    <a:pt x="0" y="11418"/>
                  </a:cubicBezTo>
                  <a:cubicBezTo>
                    <a:pt x="0" y="17713"/>
                    <a:pt x="5121" y="22835"/>
                    <a:pt x="11450" y="22835"/>
                  </a:cubicBezTo>
                  <a:cubicBezTo>
                    <a:pt x="17745" y="22835"/>
                    <a:pt x="22867" y="17713"/>
                    <a:pt x="22867" y="11418"/>
                  </a:cubicBezTo>
                  <a:cubicBezTo>
                    <a:pt x="22867" y="5089"/>
                    <a:pt x="17745" y="1"/>
                    <a:pt x="11450"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0"/>
            <p:cNvSpPr/>
            <p:nvPr/>
          </p:nvSpPr>
          <p:spPr>
            <a:xfrm>
              <a:off x="1190625" y="238125"/>
              <a:ext cx="1870750" cy="5219200"/>
            </a:xfrm>
            <a:custGeom>
              <a:rect b="b" l="l" r="r" t="t"/>
              <a:pathLst>
                <a:path extrusionOk="0" h="208768" w="74830">
                  <a:moveTo>
                    <a:pt x="68534" y="6296"/>
                  </a:moveTo>
                  <a:lnTo>
                    <a:pt x="68534" y="202471"/>
                  </a:lnTo>
                  <a:lnTo>
                    <a:pt x="6296" y="202471"/>
                  </a:lnTo>
                  <a:lnTo>
                    <a:pt x="6296" y="6296"/>
                  </a:lnTo>
                  <a:close/>
                  <a:moveTo>
                    <a:pt x="0" y="0"/>
                  </a:moveTo>
                  <a:lnTo>
                    <a:pt x="0" y="208767"/>
                  </a:lnTo>
                  <a:lnTo>
                    <a:pt x="74830" y="208767"/>
                  </a:lnTo>
                  <a:lnTo>
                    <a:pt x="74830"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0"/>
            <p:cNvSpPr/>
            <p:nvPr/>
          </p:nvSpPr>
          <p:spPr>
            <a:xfrm>
              <a:off x="1595100" y="646675"/>
              <a:ext cx="1061800" cy="157425"/>
            </a:xfrm>
            <a:custGeom>
              <a:rect b="b" l="l" r="r" t="t"/>
              <a:pathLst>
                <a:path extrusionOk="0" h="6297" w="42472">
                  <a:moveTo>
                    <a:pt x="0" y="1"/>
                  </a:moveTo>
                  <a:lnTo>
                    <a:pt x="0" y="6296"/>
                  </a:lnTo>
                  <a:lnTo>
                    <a:pt x="42472" y="6296"/>
                  </a:lnTo>
                  <a:lnTo>
                    <a:pt x="42472"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0"/>
            <p:cNvSpPr/>
            <p:nvPr/>
          </p:nvSpPr>
          <p:spPr>
            <a:xfrm>
              <a:off x="1595100" y="4891325"/>
              <a:ext cx="1061800" cy="157425"/>
            </a:xfrm>
            <a:custGeom>
              <a:rect b="b" l="l" r="r" t="t"/>
              <a:pathLst>
                <a:path extrusionOk="0" h="6297" w="42472">
                  <a:moveTo>
                    <a:pt x="0" y="1"/>
                  </a:moveTo>
                  <a:lnTo>
                    <a:pt x="0" y="6297"/>
                  </a:lnTo>
                  <a:lnTo>
                    <a:pt x="42472" y="6297"/>
                  </a:lnTo>
                  <a:lnTo>
                    <a:pt x="42472"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0"/>
            <p:cNvSpPr/>
            <p:nvPr/>
          </p:nvSpPr>
          <p:spPr>
            <a:xfrm>
              <a:off x="1595100" y="972875"/>
              <a:ext cx="1061800" cy="157425"/>
            </a:xfrm>
            <a:custGeom>
              <a:rect b="b" l="l" r="r" t="t"/>
              <a:pathLst>
                <a:path extrusionOk="0" h="6297" w="42472">
                  <a:moveTo>
                    <a:pt x="0" y="0"/>
                  </a:moveTo>
                  <a:lnTo>
                    <a:pt x="0" y="6296"/>
                  </a:lnTo>
                  <a:lnTo>
                    <a:pt x="42472" y="6296"/>
                  </a:lnTo>
                  <a:lnTo>
                    <a:pt x="42472"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0"/>
            <p:cNvSpPr/>
            <p:nvPr/>
          </p:nvSpPr>
          <p:spPr>
            <a:xfrm>
              <a:off x="1922125" y="1299075"/>
              <a:ext cx="407750" cy="158225"/>
            </a:xfrm>
            <a:custGeom>
              <a:rect b="b" l="l" r="r" t="t"/>
              <a:pathLst>
                <a:path extrusionOk="0" h="6329" w="16310">
                  <a:moveTo>
                    <a:pt x="0" y="0"/>
                  </a:moveTo>
                  <a:lnTo>
                    <a:pt x="0" y="6329"/>
                  </a:lnTo>
                  <a:lnTo>
                    <a:pt x="16310" y="6329"/>
                  </a:lnTo>
                  <a:lnTo>
                    <a:pt x="16310" y="0"/>
                  </a:ln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0"/>
            <p:cNvSpPr/>
            <p:nvPr/>
          </p:nvSpPr>
          <p:spPr>
            <a:xfrm>
              <a:off x="1762275" y="3911925"/>
              <a:ext cx="729075" cy="729075"/>
            </a:xfrm>
            <a:custGeom>
              <a:rect b="b" l="l" r="r" t="t"/>
              <a:pathLst>
                <a:path extrusionOk="0" h="29163" w="29163">
                  <a:moveTo>
                    <a:pt x="14582" y="6296"/>
                  </a:moveTo>
                  <a:cubicBezTo>
                    <a:pt x="19148" y="6296"/>
                    <a:pt x="22867" y="10015"/>
                    <a:pt x="22867" y="14582"/>
                  </a:cubicBezTo>
                  <a:cubicBezTo>
                    <a:pt x="22867" y="19148"/>
                    <a:pt x="19148" y="22867"/>
                    <a:pt x="14582" y="22867"/>
                  </a:cubicBezTo>
                  <a:cubicBezTo>
                    <a:pt x="10015" y="22867"/>
                    <a:pt x="6296" y="19148"/>
                    <a:pt x="6296" y="14582"/>
                  </a:cubicBezTo>
                  <a:cubicBezTo>
                    <a:pt x="6296" y="10015"/>
                    <a:pt x="10015" y="6296"/>
                    <a:pt x="14582" y="6296"/>
                  </a:cubicBezTo>
                  <a:close/>
                  <a:moveTo>
                    <a:pt x="14582" y="0"/>
                  </a:moveTo>
                  <a:cubicBezTo>
                    <a:pt x="6525" y="0"/>
                    <a:pt x="1" y="6524"/>
                    <a:pt x="1" y="14582"/>
                  </a:cubicBezTo>
                  <a:cubicBezTo>
                    <a:pt x="1" y="22606"/>
                    <a:pt x="6525" y="29163"/>
                    <a:pt x="14582" y="29163"/>
                  </a:cubicBezTo>
                  <a:cubicBezTo>
                    <a:pt x="22606" y="29163"/>
                    <a:pt x="29163" y="22606"/>
                    <a:pt x="29163" y="14582"/>
                  </a:cubicBezTo>
                  <a:cubicBezTo>
                    <a:pt x="29163" y="6524"/>
                    <a:pt x="22606" y="0"/>
                    <a:pt x="14582"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0"/>
            <p:cNvSpPr/>
            <p:nvPr/>
          </p:nvSpPr>
          <p:spPr>
            <a:xfrm>
              <a:off x="3147000" y="3667275"/>
              <a:ext cx="3262825" cy="1790050"/>
            </a:xfrm>
            <a:custGeom>
              <a:rect b="b" l="l" r="r" t="t"/>
              <a:pathLst>
                <a:path extrusionOk="0" h="71602" w="130513">
                  <a:moveTo>
                    <a:pt x="0" y="1"/>
                  </a:moveTo>
                  <a:lnTo>
                    <a:pt x="0" y="6296"/>
                  </a:lnTo>
                  <a:lnTo>
                    <a:pt x="94696" y="6296"/>
                  </a:lnTo>
                  <a:cubicBezTo>
                    <a:pt x="110973" y="6296"/>
                    <a:pt x="124216" y="19540"/>
                    <a:pt x="124216" y="35785"/>
                  </a:cubicBezTo>
                  <a:cubicBezTo>
                    <a:pt x="124216" y="52062"/>
                    <a:pt x="110973" y="65305"/>
                    <a:pt x="94696" y="65305"/>
                  </a:cubicBezTo>
                  <a:lnTo>
                    <a:pt x="0" y="65305"/>
                  </a:lnTo>
                  <a:lnTo>
                    <a:pt x="0" y="71601"/>
                  </a:lnTo>
                  <a:lnTo>
                    <a:pt x="94696" y="71601"/>
                  </a:lnTo>
                  <a:cubicBezTo>
                    <a:pt x="114463" y="71601"/>
                    <a:pt x="130512" y="55552"/>
                    <a:pt x="130512" y="35785"/>
                  </a:cubicBezTo>
                  <a:cubicBezTo>
                    <a:pt x="130512" y="16050"/>
                    <a:pt x="114463" y="1"/>
                    <a:pt x="94696"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0"/>
            <p:cNvSpPr/>
            <p:nvPr/>
          </p:nvSpPr>
          <p:spPr>
            <a:xfrm>
              <a:off x="5843825" y="4154125"/>
              <a:ext cx="157425" cy="816350"/>
            </a:xfrm>
            <a:custGeom>
              <a:rect b="b" l="l" r="r" t="t"/>
              <a:pathLst>
                <a:path extrusionOk="0" h="32654" w="6297">
                  <a:moveTo>
                    <a:pt x="1" y="1"/>
                  </a:moveTo>
                  <a:lnTo>
                    <a:pt x="1" y="32653"/>
                  </a:lnTo>
                  <a:lnTo>
                    <a:pt x="6297" y="32653"/>
                  </a:lnTo>
                  <a:lnTo>
                    <a:pt x="6297" y="1"/>
                  </a:ln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0"/>
            <p:cNvSpPr/>
            <p:nvPr/>
          </p:nvSpPr>
          <p:spPr>
            <a:xfrm>
              <a:off x="3391650" y="3993475"/>
              <a:ext cx="2286675" cy="157425"/>
            </a:xfrm>
            <a:custGeom>
              <a:rect b="b" l="l" r="r" t="t"/>
              <a:pathLst>
                <a:path extrusionOk="0" h="6297" w="91467">
                  <a:moveTo>
                    <a:pt x="0" y="0"/>
                  </a:moveTo>
                  <a:lnTo>
                    <a:pt x="0" y="6296"/>
                  </a:lnTo>
                  <a:lnTo>
                    <a:pt x="91466" y="6296"/>
                  </a:lnTo>
                  <a:lnTo>
                    <a:pt x="91466"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0"/>
            <p:cNvSpPr/>
            <p:nvPr/>
          </p:nvSpPr>
          <p:spPr>
            <a:xfrm>
              <a:off x="3391650" y="4320500"/>
              <a:ext cx="2286675" cy="157400"/>
            </a:xfrm>
            <a:custGeom>
              <a:rect b="b" l="l" r="r" t="t"/>
              <a:pathLst>
                <a:path extrusionOk="0" h="6296" w="91467">
                  <a:moveTo>
                    <a:pt x="0" y="0"/>
                  </a:moveTo>
                  <a:lnTo>
                    <a:pt x="0" y="6296"/>
                  </a:lnTo>
                  <a:lnTo>
                    <a:pt x="91466" y="6296"/>
                  </a:lnTo>
                  <a:lnTo>
                    <a:pt x="91466"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0"/>
            <p:cNvSpPr/>
            <p:nvPr/>
          </p:nvSpPr>
          <p:spPr>
            <a:xfrm>
              <a:off x="3391650" y="4646675"/>
              <a:ext cx="2286675" cy="157425"/>
            </a:xfrm>
            <a:custGeom>
              <a:rect b="b" l="l" r="r" t="t"/>
              <a:pathLst>
                <a:path extrusionOk="0" h="6297" w="91467">
                  <a:moveTo>
                    <a:pt x="0" y="1"/>
                  </a:moveTo>
                  <a:lnTo>
                    <a:pt x="0" y="6297"/>
                  </a:lnTo>
                  <a:lnTo>
                    <a:pt x="91466" y="6297"/>
                  </a:lnTo>
                  <a:lnTo>
                    <a:pt x="91466"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0"/>
            <p:cNvSpPr/>
            <p:nvPr/>
          </p:nvSpPr>
          <p:spPr>
            <a:xfrm>
              <a:off x="3391650" y="4972875"/>
              <a:ext cx="2286675" cy="158250"/>
            </a:xfrm>
            <a:custGeom>
              <a:rect b="b" l="l" r="r" t="t"/>
              <a:pathLst>
                <a:path extrusionOk="0" h="6330" w="91467">
                  <a:moveTo>
                    <a:pt x="0" y="1"/>
                  </a:moveTo>
                  <a:lnTo>
                    <a:pt x="0" y="6329"/>
                  </a:lnTo>
                  <a:lnTo>
                    <a:pt x="91466" y="6329"/>
                  </a:lnTo>
                  <a:lnTo>
                    <a:pt x="91466"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0"/>
            <p:cNvSpPr/>
            <p:nvPr/>
          </p:nvSpPr>
          <p:spPr>
            <a:xfrm>
              <a:off x="3068700" y="2033825"/>
              <a:ext cx="3262000" cy="1790875"/>
            </a:xfrm>
            <a:custGeom>
              <a:rect b="b" l="l" r="r" t="t"/>
              <a:pathLst>
                <a:path extrusionOk="0" h="71635" w="130480">
                  <a:moveTo>
                    <a:pt x="35785" y="1"/>
                  </a:moveTo>
                  <a:cubicBezTo>
                    <a:pt x="16050" y="1"/>
                    <a:pt x="1" y="16083"/>
                    <a:pt x="1" y="35818"/>
                  </a:cubicBezTo>
                  <a:cubicBezTo>
                    <a:pt x="1" y="55553"/>
                    <a:pt x="16050" y="71634"/>
                    <a:pt x="35785" y="71634"/>
                  </a:cubicBezTo>
                  <a:lnTo>
                    <a:pt x="130480" y="71634"/>
                  </a:lnTo>
                  <a:lnTo>
                    <a:pt x="130480" y="65339"/>
                  </a:lnTo>
                  <a:lnTo>
                    <a:pt x="35785" y="65339"/>
                  </a:lnTo>
                  <a:cubicBezTo>
                    <a:pt x="19507" y="65339"/>
                    <a:pt x="6296" y="52095"/>
                    <a:pt x="6296" y="35818"/>
                  </a:cubicBezTo>
                  <a:cubicBezTo>
                    <a:pt x="6296" y="19540"/>
                    <a:pt x="19507" y="6329"/>
                    <a:pt x="35785" y="6329"/>
                  </a:cubicBezTo>
                  <a:lnTo>
                    <a:pt x="130480" y="6329"/>
                  </a:lnTo>
                  <a:lnTo>
                    <a:pt x="130480"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0"/>
            <p:cNvSpPr/>
            <p:nvPr/>
          </p:nvSpPr>
          <p:spPr>
            <a:xfrm>
              <a:off x="3476450" y="2521500"/>
              <a:ext cx="157425" cy="816350"/>
            </a:xfrm>
            <a:custGeom>
              <a:rect b="b" l="l" r="r" t="t"/>
              <a:pathLst>
                <a:path extrusionOk="0" h="32654" w="6297">
                  <a:moveTo>
                    <a:pt x="0" y="1"/>
                  </a:moveTo>
                  <a:lnTo>
                    <a:pt x="0" y="32653"/>
                  </a:lnTo>
                  <a:lnTo>
                    <a:pt x="6296" y="32653"/>
                  </a:lnTo>
                  <a:lnTo>
                    <a:pt x="6296" y="1"/>
                  </a:ln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0"/>
            <p:cNvSpPr/>
            <p:nvPr/>
          </p:nvSpPr>
          <p:spPr>
            <a:xfrm>
              <a:off x="3800200" y="2360850"/>
              <a:ext cx="2285875" cy="157425"/>
            </a:xfrm>
            <a:custGeom>
              <a:rect b="b" l="l" r="r" t="t"/>
              <a:pathLst>
                <a:path extrusionOk="0" h="6297" w="91435">
                  <a:moveTo>
                    <a:pt x="1" y="1"/>
                  </a:moveTo>
                  <a:lnTo>
                    <a:pt x="1" y="6296"/>
                  </a:lnTo>
                  <a:lnTo>
                    <a:pt x="91434" y="6296"/>
                  </a:lnTo>
                  <a:lnTo>
                    <a:pt x="91434"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0"/>
            <p:cNvSpPr/>
            <p:nvPr/>
          </p:nvSpPr>
          <p:spPr>
            <a:xfrm>
              <a:off x="3800200" y="2687050"/>
              <a:ext cx="2285875" cy="158225"/>
            </a:xfrm>
            <a:custGeom>
              <a:rect b="b" l="l" r="r" t="t"/>
              <a:pathLst>
                <a:path extrusionOk="0" h="6329" w="91435">
                  <a:moveTo>
                    <a:pt x="1" y="0"/>
                  </a:moveTo>
                  <a:lnTo>
                    <a:pt x="1" y="6329"/>
                  </a:lnTo>
                  <a:lnTo>
                    <a:pt x="91434" y="6329"/>
                  </a:lnTo>
                  <a:lnTo>
                    <a:pt x="91434"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0"/>
            <p:cNvSpPr/>
            <p:nvPr/>
          </p:nvSpPr>
          <p:spPr>
            <a:xfrm>
              <a:off x="3800200" y="3014075"/>
              <a:ext cx="2285875" cy="157400"/>
            </a:xfrm>
            <a:custGeom>
              <a:rect b="b" l="l" r="r" t="t"/>
              <a:pathLst>
                <a:path extrusionOk="0" h="6296" w="91435">
                  <a:moveTo>
                    <a:pt x="1" y="0"/>
                  </a:moveTo>
                  <a:lnTo>
                    <a:pt x="1" y="6296"/>
                  </a:lnTo>
                  <a:lnTo>
                    <a:pt x="91434" y="6296"/>
                  </a:lnTo>
                  <a:lnTo>
                    <a:pt x="91434"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0"/>
            <p:cNvSpPr/>
            <p:nvPr/>
          </p:nvSpPr>
          <p:spPr>
            <a:xfrm>
              <a:off x="3800200" y="3340250"/>
              <a:ext cx="2285875" cy="157425"/>
            </a:xfrm>
            <a:custGeom>
              <a:rect b="b" l="l" r="r" t="t"/>
              <a:pathLst>
                <a:path extrusionOk="0" h="6297" w="91435">
                  <a:moveTo>
                    <a:pt x="1" y="1"/>
                  </a:moveTo>
                  <a:lnTo>
                    <a:pt x="1" y="6297"/>
                  </a:lnTo>
                  <a:lnTo>
                    <a:pt x="91434" y="6297"/>
                  </a:lnTo>
                  <a:lnTo>
                    <a:pt x="91434"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 name="Google Shape;1054;p40"/>
          <p:cNvGrpSpPr/>
          <p:nvPr/>
        </p:nvGrpSpPr>
        <p:grpSpPr>
          <a:xfrm>
            <a:off x="2138856" y="1586720"/>
            <a:ext cx="852251" cy="854383"/>
            <a:chOff x="1197125" y="238125"/>
            <a:chExt cx="5206175" cy="5219200"/>
          </a:xfrm>
        </p:grpSpPr>
        <p:sp>
          <p:nvSpPr>
            <p:cNvPr id="1055" name="Google Shape;1055;p40"/>
            <p:cNvSpPr/>
            <p:nvPr/>
          </p:nvSpPr>
          <p:spPr>
            <a:xfrm>
              <a:off x="2986325" y="4238125"/>
              <a:ext cx="488525" cy="243850"/>
            </a:xfrm>
            <a:custGeom>
              <a:rect b="b" l="l" r="r" t="t"/>
              <a:pathLst>
                <a:path extrusionOk="0" h="9754" w="19541">
                  <a:moveTo>
                    <a:pt x="1" y="0"/>
                  </a:moveTo>
                  <a:lnTo>
                    <a:pt x="1" y="9754"/>
                  </a:lnTo>
                  <a:lnTo>
                    <a:pt x="19540" y="9754"/>
                  </a:lnTo>
                  <a:lnTo>
                    <a:pt x="19540" y="0"/>
                  </a:lnTo>
                  <a:close/>
                </a:path>
              </a:pathLst>
            </a:custGeom>
            <a:solidFill>
              <a:srgbClr val="FFB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0"/>
            <p:cNvSpPr/>
            <p:nvPr/>
          </p:nvSpPr>
          <p:spPr>
            <a:xfrm>
              <a:off x="1277875" y="983475"/>
              <a:ext cx="5044675" cy="2522350"/>
            </a:xfrm>
            <a:custGeom>
              <a:rect b="b" l="l" r="r" t="t"/>
              <a:pathLst>
                <a:path extrusionOk="0" h="100894" w="201787">
                  <a:moveTo>
                    <a:pt x="0" y="1"/>
                  </a:moveTo>
                  <a:lnTo>
                    <a:pt x="0" y="100894"/>
                  </a:lnTo>
                  <a:lnTo>
                    <a:pt x="201787" y="100894"/>
                  </a:lnTo>
                  <a:lnTo>
                    <a:pt x="2017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0"/>
            <p:cNvSpPr/>
            <p:nvPr/>
          </p:nvSpPr>
          <p:spPr>
            <a:xfrm>
              <a:off x="2498675" y="3342700"/>
              <a:ext cx="2603900" cy="325425"/>
            </a:xfrm>
            <a:custGeom>
              <a:rect b="b" l="l" r="r" t="t"/>
              <a:pathLst>
                <a:path extrusionOk="0" h="13017" w="104156">
                  <a:moveTo>
                    <a:pt x="0" y="1"/>
                  </a:moveTo>
                  <a:lnTo>
                    <a:pt x="0" y="13016"/>
                  </a:lnTo>
                  <a:lnTo>
                    <a:pt x="104155" y="13016"/>
                  </a:lnTo>
                  <a:lnTo>
                    <a:pt x="104155" y="1"/>
                  </a:lnTo>
                  <a:close/>
                </a:path>
              </a:pathLst>
            </a:custGeom>
            <a:solidFill>
              <a:srgbClr val="4C6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0"/>
            <p:cNvSpPr/>
            <p:nvPr/>
          </p:nvSpPr>
          <p:spPr>
            <a:xfrm>
              <a:off x="2824050" y="1716600"/>
              <a:ext cx="1952325" cy="1172725"/>
            </a:xfrm>
            <a:custGeom>
              <a:rect b="b" l="l" r="r" t="t"/>
              <a:pathLst>
                <a:path extrusionOk="0" h="46909" w="78093">
                  <a:moveTo>
                    <a:pt x="1" y="1"/>
                  </a:moveTo>
                  <a:lnTo>
                    <a:pt x="1" y="6427"/>
                  </a:lnTo>
                  <a:lnTo>
                    <a:pt x="7373" y="6427"/>
                  </a:lnTo>
                  <a:lnTo>
                    <a:pt x="19507" y="46908"/>
                  </a:lnTo>
                  <a:lnTo>
                    <a:pt x="31674" y="6427"/>
                  </a:lnTo>
                  <a:lnTo>
                    <a:pt x="78093" y="6427"/>
                  </a:lnTo>
                  <a:lnTo>
                    <a:pt x="78093" y="1"/>
                  </a:lnTo>
                  <a:lnTo>
                    <a:pt x="26912" y="1"/>
                  </a:lnTo>
                  <a:lnTo>
                    <a:pt x="19507" y="24596"/>
                  </a:lnTo>
                  <a:lnTo>
                    <a:pt x="12135" y="1"/>
                  </a:ln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0"/>
            <p:cNvSpPr/>
            <p:nvPr/>
          </p:nvSpPr>
          <p:spPr>
            <a:xfrm>
              <a:off x="3795300" y="2091725"/>
              <a:ext cx="631225" cy="631225"/>
            </a:xfrm>
            <a:custGeom>
              <a:rect b="b" l="l" r="r" t="t"/>
              <a:pathLst>
                <a:path extrusionOk="0" h="25249" w="25249">
                  <a:moveTo>
                    <a:pt x="4535" y="1"/>
                  </a:moveTo>
                  <a:lnTo>
                    <a:pt x="1" y="4535"/>
                  </a:lnTo>
                  <a:lnTo>
                    <a:pt x="8091" y="12625"/>
                  </a:lnTo>
                  <a:lnTo>
                    <a:pt x="1" y="20715"/>
                  </a:lnTo>
                  <a:lnTo>
                    <a:pt x="4535" y="25249"/>
                  </a:lnTo>
                  <a:lnTo>
                    <a:pt x="12625" y="17159"/>
                  </a:lnTo>
                  <a:lnTo>
                    <a:pt x="20714" y="25249"/>
                  </a:lnTo>
                  <a:lnTo>
                    <a:pt x="25249" y="20715"/>
                  </a:lnTo>
                  <a:lnTo>
                    <a:pt x="17159" y="12625"/>
                  </a:lnTo>
                  <a:lnTo>
                    <a:pt x="25249" y="4535"/>
                  </a:lnTo>
                  <a:lnTo>
                    <a:pt x="20714" y="1"/>
                  </a:lnTo>
                  <a:lnTo>
                    <a:pt x="12625" y="8091"/>
                  </a:lnTo>
                  <a:lnTo>
                    <a:pt x="4535" y="1"/>
                  </a:ln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0"/>
            <p:cNvSpPr/>
            <p:nvPr/>
          </p:nvSpPr>
          <p:spPr>
            <a:xfrm>
              <a:off x="2294800" y="3262800"/>
              <a:ext cx="3010825" cy="2194525"/>
            </a:xfrm>
            <a:custGeom>
              <a:rect b="b" l="l" r="r" t="t"/>
              <a:pathLst>
                <a:path extrusionOk="0" h="87781" w="120433">
                  <a:moveTo>
                    <a:pt x="109081" y="6394"/>
                  </a:moveTo>
                  <a:lnTo>
                    <a:pt x="109081" y="13015"/>
                  </a:lnTo>
                  <a:lnTo>
                    <a:pt x="11352" y="13015"/>
                  </a:lnTo>
                  <a:lnTo>
                    <a:pt x="11352" y="6394"/>
                  </a:lnTo>
                  <a:close/>
                  <a:moveTo>
                    <a:pt x="97077" y="19442"/>
                  </a:moveTo>
                  <a:lnTo>
                    <a:pt x="101220" y="45570"/>
                  </a:lnTo>
                  <a:lnTo>
                    <a:pt x="19213" y="45570"/>
                  </a:lnTo>
                  <a:lnTo>
                    <a:pt x="23356" y="19442"/>
                  </a:lnTo>
                  <a:close/>
                  <a:moveTo>
                    <a:pt x="4926" y="0"/>
                  </a:moveTo>
                  <a:lnTo>
                    <a:pt x="4926" y="19442"/>
                  </a:lnTo>
                  <a:lnTo>
                    <a:pt x="16865" y="19442"/>
                  </a:lnTo>
                  <a:lnTo>
                    <a:pt x="7014" y="81354"/>
                  </a:lnTo>
                  <a:lnTo>
                    <a:pt x="0" y="81354"/>
                  </a:lnTo>
                  <a:lnTo>
                    <a:pt x="0" y="87780"/>
                  </a:lnTo>
                  <a:lnTo>
                    <a:pt x="19540" y="87780"/>
                  </a:lnTo>
                  <a:lnTo>
                    <a:pt x="19540" y="81354"/>
                  </a:lnTo>
                  <a:lnTo>
                    <a:pt x="13538" y="81354"/>
                  </a:lnTo>
                  <a:lnTo>
                    <a:pt x="18202" y="51964"/>
                  </a:lnTo>
                  <a:lnTo>
                    <a:pt x="102231" y="51964"/>
                  </a:lnTo>
                  <a:lnTo>
                    <a:pt x="106896" y="81354"/>
                  </a:lnTo>
                  <a:lnTo>
                    <a:pt x="100894" y="81354"/>
                  </a:lnTo>
                  <a:lnTo>
                    <a:pt x="100894" y="87780"/>
                  </a:lnTo>
                  <a:lnTo>
                    <a:pt x="120433" y="87780"/>
                  </a:lnTo>
                  <a:lnTo>
                    <a:pt x="120433" y="81354"/>
                  </a:lnTo>
                  <a:lnTo>
                    <a:pt x="113420" y="81354"/>
                  </a:lnTo>
                  <a:lnTo>
                    <a:pt x="103568" y="19442"/>
                  </a:lnTo>
                  <a:lnTo>
                    <a:pt x="115507" y="19442"/>
                  </a:lnTo>
                  <a:lnTo>
                    <a:pt x="115507"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0"/>
            <p:cNvSpPr/>
            <p:nvPr/>
          </p:nvSpPr>
          <p:spPr>
            <a:xfrm>
              <a:off x="2986325" y="4157400"/>
              <a:ext cx="488525" cy="160675"/>
            </a:xfrm>
            <a:custGeom>
              <a:rect b="b" l="l" r="r" t="t"/>
              <a:pathLst>
                <a:path extrusionOk="0" h="6427" w="19541">
                  <a:moveTo>
                    <a:pt x="1" y="0"/>
                  </a:moveTo>
                  <a:lnTo>
                    <a:pt x="1" y="6426"/>
                  </a:lnTo>
                  <a:lnTo>
                    <a:pt x="19540" y="6426"/>
                  </a:lnTo>
                  <a:lnTo>
                    <a:pt x="19540"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0"/>
            <p:cNvSpPr/>
            <p:nvPr/>
          </p:nvSpPr>
          <p:spPr>
            <a:xfrm>
              <a:off x="3150250" y="3993475"/>
              <a:ext cx="160675" cy="244675"/>
            </a:xfrm>
            <a:custGeom>
              <a:rect b="b" l="l" r="r" t="t"/>
              <a:pathLst>
                <a:path extrusionOk="0" h="9787" w="6427">
                  <a:moveTo>
                    <a:pt x="1" y="0"/>
                  </a:moveTo>
                  <a:lnTo>
                    <a:pt x="1" y="9786"/>
                  </a:lnTo>
                  <a:lnTo>
                    <a:pt x="6427" y="9786"/>
                  </a:lnTo>
                  <a:lnTo>
                    <a:pt x="6427"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0"/>
            <p:cNvSpPr/>
            <p:nvPr/>
          </p:nvSpPr>
          <p:spPr>
            <a:xfrm>
              <a:off x="3881750" y="4157400"/>
              <a:ext cx="406950" cy="160675"/>
            </a:xfrm>
            <a:custGeom>
              <a:rect b="b" l="l" r="r" t="t"/>
              <a:pathLst>
                <a:path extrusionOk="0" h="6427" w="16278">
                  <a:moveTo>
                    <a:pt x="1" y="0"/>
                  </a:moveTo>
                  <a:lnTo>
                    <a:pt x="1" y="6426"/>
                  </a:lnTo>
                  <a:lnTo>
                    <a:pt x="16278" y="6426"/>
                  </a:lnTo>
                  <a:lnTo>
                    <a:pt x="16278"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0"/>
            <p:cNvSpPr/>
            <p:nvPr/>
          </p:nvSpPr>
          <p:spPr>
            <a:xfrm>
              <a:off x="1197125" y="238125"/>
              <a:ext cx="5206175" cy="3347625"/>
            </a:xfrm>
            <a:custGeom>
              <a:rect b="b" l="l" r="r" t="t"/>
              <a:pathLst>
                <a:path extrusionOk="0" h="133905" w="208247">
                  <a:moveTo>
                    <a:pt x="121347" y="16734"/>
                  </a:moveTo>
                  <a:lnTo>
                    <a:pt x="122913" y="26585"/>
                  </a:lnTo>
                  <a:lnTo>
                    <a:pt x="85335" y="26585"/>
                  </a:lnTo>
                  <a:lnTo>
                    <a:pt x="86900" y="16734"/>
                  </a:lnTo>
                  <a:close/>
                  <a:moveTo>
                    <a:pt x="83051" y="0"/>
                  </a:moveTo>
                  <a:lnTo>
                    <a:pt x="78843" y="26585"/>
                  </a:lnTo>
                  <a:lnTo>
                    <a:pt x="1" y="26585"/>
                  </a:lnTo>
                  <a:lnTo>
                    <a:pt x="1" y="133905"/>
                  </a:lnTo>
                  <a:lnTo>
                    <a:pt x="45538" y="133905"/>
                  </a:lnTo>
                  <a:lnTo>
                    <a:pt x="45538" y="127478"/>
                  </a:lnTo>
                  <a:lnTo>
                    <a:pt x="6427" y="127478"/>
                  </a:lnTo>
                  <a:lnTo>
                    <a:pt x="6427" y="33011"/>
                  </a:lnTo>
                  <a:lnTo>
                    <a:pt x="201820" y="33011"/>
                  </a:lnTo>
                  <a:lnTo>
                    <a:pt x="201820" y="127478"/>
                  </a:lnTo>
                  <a:lnTo>
                    <a:pt x="162709" y="127478"/>
                  </a:lnTo>
                  <a:lnTo>
                    <a:pt x="162709" y="133905"/>
                  </a:lnTo>
                  <a:lnTo>
                    <a:pt x="208246" y="133905"/>
                  </a:lnTo>
                  <a:lnTo>
                    <a:pt x="208246" y="26585"/>
                  </a:lnTo>
                  <a:lnTo>
                    <a:pt x="129404" y="26585"/>
                  </a:lnTo>
                  <a:lnTo>
                    <a:pt x="125196" y="0"/>
                  </a:lnTo>
                  <a:lnTo>
                    <a:pt x="118868" y="1011"/>
                  </a:lnTo>
                  <a:lnTo>
                    <a:pt x="120336" y="10308"/>
                  </a:lnTo>
                  <a:lnTo>
                    <a:pt x="87911" y="10308"/>
                  </a:lnTo>
                  <a:lnTo>
                    <a:pt x="89379" y="1011"/>
                  </a:lnTo>
                  <a:lnTo>
                    <a:pt x="83051"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 name="Google Shape;1065;p40"/>
          <p:cNvSpPr txBox="1"/>
          <p:nvPr>
            <p:ph type="title"/>
          </p:nvPr>
        </p:nvSpPr>
        <p:spPr>
          <a:xfrm>
            <a:off x="1276350" y="2638425"/>
            <a:ext cx="2581200" cy="420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a:t>
            </a:r>
            <a:endParaRPr/>
          </a:p>
        </p:txBody>
      </p:sp>
      <p:sp>
        <p:nvSpPr>
          <p:cNvPr id="1066" name="Google Shape;1066;p40"/>
          <p:cNvSpPr txBox="1"/>
          <p:nvPr>
            <p:ph idx="3" type="title"/>
          </p:nvPr>
        </p:nvSpPr>
        <p:spPr>
          <a:xfrm>
            <a:off x="5286375" y="2638425"/>
            <a:ext cx="2581200" cy="420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SOLUTION</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 name="Shape 1070"/>
        <p:cNvGrpSpPr/>
        <p:nvPr/>
      </p:nvGrpSpPr>
      <p:grpSpPr>
        <a:xfrm>
          <a:off x="0" y="0"/>
          <a:ext cx="0" cy="0"/>
          <a:chOff x="0" y="0"/>
          <a:chExt cx="0" cy="0"/>
        </a:xfrm>
      </p:grpSpPr>
      <p:sp>
        <p:nvSpPr>
          <p:cNvPr id="1071" name="Google Shape;1071;p41"/>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PROCESS</a:t>
            </a:r>
            <a:endParaRPr/>
          </a:p>
        </p:txBody>
      </p:sp>
      <p:grpSp>
        <p:nvGrpSpPr>
          <p:cNvPr id="1072" name="Google Shape;1072;p41"/>
          <p:cNvGrpSpPr/>
          <p:nvPr/>
        </p:nvGrpSpPr>
        <p:grpSpPr>
          <a:xfrm>
            <a:off x="1304025" y="2125663"/>
            <a:ext cx="6535950" cy="1525075"/>
            <a:chOff x="1304025" y="2125663"/>
            <a:chExt cx="6535950" cy="1525075"/>
          </a:xfrm>
        </p:grpSpPr>
        <p:cxnSp>
          <p:nvCxnSpPr>
            <p:cNvPr id="1073" name="Google Shape;1073;p41"/>
            <p:cNvCxnSpPr>
              <a:endCxn id="1074" idx="3"/>
            </p:cNvCxnSpPr>
            <p:nvPr/>
          </p:nvCxnSpPr>
          <p:spPr>
            <a:xfrm>
              <a:off x="2758875" y="2888200"/>
              <a:ext cx="5081100" cy="0"/>
            </a:xfrm>
            <a:prstGeom prst="straightConnector1">
              <a:avLst/>
            </a:prstGeom>
            <a:noFill/>
            <a:ln cap="flat" cmpd="sng" w="28575">
              <a:solidFill>
                <a:srgbClr val="00004D"/>
              </a:solidFill>
              <a:prstDash val="solid"/>
              <a:round/>
              <a:headEnd len="med" w="med" type="none"/>
              <a:tailEnd len="med" w="med" type="none"/>
            </a:ln>
          </p:spPr>
        </p:cxnSp>
        <p:cxnSp>
          <p:nvCxnSpPr>
            <p:cNvPr id="1075" name="Google Shape;1075;p41"/>
            <p:cNvCxnSpPr>
              <a:stCxn id="1076" idx="0"/>
            </p:cNvCxnSpPr>
            <p:nvPr/>
          </p:nvCxnSpPr>
          <p:spPr>
            <a:xfrm rot="10800000">
              <a:off x="3725175" y="3210938"/>
              <a:ext cx="0" cy="439800"/>
            </a:xfrm>
            <a:prstGeom prst="straightConnector1">
              <a:avLst/>
            </a:prstGeom>
            <a:noFill/>
            <a:ln cap="flat" cmpd="sng" w="28575">
              <a:solidFill>
                <a:srgbClr val="00004D"/>
              </a:solidFill>
              <a:prstDash val="solid"/>
              <a:round/>
              <a:headEnd len="med" w="med" type="none"/>
              <a:tailEnd len="med" w="med" type="oval"/>
            </a:ln>
          </p:spPr>
        </p:cxnSp>
        <p:cxnSp>
          <p:nvCxnSpPr>
            <p:cNvPr id="1077" name="Google Shape;1077;p41"/>
            <p:cNvCxnSpPr>
              <a:stCxn id="1078" idx="2"/>
            </p:cNvCxnSpPr>
            <p:nvPr/>
          </p:nvCxnSpPr>
          <p:spPr>
            <a:xfrm>
              <a:off x="5418825" y="2125663"/>
              <a:ext cx="0" cy="439800"/>
            </a:xfrm>
            <a:prstGeom prst="straightConnector1">
              <a:avLst/>
            </a:prstGeom>
            <a:noFill/>
            <a:ln cap="flat" cmpd="sng" w="28575">
              <a:solidFill>
                <a:srgbClr val="00004D"/>
              </a:solidFill>
              <a:prstDash val="solid"/>
              <a:round/>
              <a:headEnd len="med" w="med" type="none"/>
              <a:tailEnd len="med" w="med" type="oval"/>
            </a:ln>
          </p:spPr>
        </p:cxnSp>
        <p:cxnSp>
          <p:nvCxnSpPr>
            <p:cNvPr id="1079" name="Google Shape;1079;p41"/>
            <p:cNvCxnSpPr>
              <a:stCxn id="1080" idx="0"/>
            </p:cNvCxnSpPr>
            <p:nvPr/>
          </p:nvCxnSpPr>
          <p:spPr>
            <a:xfrm rot="10800000">
              <a:off x="7112475" y="3210938"/>
              <a:ext cx="0" cy="439800"/>
            </a:xfrm>
            <a:prstGeom prst="straightConnector1">
              <a:avLst/>
            </a:prstGeom>
            <a:noFill/>
            <a:ln cap="flat" cmpd="sng" w="28575">
              <a:solidFill>
                <a:srgbClr val="00004D"/>
              </a:solidFill>
              <a:prstDash val="solid"/>
              <a:round/>
              <a:headEnd len="med" w="med" type="none"/>
              <a:tailEnd len="med" w="med" type="oval"/>
            </a:ln>
          </p:spPr>
        </p:cxnSp>
        <p:cxnSp>
          <p:nvCxnSpPr>
            <p:cNvPr id="1081" name="Google Shape;1081;p41"/>
            <p:cNvCxnSpPr>
              <a:stCxn id="1082" idx="2"/>
            </p:cNvCxnSpPr>
            <p:nvPr/>
          </p:nvCxnSpPr>
          <p:spPr>
            <a:xfrm>
              <a:off x="2031525" y="2125663"/>
              <a:ext cx="0" cy="439800"/>
            </a:xfrm>
            <a:prstGeom prst="straightConnector1">
              <a:avLst/>
            </a:prstGeom>
            <a:noFill/>
            <a:ln cap="flat" cmpd="sng" w="28575">
              <a:solidFill>
                <a:srgbClr val="00004D"/>
              </a:solidFill>
              <a:prstDash val="solid"/>
              <a:round/>
              <a:headEnd len="med" w="med" type="none"/>
              <a:tailEnd len="med" w="med" type="oval"/>
            </a:ln>
          </p:spPr>
        </p:cxnSp>
        <p:sp>
          <p:nvSpPr>
            <p:cNvPr id="1083" name="Google Shape;1083;p41"/>
            <p:cNvSpPr/>
            <p:nvPr/>
          </p:nvSpPr>
          <p:spPr>
            <a:xfrm>
              <a:off x="1304025" y="2706400"/>
              <a:ext cx="1455000" cy="363600"/>
            </a:xfrm>
            <a:prstGeom prst="roundRect">
              <a:avLst>
                <a:gd fmla="val 34302" name="adj"/>
              </a:avLst>
            </a:prstGeom>
            <a:solidFill>
              <a:srgbClr val="B8D8FF"/>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00004D"/>
                  </a:solidFill>
                  <a:latin typeface="Aldrich"/>
                  <a:ea typeface="Aldrich"/>
                  <a:cs typeface="Aldrich"/>
                  <a:sym typeface="Aldrich"/>
                </a:rPr>
                <a:t>1960</a:t>
              </a:r>
              <a:endParaRPr b="1" sz="1600">
                <a:solidFill>
                  <a:srgbClr val="00004D"/>
                </a:solidFill>
                <a:latin typeface="Aldrich"/>
                <a:ea typeface="Aldrich"/>
                <a:cs typeface="Aldrich"/>
                <a:sym typeface="Aldrich"/>
              </a:endParaRPr>
            </a:p>
          </p:txBody>
        </p:sp>
        <p:sp>
          <p:nvSpPr>
            <p:cNvPr id="1084" name="Google Shape;1084;p41"/>
            <p:cNvSpPr/>
            <p:nvPr/>
          </p:nvSpPr>
          <p:spPr>
            <a:xfrm>
              <a:off x="2997675" y="2706400"/>
              <a:ext cx="1455000" cy="363600"/>
            </a:xfrm>
            <a:prstGeom prst="roundRect">
              <a:avLst>
                <a:gd fmla="val 32178" name="adj"/>
              </a:avLst>
            </a:prstGeom>
            <a:solidFill>
              <a:schemeClr val="accent1"/>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lt1"/>
                  </a:solidFill>
                  <a:latin typeface="Aldrich"/>
                  <a:ea typeface="Aldrich"/>
                  <a:cs typeface="Aldrich"/>
                  <a:sym typeface="Aldrich"/>
                </a:rPr>
                <a:t>1980</a:t>
              </a:r>
              <a:endParaRPr b="1" sz="1600">
                <a:solidFill>
                  <a:schemeClr val="lt1"/>
                </a:solidFill>
                <a:latin typeface="Aldrich"/>
                <a:ea typeface="Aldrich"/>
                <a:cs typeface="Aldrich"/>
                <a:sym typeface="Aldrich"/>
              </a:endParaRPr>
            </a:p>
          </p:txBody>
        </p:sp>
        <p:sp>
          <p:nvSpPr>
            <p:cNvPr id="1085" name="Google Shape;1085;p41"/>
            <p:cNvSpPr/>
            <p:nvPr/>
          </p:nvSpPr>
          <p:spPr>
            <a:xfrm>
              <a:off x="4691325" y="2706400"/>
              <a:ext cx="1455000" cy="363600"/>
            </a:xfrm>
            <a:prstGeom prst="roundRect">
              <a:avLst>
                <a:gd fmla="val 35293" name="adj"/>
              </a:avLst>
            </a:prstGeom>
            <a:solidFill>
              <a:schemeClr val="accent2"/>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00004D"/>
                  </a:solidFill>
                  <a:latin typeface="Aldrich"/>
                  <a:ea typeface="Aldrich"/>
                  <a:cs typeface="Aldrich"/>
                  <a:sym typeface="Aldrich"/>
                </a:rPr>
                <a:t>2000</a:t>
              </a:r>
              <a:endParaRPr b="1" sz="1600">
                <a:solidFill>
                  <a:srgbClr val="00004D"/>
                </a:solidFill>
                <a:latin typeface="Aldrich"/>
                <a:ea typeface="Aldrich"/>
                <a:cs typeface="Aldrich"/>
                <a:sym typeface="Aldrich"/>
              </a:endParaRPr>
            </a:p>
          </p:txBody>
        </p:sp>
        <p:sp>
          <p:nvSpPr>
            <p:cNvPr id="1074" name="Google Shape;1074;p41"/>
            <p:cNvSpPr/>
            <p:nvPr/>
          </p:nvSpPr>
          <p:spPr>
            <a:xfrm>
              <a:off x="6384975" y="2706400"/>
              <a:ext cx="1455000" cy="363600"/>
            </a:xfrm>
            <a:prstGeom prst="roundRect">
              <a:avLst>
                <a:gd fmla="val 38407" name="adj"/>
              </a:avLst>
            </a:prstGeom>
            <a:solidFill>
              <a:schemeClr val="accent3"/>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00004D"/>
                  </a:solidFill>
                  <a:latin typeface="Aldrich"/>
                  <a:ea typeface="Aldrich"/>
                  <a:cs typeface="Aldrich"/>
                  <a:sym typeface="Aldrich"/>
                </a:rPr>
                <a:t>2019</a:t>
              </a:r>
              <a:endParaRPr b="1" sz="1600">
                <a:solidFill>
                  <a:srgbClr val="00004D"/>
                </a:solidFill>
                <a:latin typeface="Aldrich"/>
                <a:ea typeface="Aldrich"/>
                <a:cs typeface="Aldrich"/>
                <a:sym typeface="Aldrich"/>
              </a:endParaRPr>
            </a:p>
          </p:txBody>
        </p:sp>
      </p:grpSp>
      <p:sp>
        <p:nvSpPr>
          <p:cNvPr id="1082" name="Google Shape;1082;p41"/>
          <p:cNvSpPr txBox="1"/>
          <p:nvPr/>
        </p:nvSpPr>
        <p:spPr>
          <a:xfrm>
            <a:off x="1121775" y="1427263"/>
            <a:ext cx="1819500" cy="698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500">
                <a:solidFill>
                  <a:srgbClr val="00004D"/>
                </a:solidFill>
                <a:latin typeface="Didact Gothic"/>
                <a:ea typeface="Didact Gothic"/>
                <a:cs typeface="Didact Gothic"/>
                <a:sym typeface="Didact Gothic"/>
              </a:rPr>
              <a:t>Mercury is the smallest planet</a:t>
            </a:r>
            <a:endParaRPr sz="1500">
              <a:solidFill>
                <a:srgbClr val="00004D"/>
              </a:solidFill>
              <a:latin typeface="Didact Gothic"/>
              <a:ea typeface="Didact Gothic"/>
              <a:cs typeface="Didact Gothic"/>
              <a:sym typeface="Didact Gothic"/>
            </a:endParaRPr>
          </a:p>
        </p:txBody>
      </p:sp>
      <p:sp>
        <p:nvSpPr>
          <p:cNvPr id="1076" name="Google Shape;1076;p41"/>
          <p:cNvSpPr txBox="1"/>
          <p:nvPr/>
        </p:nvSpPr>
        <p:spPr>
          <a:xfrm>
            <a:off x="2815425" y="3650738"/>
            <a:ext cx="1819500" cy="698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500">
                <a:solidFill>
                  <a:srgbClr val="00004D"/>
                </a:solidFill>
                <a:latin typeface="Didact Gothic"/>
                <a:ea typeface="Didact Gothic"/>
                <a:cs typeface="Didact Gothic"/>
                <a:sym typeface="Didact Gothic"/>
              </a:rPr>
              <a:t>Neptune is the farthest planet</a:t>
            </a:r>
            <a:endParaRPr sz="1500">
              <a:solidFill>
                <a:srgbClr val="00004D"/>
              </a:solidFill>
              <a:latin typeface="Didact Gothic"/>
              <a:ea typeface="Didact Gothic"/>
              <a:cs typeface="Didact Gothic"/>
              <a:sym typeface="Didact Gothic"/>
            </a:endParaRPr>
          </a:p>
          <a:p>
            <a:pPr indent="0" lvl="0" marL="0" rtl="0" algn="ctr">
              <a:spcBef>
                <a:spcPts val="0"/>
              </a:spcBef>
              <a:spcAft>
                <a:spcPts val="0"/>
              </a:spcAft>
              <a:buNone/>
            </a:pPr>
            <a:r>
              <a:t/>
            </a:r>
            <a:endParaRPr sz="1500">
              <a:solidFill>
                <a:srgbClr val="00004D"/>
              </a:solidFill>
              <a:latin typeface="Didact Gothic"/>
              <a:ea typeface="Didact Gothic"/>
              <a:cs typeface="Didact Gothic"/>
              <a:sym typeface="Didact Gothic"/>
            </a:endParaRPr>
          </a:p>
        </p:txBody>
      </p:sp>
      <p:sp>
        <p:nvSpPr>
          <p:cNvPr id="1078" name="Google Shape;1078;p41"/>
          <p:cNvSpPr txBox="1"/>
          <p:nvPr/>
        </p:nvSpPr>
        <p:spPr>
          <a:xfrm>
            <a:off x="4509075" y="1427263"/>
            <a:ext cx="1819500" cy="698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500">
                <a:solidFill>
                  <a:srgbClr val="00004D"/>
                </a:solidFill>
                <a:latin typeface="Didact Gothic"/>
                <a:ea typeface="Didact Gothic"/>
                <a:cs typeface="Didact Gothic"/>
                <a:sym typeface="Didact Gothic"/>
              </a:rPr>
              <a:t>Jupiter is the biggest planet</a:t>
            </a:r>
            <a:endParaRPr sz="1500">
              <a:solidFill>
                <a:srgbClr val="00004D"/>
              </a:solidFill>
              <a:latin typeface="Didact Gothic"/>
              <a:ea typeface="Didact Gothic"/>
              <a:cs typeface="Didact Gothic"/>
              <a:sym typeface="Didact Gothic"/>
            </a:endParaRPr>
          </a:p>
          <a:p>
            <a:pPr indent="0" lvl="0" marL="0" rtl="0" algn="ctr">
              <a:spcBef>
                <a:spcPts val="0"/>
              </a:spcBef>
              <a:spcAft>
                <a:spcPts val="0"/>
              </a:spcAft>
              <a:buNone/>
            </a:pPr>
            <a:r>
              <a:t/>
            </a:r>
            <a:endParaRPr sz="1500">
              <a:solidFill>
                <a:srgbClr val="00004D"/>
              </a:solidFill>
              <a:latin typeface="Didact Gothic"/>
              <a:ea typeface="Didact Gothic"/>
              <a:cs typeface="Didact Gothic"/>
              <a:sym typeface="Didact Gothic"/>
            </a:endParaRPr>
          </a:p>
        </p:txBody>
      </p:sp>
      <p:sp>
        <p:nvSpPr>
          <p:cNvPr id="1080" name="Google Shape;1080;p41"/>
          <p:cNvSpPr txBox="1"/>
          <p:nvPr/>
        </p:nvSpPr>
        <p:spPr>
          <a:xfrm>
            <a:off x="6202725" y="3650738"/>
            <a:ext cx="1819500" cy="698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500">
                <a:solidFill>
                  <a:srgbClr val="00004D"/>
                </a:solidFill>
                <a:latin typeface="Didact Gothic"/>
                <a:ea typeface="Didact Gothic"/>
                <a:cs typeface="Didact Gothic"/>
                <a:sym typeface="Didact Gothic"/>
              </a:rPr>
              <a:t>Venus has a beautiful name</a:t>
            </a:r>
            <a:endParaRPr sz="1500">
              <a:solidFill>
                <a:srgbClr val="00004D"/>
              </a:solidFill>
              <a:latin typeface="Didact Gothic"/>
              <a:ea typeface="Didact Gothic"/>
              <a:cs typeface="Didact Gothic"/>
              <a:sym typeface="Didact Gothic"/>
            </a:endParaRPr>
          </a:p>
          <a:p>
            <a:pPr indent="0" lvl="0" marL="0" rtl="0" algn="ctr">
              <a:spcBef>
                <a:spcPts val="0"/>
              </a:spcBef>
              <a:spcAft>
                <a:spcPts val="0"/>
              </a:spcAft>
              <a:buNone/>
            </a:pPr>
            <a:r>
              <a:t/>
            </a:r>
            <a:endParaRPr sz="1500">
              <a:solidFill>
                <a:srgbClr val="00004D"/>
              </a:solidFill>
              <a:latin typeface="Didact Gothic"/>
              <a:ea typeface="Didact Gothic"/>
              <a:cs typeface="Didact Gothic"/>
              <a:sym typeface="Didact Gothic"/>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1089" name="Shape 1089"/>
        <p:cNvGrpSpPr/>
        <p:nvPr/>
      </p:nvGrpSpPr>
      <p:grpSpPr>
        <a:xfrm>
          <a:off x="0" y="0"/>
          <a:ext cx="0" cy="0"/>
          <a:chOff x="0" y="0"/>
          <a:chExt cx="0" cy="0"/>
        </a:xfrm>
      </p:grpSpPr>
      <p:sp>
        <p:nvSpPr>
          <p:cNvPr id="1090" name="Google Shape;1090;p42"/>
          <p:cNvSpPr txBox="1"/>
          <p:nvPr>
            <p:ph type="title"/>
          </p:nvPr>
        </p:nvSpPr>
        <p:spPr>
          <a:xfrm>
            <a:off x="2046600" y="1414500"/>
            <a:ext cx="5050800" cy="231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1091" name="Google Shape;1091;p42"/>
          <p:cNvGrpSpPr/>
          <p:nvPr/>
        </p:nvGrpSpPr>
        <p:grpSpPr>
          <a:xfrm flipH="1" rot="-552712">
            <a:off x="1612704" y="1218981"/>
            <a:ext cx="1271811" cy="1019154"/>
            <a:chOff x="10049025" y="922900"/>
            <a:chExt cx="537625" cy="430800"/>
          </a:xfrm>
        </p:grpSpPr>
        <p:sp>
          <p:nvSpPr>
            <p:cNvPr id="1092" name="Google Shape;1092;p42"/>
            <p:cNvSpPr/>
            <p:nvPr/>
          </p:nvSpPr>
          <p:spPr>
            <a:xfrm>
              <a:off x="10056525" y="930425"/>
              <a:ext cx="521975" cy="331475"/>
            </a:xfrm>
            <a:custGeom>
              <a:rect b="b" l="l" r="r" t="t"/>
              <a:pathLst>
                <a:path extrusionOk="0" h="13259" w="20879">
                  <a:moveTo>
                    <a:pt x="14412" y="0"/>
                  </a:moveTo>
                  <a:lnTo>
                    <a:pt x="1" y="226"/>
                  </a:lnTo>
                  <a:cubicBezTo>
                    <a:pt x="1254" y="2506"/>
                    <a:pt x="2407" y="4812"/>
                    <a:pt x="3334" y="7218"/>
                  </a:cubicBezTo>
                  <a:lnTo>
                    <a:pt x="12532" y="13258"/>
                  </a:lnTo>
                  <a:lnTo>
                    <a:pt x="20878" y="12757"/>
                  </a:lnTo>
                  <a:lnTo>
                    <a:pt x="14412" y="0"/>
                  </a:ln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2"/>
            <p:cNvSpPr/>
            <p:nvPr/>
          </p:nvSpPr>
          <p:spPr>
            <a:xfrm>
              <a:off x="10049025" y="922900"/>
              <a:ext cx="537625" cy="347150"/>
            </a:xfrm>
            <a:custGeom>
              <a:rect b="b" l="l" r="r" t="t"/>
              <a:pathLst>
                <a:path extrusionOk="0" h="13886" w="21505">
                  <a:moveTo>
                    <a:pt x="14574" y="527"/>
                  </a:moveTo>
                  <a:cubicBezTo>
                    <a:pt x="16433" y="4242"/>
                    <a:pt x="18292" y="7862"/>
                    <a:pt x="20151" y="11579"/>
                  </a:cubicBezTo>
                  <a:cubicBezTo>
                    <a:pt x="20376" y="11973"/>
                    <a:pt x="20614" y="12366"/>
                    <a:pt x="20804" y="12760"/>
                  </a:cubicBezTo>
                  <a:lnTo>
                    <a:pt x="20804" y="12760"/>
                  </a:lnTo>
                  <a:cubicBezTo>
                    <a:pt x="18222" y="12953"/>
                    <a:pt x="15639" y="13167"/>
                    <a:pt x="13033" y="13359"/>
                  </a:cubicBezTo>
                  <a:lnTo>
                    <a:pt x="12933" y="13359"/>
                  </a:lnTo>
                  <a:cubicBezTo>
                    <a:pt x="12832" y="13359"/>
                    <a:pt x="12732" y="13259"/>
                    <a:pt x="12732" y="13259"/>
                  </a:cubicBezTo>
                  <a:cubicBezTo>
                    <a:pt x="12206" y="12933"/>
                    <a:pt x="11780" y="12632"/>
                    <a:pt x="11379" y="12306"/>
                  </a:cubicBezTo>
                  <a:cubicBezTo>
                    <a:pt x="9800" y="11379"/>
                    <a:pt x="8346" y="10326"/>
                    <a:pt x="6892" y="9399"/>
                  </a:cubicBezTo>
                  <a:cubicBezTo>
                    <a:pt x="5891" y="8707"/>
                    <a:pt x="4889" y="8106"/>
                    <a:pt x="3909" y="7402"/>
                  </a:cubicBezTo>
                  <a:lnTo>
                    <a:pt x="3909" y="7402"/>
                  </a:lnTo>
                  <a:cubicBezTo>
                    <a:pt x="2933" y="5179"/>
                    <a:pt x="1872" y="2958"/>
                    <a:pt x="726" y="817"/>
                  </a:cubicBezTo>
                  <a:lnTo>
                    <a:pt x="726" y="817"/>
                  </a:lnTo>
                  <a:cubicBezTo>
                    <a:pt x="4768" y="720"/>
                    <a:pt x="8788" y="623"/>
                    <a:pt x="12832" y="527"/>
                  </a:cubicBezTo>
                  <a:close/>
                  <a:moveTo>
                    <a:pt x="14712" y="0"/>
                  </a:moveTo>
                  <a:cubicBezTo>
                    <a:pt x="10527" y="101"/>
                    <a:pt x="6366" y="201"/>
                    <a:pt x="2181" y="301"/>
                  </a:cubicBezTo>
                  <a:lnTo>
                    <a:pt x="301" y="301"/>
                  </a:lnTo>
                  <a:cubicBezTo>
                    <a:pt x="100" y="301"/>
                    <a:pt x="0" y="527"/>
                    <a:pt x="100" y="727"/>
                  </a:cubicBezTo>
                  <a:cubicBezTo>
                    <a:pt x="1343" y="2890"/>
                    <a:pt x="2364" y="5176"/>
                    <a:pt x="3408" y="7560"/>
                  </a:cubicBezTo>
                  <a:lnTo>
                    <a:pt x="3408" y="7560"/>
                  </a:lnTo>
                  <a:cubicBezTo>
                    <a:pt x="3411" y="7606"/>
                    <a:pt x="3428" y="7647"/>
                    <a:pt x="3462" y="7679"/>
                  </a:cubicBezTo>
                  <a:lnTo>
                    <a:pt x="3462" y="7679"/>
                  </a:lnTo>
                  <a:cubicBezTo>
                    <a:pt x="3505" y="7746"/>
                    <a:pt x="3576" y="7784"/>
                    <a:pt x="3651" y="7796"/>
                  </a:cubicBezTo>
                  <a:lnTo>
                    <a:pt x="3651" y="7796"/>
                  </a:lnTo>
                  <a:cubicBezTo>
                    <a:pt x="6015" y="9352"/>
                    <a:pt x="8285" y="10978"/>
                    <a:pt x="10652" y="12532"/>
                  </a:cubicBezTo>
                  <a:cubicBezTo>
                    <a:pt x="11153" y="12832"/>
                    <a:pt x="11679" y="13259"/>
                    <a:pt x="12206" y="13559"/>
                  </a:cubicBezTo>
                  <a:cubicBezTo>
                    <a:pt x="12406" y="13685"/>
                    <a:pt x="12632" y="13885"/>
                    <a:pt x="12832" y="13885"/>
                  </a:cubicBezTo>
                  <a:cubicBezTo>
                    <a:pt x="13258" y="13885"/>
                    <a:pt x="13785" y="13785"/>
                    <a:pt x="14286" y="13785"/>
                  </a:cubicBezTo>
                  <a:cubicBezTo>
                    <a:pt x="15138" y="13685"/>
                    <a:pt x="16065" y="13685"/>
                    <a:pt x="16918" y="13559"/>
                  </a:cubicBezTo>
                  <a:cubicBezTo>
                    <a:pt x="18371" y="13459"/>
                    <a:pt x="19725" y="13359"/>
                    <a:pt x="21178" y="13259"/>
                  </a:cubicBezTo>
                  <a:cubicBezTo>
                    <a:pt x="21404" y="13259"/>
                    <a:pt x="21504" y="13058"/>
                    <a:pt x="21404" y="12933"/>
                  </a:cubicBezTo>
                  <a:lnTo>
                    <a:pt x="15765" y="1654"/>
                  </a:lnTo>
                  <a:cubicBezTo>
                    <a:pt x="15439" y="1153"/>
                    <a:pt x="15138" y="627"/>
                    <a:pt x="14912" y="101"/>
                  </a:cubicBezTo>
                  <a:cubicBezTo>
                    <a:pt x="14812" y="101"/>
                    <a:pt x="14812" y="0"/>
                    <a:pt x="14712"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2"/>
            <p:cNvSpPr/>
            <p:nvPr/>
          </p:nvSpPr>
          <p:spPr>
            <a:xfrm>
              <a:off x="10351650" y="961750"/>
              <a:ext cx="44500" cy="75825"/>
            </a:xfrm>
            <a:custGeom>
              <a:rect b="b" l="l" r="r" t="t"/>
              <a:pathLst>
                <a:path extrusionOk="0" h="3033" w="1780">
                  <a:moveTo>
                    <a:pt x="1780" y="0"/>
                  </a:moveTo>
                  <a:lnTo>
                    <a:pt x="1780" y="0"/>
                  </a:lnTo>
                  <a:cubicBezTo>
                    <a:pt x="1153" y="953"/>
                    <a:pt x="527" y="1980"/>
                    <a:pt x="0" y="3033"/>
                  </a:cubicBezTo>
                  <a:lnTo>
                    <a:pt x="1780" y="0"/>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2"/>
            <p:cNvSpPr/>
            <p:nvPr/>
          </p:nvSpPr>
          <p:spPr>
            <a:xfrm>
              <a:off x="10344450" y="955525"/>
              <a:ext cx="60000" cy="88025"/>
            </a:xfrm>
            <a:custGeom>
              <a:rect b="b" l="l" r="r" t="t"/>
              <a:pathLst>
                <a:path extrusionOk="0" h="3521" w="2400">
                  <a:moveTo>
                    <a:pt x="2109" y="0"/>
                  </a:moveTo>
                  <a:cubicBezTo>
                    <a:pt x="2021" y="0"/>
                    <a:pt x="1921" y="44"/>
                    <a:pt x="1842" y="149"/>
                  </a:cubicBezTo>
                  <a:cubicBezTo>
                    <a:pt x="1216" y="1101"/>
                    <a:pt x="589" y="2129"/>
                    <a:pt x="88" y="3182"/>
                  </a:cubicBezTo>
                  <a:cubicBezTo>
                    <a:pt x="1" y="3321"/>
                    <a:pt x="180" y="3520"/>
                    <a:pt x="331" y="3520"/>
                  </a:cubicBezTo>
                  <a:cubicBezTo>
                    <a:pt x="397" y="3520"/>
                    <a:pt x="458" y="3482"/>
                    <a:pt x="489" y="3382"/>
                  </a:cubicBezTo>
                  <a:cubicBezTo>
                    <a:pt x="1116" y="2354"/>
                    <a:pt x="1642" y="1302"/>
                    <a:pt x="2268" y="349"/>
                  </a:cubicBezTo>
                  <a:cubicBezTo>
                    <a:pt x="2399" y="154"/>
                    <a:pt x="2274" y="0"/>
                    <a:pt x="2109"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2"/>
            <p:cNvSpPr/>
            <p:nvPr/>
          </p:nvSpPr>
          <p:spPr>
            <a:xfrm>
              <a:off x="10098525" y="969875"/>
              <a:ext cx="31350" cy="33875"/>
            </a:xfrm>
            <a:custGeom>
              <a:rect b="b" l="l" r="r" t="t"/>
              <a:pathLst>
                <a:path extrusionOk="0" h="1355" w="1254">
                  <a:moveTo>
                    <a:pt x="0" y="1"/>
                  </a:moveTo>
                  <a:lnTo>
                    <a:pt x="0" y="1"/>
                  </a:lnTo>
                  <a:cubicBezTo>
                    <a:pt x="401" y="527"/>
                    <a:pt x="827" y="928"/>
                    <a:pt x="1253" y="1354"/>
                  </a:cubicBezTo>
                  <a:lnTo>
                    <a:pt x="0" y="1"/>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2"/>
            <p:cNvSpPr/>
            <p:nvPr/>
          </p:nvSpPr>
          <p:spPr>
            <a:xfrm>
              <a:off x="10090375" y="965025"/>
              <a:ext cx="44500" cy="45625"/>
            </a:xfrm>
            <a:custGeom>
              <a:rect b="b" l="l" r="r" t="t"/>
              <a:pathLst>
                <a:path extrusionOk="0" h="1825" w="1780">
                  <a:moveTo>
                    <a:pt x="323" y="1"/>
                  </a:moveTo>
                  <a:cubicBezTo>
                    <a:pt x="245" y="1"/>
                    <a:pt x="163" y="32"/>
                    <a:pt x="101" y="95"/>
                  </a:cubicBezTo>
                  <a:cubicBezTo>
                    <a:pt x="0" y="195"/>
                    <a:pt x="0" y="295"/>
                    <a:pt x="101" y="396"/>
                  </a:cubicBezTo>
                  <a:cubicBezTo>
                    <a:pt x="527" y="822"/>
                    <a:pt x="953" y="1348"/>
                    <a:pt x="1354" y="1749"/>
                  </a:cubicBezTo>
                  <a:cubicBezTo>
                    <a:pt x="1416" y="1799"/>
                    <a:pt x="1498" y="1824"/>
                    <a:pt x="1576" y="1824"/>
                  </a:cubicBezTo>
                  <a:cubicBezTo>
                    <a:pt x="1654" y="1824"/>
                    <a:pt x="1730" y="1799"/>
                    <a:pt x="1780" y="1749"/>
                  </a:cubicBezTo>
                  <a:lnTo>
                    <a:pt x="1780" y="1348"/>
                  </a:lnTo>
                  <a:lnTo>
                    <a:pt x="527" y="95"/>
                  </a:lnTo>
                  <a:cubicBezTo>
                    <a:pt x="476" y="32"/>
                    <a:pt x="401" y="1"/>
                    <a:pt x="323"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2"/>
            <p:cNvSpPr/>
            <p:nvPr/>
          </p:nvSpPr>
          <p:spPr>
            <a:xfrm>
              <a:off x="10479475" y="1207350"/>
              <a:ext cx="57675" cy="15700"/>
            </a:xfrm>
            <a:custGeom>
              <a:rect b="b" l="l" r="r" t="t"/>
              <a:pathLst>
                <a:path extrusionOk="0" h="628" w="2307">
                  <a:moveTo>
                    <a:pt x="0" y="1"/>
                  </a:moveTo>
                  <a:lnTo>
                    <a:pt x="2306" y="627"/>
                  </a:lnTo>
                  <a:cubicBezTo>
                    <a:pt x="1579" y="427"/>
                    <a:pt x="827" y="201"/>
                    <a:pt x="0" y="1"/>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2"/>
            <p:cNvSpPr/>
            <p:nvPr/>
          </p:nvSpPr>
          <p:spPr>
            <a:xfrm>
              <a:off x="10474450" y="1201025"/>
              <a:ext cx="67700" cy="28075"/>
            </a:xfrm>
            <a:custGeom>
              <a:rect b="b" l="l" r="r" t="t"/>
              <a:pathLst>
                <a:path extrusionOk="0" h="1123" w="2708">
                  <a:moveTo>
                    <a:pt x="193" y="1"/>
                  </a:moveTo>
                  <a:cubicBezTo>
                    <a:pt x="99" y="1"/>
                    <a:pt x="1" y="83"/>
                    <a:pt x="1" y="154"/>
                  </a:cubicBezTo>
                  <a:cubicBezTo>
                    <a:pt x="1" y="354"/>
                    <a:pt x="1" y="454"/>
                    <a:pt x="201" y="555"/>
                  </a:cubicBezTo>
                  <a:cubicBezTo>
                    <a:pt x="928" y="680"/>
                    <a:pt x="1655" y="880"/>
                    <a:pt x="2407" y="1081"/>
                  </a:cubicBezTo>
                  <a:cubicBezTo>
                    <a:pt x="2436" y="1110"/>
                    <a:pt x="2474" y="1122"/>
                    <a:pt x="2513" y="1122"/>
                  </a:cubicBezTo>
                  <a:cubicBezTo>
                    <a:pt x="2607" y="1122"/>
                    <a:pt x="2708" y="1052"/>
                    <a:pt x="2708" y="981"/>
                  </a:cubicBezTo>
                  <a:cubicBezTo>
                    <a:pt x="2708" y="780"/>
                    <a:pt x="2708" y="680"/>
                    <a:pt x="2507" y="555"/>
                  </a:cubicBezTo>
                  <a:cubicBezTo>
                    <a:pt x="1780" y="354"/>
                    <a:pt x="1028" y="154"/>
                    <a:pt x="302" y="53"/>
                  </a:cubicBezTo>
                  <a:cubicBezTo>
                    <a:pt x="272" y="16"/>
                    <a:pt x="233" y="1"/>
                    <a:pt x="193"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2"/>
            <p:cNvSpPr/>
            <p:nvPr/>
          </p:nvSpPr>
          <p:spPr>
            <a:xfrm>
              <a:off x="10074700" y="1008725"/>
              <a:ext cx="384125" cy="339625"/>
            </a:xfrm>
            <a:custGeom>
              <a:rect b="b" l="l" r="r" t="t"/>
              <a:pathLst>
                <a:path extrusionOk="0" h="13585" w="15365">
                  <a:moveTo>
                    <a:pt x="3359" y="1"/>
                  </a:moveTo>
                  <a:cubicBezTo>
                    <a:pt x="1981" y="2206"/>
                    <a:pt x="853" y="4487"/>
                    <a:pt x="1" y="6793"/>
                  </a:cubicBezTo>
                  <a:cubicBezTo>
                    <a:pt x="1" y="6793"/>
                    <a:pt x="1154" y="8998"/>
                    <a:pt x="4286" y="11079"/>
                  </a:cubicBezTo>
                  <a:cubicBezTo>
                    <a:pt x="7319" y="13159"/>
                    <a:pt x="10026" y="13585"/>
                    <a:pt x="10026" y="13585"/>
                  </a:cubicBezTo>
                  <a:cubicBezTo>
                    <a:pt x="12006" y="11906"/>
                    <a:pt x="14111" y="9725"/>
                    <a:pt x="15364" y="7520"/>
                  </a:cubicBezTo>
                  <a:cubicBezTo>
                    <a:pt x="15364" y="7520"/>
                    <a:pt x="13585" y="3986"/>
                    <a:pt x="10251" y="1981"/>
                  </a:cubicBezTo>
                  <a:cubicBezTo>
                    <a:pt x="6893" y="101"/>
                    <a:pt x="3359" y="1"/>
                    <a:pt x="3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2"/>
            <p:cNvSpPr/>
            <p:nvPr/>
          </p:nvSpPr>
          <p:spPr>
            <a:xfrm>
              <a:off x="10067175" y="1002600"/>
              <a:ext cx="399150" cy="351100"/>
            </a:xfrm>
            <a:custGeom>
              <a:rect b="b" l="l" r="r" t="t"/>
              <a:pathLst>
                <a:path extrusionOk="0" h="14044" w="15966">
                  <a:moveTo>
                    <a:pt x="3795" y="575"/>
                  </a:moveTo>
                  <a:cubicBezTo>
                    <a:pt x="8594" y="722"/>
                    <a:pt x="13202" y="3473"/>
                    <a:pt x="15385" y="7757"/>
                  </a:cubicBezTo>
                  <a:lnTo>
                    <a:pt x="15385" y="7757"/>
                  </a:lnTo>
                  <a:cubicBezTo>
                    <a:pt x="14070" y="9966"/>
                    <a:pt x="12272" y="11875"/>
                    <a:pt x="10281" y="13504"/>
                  </a:cubicBezTo>
                  <a:lnTo>
                    <a:pt x="10227" y="13504"/>
                  </a:lnTo>
                  <a:cubicBezTo>
                    <a:pt x="10126" y="13504"/>
                    <a:pt x="10026" y="13404"/>
                    <a:pt x="9801" y="13404"/>
                  </a:cubicBezTo>
                  <a:cubicBezTo>
                    <a:pt x="9400" y="13304"/>
                    <a:pt x="8973" y="13203"/>
                    <a:pt x="8447" y="13003"/>
                  </a:cubicBezTo>
                  <a:cubicBezTo>
                    <a:pt x="6993" y="12477"/>
                    <a:pt x="5540" y="11750"/>
                    <a:pt x="4161" y="10697"/>
                  </a:cubicBezTo>
                  <a:cubicBezTo>
                    <a:pt x="3034" y="9870"/>
                    <a:pt x="1981" y="8918"/>
                    <a:pt x="1154" y="7865"/>
                  </a:cubicBezTo>
                  <a:cubicBezTo>
                    <a:pt x="928" y="7564"/>
                    <a:pt x="728" y="7364"/>
                    <a:pt x="628" y="7038"/>
                  </a:cubicBezTo>
                  <a:cubicBezTo>
                    <a:pt x="543" y="7038"/>
                    <a:pt x="530" y="6967"/>
                    <a:pt x="528" y="6944"/>
                  </a:cubicBezTo>
                  <a:lnTo>
                    <a:pt x="528" y="6944"/>
                  </a:lnTo>
                  <a:cubicBezTo>
                    <a:pt x="528" y="6950"/>
                    <a:pt x="530" y="6953"/>
                    <a:pt x="533" y="6953"/>
                  </a:cubicBezTo>
                  <a:cubicBezTo>
                    <a:pt x="567" y="6953"/>
                    <a:pt x="728" y="6612"/>
                    <a:pt x="728" y="6612"/>
                  </a:cubicBezTo>
                  <a:cubicBezTo>
                    <a:pt x="828" y="6311"/>
                    <a:pt x="928" y="5985"/>
                    <a:pt x="1029" y="5785"/>
                  </a:cubicBezTo>
                  <a:cubicBezTo>
                    <a:pt x="1863" y="3944"/>
                    <a:pt x="2769" y="2200"/>
                    <a:pt x="3795" y="575"/>
                  </a:cubicBezTo>
                  <a:close/>
                  <a:moveTo>
                    <a:pt x="3780" y="1"/>
                  </a:moveTo>
                  <a:cubicBezTo>
                    <a:pt x="3694" y="1"/>
                    <a:pt x="3610" y="12"/>
                    <a:pt x="3535" y="45"/>
                  </a:cubicBezTo>
                  <a:cubicBezTo>
                    <a:pt x="3234" y="146"/>
                    <a:pt x="3134" y="672"/>
                    <a:pt x="2908" y="872"/>
                  </a:cubicBezTo>
                  <a:cubicBezTo>
                    <a:pt x="2708" y="1399"/>
                    <a:pt x="2407" y="1825"/>
                    <a:pt x="2181" y="2351"/>
                  </a:cubicBezTo>
                  <a:cubicBezTo>
                    <a:pt x="1655" y="3278"/>
                    <a:pt x="1154" y="4331"/>
                    <a:pt x="728" y="5359"/>
                  </a:cubicBezTo>
                  <a:cubicBezTo>
                    <a:pt x="527" y="5785"/>
                    <a:pt x="302" y="6211"/>
                    <a:pt x="201" y="6612"/>
                  </a:cubicBezTo>
                  <a:cubicBezTo>
                    <a:pt x="101" y="6837"/>
                    <a:pt x="1" y="7038"/>
                    <a:pt x="101" y="7238"/>
                  </a:cubicBezTo>
                  <a:cubicBezTo>
                    <a:pt x="201" y="7464"/>
                    <a:pt x="402" y="7765"/>
                    <a:pt x="628" y="7990"/>
                  </a:cubicBezTo>
                  <a:cubicBezTo>
                    <a:pt x="1029" y="8492"/>
                    <a:pt x="1455" y="9018"/>
                    <a:pt x="1881" y="9444"/>
                  </a:cubicBezTo>
                  <a:cubicBezTo>
                    <a:pt x="3435" y="10998"/>
                    <a:pt x="5314" y="12251"/>
                    <a:pt x="7294" y="13103"/>
                  </a:cubicBezTo>
                  <a:cubicBezTo>
                    <a:pt x="8247" y="13504"/>
                    <a:pt x="9299" y="13930"/>
                    <a:pt x="10327" y="14030"/>
                  </a:cubicBezTo>
                  <a:cubicBezTo>
                    <a:pt x="10356" y="14039"/>
                    <a:pt x="10383" y="14044"/>
                    <a:pt x="10407" y="14044"/>
                  </a:cubicBezTo>
                  <a:cubicBezTo>
                    <a:pt x="10491" y="14044"/>
                    <a:pt x="10542" y="13993"/>
                    <a:pt x="10562" y="13922"/>
                  </a:cubicBezTo>
                  <a:lnTo>
                    <a:pt x="10562" y="13922"/>
                  </a:lnTo>
                  <a:cubicBezTo>
                    <a:pt x="12112" y="12671"/>
                    <a:pt x="13562" y="11220"/>
                    <a:pt x="14713" y="9644"/>
                  </a:cubicBezTo>
                  <a:cubicBezTo>
                    <a:pt x="15039" y="9243"/>
                    <a:pt x="15339" y="8817"/>
                    <a:pt x="15565" y="8391"/>
                  </a:cubicBezTo>
                  <a:cubicBezTo>
                    <a:pt x="15765" y="8191"/>
                    <a:pt x="15966" y="7865"/>
                    <a:pt x="15866" y="7664"/>
                  </a:cubicBezTo>
                  <a:cubicBezTo>
                    <a:pt x="15866" y="7464"/>
                    <a:pt x="15665" y="7238"/>
                    <a:pt x="15565" y="7038"/>
                  </a:cubicBezTo>
                  <a:cubicBezTo>
                    <a:pt x="13986" y="4431"/>
                    <a:pt x="11680" y="2351"/>
                    <a:pt x="8873" y="1198"/>
                  </a:cubicBezTo>
                  <a:cubicBezTo>
                    <a:pt x="7420" y="572"/>
                    <a:pt x="5841" y="246"/>
                    <a:pt x="4287" y="45"/>
                  </a:cubicBezTo>
                  <a:cubicBezTo>
                    <a:pt x="4136" y="45"/>
                    <a:pt x="3953" y="1"/>
                    <a:pt x="3780"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2"/>
            <p:cNvSpPr/>
            <p:nvPr/>
          </p:nvSpPr>
          <p:spPr>
            <a:xfrm>
              <a:off x="10111675" y="1019375"/>
              <a:ext cx="94000" cy="198650"/>
            </a:xfrm>
            <a:custGeom>
              <a:rect b="b" l="l" r="r" t="t"/>
              <a:pathLst>
                <a:path extrusionOk="0" h="7946" w="3760">
                  <a:moveTo>
                    <a:pt x="3760" y="1"/>
                  </a:moveTo>
                  <a:lnTo>
                    <a:pt x="3760" y="1"/>
                  </a:lnTo>
                  <a:cubicBezTo>
                    <a:pt x="2507" y="2607"/>
                    <a:pt x="1128" y="5214"/>
                    <a:pt x="0" y="7946"/>
                  </a:cubicBezTo>
                  <a:lnTo>
                    <a:pt x="3760" y="1"/>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2"/>
            <p:cNvSpPr/>
            <p:nvPr/>
          </p:nvSpPr>
          <p:spPr>
            <a:xfrm>
              <a:off x="10101750" y="1013500"/>
              <a:ext cx="113225" cy="210150"/>
            </a:xfrm>
            <a:custGeom>
              <a:rect b="b" l="l" r="r" t="t"/>
              <a:pathLst>
                <a:path extrusionOk="0" h="8406" w="4529">
                  <a:moveTo>
                    <a:pt x="4160" y="0"/>
                  </a:moveTo>
                  <a:cubicBezTo>
                    <a:pt x="4080" y="0"/>
                    <a:pt x="3998" y="40"/>
                    <a:pt x="3931" y="136"/>
                  </a:cubicBezTo>
                  <a:cubicBezTo>
                    <a:pt x="2678" y="2742"/>
                    <a:pt x="1325" y="5349"/>
                    <a:pt x="72" y="7955"/>
                  </a:cubicBezTo>
                  <a:cubicBezTo>
                    <a:pt x="0" y="8186"/>
                    <a:pt x="194" y="8405"/>
                    <a:pt x="385" y="8405"/>
                  </a:cubicBezTo>
                  <a:cubicBezTo>
                    <a:pt x="462" y="8405"/>
                    <a:pt x="540" y="8368"/>
                    <a:pt x="598" y="8281"/>
                  </a:cubicBezTo>
                  <a:cubicBezTo>
                    <a:pt x="1851" y="5675"/>
                    <a:pt x="3104" y="3043"/>
                    <a:pt x="4458" y="436"/>
                  </a:cubicBezTo>
                  <a:cubicBezTo>
                    <a:pt x="4528" y="225"/>
                    <a:pt x="4350" y="0"/>
                    <a:pt x="4160"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2"/>
            <p:cNvSpPr/>
            <p:nvPr/>
          </p:nvSpPr>
          <p:spPr>
            <a:xfrm>
              <a:off x="10139875" y="1035050"/>
              <a:ext cx="120325" cy="219325"/>
            </a:xfrm>
            <a:custGeom>
              <a:rect b="b" l="l" r="r" t="t"/>
              <a:pathLst>
                <a:path extrusionOk="0" h="8773" w="4813">
                  <a:moveTo>
                    <a:pt x="4812" y="1"/>
                  </a:moveTo>
                  <a:lnTo>
                    <a:pt x="1692" y="5688"/>
                  </a:lnTo>
                  <a:lnTo>
                    <a:pt x="1692" y="5688"/>
                  </a:lnTo>
                  <a:cubicBezTo>
                    <a:pt x="2744" y="3794"/>
                    <a:pt x="3805" y="1902"/>
                    <a:pt x="4812" y="1"/>
                  </a:cubicBezTo>
                  <a:close/>
                  <a:moveTo>
                    <a:pt x="1692" y="5688"/>
                  </a:moveTo>
                  <a:cubicBezTo>
                    <a:pt x="1122" y="6714"/>
                    <a:pt x="555" y="7742"/>
                    <a:pt x="0" y="8773"/>
                  </a:cubicBezTo>
                  <a:lnTo>
                    <a:pt x="1692" y="5688"/>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2"/>
            <p:cNvSpPr/>
            <p:nvPr/>
          </p:nvSpPr>
          <p:spPr>
            <a:xfrm>
              <a:off x="10131375" y="1029075"/>
              <a:ext cx="137750" cy="231275"/>
            </a:xfrm>
            <a:custGeom>
              <a:rect b="b" l="l" r="r" t="t"/>
              <a:pathLst>
                <a:path extrusionOk="0" h="9251" w="5510">
                  <a:moveTo>
                    <a:pt x="5130" y="1"/>
                  </a:moveTo>
                  <a:cubicBezTo>
                    <a:pt x="5053" y="1"/>
                    <a:pt x="4982" y="40"/>
                    <a:pt x="4952" y="139"/>
                  </a:cubicBezTo>
                  <a:cubicBezTo>
                    <a:pt x="3273" y="3047"/>
                    <a:pt x="1719" y="5979"/>
                    <a:pt x="140" y="8911"/>
                  </a:cubicBezTo>
                  <a:cubicBezTo>
                    <a:pt x="1" y="9050"/>
                    <a:pt x="212" y="9250"/>
                    <a:pt x="387" y="9250"/>
                  </a:cubicBezTo>
                  <a:cubicBezTo>
                    <a:pt x="465" y="9250"/>
                    <a:pt x="535" y="9211"/>
                    <a:pt x="566" y="9112"/>
                  </a:cubicBezTo>
                  <a:cubicBezTo>
                    <a:pt x="2120" y="6179"/>
                    <a:pt x="3799" y="3272"/>
                    <a:pt x="5353" y="340"/>
                  </a:cubicBezTo>
                  <a:cubicBezTo>
                    <a:pt x="5509" y="201"/>
                    <a:pt x="5304" y="1"/>
                    <a:pt x="5130"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2"/>
            <p:cNvSpPr/>
            <p:nvPr/>
          </p:nvSpPr>
          <p:spPr>
            <a:xfrm>
              <a:off x="10176825" y="1053225"/>
              <a:ext cx="132875" cy="224325"/>
            </a:xfrm>
            <a:custGeom>
              <a:rect b="b" l="l" r="r" t="t"/>
              <a:pathLst>
                <a:path extrusionOk="0" h="8973" w="5315">
                  <a:moveTo>
                    <a:pt x="5314" y="0"/>
                  </a:moveTo>
                  <a:lnTo>
                    <a:pt x="5314" y="0"/>
                  </a:lnTo>
                  <a:cubicBezTo>
                    <a:pt x="3334" y="2933"/>
                    <a:pt x="1555" y="5965"/>
                    <a:pt x="1" y="8973"/>
                  </a:cubicBezTo>
                  <a:lnTo>
                    <a:pt x="5314" y="0"/>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2"/>
            <p:cNvSpPr/>
            <p:nvPr/>
          </p:nvSpPr>
          <p:spPr>
            <a:xfrm>
              <a:off x="10166900" y="1045925"/>
              <a:ext cx="152025" cy="240375"/>
            </a:xfrm>
            <a:custGeom>
              <a:rect b="b" l="l" r="r" t="t"/>
              <a:pathLst>
                <a:path extrusionOk="0" h="9615" w="6081">
                  <a:moveTo>
                    <a:pt x="5672" y="0"/>
                  </a:moveTo>
                  <a:cubicBezTo>
                    <a:pt x="5602" y="0"/>
                    <a:pt x="5539" y="28"/>
                    <a:pt x="5511" y="92"/>
                  </a:cubicBezTo>
                  <a:cubicBezTo>
                    <a:pt x="3531" y="3124"/>
                    <a:pt x="1751" y="6032"/>
                    <a:pt x="72" y="9165"/>
                  </a:cubicBezTo>
                  <a:cubicBezTo>
                    <a:pt x="1" y="9396"/>
                    <a:pt x="195" y="9614"/>
                    <a:pt x="385" y="9614"/>
                  </a:cubicBezTo>
                  <a:cubicBezTo>
                    <a:pt x="463" y="9614"/>
                    <a:pt x="540" y="9578"/>
                    <a:pt x="598" y="9490"/>
                  </a:cubicBezTo>
                  <a:cubicBezTo>
                    <a:pt x="2177" y="6358"/>
                    <a:pt x="3932" y="3325"/>
                    <a:pt x="5937" y="393"/>
                  </a:cubicBezTo>
                  <a:cubicBezTo>
                    <a:pt x="6080" y="177"/>
                    <a:pt x="5851" y="0"/>
                    <a:pt x="5672"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2"/>
            <p:cNvSpPr/>
            <p:nvPr/>
          </p:nvSpPr>
          <p:spPr>
            <a:xfrm>
              <a:off x="10208175" y="1082050"/>
              <a:ext cx="138475" cy="216800"/>
            </a:xfrm>
            <a:custGeom>
              <a:rect b="b" l="l" r="r" t="t"/>
              <a:pathLst>
                <a:path extrusionOk="0" h="8672" w="5539">
                  <a:moveTo>
                    <a:pt x="5539" y="0"/>
                  </a:moveTo>
                  <a:lnTo>
                    <a:pt x="0" y="8672"/>
                  </a:lnTo>
                  <a:cubicBezTo>
                    <a:pt x="1980" y="5840"/>
                    <a:pt x="3760" y="2933"/>
                    <a:pt x="5539" y="0"/>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2"/>
            <p:cNvSpPr/>
            <p:nvPr/>
          </p:nvSpPr>
          <p:spPr>
            <a:xfrm>
              <a:off x="10199025" y="1074750"/>
              <a:ext cx="154450" cy="229800"/>
            </a:xfrm>
            <a:custGeom>
              <a:rect b="b" l="l" r="r" t="t"/>
              <a:pathLst>
                <a:path extrusionOk="0" h="9192" w="6178">
                  <a:moveTo>
                    <a:pt x="5787" y="0"/>
                  </a:moveTo>
                  <a:cubicBezTo>
                    <a:pt x="5711" y="0"/>
                    <a:pt x="5636" y="28"/>
                    <a:pt x="5579" y="92"/>
                  </a:cubicBezTo>
                  <a:cubicBezTo>
                    <a:pt x="3900" y="3099"/>
                    <a:pt x="2020" y="5931"/>
                    <a:pt x="141" y="8864"/>
                  </a:cubicBezTo>
                  <a:cubicBezTo>
                    <a:pt x="1" y="9003"/>
                    <a:pt x="214" y="9191"/>
                    <a:pt x="390" y="9191"/>
                  </a:cubicBezTo>
                  <a:cubicBezTo>
                    <a:pt x="466" y="9191"/>
                    <a:pt x="536" y="9156"/>
                    <a:pt x="567" y="9064"/>
                  </a:cubicBezTo>
                  <a:cubicBezTo>
                    <a:pt x="2547" y="6232"/>
                    <a:pt x="4326" y="3325"/>
                    <a:pt x="6105" y="392"/>
                  </a:cubicBezTo>
                  <a:cubicBezTo>
                    <a:pt x="6177" y="177"/>
                    <a:pt x="5979" y="0"/>
                    <a:pt x="5787"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2"/>
            <p:cNvSpPr/>
            <p:nvPr/>
          </p:nvSpPr>
          <p:spPr>
            <a:xfrm>
              <a:off x="10249525" y="1105225"/>
              <a:ext cx="130975" cy="211800"/>
            </a:xfrm>
            <a:custGeom>
              <a:rect b="b" l="l" r="r" t="t"/>
              <a:pathLst>
                <a:path extrusionOk="0" h="8472" w="5239">
                  <a:moveTo>
                    <a:pt x="5238" y="1"/>
                  </a:moveTo>
                  <a:lnTo>
                    <a:pt x="1466" y="6101"/>
                  </a:lnTo>
                  <a:lnTo>
                    <a:pt x="1466" y="6101"/>
                  </a:lnTo>
                  <a:cubicBezTo>
                    <a:pt x="2796" y="4100"/>
                    <a:pt x="4064" y="2088"/>
                    <a:pt x="5238" y="1"/>
                  </a:cubicBezTo>
                  <a:close/>
                  <a:moveTo>
                    <a:pt x="1466" y="6101"/>
                  </a:moveTo>
                  <a:cubicBezTo>
                    <a:pt x="1263" y="6407"/>
                    <a:pt x="1058" y="6713"/>
                    <a:pt x="852" y="7018"/>
                  </a:cubicBezTo>
                  <a:cubicBezTo>
                    <a:pt x="527" y="7519"/>
                    <a:pt x="226" y="7945"/>
                    <a:pt x="0" y="8472"/>
                  </a:cubicBezTo>
                  <a:lnTo>
                    <a:pt x="1466" y="6101"/>
                  </a:ln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2"/>
            <p:cNvSpPr/>
            <p:nvPr/>
          </p:nvSpPr>
          <p:spPr>
            <a:xfrm>
              <a:off x="10241025" y="1099025"/>
              <a:ext cx="147775" cy="223975"/>
            </a:xfrm>
            <a:custGeom>
              <a:rect b="b" l="l" r="r" t="t"/>
              <a:pathLst>
                <a:path extrusionOk="0" h="8959" w="5911">
                  <a:moveTo>
                    <a:pt x="5617" y="1"/>
                  </a:moveTo>
                  <a:cubicBezTo>
                    <a:pt x="5529" y="1"/>
                    <a:pt x="5430" y="45"/>
                    <a:pt x="5353" y="148"/>
                  </a:cubicBezTo>
                  <a:cubicBezTo>
                    <a:pt x="4526" y="1627"/>
                    <a:pt x="3699" y="2980"/>
                    <a:pt x="2746" y="4434"/>
                  </a:cubicBezTo>
                  <a:cubicBezTo>
                    <a:pt x="2345" y="5161"/>
                    <a:pt x="1919" y="5787"/>
                    <a:pt x="1393" y="6514"/>
                  </a:cubicBezTo>
                  <a:cubicBezTo>
                    <a:pt x="967" y="7141"/>
                    <a:pt x="466" y="7893"/>
                    <a:pt x="140" y="8620"/>
                  </a:cubicBezTo>
                  <a:cubicBezTo>
                    <a:pt x="1" y="8759"/>
                    <a:pt x="151" y="8958"/>
                    <a:pt x="332" y="8958"/>
                  </a:cubicBezTo>
                  <a:cubicBezTo>
                    <a:pt x="411" y="8958"/>
                    <a:pt x="497" y="8920"/>
                    <a:pt x="566" y="8820"/>
                  </a:cubicBezTo>
                  <a:cubicBezTo>
                    <a:pt x="967" y="8093"/>
                    <a:pt x="1393" y="7467"/>
                    <a:pt x="1919" y="6740"/>
                  </a:cubicBezTo>
                  <a:cubicBezTo>
                    <a:pt x="2345" y="6113"/>
                    <a:pt x="2746" y="5386"/>
                    <a:pt x="3273" y="4760"/>
                  </a:cubicBezTo>
                  <a:cubicBezTo>
                    <a:pt x="4100" y="3281"/>
                    <a:pt x="4952" y="1828"/>
                    <a:pt x="5779" y="374"/>
                  </a:cubicBezTo>
                  <a:cubicBezTo>
                    <a:pt x="5910" y="160"/>
                    <a:pt x="5783" y="1"/>
                    <a:pt x="5617"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2"/>
            <p:cNvSpPr/>
            <p:nvPr/>
          </p:nvSpPr>
          <p:spPr>
            <a:xfrm>
              <a:off x="10289000" y="1142200"/>
              <a:ext cx="125325" cy="190500"/>
            </a:xfrm>
            <a:custGeom>
              <a:rect b="b" l="l" r="r" t="t"/>
              <a:pathLst>
                <a:path extrusionOk="0" h="7620" w="5013">
                  <a:moveTo>
                    <a:pt x="5013" y="0"/>
                  </a:moveTo>
                  <a:lnTo>
                    <a:pt x="0" y="7619"/>
                  </a:lnTo>
                  <a:cubicBezTo>
                    <a:pt x="1780" y="5113"/>
                    <a:pt x="3434" y="2607"/>
                    <a:pt x="5013" y="0"/>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2"/>
            <p:cNvSpPr/>
            <p:nvPr/>
          </p:nvSpPr>
          <p:spPr>
            <a:xfrm>
              <a:off x="10279925" y="1135550"/>
              <a:ext cx="143025" cy="201675"/>
            </a:xfrm>
            <a:custGeom>
              <a:rect b="b" l="l" r="r" t="t"/>
              <a:pathLst>
                <a:path extrusionOk="0" h="8067" w="5721">
                  <a:moveTo>
                    <a:pt x="5437" y="0"/>
                  </a:moveTo>
                  <a:cubicBezTo>
                    <a:pt x="5348" y="0"/>
                    <a:pt x="5247" y="49"/>
                    <a:pt x="5175" y="166"/>
                  </a:cubicBezTo>
                  <a:cubicBezTo>
                    <a:pt x="3596" y="2773"/>
                    <a:pt x="1917" y="5279"/>
                    <a:pt x="163" y="7685"/>
                  </a:cubicBezTo>
                  <a:cubicBezTo>
                    <a:pt x="0" y="7902"/>
                    <a:pt x="176" y="8066"/>
                    <a:pt x="362" y="8066"/>
                  </a:cubicBezTo>
                  <a:cubicBezTo>
                    <a:pt x="434" y="8066"/>
                    <a:pt x="508" y="8042"/>
                    <a:pt x="564" y="7986"/>
                  </a:cubicBezTo>
                  <a:cubicBezTo>
                    <a:pt x="2343" y="5580"/>
                    <a:pt x="4022" y="2973"/>
                    <a:pt x="5576" y="367"/>
                  </a:cubicBezTo>
                  <a:cubicBezTo>
                    <a:pt x="5721" y="157"/>
                    <a:pt x="5597" y="0"/>
                    <a:pt x="5437"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2"/>
            <p:cNvSpPr/>
            <p:nvPr/>
          </p:nvSpPr>
          <p:spPr>
            <a:xfrm>
              <a:off x="10377975" y="1199200"/>
              <a:ext cx="49525" cy="68325"/>
            </a:xfrm>
            <a:custGeom>
              <a:rect b="b" l="l" r="r" t="t"/>
              <a:pathLst>
                <a:path extrusionOk="0" h="2733" w="1981">
                  <a:moveTo>
                    <a:pt x="1980" y="1"/>
                  </a:moveTo>
                  <a:lnTo>
                    <a:pt x="0" y="2733"/>
                  </a:lnTo>
                  <a:cubicBezTo>
                    <a:pt x="627" y="1881"/>
                    <a:pt x="1353" y="953"/>
                    <a:pt x="1980" y="1"/>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2"/>
            <p:cNvSpPr/>
            <p:nvPr/>
          </p:nvSpPr>
          <p:spPr>
            <a:xfrm>
              <a:off x="10369825" y="1193550"/>
              <a:ext cx="66175" cy="80875"/>
            </a:xfrm>
            <a:custGeom>
              <a:rect b="b" l="l" r="r" t="t"/>
              <a:pathLst>
                <a:path extrusionOk="0" h="3235" w="2647">
                  <a:moveTo>
                    <a:pt x="2311" y="0"/>
                  </a:moveTo>
                  <a:cubicBezTo>
                    <a:pt x="2232" y="0"/>
                    <a:pt x="2148" y="36"/>
                    <a:pt x="2080" y="127"/>
                  </a:cubicBezTo>
                  <a:cubicBezTo>
                    <a:pt x="1454" y="1079"/>
                    <a:pt x="827" y="1906"/>
                    <a:pt x="101" y="2859"/>
                  </a:cubicBezTo>
                  <a:cubicBezTo>
                    <a:pt x="0" y="2959"/>
                    <a:pt x="0" y="3059"/>
                    <a:pt x="101" y="3159"/>
                  </a:cubicBezTo>
                  <a:cubicBezTo>
                    <a:pt x="151" y="3209"/>
                    <a:pt x="232" y="3235"/>
                    <a:pt x="301" y="3235"/>
                  </a:cubicBezTo>
                  <a:cubicBezTo>
                    <a:pt x="370" y="3235"/>
                    <a:pt x="426" y="3209"/>
                    <a:pt x="426" y="3159"/>
                  </a:cubicBezTo>
                  <a:cubicBezTo>
                    <a:pt x="1153" y="2332"/>
                    <a:pt x="1880" y="1280"/>
                    <a:pt x="2507" y="352"/>
                  </a:cubicBezTo>
                  <a:cubicBezTo>
                    <a:pt x="2647" y="195"/>
                    <a:pt x="2493" y="0"/>
                    <a:pt x="2311"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2"/>
            <p:cNvSpPr/>
            <p:nvPr/>
          </p:nvSpPr>
          <p:spPr>
            <a:xfrm>
              <a:off x="10202525" y="1050725"/>
              <a:ext cx="13175" cy="28825"/>
            </a:xfrm>
            <a:custGeom>
              <a:rect b="b" l="l" r="r" t="t"/>
              <a:pathLst>
                <a:path extrusionOk="0" h="1153" w="527">
                  <a:moveTo>
                    <a:pt x="527" y="0"/>
                  </a:moveTo>
                  <a:lnTo>
                    <a:pt x="527" y="0"/>
                  </a:lnTo>
                  <a:cubicBezTo>
                    <a:pt x="494" y="69"/>
                    <a:pt x="465" y="135"/>
                    <a:pt x="436" y="198"/>
                  </a:cubicBezTo>
                  <a:lnTo>
                    <a:pt x="436" y="198"/>
                  </a:lnTo>
                  <a:lnTo>
                    <a:pt x="527" y="0"/>
                  </a:lnTo>
                  <a:close/>
                  <a:moveTo>
                    <a:pt x="436" y="198"/>
                  </a:moveTo>
                  <a:lnTo>
                    <a:pt x="1" y="1153"/>
                  </a:lnTo>
                  <a:cubicBezTo>
                    <a:pt x="190" y="796"/>
                    <a:pt x="291" y="527"/>
                    <a:pt x="436" y="198"/>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2"/>
            <p:cNvSpPr/>
            <p:nvPr/>
          </p:nvSpPr>
          <p:spPr>
            <a:xfrm>
              <a:off x="10195000" y="1045700"/>
              <a:ext cx="28850" cy="38875"/>
            </a:xfrm>
            <a:custGeom>
              <a:rect b="b" l="l" r="r" t="t"/>
              <a:pathLst>
                <a:path extrusionOk="0" h="1555" w="1154">
                  <a:moveTo>
                    <a:pt x="928" y="1"/>
                  </a:moveTo>
                  <a:cubicBezTo>
                    <a:pt x="828" y="1"/>
                    <a:pt x="728" y="1"/>
                    <a:pt x="627" y="101"/>
                  </a:cubicBezTo>
                  <a:cubicBezTo>
                    <a:pt x="427" y="502"/>
                    <a:pt x="201" y="828"/>
                    <a:pt x="101" y="1128"/>
                  </a:cubicBezTo>
                  <a:cubicBezTo>
                    <a:pt x="1" y="1254"/>
                    <a:pt x="1" y="1454"/>
                    <a:pt x="101" y="1554"/>
                  </a:cubicBezTo>
                  <a:cubicBezTo>
                    <a:pt x="302" y="1554"/>
                    <a:pt x="427" y="1554"/>
                    <a:pt x="527" y="1454"/>
                  </a:cubicBezTo>
                  <a:cubicBezTo>
                    <a:pt x="728" y="1028"/>
                    <a:pt x="928" y="727"/>
                    <a:pt x="1053" y="402"/>
                  </a:cubicBezTo>
                  <a:cubicBezTo>
                    <a:pt x="1154" y="301"/>
                    <a:pt x="1154" y="101"/>
                    <a:pt x="928"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2"/>
            <p:cNvSpPr/>
            <p:nvPr/>
          </p:nvSpPr>
          <p:spPr>
            <a:xfrm>
              <a:off x="10098525" y="1136550"/>
              <a:ext cx="20700" cy="39500"/>
            </a:xfrm>
            <a:custGeom>
              <a:rect b="b" l="l" r="r" t="t"/>
              <a:pathLst>
                <a:path extrusionOk="0" h="1580" w="828">
                  <a:moveTo>
                    <a:pt x="827" y="1"/>
                  </a:moveTo>
                  <a:lnTo>
                    <a:pt x="0" y="1580"/>
                  </a:lnTo>
                  <a:cubicBezTo>
                    <a:pt x="301" y="1053"/>
                    <a:pt x="627" y="527"/>
                    <a:pt x="827" y="1"/>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2"/>
            <p:cNvSpPr/>
            <p:nvPr/>
          </p:nvSpPr>
          <p:spPr>
            <a:xfrm>
              <a:off x="10090375" y="1129675"/>
              <a:ext cx="36975" cy="52425"/>
            </a:xfrm>
            <a:custGeom>
              <a:rect b="b" l="l" r="r" t="t"/>
              <a:pathLst>
                <a:path extrusionOk="0" h="2097" w="1479">
                  <a:moveTo>
                    <a:pt x="1116" y="0"/>
                  </a:moveTo>
                  <a:cubicBezTo>
                    <a:pt x="1053" y="0"/>
                    <a:pt x="1003" y="25"/>
                    <a:pt x="953" y="75"/>
                  </a:cubicBezTo>
                  <a:cubicBezTo>
                    <a:pt x="627" y="602"/>
                    <a:pt x="426" y="1228"/>
                    <a:pt x="101" y="1754"/>
                  </a:cubicBezTo>
                  <a:cubicBezTo>
                    <a:pt x="0" y="1855"/>
                    <a:pt x="101" y="1955"/>
                    <a:pt x="226" y="2055"/>
                  </a:cubicBezTo>
                  <a:cubicBezTo>
                    <a:pt x="255" y="2085"/>
                    <a:pt x="285" y="2097"/>
                    <a:pt x="314" y="2097"/>
                  </a:cubicBezTo>
                  <a:cubicBezTo>
                    <a:pt x="385" y="2097"/>
                    <a:pt x="456" y="2026"/>
                    <a:pt x="527" y="1955"/>
                  </a:cubicBezTo>
                  <a:cubicBezTo>
                    <a:pt x="852" y="1429"/>
                    <a:pt x="1153" y="902"/>
                    <a:pt x="1479" y="401"/>
                  </a:cubicBezTo>
                  <a:cubicBezTo>
                    <a:pt x="1479" y="276"/>
                    <a:pt x="1479" y="75"/>
                    <a:pt x="1354" y="75"/>
                  </a:cubicBezTo>
                  <a:cubicBezTo>
                    <a:pt x="1253" y="25"/>
                    <a:pt x="1178" y="0"/>
                    <a:pt x="1116"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2"/>
            <p:cNvSpPr/>
            <p:nvPr/>
          </p:nvSpPr>
          <p:spPr>
            <a:xfrm>
              <a:off x="10278350" y="1100225"/>
              <a:ext cx="28825" cy="55150"/>
            </a:xfrm>
            <a:custGeom>
              <a:rect b="b" l="l" r="r" t="t"/>
              <a:pathLst>
                <a:path extrusionOk="0" h="2206" w="1153">
                  <a:moveTo>
                    <a:pt x="1153" y="0"/>
                  </a:moveTo>
                  <a:lnTo>
                    <a:pt x="1153" y="0"/>
                  </a:lnTo>
                  <a:cubicBezTo>
                    <a:pt x="905" y="424"/>
                    <a:pt x="699" y="847"/>
                    <a:pt x="486" y="1276"/>
                  </a:cubicBezTo>
                  <a:lnTo>
                    <a:pt x="486" y="1276"/>
                  </a:lnTo>
                  <a:lnTo>
                    <a:pt x="1153" y="0"/>
                  </a:lnTo>
                  <a:close/>
                  <a:moveTo>
                    <a:pt x="486" y="1276"/>
                  </a:moveTo>
                  <a:lnTo>
                    <a:pt x="0" y="2206"/>
                  </a:lnTo>
                  <a:cubicBezTo>
                    <a:pt x="178" y="1892"/>
                    <a:pt x="334" y="1582"/>
                    <a:pt x="486" y="1276"/>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2"/>
            <p:cNvSpPr/>
            <p:nvPr/>
          </p:nvSpPr>
          <p:spPr>
            <a:xfrm>
              <a:off x="10269825" y="1093700"/>
              <a:ext cx="46050" cy="67350"/>
            </a:xfrm>
            <a:custGeom>
              <a:rect b="b" l="l" r="r" t="t"/>
              <a:pathLst>
                <a:path extrusionOk="0" h="2694" w="1842">
                  <a:moveTo>
                    <a:pt x="1503" y="1"/>
                  </a:moveTo>
                  <a:cubicBezTo>
                    <a:pt x="1415" y="1"/>
                    <a:pt x="1328" y="48"/>
                    <a:pt x="1294" y="161"/>
                  </a:cubicBezTo>
                  <a:cubicBezTo>
                    <a:pt x="867" y="888"/>
                    <a:pt x="441" y="1614"/>
                    <a:pt x="141" y="2341"/>
                  </a:cubicBezTo>
                  <a:cubicBezTo>
                    <a:pt x="0" y="2499"/>
                    <a:pt x="154" y="2693"/>
                    <a:pt x="337" y="2693"/>
                  </a:cubicBezTo>
                  <a:cubicBezTo>
                    <a:pt x="415" y="2693"/>
                    <a:pt x="499" y="2657"/>
                    <a:pt x="567" y="2567"/>
                  </a:cubicBezTo>
                  <a:cubicBezTo>
                    <a:pt x="968" y="1840"/>
                    <a:pt x="1294" y="1088"/>
                    <a:pt x="1695" y="361"/>
                  </a:cubicBezTo>
                  <a:cubicBezTo>
                    <a:pt x="1842" y="165"/>
                    <a:pt x="1669" y="1"/>
                    <a:pt x="1503"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2"/>
            <p:cNvSpPr/>
            <p:nvPr/>
          </p:nvSpPr>
          <p:spPr>
            <a:xfrm>
              <a:off x="10346625" y="1191700"/>
              <a:ext cx="7550" cy="15675"/>
            </a:xfrm>
            <a:custGeom>
              <a:rect b="b" l="l" r="r" t="t"/>
              <a:pathLst>
                <a:path extrusionOk="0" h="627" w="302">
                  <a:moveTo>
                    <a:pt x="302" y="0"/>
                  </a:moveTo>
                  <a:lnTo>
                    <a:pt x="302" y="0"/>
                  </a:lnTo>
                  <a:cubicBezTo>
                    <a:pt x="252" y="100"/>
                    <a:pt x="201" y="207"/>
                    <a:pt x="151" y="314"/>
                  </a:cubicBezTo>
                  <a:lnTo>
                    <a:pt x="302" y="0"/>
                  </a:lnTo>
                  <a:close/>
                  <a:moveTo>
                    <a:pt x="151" y="314"/>
                  </a:moveTo>
                  <a:lnTo>
                    <a:pt x="1" y="627"/>
                  </a:lnTo>
                  <a:cubicBezTo>
                    <a:pt x="51" y="527"/>
                    <a:pt x="101" y="420"/>
                    <a:pt x="151" y="314"/>
                  </a:cubicBezTo>
                  <a:close/>
                </a:path>
              </a:pathLst>
            </a:custGeom>
            <a:solidFill>
              <a:srgbClr val="F46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2"/>
            <p:cNvSpPr/>
            <p:nvPr/>
          </p:nvSpPr>
          <p:spPr>
            <a:xfrm>
              <a:off x="10338500" y="1184575"/>
              <a:ext cx="23825" cy="30325"/>
            </a:xfrm>
            <a:custGeom>
              <a:rect b="b" l="l" r="r" t="t"/>
              <a:pathLst>
                <a:path extrusionOk="0" h="1213" w="953">
                  <a:moveTo>
                    <a:pt x="617" y="1"/>
                  </a:moveTo>
                  <a:cubicBezTo>
                    <a:pt x="541" y="1"/>
                    <a:pt x="484" y="56"/>
                    <a:pt x="426" y="185"/>
                  </a:cubicBezTo>
                  <a:cubicBezTo>
                    <a:pt x="326" y="385"/>
                    <a:pt x="201" y="586"/>
                    <a:pt x="0" y="812"/>
                  </a:cubicBezTo>
                  <a:cubicBezTo>
                    <a:pt x="0" y="912"/>
                    <a:pt x="0" y="1112"/>
                    <a:pt x="100" y="1213"/>
                  </a:cubicBezTo>
                  <a:cubicBezTo>
                    <a:pt x="201" y="1213"/>
                    <a:pt x="426" y="1213"/>
                    <a:pt x="526" y="1112"/>
                  </a:cubicBezTo>
                  <a:cubicBezTo>
                    <a:pt x="627" y="812"/>
                    <a:pt x="727" y="586"/>
                    <a:pt x="827" y="385"/>
                  </a:cubicBezTo>
                  <a:cubicBezTo>
                    <a:pt x="953" y="285"/>
                    <a:pt x="953" y="85"/>
                    <a:pt x="827" y="85"/>
                  </a:cubicBezTo>
                  <a:cubicBezTo>
                    <a:pt x="742" y="31"/>
                    <a:pt x="674" y="1"/>
                    <a:pt x="617"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 name="Google Shape;1124;p42"/>
          <p:cNvSpPr/>
          <p:nvPr/>
        </p:nvSpPr>
        <p:spPr>
          <a:xfrm>
            <a:off x="3655800" y="3484201"/>
            <a:ext cx="1832405" cy="244805"/>
          </a:xfrm>
          <a:custGeom>
            <a:rect b="b" l="l" r="r" t="t"/>
            <a:pathLst>
              <a:path extrusionOk="0" h="7463" w="55866">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 name="Google Shape;1125;p42"/>
          <p:cNvGrpSpPr/>
          <p:nvPr/>
        </p:nvGrpSpPr>
        <p:grpSpPr>
          <a:xfrm rot="8100000">
            <a:off x="6704003" y="-124478"/>
            <a:ext cx="1385917" cy="2699994"/>
            <a:chOff x="409722" y="233833"/>
            <a:chExt cx="1385931" cy="2700020"/>
          </a:xfrm>
        </p:grpSpPr>
        <p:grpSp>
          <p:nvGrpSpPr>
            <p:cNvPr id="1126" name="Google Shape;1126;p42"/>
            <p:cNvGrpSpPr/>
            <p:nvPr/>
          </p:nvGrpSpPr>
          <p:grpSpPr>
            <a:xfrm flipH="1" rot="-617154">
              <a:off x="575967" y="402323"/>
              <a:ext cx="1053440" cy="2450002"/>
              <a:chOff x="3817855" y="1437512"/>
              <a:chExt cx="541146" cy="1128254"/>
            </a:xfrm>
          </p:grpSpPr>
          <p:sp>
            <p:nvSpPr>
              <p:cNvPr id="1127" name="Google Shape;1127;p42"/>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2"/>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 name="Google Shape;1129;p42"/>
            <p:cNvSpPr/>
            <p:nvPr/>
          </p:nvSpPr>
          <p:spPr>
            <a:xfrm>
              <a:off x="1424458" y="233833"/>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 name="Google Shape;1130;p42"/>
          <p:cNvGrpSpPr/>
          <p:nvPr/>
        </p:nvGrpSpPr>
        <p:grpSpPr>
          <a:xfrm rot="-2972274">
            <a:off x="796320" y="2522791"/>
            <a:ext cx="1386048" cy="2678158"/>
            <a:chOff x="409722" y="255923"/>
            <a:chExt cx="1385931" cy="2677930"/>
          </a:xfrm>
        </p:grpSpPr>
        <p:grpSp>
          <p:nvGrpSpPr>
            <p:cNvPr id="1131" name="Google Shape;1131;p42"/>
            <p:cNvGrpSpPr/>
            <p:nvPr/>
          </p:nvGrpSpPr>
          <p:grpSpPr>
            <a:xfrm flipH="1" rot="-617154">
              <a:off x="575967" y="402323"/>
              <a:ext cx="1053440" cy="2450002"/>
              <a:chOff x="3817855" y="1437512"/>
              <a:chExt cx="541146" cy="1128254"/>
            </a:xfrm>
          </p:grpSpPr>
          <p:sp>
            <p:nvSpPr>
              <p:cNvPr id="1132" name="Google Shape;1132;p42"/>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2"/>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 name="Google Shape;1134;p42"/>
            <p:cNvSpPr/>
            <p:nvPr/>
          </p:nvSpPr>
          <p:spPr>
            <a:xfrm>
              <a:off x="1432804" y="255923"/>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42"/>
          <p:cNvGrpSpPr/>
          <p:nvPr/>
        </p:nvGrpSpPr>
        <p:grpSpPr>
          <a:xfrm>
            <a:off x="5910913" y="3409365"/>
            <a:ext cx="1697226" cy="604018"/>
            <a:chOff x="-5302450" y="3084350"/>
            <a:chExt cx="1519450" cy="540750"/>
          </a:xfrm>
        </p:grpSpPr>
        <p:sp>
          <p:nvSpPr>
            <p:cNvPr id="1136" name="Google Shape;1136;p42"/>
            <p:cNvSpPr/>
            <p:nvPr/>
          </p:nvSpPr>
          <p:spPr>
            <a:xfrm>
              <a:off x="-4388300" y="3084350"/>
              <a:ext cx="584625" cy="269450"/>
            </a:xfrm>
            <a:custGeom>
              <a:rect b="b" l="l" r="r" t="t"/>
              <a:pathLst>
                <a:path extrusionOk="0" h="10778" w="23385">
                  <a:moveTo>
                    <a:pt x="4286" y="1"/>
                  </a:moveTo>
                  <a:cubicBezTo>
                    <a:pt x="3334" y="1"/>
                    <a:pt x="2281" y="326"/>
                    <a:pt x="1454" y="953"/>
                  </a:cubicBezTo>
                  <a:cubicBezTo>
                    <a:pt x="1028" y="1254"/>
                    <a:pt x="627" y="1680"/>
                    <a:pt x="402" y="2206"/>
                  </a:cubicBezTo>
                  <a:cubicBezTo>
                    <a:pt x="101" y="2732"/>
                    <a:pt x="1" y="3259"/>
                    <a:pt x="1" y="3885"/>
                  </a:cubicBezTo>
                  <a:cubicBezTo>
                    <a:pt x="1" y="4612"/>
                    <a:pt x="201" y="5339"/>
                    <a:pt x="527" y="6166"/>
                  </a:cubicBezTo>
                  <a:lnTo>
                    <a:pt x="2181" y="5339"/>
                  </a:lnTo>
                  <a:cubicBezTo>
                    <a:pt x="1981" y="4712"/>
                    <a:pt x="1880" y="4286"/>
                    <a:pt x="1880" y="3885"/>
                  </a:cubicBezTo>
                  <a:cubicBezTo>
                    <a:pt x="1880" y="3559"/>
                    <a:pt x="1880" y="3259"/>
                    <a:pt x="2081" y="3033"/>
                  </a:cubicBezTo>
                  <a:cubicBezTo>
                    <a:pt x="2181" y="2632"/>
                    <a:pt x="2507" y="2407"/>
                    <a:pt x="2908" y="2206"/>
                  </a:cubicBezTo>
                  <a:cubicBezTo>
                    <a:pt x="3334" y="1880"/>
                    <a:pt x="3860" y="1780"/>
                    <a:pt x="4286" y="1780"/>
                  </a:cubicBezTo>
                  <a:cubicBezTo>
                    <a:pt x="4788" y="1780"/>
                    <a:pt x="5214" y="1880"/>
                    <a:pt x="5540" y="2106"/>
                  </a:cubicBezTo>
                  <a:cubicBezTo>
                    <a:pt x="5640" y="2206"/>
                    <a:pt x="5740" y="2206"/>
                    <a:pt x="5941" y="2306"/>
                  </a:cubicBezTo>
                  <a:cubicBezTo>
                    <a:pt x="7194" y="2933"/>
                    <a:pt x="11379" y="5138"/>
                    <a:pt x="15139" y="7018"/>
                  </a:cubicBezTo>
                  <a:cubicBezTo>
                    <a:pt x="18998" y="8998"/>
                    <a:pt x="22557" y="10778"/>
                    <a:pt x="22557" y="10778"/>
                  </a:cubicBezTo>
                  <a:lnTo>
                    <a:pt x="23384" y="9098"/>
                  </a:lnTo>
                  <a:cubicBezTo>
                    <a:pt x="23384" y="9098"/>
                    <a:pt x="23184" y="8998"/>
                    <a:pt x="22758" y="8772"/>
                  </a:cubicBezTo>
                  <a:cubicBezTo>
                    <a:pt x="21078" y="7945"/>
                    <a:pt x="17119" y="5965"/>
                    <a:pt x="13459" y="4086"/>
                  </a:cubicBezTo>
                  <a:cubicBezTo>
                    <a:pt x="11680" y="3133"/>
                    <a:pt x="9926" y="2306"/>
                    <a:pt x="8672" y="1680"/>
                  </a:cubicBezTo>
                  <a:cubicBezTo>
                    <a:pt x="7920" y="1379"/>
                    <a:pt x="7419" y="1053"/>
                    <a:pt x="7093" y="853"/>
                  </a:cubicBezTo>
                  <a:cubicBezTo>
                    <a:pt x="6893" y="752"/>
                    <a:pt x="6667" y="627"/>
                    <a:pt x="6567" y="627"/>
                  </a:cubicBezTo>
                  <a:cubicBezTo>
                    <a:pt x="6567" y="527"/>
                    <a:pt x="6467" y="527"/>
                    <a:pt x="6467" y="527"/>
                  </a:cubicBezTo>
                  <a:cubicBezTo>
                    <a:pt x="5840" y="126"/>
                    <a:pt x="5013" y="1"/>
                    <a:pt x="4286" y="1"/>
                  </a:cubicBezTo>
                  <a:close/>
                </a:path>
              </a:pathLst>
            </a:custGeom>
            <a:solidFill>
              <a:schemeClr val="accent2"/>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2"/>
            <p:cNvSpPr/>
            <p:nvPr/>
          </p:nvSpPr>
          <p:spPr>
            <a:xfrm>
              <a:off x="-5302450" y="3142000"/>
              <a:ext cx="509425" cy="211800"/>
            </a:xfrm>
            <a:custGeom>
              <a:rect b="b" l="l" r="r" t="t"/>
              <a:pathLst>
                <a:path extrusionOk="0" h="8472" w="20377">
                  <a:moveTo>
                    <a:pt x="4286" y="0"/>
                  </a:moveTo>
                  <a:cubicBezTo>
                    <a:pt x="3358" y="0"/>
                    <a:pt x="2306" y="326"/>
                    <a:pt x="1479" y="953"/>
                  </a:cubicBezTo>
                  <a:cubicBezTo>
                    <a:pt x="1053" y="1253"/>
                    <a:pt x="627" y="1679"/>
                    <a:pt x="426" y="2206"/>
                  </a:cubicBezTo>
                  <a:cubicBezTo>
                    <a:pt x="125" y="2707"/>
                    <a:pt x="0" y="3233"/>
                    <a:pt x="0" y="3860"/>
                  </a:cubicBezTo>
                  <a:cubicBezTo>
                    <a:pt x="0" y="4587"/>
                    <a:pt x="226" y="5339"/>
                    <a:pt x="526" y="6166"/>
                  </a:cubicBezTo>
                  <a:lnTo>
                    <a:pt x="2206" y="5339"/>
                  </a:lnTo>
                  <a:cubicBezTo>
                    <a:pt x="2005" y="4812"/>
                    <a:pt x="1880" y="4286"/>
                    <a:pt x="1880" y="3860"/>
                  </a:cubicBezTo>
                  <a:cubicBezTo>
                    <a:pt x="1880" y="3559"/>
                    <a:pt x="2005" y="3233"/>
                    <a:pt x="2105" y="3033"/>
                  </a:cubicBezTo>
                  <a:cubicBezTo>
                    <a:pt x="2206" y="2707"/>
                    <a:pt x="2506" y="2406"/>
                    <a:pt x="2932" y="2206"/>
                  </a:cubicBezTo>
                  <a:cubicBezTo>
                    <a:pt x="3358" y="1980"/>
                    <a:pt x="3885" y="1880"/>
                    <a:pt x="4286" y="1880"/>
                  </a:cubicBezTo>
                  <a:cubicBezTo>
                    <a:pt x="4812" y="1880"/>
                    <a:pt x="5238" y="1980"/>
                    <a:pt x="5539" y="2081"/>
                  </a:cubicBezTo>
                  <a:lnTo>
                    <a:pt x="5539" y="2206"/>
                  </a:lnTo>
                  <a:cubicBezTo>
                    <a:pt x="5639" y="2206"/>
                    <a:pt x="5764" y="2306"/>
                    <a:pt x="5865" y="2306"/>
                  </a:cubicBezTo>
                  <a:cubicBezTo>
                    <a:pt x="6491" y="2607"/>
                    <a:pt x="7519" y="3133"/>
                    <a:pt x="8897" y="3760"/>
                  </a:cubicBezTo>
                  <a:cubicBezTo>
                    <a:pt x="13058" y="5639"/>
                    <a:pt x="19649" y="8472"/>
                    <a:pt x="19649" y="8472"/>
                  </a:cubicBezTo>
                  <a:lnTo>
                    <a:pt x="20376" y="6792"/>
                  </a:lnTo>
                  <a:cubicBezTo>
                    <a:pt x="20376" y="6792"/>
                    <a:pt x="20176" y="6692"/>
                    <a:pt x="19750" y="6592"/>
                  </a:cubicBezTo>
                  <a:cubicBezTo>
                    <a:pt x="18496" y="5965"/>
                    <a:pt x="15163" y="4487"/>
                    <a:pt x="12231" y="3133"/>
                  </a:cubicBezTo>
                  <a:cubicBezTo>
                    <a:pt x="10777" y="2507"/>
                    <a:pt x="9298" y="1880"/>
                    <a:pt x="8271" y="1354"/>
                  </a:cubicBezTo>
                  <a:cubicBezTo>
                    <a:pt x="7744" y="1153"/>
                    <a:pt x="7218" y="953"/>
                    <a:pt x="6892" y="727"/>
                  </a:cubicBezTo>
                  <a:cubicBezTo>
                    <a:pt x="6792" y="727"/>
                    <a:pt x="6692" y="627"/>
                    <a:pt x="6592" y="627"/>
                  </a:cubicBezTo>
                  <a:lnTo>
                    <a:pt x="6491" y="527"/>
                  </a:lnTo>
                  <a:cubicBezTo>
                    <a:pt x="5865" y="101"/>
                    <a:pt x="5138" y="0"/>
                    <a:pt x="4286" y="0"/>
                  </a:cubicBezTo>
                  <a:close/>
                </a:path>
              </a:pathLst>
            </a:custGeom>
            <a:solidFill>
              <a:schemeClr val="accent2"/>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2"/>
            <p:cNvSpPr/>
            <p:nvPr/>
          </p:nvSpPr>
          <p:spPr>
            <a:xfrm>
              <a:off x="-4832525" y="3193825"/>
              <a:ext cx="451775" cy="409275"/>
            </a:xfrm>
            <a:custGeom>
              <a:rect b="b" l="l" r="r" t="t"/>
              <a:pathLst>
                <a:path extrusionOk="0" h="16371" w="18071">
                  <a:moveTo>
                    <a:pt x="9043" y="0"/>
                  </a:moveTo>
                  <a:cubicBezTo>
                    <a:pt x="8405" y="0"/>
                    <a:pt x="7759" y="76"/>
                    <a:pt x="7118" y="233"/>
                  </a:cubicBezTo>
                  <a:cubicBezTo>
                    <a:pt x="2732" y="1386"/>
                    <a:pt x="0" y="5872"/>
                    <a:pt x="1153" y="10258"/>
                  </a:cubicBezTo>
                  <a:cubicBezTo>
                    <a:pt x="2121" y="13942"/>
                    <a:pt x="5371" y="16371"/>
                    <a:pt x="8985" y="16371"/>
                  </a:cubicBezTo>
                  <a:cubicBezTo>
                    <a:pt x="9674" y="16371"/>
                    <a:pt x="10376" y="16282"/>
                    <a:pt x="11078" y="16098"/>
                  </a:cubicBezTo>
                  <a:cubicBezTo>
                    <a:pt x="15464" y="14945"/>
                    <a:pt x="18070" y="10559"/>
                    <a:pt x="17043" y="6173"/>
                  </a:cubicBezTo>
                  <a:cubicBezTo>
                    <a:pt x="16062" y="2443"/>
                    <a:pt x="12671" y="0"/>
                    <a:pt x="90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2"/>
            <p:cNvSpPr/>
            <p:nvPr/>
          </p:nvSpPr>
          <p:spPr>
            <a:xfrm>
              <a:off x="-4803700" y="3447750"/>
              <a:ext cx="25" cy="2550"/>
            </a:xfrm>
            <a:custGeom>
              <a:rect b="b" l="l" r="r" t="t"/>
              <a:pathLst>
                <a:path extrusionOk="0" h="102" w="1">
                  <a:moveTo>
                    <a:pt x="0" y="1"/>
                  </a:moveTo>
                  <a:lnTo>
                    <a:pt x="0" y="101"/>
                  </a:lnTo>
                  <a:lnTo>
                    <a:pt x="0" y="1"/>
                  </a:lnTo>
                  <a:close/>
                  <a:moveTo>
                    <a:pt x="0" y="1"/>
                  </a:moveTo>
                  <a:lnTo>
                    <a:pt x="0" y="1"/>
                  </a:lnTo>
                  <a:close/>
                </a:path>
              </a:pathLst>
            </a:custGeom>
            <a:solidFill>
              <a:srgbClr val="DFF7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2"/>
            <p:cNvSpPr/>
            <p:nvPr/>
          </p:nvSpPr>
          <p:spPr>
            <a:xfrm>
              <a:off x="-4808725" y="3197125"/>
              <a:ext cx="287000" cy="284500"/>
            </a:xfrm>
            <a:custGeom>
              <a:rect b="b" l="l" r="r" t="t"/>
              <a:pathLst>
                <a:path extrusionOk="0" h="11380" w="11480">
                  <a:moveTo>
                    <a:pt x="9299" y="1"/>
                  </a:moveTo>
                  <a:lnTo>
                    <a:pt x="1" y="9274"/>
                  </a:lnTo>
                  <a:cubicBezTo>
                    <a:pt x="101" y="9500"/>
                    <a:pt x="101" y="9800"/>
                    <a:pt x="201" y="10026"/>
                  </a:cubicBezTo>
                  <a:lnTo>
                    <a:pt x="201" y="10126"/>
                  </a:lnTo>
                  <a:cubicBezTo>
                    <a:pt x="301" y="10527"/>
                    <a:pt x="527" y="10953"/>
                    <a:pt x="627" y="11379"/>
                  </a:cubicBezTo>
                  <a:cubicBezTo>
                    <a:pt x="4286" y="7720"/>
                    <a:pt x="7820" y="4161"/>
                    <a:pt x="11479" y="627"/>
                  </a:cubicBezTo>
                  <a:cubicBezTo>
                    <a:pt x="10752" y="302"/>
                    <a:pt x="10026" y="101"/>
                    <a:pt x="9299" y="1"/>
                  </a:cubicBezTo>
                  <a:close/>
                </a:path>
              </a:pathLst>
            </a:custGeom>
            <a:solidFill>
              <a:srgbClr val="CAF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2"/>
            <p:cNvSpPr/>
            <p:nvPr/>
          </p:nvSpPr>
          <p:spPr>
            <a:xfrm>
              <a:off x="-4777400" y="3228450"/>
              <a:ext cx="352150" cy="349650"/>
            </a:xfrm>
            <a:custGeom>
              <a:rect b="b" l="l" r="r" t="t"/>
              <a:pathLst>
                <a:path extrusionOk="0" h="13986" w="14086">
                  <a:moveTo>
                    <a:pt x="11279" y="1"/>
                  </a:moveTo>
                  <a:lnTo>
                    <a:pt x="1" y="11279"/>
                  </a:lnTo>
                  <a:cubicBezTo>
                    <a:pt x="828" y="12407"/>
                    <a:pt x="1880" y="13359"/>
                    <a:pt x="3033" y="13986"/>
                  </a:cubicBezTo>
                  <a:lnTo>
                    <a:pt x="14086" y="3008"/>
                  </a:lnTo>
                  <a:cubicBezTo>
                    <a:pt x="13459" y="1755"/>
                    <a:pt x="12532" y="728"/>
                    <a:pt x="11279" y="1"/>
                  </a:cubicBezTo>
                  <a:close/>
                </a:path>
              </a:pathLst>
            </a:custGeom>
            <a:solidFill>
              <a:srgbClr val="CAF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2"/>
            <p:cNvSpPr/>
            <p:nvPr/>
          </p:nvSpPr>
          <p:spPr>
            <a:xfrm>
              <a:off x="-4237300" y="3179650"/>
              <a:ext cx="451800" cy="409300"/>
            </a:xfrm>
            <a:custGeom>
              <a:rect b="b" l="l" r="r" t="t"/>
              <a:pathLst>
                <a:path extrusionOk="0" h="16372" w="18072">
                  <a:moveTo>
                    <a:pt x="9118" y="1"/>
                  </a:moveTo>
                  <a:cubicBezTo>
                    <a:pt x="8425" y="1"/>
                    <a:pt x="7720" y="89"/>
                    <a:pt x="7018" y="274"/>
                  </a:cubicBezTo>
                  <a:cubicBezTo>
                    <a:pt x="2632" y="1427"/>
                    <a:pt x="1" y="5813"/>
                    <a:pt x="1154" y="10199"/>
                  </a:cubicBezTo>
                  <a:cubicBezTo>
                    <a:pt x="2049" y="13929"/>
                    <a:pt x="5427" y="16372"/>
                    <a:pt x="9115" y="16372"/>
                  </a:cubicBezTo>
                  <a:cubicBezTo>
                    <a:pt x="9764" y="16372"/>
                    <a:pt x="10422" y="16296"/>
                    <a:pt x="11079" y="16138"/>
                  </a:cubicBezTo>
                  <a:cubicBezTo>
                    <a:pt x="15465" y="14986"/>
                    <a:pt x="18071" y="10499"/>
                    <a:pt x="16918" y="6113"/>
                  </a:cubicBezTo>
                  <a:cubicBezTo>
                    <a:pt x="16055" y="2430"/>
                    <a:pt x="12752" y="1"/>
                    <a:pt x="91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2"/>
            <p:cNvSpPr/>
            <p:nvPr/>
          </p:nvSpPr>
          <p:spPr>
            <a:xfrm>
              <a:off x="-4832525" y="3170825"/>
              <a:ext cx="454275" cy="454275"/>
            </a:xfrm>
            <a:custGeom>
              <a:rect b="b" l="l" r="r" t="t"/>
              <a:pathLst>
                <a:path extrusionOk="0" h="18171" w="18171">
                  <a:moveTo>
                    <a:pt x="9098" y="1880"/>
                  </a:moveTo>
                  <a:cubicBezTo>
                    <a:pt x="10652" y="1880"/>
                    <a:pt x="12231" y="2406"/>
                    <a:pt x="13484" y="3334"/>
                  </a:cubicBezTo>
                  <a:cubicBezTo>
                    <a:pt x="14737" y="4286"/>
                    <a:pt x="15664" y="5639"/>
                    <a:pt x="16090" y="7319"/>
                  </a:cubicBezTo>
                  <a:cubicBezTo>
                    <a:pt x="16291" y="7945"/>
                    <a:pt x="16291" y="8572"/>
                    <a:pt x="16291" y="9073"/>
                  </a:cubicBezTo>
                  <a:cubicBezTo>
                    <a:pt x="16291" y="10752"/>
                    <a:pt x="15790" y="12331"/>
                    <a:pt x="14837" y="13459"/>
                  </a:cubicBezTo>
                  <a:cubicBezTo>
                    <a:pt x="13910" y="14712"/>
                    <a:pt x="12532" y="15664"/>
                    <a:pt x="10877" y="16090"/>
                  </a:cubicBezTo>
                  <a:cubicBezTo>
                    <a:pt x="10251" y="16291"/>
                    <a:pt x="9724" y="16391"/>
                    <a:pt x="9098" y="16391"/>
                  </a:cubicBezTo>
                  <a:cubicBezTo>
                    <a:pt x="7419" y="16391"/>
                    <a:pt x="5965" y="15765"/>
                    <a:pt x="4712" y="14837"/>
                  </a:cubicBezTo>
                  <a:cubicBezTo>
                    <a:pt x="3459" y="13885"/>
                    <a:pt x="2506" y="12532"/>
                    <a:pt x="2105" y="10852"/>
                  </a:cubicBezTo>
                  <a:cubicBezTo>
                    <a:pt x="1880" y="10326"/>
                    <a:pt x="1880" y="9699"/>
                    <a:pt x="1880" y="9073"/>
                  </a:cubicBezTo>
                  <a:cubicBezTo>
                    <a:pt x="1880" y="7519"/>
                    <a:pt x="2406" y="5940"/>
                    <a:pt x="3359" y="4687"/>
                  </a:cubicBezTo>
                  <a:cubicBezTo>
                    <a:pt x="4286" y="3434"/>
                    <a:pt x="5639" y="2506"/>
                    <a:pt x="7318" y="2080"/>
                  </a:cubicBezTo>
                  <a:cubicBezTo>
                    <a:pt x="7945" y="1980"/>
                    <a:pt x="8471" y="1880"/>
                    <a:pt x="9098" y="1880"/>
                  </a:cubicBezTo>
                  <a:close/>
                  <a:moveTo>
                    <a:pt x="9098" y="0"/>
                  </a:moveTo>
                  <a:cubicBezTo>
                    <a:pt x="8371" y="0"/>
                    <a:pt x="7644" y="100"/>
                    <a:pt x="6792" y="301"/>
                  </a:cubicBezTo>
                  <a:cubicBezTo>
                    <a:pt x="4812" y="827"/>
                    <a:pt x="3033" y="1980"/>
                    <a:pt x="1880" y="3559"/>
                  </a:cubicBezTo>
                  <a:cubicBezTo>
                    <a:pt x="627" y="5113"/>
                    <a:pt x="0" y="7093"/>
                    <a:pt x="0" y="9073"/>
                  </a:cubicBezTo>
                  <a:cubicBezTo>
                    <a:pt x="0" y="9825"/>
                    <a:pt x="125" y="10652"/>
                    <a:pt x="326" y="11379"/>
                  </a:cubicBezTo>
                  <a:cubicBezTo>
                    <a:pt x="852" y="13359"/>
                    <a:pt x="2005" y="15138"/>
                    <a:pt x="3559" y="16291"/>
                  </a:cubicBezTo>
                  <a:cubicBezTo>
                    <a:pt x="5138" y="17544"/>
                    <a:pt x="7018" y="18171"/>
                    <a:pt x="9098" y="18171"/>
                  </a:cubicBezTo>
                  <a:cubicBezTo>
                    <a:pt x="9825" y="18171"/>
                    <a:pt x="10552" y="18070"/>
                    <a:pt x="11404" y="17970"/>
                  </a:cubicBezTo>
                  <a:cubicBezTo>
                    <a:pt x="13384" y="17444"/>
                    <a:pt x="15163" y="16191"/>
                    <a:pt x="16291" y="14612"/>
                  </a:cubicBezTo>
                  <a:cubicBezTo>
                    <a:pt x="17544" y="13058"/>
                    <a:pt x="18171" y="11178"/>
                    <a:pt x="18171" y="9073"/>
                  </a:cubicBezTo>
                  <a:cubicBezTo>
                    <a:pt x="18171" y="8346"/>
                    <a:pt x="18070" y="7619"/>
                    <a:pt x="17870" y="6892"/>
                  </a:cubicBezTo>
                  <a:cubicBezTo>
                    <a:pt x="17344" y="4812"/>
                    <a:pt x="16191" y="3133"/>
                    <a:pt x="14637" y="1880"/>
                  </a:cubicBezTo>
                  <a:cubicBezTo>
                    <a:pt x="13058" y="727"/>
                    <a:pt x="11078" y="0"/>
                    <a:pt x="9098" y="0"/>
                  </a:cubicBezTo>
                  <a:close/>
                </a:path>
              </a:pathLst>
            </a:custGeom>
            <a:solidFill>
              <a:schemeClr val="accent2"/>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2"/>
            <p:cNvSpPr/>
            <p:nvPr/>
          </p:nvSpPr>
          <p:spPr>
            <a:xfrm>
              <a:off x="-4208475" y="3434600"/>
              <a:ext cx="5675" cy="18200"/>
            </a:xfrm>
            <a:custGeom>
              <a:rect b="b" l="l" r="r" t="t"/>
              <a:pathLst>
                <a:path extrusionOk="0" h="728" w="227">
                  <a:moveTo>
                    <a:pt x="226" y="727"/>
                  </a:moveTo>
                  <a:lnTo>
                    <a:pt x="226" y="727"/>
                  </a:lnTo>
                  <a:lnTo>
                    <a:pt x="226" y="727"/>
                  </a:lnTo>
                  <a:close/>
                  <a:moveTo>
                    <a:pt x="226" y="727"/>
                  </a:moveTo>
                  <a:lnTo>
                    <a:pt x="226" y="727"/>
                  </a:lnTo>
                  <a:lnTo>
                    <a:pt x="226" y="727"/>
                  </a:lnTo>
                  <a:close/>
                  <a:moveTo>
                    <a:pt x="226" y="727"/>
                  </a:moveTo>
                  <a:lnTo>
                    <a:pt x="226" y="727"/>
                  </a:lnTo>
                  <a:lnTo>
                    <a:pt x="226" y="727"/>
                  </a:lnTo>
                  <a:close/>
                  <a:moveTo>
                    <a:pt x="226" y="727"/>
                  </a:moveTo>
                  <a:lnTo>
                    <a:pt x="226" y="727"/>
                  </a:lnTo>
                  <a:lnTo>
                    <a:pt x="226" y="727"/>
                  </a:lnTo>
                  <a:close/>
                  <a:moveTo>
                    <a:pt x="226" y="627"/>
                  </a:moveTo>
                  <a:lnTo>
                    <a:pt x="226" y="627"/>
                  </a:lnTo>
                  <a:lnTo>
                    <a:pt x="226" y="627"/>
                  </a:lnTo>
                  <a:close/>
                  <a:moveTo>
                    <a:pt x="226" y="627"/>
                  </a:moveTo>
                  <a:lnTo>
                    <a:pt x="226" y="627"/>
                  </a:lnTo>
                  <a:lnTo>
                    <a:pt x="226" y="627"/>
                  </a:lnTo>
                  <a:close/>
                  <a:moveTo>
                    <a:pt x="226" y="627"/>
                  </a:moveTo>
                  <a:lnTo>
                    <a:pt x="226" y="627"/>
                  </a:lnTo>
                  <a:lnTo>
                    <a:pt x="226" y="627"/>
                  </a:lnTo>
                  <a:close/>
                  <a:moveTo>
                    <a:pt x="101" y="627"/>
                  </a:moveTo>
                  <a:lnTo>
                    <a:pt x="226" y="627"/>
                  </a:lnTo>
                  <a:lnTo>
                    <a:pt x="101" y="627"/>
                  </a:lnTo>
                  <a:close/>
                  <a:moveTo>
                    <a:pt x="101" y="627"/>
                  </a:moveTo>
                  <a:lnTo>
                    <a:pt x="101" y="627"/>
                  </a:lnTo>
                  <a:lnTo>
                    <a:pt x="101" y="627"/>
                  </a:lnTo>
                  <a:close/>
                  <a:moveTo>
                    <a:pt x="1" y="101"/>
                  </a:moveTo>
                  <a:cubicBezTo>
                    <a:pt x="1" y="301"/>
                    <a:pt x="101" y="402"/>
                    <a:pt x="101" y="627"/>
                  </a:cubicBezTo>
                  <a:cubicBezTo>
                    <a:pt x="101" y="402"/>
                    <a:pt x="1" y="301"/>
                    <a:pt x="1" y="101"/>
                  </a:cubicBezTo>
                  <a:close/>
                  <a:moveTo>
                    <a:pt x="1" y="101"/>
                  </a:moveTo>
                  <a:lnTo>
                    <a:pt x="1" y="101"/>
                  </a:lnTo>
                  <a:lnTo>
                    <a:pt x="1" y="101"/>
                  </a:lnTo>
                  <a:close/>
                  <a:moveTo>
                    <a:pt x="1" y="101"/>
                  </a:moveTo>
                  <a:lnTo>
                    <a:pt x="1" y="101"/>
                  </a:lnTo>
                  <a:lnTo>
                    <a:pt x="1" y="101"/>
                  </a:lnTo>
                  <a:close/>
                  <a:moveTo>
                    <a:pt x="1" y="101"/>
                  </a:moveTo>
                  <a:lnTo>
                    <a:pt x="1" y="101"/>
                  </a:lnTo>
                  <a:lnTo>
                    <a:pt x="1" y="101"/>
                  </a:lnTo>
                  <a:close/>
                  <a:moveTo>
                    <a:pt x="1" y="1"/>
                  </a:moveTo>
                  <a:lnTo>
                    <a:pt x="1" y="1"/>
                  </a:lnTo>
                  <a:lnTo>
                    <a:pt x="1" y="1"/>
                  </a:lnTo>
                  <a:close/>
                  <a:moveTo>
                    <a:pt x="1" y="1"/>
                  </a:moveTo>
                  <a:lnTo>
                    <a:pt x="1" y="1"/>
                  </a:lnTo>
                  <a:close/>
                </a:path>
              </a:pathLst>
            </a:custGeom>
            <a:solidFill>
              <a:srgbClr val="DFF7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2"/>
            <p:cNvSpPr/>
            <p:nvPr/>
          </p:nvSpPr>
          <p:spPr>
            <a:xfrm>
              <a:off x="-4210975" y="3183975"/>
              <a:ext cx="308300" cy="307675"/>
            </a:xfrm>
            <a:custGeom>
              <a:rect b="b" l="l" r="r" t="t"/>
              <a:pathLst>
                <a:path extrusionOk="0" h="12307" w="12332">
                  <a:moveTo>
                    <a:pt x="9499" y="0"/>
                  </a:moveTo>
                  <a:cubicBezTo>
                    <a:pt x="6266" y="3133"/>
                    <a:pt x="3133" y="6366"/>
                    <a:pt x="0" y="9499"/>
                  </a:cubicBezTo>
                  <a:cubicBezTo>
                    <a:pt x="0" y="9700"/>
                    <a:pt x="0" y="9800"/>
                    <a:pt x="101" y="10026"/>
                  </a:cubicBezTo>
                  <a:lnTo>
                    <a:pt x="101" y="10126"/>
                  </a:lnTo>
                  <a:cubicBezTo>
                    <a:pt x="101" y="10326"/>
                    <a:pt x="201" y="10427"/>
                    <a:pt x="201" y="10652"/>
                  </a:cubicBezTo>
                  <a:lnTo>
                    <a:pt x="326" y="10652"/>
                  </a:lnTo>
                  <a:lnTo>
                    <a:pt x="326" y="10752"/>
                  </a:lnTo>
                  <a:cubicBezTo>
                    <a:pt x="527" y="11279"/>
                    <a:pt x="727" y="11805"/>
                    <a:pt x="1053" y="12306"/>
                  </a:cubicBezTo>
                  <a:lnTo>
                    <a:pt x="12331" y="1028"/>
                  </a:lnTo>
                  <a:cubicBezTo>
                    <a:pt x="11379" y="527"/>
                    <a:pt x="10452" y="201"/>
                    <a:pt x="9499" y="0"/>
                  </a:cubicBezTo>
                  <a:close/>
                </a:path>
              </a:pathLst>
            </a:custGeom>
            <a:solidFill>
              <a:srgbClr val="CAF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2"/>
            <p:cNvSpPr/>
            <p:nvPr/>
          </p:nvSpPr>
          <p:spPr>
            <a:xfrm>
              <a:off x="-4166500" y="3228450"/>
              <a:ext cx="331500" cy="331500"/>
            </a:xfrm>
            <a:custGeom>
              <a:rect b="b" l="l" r="r" t="t"/>
              <a:pathLst>
                <a:path extrusionOk="0" h="13260" w="13260">
                  <a:moveTo>
                    <a:pt x="11480" y="1"/>
                  </a:moveTo>
                  <a:lnTo>
                    <a:pt x="1" y="11480"/>
                  </a:lnTo>
                  <a:cubicBezTo>
                    <a:pt x="627" y="12207"/>
                    <a:pt x="1254" y="12733"/>
                    <a:pt x="1981" y="13259"/>
                  </a:cubicBezTo>
                  <a:lnTo>
                    <a:pt x="13259" y="1981"/>
                  </a:lnTo>
                  <a:cubicBezTo>
                    <a:pt x="12733" y="1254"/>
                    <a:pt x="12206" y="628"/>
                    <a:pt x="11480" y="1"/>
                  </a:cubicBezTo>
                  <a:close/>
                </a:path>
              </a:pathLst>
            </a:custGeom>
            <a:solidFill>
              <a:srgbClr val="CAF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2"/>
            <p:cNvSpPr/>
            <p:nvPr/>
          </p:nvSpPr>
          <p:spPr>
            <a:xfrm>
              <a:off x="-4239800" y="3157650"/>
              <a:ext cx="456800" cy="454300"/>
            </a:xfrm>
            <a:custGeom>
              <a:rect b="b" l="l" r="r" t="t"/>
              <a:pathLst>
                <a:path extrusionOk="0" h="18172" w="18272">
                  <a:moveTo>
                    <a:pt x="9199" y="1780"/>
                  </a:moveTo>
                  <a:cubicBezTo>
                    <a:pt x="10752" y="1780"/>
                    <a:pt x="12331" y="2407"/>
                    <a:pt x="13585" y="3334"/>
                  </a:cubicBezTo>
                  <a:cubicBezTo>
                    <a:pt x="14838" y="4287"/>
                    <a:pt x="15765" y="5640"/>
                    <a:pt x="16191" y="7319"/>
                  </a:cubicBezTo>
                  <a:cubicBezTo>
                    <a:pt x="16291" y="7846"/>
                    <a:pt x="16392" y="8472"/>
                    <a:pt x="16392" y="9099"/>
                  </a:cubicBezTo>
                  <a:cubicBezTo>
                    <a:pt x="16392" y="10653"/>
                    <a:pt x="15890" y="12232"/>
                    <a:pt x="14938" y="13485"/>
                  </a:cubicBezTo>
                  <a:cubicBezTo>
                    <a:pt x="13885" y="14738"/>
                    <a:pt x="12532" y="15665"/>
                    <a:pt x="10978" y="16091"/>
                  </a:cubicBezTo>
                  <a:cubicBezTo>
                    <a:pt x="10351" y="16191"/>
                    <a:pt x="9725" y="16292"/>
                    <a:pt x="9199" y="16292"/>
                  </a:cubicBezTo>
                  <a:cubicBezTo>
                    <a:pt x="7519" y="16292"/>
                    <a:pt x="5965" y="15765"/>
                    <a:pt x="4712" y="14838"/>
                  </a:cubicBezTo>
                  <a:cubicBezTo>
                    <a:pt x="3459" y="13886"/>
                    <a:pt x="2507" y="12532"/>
                    <a:pt x="2106" y="10853"/>
                  </a:cubicBezTo>
                  <a:cubicBezTo>
                    <a:pt x="1980" y="10226"/>
                    <a:pt x="1880" y="9600"/>
                    <a:pt x="1880" y="9099"/>
                  </a:cubicBezTo>
                  <a:cubicBezTo>
                    <a:pt x="1880" y="7419"/>
                    <a:pt x="2407" y="5840"/>
                    <a:pt x="3459" y="4587"/>
                  </a:cubicBezTo>
                  <a:cubicBezTo>
                    <a:pt x="4387" y="3460"/>
                    <a:pt x="5740" y="2507"/>
                    <a:pt x="7319" y="1981"/>
                  </a:cubicBezTo>
                  <a:cubicBezTo>
                    <a:pt x="7945" y="1881"/>
                    <a:pt x="8572" y="1780"/>
                    <a:pt x="9199" y="1780"/>
                  </a:cubicBezTo>
                  <a:close/>
                  <a:moveTo>
                    <a:pt x="9199" y="1"/>
                  </a:moveTo>
                  <a:cubicBezTo>
                    <a:pt x="8372" y="1"/>
                    <a:pt x="7620" y="1"/>
                    <a:pt x="6893" y="201"/>
                  </a:cubicBezTo>
                  <a:cubicBezTo>
                    <a:pt x="4813" y="728"/>
                    <a:pt x="3133" y="1981"/>
                    <a:pt x="1880" y="3560"/>
                  </a:cubicBezTo>
                  <a:cubicBezTo>
                    <a:pt x="727" y="5114"/>
                    <a:pt x="1" y="6993"/>
                    <a:pt x="1" y="9099"/>
                  </a:cubicBezTo>
                  <a:cubicBezTo>
                    <a:pt x="1" y="9825"/>
                    <a:pt x="101" y="10552"/>
                    <a:pt x="326" y="11279"/>
                  </a:cubicBezTo>
                  <a:cubicBezTo>
                    <a:pt x="853" y="13359"/>
                    <a:pt x="2106" y="15039"/>
                    <a:pt x="3660" y="16292"/>
                  </a:cubicBezTo>
                  <a:cubicBezTo>
                    <a:pt x="5239" y="17445"/>
                    <a:pt x="7118" y="18171"/>
                    <a:pt x="9199" y="18171"/>
                  </a:cubicBezTo>
                  <a:cubicBezTo>
                    <a:pt x="9925" y="18171"/>
                    <a:pt x="10652" y="18071"/>
                    <a:pt x="11379" y="17871"/>
                  </a:cubicBezTo>
                  <a:cubicBezTo>
                    <a:pt x="13484" y="17344"/>
                    <a:pt x="15138" y="16191"/>
                    <a:pt x="16392" y="14612"/>
                  </a:cubicBezTo>
                  <a:cubicBezTo>
                    <a:pt x="17544" y="13059"/>
                    <a:pt x="18271" y="11079"/>
                    <a:pt x="18271" y="9099"/>
                  </a:cubicBezTo>
                  <a:cubicBezTo>
                    <a:pt x="18271" y="8347"/>
                    <a:pt x="18171" y="7520"/>
                    <a:pt x="17971" y="6793"/>
                  </a:cubicBezTo>
                  <a:cubicBezTo>
                    <a:pt x="17444" y="4713"/>
                    <a:pt x="16291" y="3033"/>
                    <a:pt x="14737" y="1881"/>
                  </a:cubicBezTo>
                  <a:cubicBezTo>
                    <a:pt x="13159" y="627"/>
                    <a:pt x="11179" y="1"/>
                    <a:pt x="9199" y="1"/>
                  </a:cubicBezTo>
                  <a:close/>
                </a:path>
              </a:pathLst>
            </a:custGeom>
            <a:solidFill>
              <a:schemeClr val="accent2"/>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2"/>
            <p:cNvSpPr/>
            <p:nvPr/>
          </p:nvSpPr>
          <p:spPr>
            <a:xfrm>
              <a:off x="-4427775" y="3254150"/>
              <a:ext cx="237500" cy="112175"/>
            </a:xfrm>
            <a:custGeom>
              <a:rect b="b" l="l" r="r" t="t"/>
              <a:pathLst>
                <a:path extrusionOk="0" h="4487" w="9500">
                  <a:moveTo>
                    <a:pt x="4813" y="1"/>
                  </a:moveTo>
                  <a:cubicBezTo>
                    <a:pt x="4387" y="1"/>
                    <a:pt x="4086" y="1"/>
                    <a:pt x="3660" y="101"/>
                  </a:cubicBezTo>
                  <a:cubicBezTo>
                    <a:pt x="2607" y="427"/>
                    <a:pt x="1780" y="953"/>
                    <a:pt x="1154" y="1680"/>
                  </a:cubicBezTo>
                  <a:cubicBezTo>
                    <a:pt x="527" y="2407"/>
                    <a:pt x="101" y="3234"/>
                    <a:pt x="1" y="4286"/>
                  </a:cubicBezTo>
                  <a:lnTo>
                    <a:pt x="1880" y="4487"/>
                  </a:lnTo>
                  <a:cubicBezTo>
                    <a:pt x="1880" y="3860"/>
                    <a:pt x="2206" y="3359"/>
                    <a:pt x="2607" y="2933"/>
                  </a:cubicBezTo>
                  <a:cubicBezTo>
                    <a:pt x="2933" y="2407"/>
                    <a:pt x="3459" y="2106"/>
                    <a:pt x="4086" y="1980"/>
                  </a:cubicBezTo>
                  <a:cubicBezTo>
                    <a:pt x="4387" y="1880"/>
                    <a:pt x="4612" y="1880"/>
                    <a:pt x="4813" y="1880"/>
                  </a:cubicBezTo>
                  <a:cubicBezTo>
                    <a:pt x="5540" y="1880"/>
                    <a:pt x="6166" y="2106"/>
                    <a:pt x="6692" y="2507"/>
                  </a:cubicBezTo>
                  <a:cubicBezTo>
                    <a:pt x="7219" y="2833"/>
                    <a:pt x="7520" y="3459"/>
                    <a:pt x="7745" y="4086"/>
                  </a:cubicBezTo>
                  <a:lnTo>
                    <a:pt x="9499" y="3660"/>
                  </a:lnTo>
                  <a:cubicBezTo>
                    <a:pt x="9299" y="2507"/>
                    <a:pt x="8572" y="1680"/>
                    <a:pt x="7745" y="1053"/>
                  </a:cubicBezTo>
                  <a:cubicBezTo>
                    <a:pt x="6993" y="427"/>
                    <a:pt x="5966" y="1"/>
                    <a:pt x="4813" y="1"/>
                  </a:cubicBezTo>
                  <a:close/>
                </a:path>
              </a:pathLst>
            </a:custGeom>
            <a:solidFill>
              <a:schemeClr val="accent3"/>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2" name="Shape 1152"/>
        <p:cNvGrpSpPr/>
        <p:nvPr/>
      </p:nvGrpSpPr>
      <p:grpSpPr>
        <a:xfrm>
          <a:off x="0" y="0"/>
          <a:ext cx="0" cy="0"/>
          <a:chOff x="0" y="0"/>
          <a:chExt cx="0" cy="0"/>
        </a:xfrm>
      </p:grpSpPr>
      <p:sp>
        <p:nvSpPr>
          <p:cNvPr id="1153" name="Google Shape;1153;p43"/>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OVERVIEW</a:t>
            </a:r>
            <a:endParaRPr/>
          </a:p>
        </p:txBody>
      </p:sp>
      <p:sp>
        <p:nvSpPr>
          <p:cNvPr id="1154" name="Google Shape;1154;p43"/>
          <p:cNvSpPr txBox="1"/>
          <p:nvPr/>
        </p:nvSpPr>
        <p:spPr>
          <a:xfrm>
            <a:off x="1028700" y="3422151"/>
            <a:ext cx="2224500" cy="698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500">
                <a:solidFill>
                  <a:srgbClr val="00004D"/>
                </a:solidFill>
                <a:latin typeface="Didact Gothic"/>
                <a:ea typeface="Didact Gothic"/>
                <a:cs typeface="Didact Gothic"/>
                <a:sym typeface="Didact Gothic"/>
              </a:rPr>
              <a:t>It </a:t>
            </a:r>
            <a:r>
              <a:rPr lang="en" sz="1500">
                <a:solidFill>
                  <a:srgbClr val="00004D"/>
                </a:solidFill>
                <a:latin typeface="Didact Gothic"/>
                <a:ea typeface="Didact Gothic"/>
                <a:cs typeface="Didact Gothic"/>
                <a:sym typeface="Didact Gothic"/>
              </a:rPr>
              <a:t>is the farthest planet from the Sun</a:t>
            </a:r>
            <a:endParaRPr sz="1500">
              <a:solidFill>
                <a:srgbClr val="00004D"/>
              </a:solidFill>
              <a:latin typeface="Didact Gothic"/>
              <a:ea typeface="Didact Gothic"/>
              <a:cs typeface="Didact Gothic"/>
              <a:sym typeface="Didact Gothic"/>
            </a:endParaRPr>
          </a:p>
        </p:txBody>
      </p:sp>
      <p:sp>
        <p:nvSpPr>
          <p:cNvPr id="1155" name="Google Shape;1155;p43"/>
          <p:cNvSpPr txBox="1"/>
          <p:nvPr/>
        </p:nvSpPr>
        <p:spPr>
          <a:xfrm>
            <a:off x="5874663" y="3422151"/>
            <a:ext cx="2224500" cy="698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500">
                <a:solidFill>
                  <a:srgbClr val="00004D"/>
                </a:solidFill>
                <a:latin typeface="Didact Gothic"/>
                <a:ea typeface="Didact Gothic"/>
                <a:cs typeface="Didact Gothic"/>
                <a:sym typeface="Didact Gothic"/>
              </a:rPr>
              <a:t>Venus has a beautiful name, but it is hot</a:t>
            </a:r>
            <a:endParaRPr sz="1500">
              <a:solidFill>
                <a:srgbClr val="00004D"/>
              </a:solidFill>
              <a:latin typeface="Didact Gothic"/>
              <a:ea typeface="Didact Gothic"/>
              <a:cs typeface="Didact Gothic"/>
              <a:sym typeface="Didact Gothic"/>
            </a:endParaRPr>
          </a:p>
          <a:p>
            <a:pPr indent="0" lvl="0" marL="0" rtl="0" algn="ctr">
              <a:spcBef>
                <a:spcPts val="0"/>
              </a:spcBef>
              <a:spcAft>
                <a:spcPts val="0"/>
              </a:spcAft>
              <a:buNone/>
            </a:pPr>
            <a:r>
              <a:t/>
            </a:r>
            <a:endParaRPr sz="1500">
              <a:solidFill>
                <a:srgbClr val="00004D"/>
              </a:solidFill>
              <a:latin typeface="Didact Gothic"/>
              <a:ea typeface="Didact Gothic"/>
              <a:cs typeface="Didact Gothic"/>
              <a:sym typeface="Didact Gothic"/>
            </a:endParaRPr>
          </a:p>
        </p:txBody>
      </p:sp>
      <p:sp>
        <p:nvSpPr>
          <p:cNvPr id="1156" name="Google Shape;1156;p43"/>
          <p:cNvSpPr txBox="1"/>
          <p:nvPr/>
        </p:nvSpPr>
        <p:spPr>
          <a:xfrm>
            <a:off x="3451681" y="3422151"/>
            <a:ext cx="2224500" cy="698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500">
                <a:solidFill>
                  <a:srgbClr val="00004D"/>
                </a:solidFill>
                <a:latin typeface="Didact Gothic"/>
                <a:ea typeface="Didact Gothic"/>
                <a:cs typeface="Didact Gothic"/>
                <a:sym typeface="Didact Gothic"/>
              </a:rPr>
              <a:t>It </a:t>
            </a:r>
            <a:r>
              <a:rPr lang="en" sz="1500">
                <a:solidFill>
                  <a:srgbClr val="00004D"/>
                </a:solidFill>
                <a:latin typeface="Didact Gothic"/>
                <a:ea typeface="Didact Gothic"/>
                <a:cs typeface="Didact Gothic"/>
                <a:sym typeface="Didact Gothic"/>
              </a:rPr>
              <a:t>is the biggest planet in the Solar System</a:t>
            </a:r>
            <a:endParaRPr sz="1500">
              <a:solidFill>
                <a:srgbClr val="00004D"/>
              </a:solidFill>
              <a:latin typeface="Didact Gothic"/>
              <a:ea typeface="Didact Gothic"/>
              <a:cs typeface="Didact Gothic"/>
              <a:sym typeface="Didact Gothic"/>
            </a:endParaRPr>
          </a:p>
          <a:p>
            <a:pPr indent="0" lvl="0" marL="0" rtl="0" algn="ctr">
              <a:spcBef>
                <a:spcPts val="0"/>
              </a:spcBef>
              <a:spcAft>
                <a:spcPts val="0"/>
              </a:spcAft>
              <a:buNone/>
            </a:pPr>
            <a:r>
              <a:t/>
            </a:r>
            <a:endParaRPr sz="1500">
              <a:solidFill>
                <a:srgbClr val="00004D"/>
              </a:solidFill>
              <a:latin typeface="Didact Gothic"/>
              <a:ea typeface="Didact Gothic"/>
              <a:cs typeface="Didact Gothic"/>
              <a:sym typeface="Didact Gothic"/>
            </a:endParaRPr>
          </a:p>
        </p:txBody>
      </p:sp>
      <p:grpSp>
        <p:nvGrpSpPr>
          <p:cNvPr id="1157" name="Google Shape;1157;p43"/>
          <p:cNvGrpSpPr/>
          <p:nvPr/>
        </p:nvGrpSpPr>
        <p:grpSpPr>
          <a:xfrm>
            <a:off x="1262173" y="1582453"/>
            <a:ext cx="6623855" cy="1882563"/>
            <a:chOff x="1863275" y="1582450"/>
            <a:chExt cx="5417400" cy="1882563"/>
          </a:xfrm>
        </p:grpSpPr>
        <p:sp>
          <p:nvSpPr>
            <p:cNvPr id="1158" name="Google Shape;1158;p43"/>
            <p:cNvSpPr/>
            <p:nvPr/>
          </p:nvSpPr>
          <p:spPr>
            <a:xfrm>
              <a:off x="3844475" y="1582450"/>
              <a:ext cx="1455000" cy="363600"/>
            </a:xfrm>
            <a:prstGeom prst="roundRect">
              <a:avLst>
                <a:gd fmla="val 34302" name="adj"/>
              </a:avLst>
            </a:prstGeom>
            <a:solidFill>
              <a:schemeClr val="accent3"/>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00004D"/>
                  </a:solidFill>
                  <a:latin typeface="Aldrich"/>
                  <a:ea typeface="Aldrich"/>
                  <a:cs typeface="Aldrich"/>
                  <a:sym typeface="Aldrich"/>
                </a:rPr>
                <a:t>MERCURY</a:t>
              </a:r>
              <a:endParaRPr b="1" sz="1600">
                <a:solidFill>
                  <a:srgbClr val="00004D"/>
                </a:solidFill>
                <a:latin typeface="Aldrich"/>
                <a:ea typeface="Aldrich"/>
                <a:cs typeface="Aldrich"/>
                <a:sym typeface="Aldrich"/>
              </a:endParaRPr>
            </a:p>
          </p:txBody>
        </p:sp>
        <p:sp>
          <p:nvSpPr>
            <p:cNvPr id="1159" name="Google Shape;1159;p43"/>
            <p:cNvSpPr/>
            <p:nvPr/>
          </p:nvSpPr>
          <p:spPr>
            <a:xfrm>
              <a:off x="3844475" y="2725450"/>
              <a:ext cx="1455000" cy="363600"/>
            </a:xfrm>
            <a:prstGeom prst="roundRect">
              <a:avLst>
                <a:gd fmla="val 34302" name="adj"/>
              </a:avLst>
            </a:prstGeom>
            <a:solidFill>
              <a:schemeClr val="accent1"/>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00004D"/>
                  </a:solidFill>
                  <a:latin typeface="Aldrich"/>
                  <a:ea typeface="Aldrich"/>
                  <a:cs typeface="Aldrich"/>
                  <a:sym typeface="Aldrich"/>
                </a:rPr>
                <a:t>JUPITER</a:t>
              </a:r>
              <a:endParaRPr b="1" sz="1600">
                <a:solidFill>
                  <a:srgbClr val="00004D"/>
                </a:solidFill>
                <a:latin typeface="Aldrich"/>
                <a:ea typeface="Aldrich"/>
                <a:cs typeface="Aldrich"/>
                <a:sym typeface="Aldrich"/>
              </a:endParaRPr>
            </a:p>
          </p:txBody>
        </p:sp>
        <p:sp>
          <p:nvSpPr>
            <p:cNvPr id="1160" name="Google Shape;1160;p43"/>
            <p:cNvSpPr/>
            <p:nvPr/>
          </p:nvSpPr>
          <p:spPr>
            <a:xfrm>
              <a:off x="5825675" y="2725450"/>
              <a:ext cx="1455000" cy="363600"/>
            </a:xfrm>
            <a:prstGeom prst="roundRect">
              <a:avLst>
                <a:gd fmla="val 34302" name="adj"/>
              </a:avLst>
            </a:prstGeom>
            <a:solidFill>
              <a:srgbClr val="B8D8FF"/>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00004D"/>
                  </a:solidFill>
                  <a:latin typeface="Aldrich"/>
                  <a:ea typeface="Aldrich"/>
                  <a:cs typeface="Aldrich"/>
                  <a:sym typeface="Aldrich"/>
                </a:rPr>
                <a:t>VENUS</a:t>
              </a:r>
              <a:endParaRPr b="1" sz="1600">
                <a:solidFill>
                  <a:srgbClr val="00004D"/>
                </a:solidFill>
                <a:latin typeface="Aldrich"/>
                <a:ea typeface="Aldrich"/>
                <a:cs typeface="Aldrich"/>
                <a:sym typeface="Aldrich"/>
              </a:endParaRPr>
            </a:p>
          </p:txBody>
        </p:sp>
        <p:sp>
          <p:nvSpPr>
            <p:cNvPr id="1161" name="Google Shape;1161;p43"/>
            <p:cNvSpPr/>
            <p:nvPr/>
          </p:nvSpPr>
          <p:spPr>
            <a:xfrm>
              <a:off x="1863275" y="2725450"/>
              <a:ext cx="1455000" cy="363600"/>
            </a:xfrm>
            <a:prstGeom prst="roundRect">
              <a:avLst>
                <a:gd fmla="val 34302" name="adj"/>
              </a:avLst>
            </a:prstGeom>
            <a:solidFill>
              <a:schemeClr val="accent2"/>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00004D"/>
                  </a:solidFill>
                  <a:latin typeface="Aldrich"/>
                  <a:ea typeface="Aldrich"/>
                  <a:cs typeface="Aldrich"/>
                  <a:sym typeface="Aldrich"/>
                </a:rPr>
                <a:t>NEPTUNE</a:t>
              </a:r>
              <a:endParaRPr b="1" sz="1600">
                <a:solidFill>
                  <a:srgbClr val="00004D"/>
                </a:solidFill>
                <a:latin typeface="Aldrich"/>
                <a:ea typeface="Aldrich"/>
                <a:cs typeface="Aldrich"/>
                <a:sym typeface="Aldrich"/>
              </a:endParaRPr>
            </a:p>
          </p:txBody>
        </p:sp>
        <p:cxnSp>
          <p:nvCxnSpPr>
            <p:cNvPr id="1162" name="Google Shape;1162;p43"/>
            <p:cNvCxnSpPr>
              <a:stCxn id="1158" idx="2"/>
              <a:endCxn id="1159" idx="0"/>
            </p:cNvCxnSpPr>
            <p:nvPr/>
          </p:nvCxnSpPr>
          <p:spPr>
            <a:xfrm>
              <a:off x="4571975" y="1946050"/>
              <a:ext cx="0" cy="779400"/>
            </a:xfrm>
            <a:prstGeom prst="straightConnector1">
              <a:avLst/>
            </a:prstGeom>
            <a:noFill/>
            <a:ln cap="flat" cmpd="sng" w="28575">
              <a:solidFill>
                <a:schemeClr val="accent5"/>
              </a:solidFill>
              <a:prstDash val="solid"/>
              <a:round/>
              <a:headEnd len="med" w="med" type="none"/>
              <a:tailEnd len="med" w="med" type="none"/>
            </a:ln>
          </p:spPr>
        </p:cxnSp>
        <p:cxnSp>
          <p:nvCxnSpPr>
            <p:cNvPr id="1163" name="Google Shape;1163;p43"/>
            <p:cNvCxnSpPr>
              <a:stCxn id="1161" idx="0"/>
              <a:endCxn id="1158" idx="2"/>
            </p:cNvCxnSpPr>
            <p:nvPr/>
          </p:nvCxnSpPr>
          <p:spPr>
            <a:xfrm rot="-5400000">
              <a:off x="3191675" y="1345150"/>
              <a:ext cx="779400" cy="1981200"/>
            </a:xfrm>
            <a:prstGeom prst="bentConnector3">
              <a:avLst>
                <a:gd fmla="val 50000" name="adj1"/>
              </a:avLst>
            </a:prstGeom>
            <a:noFill/>
            <a:ln cap="flat" cmpd="sng" w="28575">
              <a:solidFill>
                <a:schemeClr val="accent5"/>
              </a:solidFill>
              <a:prstDash val="solid"/>
              <a:round/>
              <a:headEnd len="med" w="med" type="none"/>
              <a:tailEnd len="med" w="med" type="none"/>
            </a:ln>
          </p:spPr>
        </p:cxnSp>
        <p:cxnSp>
          <p:nvCxnSpPr>
            <p:cNvPr id="1164" name="Google Shape;1164;p43"/>
            <p:cNvCxnSpPr>
              <a:stCxn id="1160" idx="0"/>
              <a:endCxn id="1158" idx="2"/>
            </p:cNvCxnSpPr>
            <p:nvPr/>
          </p:nvCxnSpPr>
          <p:spPr>
            <a:xfrm flipH="1" rot="5400000">
              <a:off x="5172875" y="1345150"/>
              <a:ext cx="779400" cy="1981200"/>
            </a:xfrm>
            <a:prstGeom prst="bentConnector3">
              <a:avLst>
                <a:gd fmla="val 50000" name="adj1"/>
              </a:avLst>
            </a:prstGeom>
            <a:noFill/>
            <a:ln cap="flat" cmpd="sng" w="28575">
              <a:solidFill>
                <a:schemeClr val="accent5"/>
              </a:solidFill>
              <a:prstDash val="solid"/>
              <a:round/>
              <a:headEnd len="med" w="med" type="none"/>
              <a:tailEnd len="med" w="med" type="none"/>
            </a:ln>
          </p:spPr>
        </p:cxnSp>
        <p:cxnSp>
          <p:nvCxnSpPr>
            <p:cNvPr id="1165" name="Google Shape;1165;p43"/>
            <p:cNvCxnSpPr/>
            <p:nvPr/>
          </p:nvCxnSpPr>
          <p:spPr>
            <a:xfrm>
              <a:off x="2582175" y="3193513"/>
              <a:ext cx="0" cy="271500"/>
            </a:xfrm>
            <a:prstGeom prst="straightConnector1">
              <a:avLst/>
            </a:prstGeom>
            <a:noFill/>
            <a:ln cap="flat" cmpd="sng" w="28575">
              <a:solidFill>
                <a:schemeClr val="accent5"/>
              </a:solidFill>
              <a:prstDash val="solid"/>
              <a:round/>
              <a:headEnd len="med" w="med" type="none"/>
              <a:tailEnd len="med" w="med" type="oval"/>
            </a:ln>
          </p:spPr>
        </p:cxnSp>
        <p:cxnSp>
          <p:nvCxnSpPr>
            <p:cNvPr id="1166" name="Google Shape;1166;p43"/>
            <p:cNvCxnSpPr/>
            <p:nvPr/>
          </p:nvCxnSpPr>
          <p:spPr>
            <a:xfrm>
              <a:off x="4563375" y="3193513"/>
              <a:ext cx="0" cy="271500"/>
            </a:xfrm>
            <a:prstGeom prst="straightConnector1">
              <a:avLst/>
            </a:prstGeom>
            <a:noFill/>
            <a:ln cap="flat" cmpd="sng" w="28575">
              <a:solidFill>
                <a:schemeClr val="accent5"/>
              </a:solidFill>
              <a:prstDash val="solid"/>
              <a:round/>
              <a:headEnd len="med" w="med" type="none"/>
              <a:tailEnd len="med" w="med" type="oval"/>
            </a:ln>
          </p:spPr>
        </p:cxnSp>
        <p:cxnSp>
          <p:nvCxnSpPr>
            <p:cNvPr id="1167" name="Google Shape;1167;p43"/>
            <p:cNvCxnSpPr/>
            <p:nvPr/>
          </p:nvCxnSpPr>
          <p:spPr>
            <a:xfrm>
              <a:off x="6544575" y="3193513"/>
              <a:ext cx="0" cy="271500"/>
            </a:xfrm>
            <a:prstGeom prst="straightConnector1">
              <a:avLst/>
            </a:prstGeom>
            <a:noFill/>
            <a:ln cap="flat" cmpd="sng" w="28575">
              <a:solidFill>
                <a:schemeClr val="accent5"/>
              </a:solidFill>
              <a:prstDash val="solid"/>
              <a:round/>
              <a:headEnd len="med" w="med" type="none"/>
              <a:tailEnd len="med" w="med" type="oval"/>
            </a:ln>
          </p:spPr>
        </p:cxn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1171" name="Shape 1171"/>
        <p:cNvGrpSpPr/>
        <p:nvPr/>
      </p:nvGrpSpPr>
      <p:grpSpPr>
        <a:xfrm>
          <a:off x="0" y="0"/>
          <a:ext cx="0" cy="0"/>
          <a:chOff x="0" y="0"/>
          <a:chExt cx="0" cy="0"/>
        </a:xfrm>
      </p:grpSpPr>
      <p:sp>
        <p:nvSpPr>
          <p:cNvPr id="1172" name="Google Shape;1172;p44"/>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GRAPH</a:t>
            </a:r>
            <a:endParaRPr/>
          </a:p>
        </p:txBody>
      </p:sp>
      <p:sp>
        <p:nvSpPr>
          <p:cNvPr id="1173" name="Google Shape;1173;p44"/>
          <p:cNvSpPr txBox="1"/>
          <p:nvPr/>
        </p:nvSpPr>
        <p:spPr>
          <a:xfrm>
            <a:off x="5867428" y="3464767"/>
            <a:ext cx="1986600" cy="40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00004D"/>
                </a:solidFill>
                <a:latin typeface="Aldrich"/>
                <a:ea typeface="Aldrich"/>
                <a:cs typeface="Aldrich"/>
                <a:sym typeface="Aldrich"/>
              </a:rPr>
              <a:t>MERCURY</a:t>
            </a:r>
            <a:endParaRPr b="1" sz="1800">
              <a:solidFill>
                <a:srgbClr val="00004D"/>
              </a:solidFill>
              <a:latin typeface="Aldrich"/>
              <a:ea typeface="Aldrich"/>
              <a:cs typeface="Aldrich"/>
              <a:sym typeface="Aldrich"/>
            </a:endParaRPr>
          </a:p>
        </p:txBody>
      </p:sp>
      <p:sp>
        <p:nvSpPr>
          <p:cNvPr id="1174" name="Google Shape;1174;p44"/>
          <p:cNvSpPr txBox="1"/>
          <p:nvPr/>
        </p:nvSpPr>
        <p:spPr>
          <a:xfrm>
            <a:off x="5867433" y="3762475"/>
            <a:ext cx="2085600" cy="60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4D"/>
                </a:solidFill>
                <a:latin typeface="Didact Gothic"/>
                <a:ea typeface="Didact Gothic"/>
                <a:cs typeface="Didact Gothic"/>
                <a:sym typeface="Didact Gothic"/>
              </a:rPr>
              <a:t>Mercury is the closest planet to the Sun</a:t>
            </a:r>
            <a:endParaRPr>
              <a:solidFill>
                <a:srgbClr val="00004D"/>
              </a:solidFill>
              <a:latin typeface="Didact Gothic"/>
              <a:ea typeface="Didact Gothic"/>
              <a:cs typeface="Didact Gothic"/>
              <a:sym typeface="Didact Gothic"/>
            </a:endParaRPr>
          </a:p>
        </p:txBody>
      </p:sp>
      <p:sp>
        <p:nvSpPr>
          <p:cNvPr id="1175" name="Google Shape;1175;p44"/>
          <p:cNvSpPr txBox="1"/>
          <p:nvPr/>
        </p:nvSpPr>
        <p:spPr>
          <a:xfrm>
            <a:off x="5867428" y="2401217"/>
            <a:ext cx="1986600" cy="40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00004D"/>
                </a:solidFill>
                <a:latin typeface="Aldrich"/>
                <a:ea typeface="Aldrich"/>
                <a:cs typeface="Aldrich"/>
                <a:sym typeface="Aldrich"/>
              </a:rPr>
              <a:t>VENUS</a:t>
            </a:r>
            <a:endParaRPr b="1" sz="1800">
              <a:solidFill>
                <a:srgbClr val="00004D"/>
              </a:solidFill>
              <a:latin typeface="Aldrich"/>
              <a:ea typeface="Aldrich"/>
              <a:cs typeface="Aldrich"/>
              <a:sym typeface="Aldrich"/>
            </a:endParaRPr>
          </a:p>
        </p:txBody>
      </p:sp>
      <p:sp>
        <p:nvSpPr>
          <p:cNvPr id="1176" name="Google Shape;1176;p44"/>
          <p:cNvSpPr txBox="1"/>
          <p:nvPr/>
        </p:nvSpPr>
        <p:spPr>
          <a:xfrm>
            <a:off x="5867437" y="2695188"/>
            <a:ext cx="2083800" cy="60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4D"/>
                </a:solidFill>
                <a:latin typeface="Didact Gothic"/>
                <a:ea typeface="Didact Gothic"/>
                <a:cs typeface="Didact Gothic"/>
                <a:sym typeface="Didact Gothic"/>
              </a:rPr>
              <a:t>Venus has a beautiful name, but it’s hot</a:t>
            </a:r>
            <a:endParaRPr>
              <a:solidFill>
                <a:srgbClr val="00004D"/>
              </a:solidFill>
              <a:latin typeface="Didact Gothic"/>
              <a:ea typeface="Didact Gothic"/>
              <a:cs typeface="Didact Gothic"/>
              <a:sym typeface="Didact Gothic"/>
            </a:endParaRPr>
          </a:p>
        </p:txBody>
      </p:sp>
      <p:sp>
        <p:nvSpPr>
          <p:cNvPr id="1177" name="Google Shape;1177;p44"/>
          <p:cNvSpPr txBox="1"/>
          <p:nvPr/>
        </p:nvSpPr>
        <p:spPr>
          <a:xfrm>
            <a:off x="5867428" y="1337667"/>
            <a:ext cx="1986600" cy="407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00004D"/>
                </a:solidFill>
                <a:latin typeface="Aldrich"/>
                <a:ea typeface="Aldrich"/>
                <a:cs typeface="Aldrich"/>
                <a:sym typeface="Aldrich"/>
              </a:rPr>
              <a:t>NEPTUNE</a:t>
            </a:r>
            <a:endParaRPr b="1" sz="1800">
              <a:solidFill>
                <a:srgbClr val="00004D"/>
              </a:solidFill>
              <a:latin typeface="Aldrich"/>
              <a:ea typeface="Aldrich"/>
              <a:cs typeface="Aldrich"/>
              <a:sym typeface="Aldrich"/>
            </a:endParaRPr>
          </a:p>
        </p:txBody>
      </p:sp>
      <p:sp>
        <p:nvSpPr>
          <p:cNvPr id="1178" name="Google Shape;1178;p44"/>
          <p:cNvSpPr txBox="1"/>
          <p:nvPr/>
        </p:nvSpPr>
        <p:spPr>
          <a:xfrm>
            <a:off x="5867437" y="1630300"/>
            <a:ext cx="2085600" cy="60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4D"/>
                </a:solidFill>
                <a:latin typeface="Didact Gothic"/>
                <a:ea typeface="Didact Gothic"/>
                <a:cs typeface="Didact Gothic"/>
                <a:sym typeface="Didact Gothic"/>
              </a:rPr>
              <a:t>Neptune is the farthest planet from the Sun</a:t>
            </a:r>
            <a:endParaRPr>
              <a:solidFill>
                <a:srgbClr val="00004D"/>
              </a:solidFill>
              <a:latin typeface="Didact Gothic"/>
              <a:ea typeface="Didact Gothic"/>
              <a:cs typeface="Didact Gothic"/>
              <a:sym typeface="Didact Gothic"/>
            </a:endParaRPr>
          </a:p>
          <a:p>
            <a:pPr indent="0" lvl="0" marL="0" rtl="0" algn="l">
              <a:spcBef>
                <a:spcPts val="0"/>
              </a:spcBef>
              <a:spcAft>
                <a:spcPts val="0"/>
              </a:spcAft>
              <a:buNone/>
            </a:pPr>
            <a:r>
              <a:t/>
            </a:r>
            <a:endParaRPr>
              <a:solidFill>
                <a:srgbClr val="00004D"/>
              </a:solidFill>
              <a:latin typeface="Didact Gothic"/>
              <a:ea typeface="Didact Gothic"/>
              <a:cs typeface="Didact Gothic"/>
              <a:sym typeface="Didact Gothic"/>
            </a:endParaRPr>
          </a:p>
        </p:txBody>
      </p:sp>
      <p:sp>
        <p:nvSpPr>
          <p:cNvPr id="1179" name="Google Shape;1179;p44"/>
          <p:cNvSpPr txBox="1"/>
          <p:nvPr/>
        </p:nvSpPr>
        <p:spPr>
          <a:xfrm>
            <a:off x="1149525" y="3975600"/>
            <a:ext cx="32208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accent5"/>
                </a:solidFill>
                <a:latin typeface="Didact Gothic"/>
                <a:ea typeface="Didact Gothic"/>
                <a:cs typeface="Didact Gothic"/>
                <a:sym typeface="Didact Gothic"/>
              </a:rPr>
              <a:t>To modify this graph, click on it, follow the link, change the data and paste the new graph here</a:t>
            </a:r>
            <a:endParaRPr sz="1100">
              <a:solidFill>
                <a:schemeClr val="accent5"/>
              </a:solidFill>
              <a:latin typeface="Didact Gothic"/>
              <a:ea typeface="Didact Gothic"/>
              <a:cs typeface="Didact Gothic"/>
              <a:sym typeface="Didact Gothic"/>
            </a:endParaRPr>
          </a:p>
        </p:txBody>
      </p:sp>
      <p:sp>
        <p:nvSpPr>
          <p:cNvPr id="1180" name="Google Shape;1180;p44"/>
          <p:cNvSpPr/>
          <p:nvPr/>
        </p:nvSpPr>
        <p:spPr>
          <a:xfrm>
            <a:off x="5124058" y="1447400"/>
            <a:ext cx="667200" cy="667200"/>
          </a:xfrm>
          <a:prstGeom prst="roundRect">
            <a:avLst>
              <a:gd fmla="val 16667" name="adj"/>
            </a:avLst>
          </a:prstGeom>
          <a:solidFill>
            <a:schemeClr val="accent1"/>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Aldrich"/>
                <a:ea typeface="Aldrich"/>
                <a:cs typeface="Aldrich"/>
                <a:sym typeface="Aldrich"/>
              </a:rPr>
              <a:t>45%</a:t>
            </a:r>
            <a:endParaRPr>
              <a:solidFill>
                <a:schemeClr val="lt1"/>
              </a:solidFill>
              <a:latin typeface="Aldrich"/>
              <a:ea typeface="Aldrich"/>
              <a:cs typeface="Aldrich"/>
              <a:sym typeface="Aldrich"/>
            </a:endParaRPr>
          </a:p>
        </p:txBody>
      </p:sp>
      <p:sp>
        <p:nvSpPr>
          <p:cNvPr id="1181" name="Google Shape;1181;p44"/>
          <p:cNvSpPr/>
          <p:nvPr/>
        </p:nvSpPr>
        <p:spPr>
          <a:xfrm>
            <a:off x="5124058" y="2499913"/>
            <a:ext cx="667200" cy="667200"/>
          </a:xfrm>
          <a:prstGeom prst="roundRect">
            <a:avLst>
              <a:gd fmla="val 16667" name="adj"/>
            </a:avLst>
          </a:prstGeom>
          <a:solidFill>
            <a:schemeClr val="accent3"/>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5"/>
                </a:solidFill>
                <a:latin typeface="Aldrich"/>
                <a:ea typeface="Aldrich"/>
                <a:cs typeface="Aldrich"/>
                <a:sym typeface="Aldrich"/>
              </a:rPr>
              <a:t>15</a:t>
            </a:r>
            <a:r>
              <a:rPr lang="en">
                <a:solidFill>
                  <a:schemeClr val="accent5"/>
                </a:solidFill>
                <a:latin typeface="Aldrich"/>
                <a:ea typeface="Aldrich"/>
                <a:cs typeface="Aldrich"/>
                <a:sym typeface="Aldrich"/>
              </a:rPr>
              <a:t>%</a:t>
            </a:r>
            <a:endParaRPr>
              <a:solidFill>
                <a:schemeClr val="accent5"/>
              </a:solidFill>
              <a:latin typeface="Aldrich"/>
              <a:ea typeface="Aldrich"/>
              <a:cs typeface="Aldrich"/>
              <a:sym typeface="Aldrich"/>
            </a:endParaRPr>
          </a:p>
        </p:txBody>
      </p:sp>
      <p:sp>
        <p:nvSpPr>
          <p:cNvPr id="1182" name="Google Shape;1182;p44"/>
          <p:cNvSpPr/>
          <p:nvPr/>
        </p:nvSpPr>
        <p:spPr>
          <a:xfrm>
            <a:off x="5124058" y="3552425"/>
            <a:ext cx="667200" cy="667200"/>
          </a:xfrm>
          <a:prstGeom prst="roundRect">
            <a:avLst>
              <a:gd fmla="val 16667" name="adj"/>
            </a:avLst>
          </a:prstGeom>
          <a:solidFill>
            <a:schemeClr val="accent2"/>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5"/>
                </a:solidFill>
                <a:latin typeface="Aldrich"/>
                <a:ea typeface="Aldrich"/>
                <a:cs typeface="Aldrich"/>
                <a:sym typeface="Aldrich"/>
              </a:rPr>
              <a:t>40</a:t>
            </a:r>
            <a:r>
              <a:rPr lang="en">
                <a:solidFill>
                  <a:schemeClr val="accent5"/>
                </a:solidFill>
                <a:latin typeface="Aldrich"/>
                <a:ea typeface="Aldrich"/>
                <a:cs typeface="Aldrich"/>
                <a:sym typeface="Aldrich"/>
              </a:rPr>
              <a:t>%</a:t>
            </a:r>
            <a:endParaRPr>
              <a:solidFill>
                <a:schemeClr val="accent5"/>
              </a:solidFill>
              <a:latin typeface="Aldrich"/>
              <a:ea typeface="Aldrich"/>
              <a:cs typeface="Aldrich"/>
              <a:sym typeface="Aldrich"/>
            </a:endParaRPr>
          </a:p>
        </p:txBody>
      </p:sp>
      <p:pic>
        <p:nvPicPr>
          <p:cNvPr id="1183" name="Google Shape;1183;p44" title="Chart">
            <a:hlinkClick r:id="rId3"/>
          </p:cNvPr>
          <p:cNvPicPr preferRelativeResize="0"/>
          <p:nvPr/>
        </p:nvPicPr>
        <p:blipFill>
          <a:blip r:embed="rId4">
            <a:alphaModFix/>
          </a:blip>
          <a:stretch>
            <a:fillRect/>
          </a:stretch>
        </p:blipFill>
        <p:spPr>
          <a:xfrm>
            <a:off x="752813" y="1352550"/>
            <a:ext cx="4014225" cy="2482099"/>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187" name="Shape 1187"/>
        <p:cNvGrpSpPr/>
        <p:nvPr/>
      </p:nvGrpSpPr>
      <p:grpSpPr>
        <a:xfrm>
          <a:off x="0" y="0"/>
          <a:ext cx="0" cy="0"/>
          <a:chOff x="0" y="0"/>
          <a:chExt cx="0" cy="0"/>
        </a:xfrm>
      </p:grpSpPr>
      <p:pic>
        <p:nvPicPr>
          <p:cNvPr id="1188" name="Google Shape;1188;p45"/>
          <p:cNvPicPr preferRelativeResize="0"/>
          <p:nvPr/>
        </p:nvPicPr>
        <p:blipFill>
          <a:blip r:embed="rId4">
            <a:alphaModFix amt="45000"/>
          </a:blip>
          <a:stretch>
            <a:fillRect/>
          </a:stretch>
        </p:blipFill>
        <p:spPr>
          <a:xfrm>
            <a:off x="0" y="0"/>
            <a:ext cx="9144000" cy="5143500"/>
          </a:xfrm>
          <a:prstGeom prst="rect">
            <a:avLst/>
          </a:prstGeom>
          <a:noFill/>
          <a:ln>
            <a:noFill/>
          </a:ln>
        </p:spPr>
      </p:pic>
      <p:grpSp>
        <p:nvGrpSpPr>
          <p:cNvPr id="1189" name="Google Shape;1189;p45"/>
          <p:cNvGrpSpPr/>
          <p:nvPr/>
        </p:nvGrpSpPr>
        <p:grpSpPr>
          <a:xfrm>
            <a:off x="-28563" y="-28573"/>
            <a:ext cx="9216047" cy="5191135"/>
            <a:chOff x="-28563" y="-28573"/>
            <a:chExt cx="9216047" cy="5191135"/>
          </a:xfrm>
        </p:grpSpPr>
        <p:sp>
          <p:nvSpPr>
            <p:cNvPr id="1190" name="Google Shape;1190;p45"/>
            <p:cNvSpPr/>
            <p:nvPr/>
          </p:nvSpPr>
          <p:spPr>
            <a:xfrm>
              <a:off x="319050" y="283350"/>
              <a:ext cx="8505900" cy="4576800"/>
            </a:xfrm>
            <a:prstGeom prst="roundRect">
              <a:avLst>
                <a:gd fmla="val 3396" name="adj"/>
              </a:avLst>
            </a:prstGeom>
            <a:no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5"/>
            <p:cNvSpPr/>
            <p:nvPr/>
          </p:nvSpPr>
          <p:spPr>
            <a:xfrm>
              <a:off x="7132742" y="-28573"/>
              <a:ext cx="1612254" cy="1208486"/>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5"/>
            <p:cNvSpPr/>
            <p:nvPr/>
          </p:nvSpPr>
          <p:spPr>
            <a:xfrm>
              <a:off x="6426313" y="-19056"/>
              <a:ext cx="1250789" cy="937634"/>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5"/>
            <p:cNvSpPr/>
            <p:nvPr/>
          </p:nvSpPr>
          <p:spPr>
            <a:xfrm>
              <a:off x="743298" y="3897826"/>
              <a:ext cx="1664900" cy="1264737"/>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5"/>
            <p:cNvSpPr/>
            <p:nvPr/>
          </p:nvSpPr>
          <p:spPr>
            <a:xfrm rot="10800000">
              <a:off x="-28563" y="3652041"/>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5"/>
            <p:cNvSpPr/>
            <p:nvPr/>
          </p:nvSpPr>
          <p:spPr>
            <a:xfrm rot="10800000">
              <a:off x="-19038" y="2774418"/>
              <a:ext cx="1143784" cy="1085055"/>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5"/>
            <p:cNvSpPr/>
            <p:nvPr/>
          </p:nvSpPr>
          <p:spPr>
            <a:xfrm>
              <a:off x="7991402" y="1381124"/>
              <a:ext cx="1196082" cy="1134709"/>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E9F3FF">
                <a:alpha val="50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 name="Google Shape;1197;p45"/>
          <p:cNvGrpSpPr/>
          <p:nvPr/>
        </p:nvGrpSpPr>
        <p:grpSpPr>
          <a:xfrm>
            <a:off x="4281415" y="75177"/>
            <a:ext cx="581170" cy="125403"/>
            <a:chOff x="4685288" y="186288"/>
            <a:chExt cx="419375" cy="90485"/>
          </a:xfrm>
        </p:grpSpPr>
        <p:sp>
          <p:nvSpPr>
            <p:cNvPr id="1198" name="Google Shape;1198;p45"/>
            <p:cNvSpPr/>
            <p:nvPr/>
          </p:nvSpPr>
          <p:spPr>
            <a:xfrm>
              <a:off x="4687513" y="186288"/>
              <a:ext cx="414900" cy="822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 name="Google Shape;1199;p45"/>
            <p:cNvGrpSpPr/>
            <p:nvPr/>
          </p:nvGrpSpPr>
          <p:grpSpPr>
            <a:xfrm>
              <a:off x="4685288" y="186300"/>
              <a:ext cx="419375" cy="90473"/>
              <a:chOff x="4390000" y="182175"/>
              <a:chExt cx="419375" cy="90473"/>
            </a:xfrm>
          </p:grpSpPr>
          <p:sp>
            <p:nvSpPr>
              <p:cNvPr id="1200" name="Google Shape;1200;p45"/>
              <p:cNvSpPr/>
              <p:nvPr/>
            </p:nvSpPr>
            <p:spPr>
              <a:xfrm>
                <a:off x="4390000" y="182175"/>
                <a:ext cx="419375" cy="90473"/>
              </a:xfrm>
              <a:custGeom>
                <a:rect b="b" l="l" r="r" t="t"/>
                <a:pathLst>
                  <a:path extrusionOk="0" h="1906" w="8835">
                    <a:moveTo>
                      <a:pt x="7882" y="155"/>
                    </a:moveTo>
                    <a:cubicBezTo>
                      <a:pt x="8323" y="155"/>
                      <a:pt x="8680" y="512"/>
                      <a:pt x="8680" y="953"/>
                    </a:cubicBezTo>
                    <a:cubicBezTo>
                      <a:pt x="8680" y="1393"/>
                      <a:pt x="8323" y="1750"/>
                      <a:pt x="7882" y="1750"/>
                    </a:cubicBezTo>
                    <a:lnTo>
                      <a:pt x="953" y="1750"/>
                    </a:lnTo>
                    <a:cubicBezTo>
                      <a:pt x="512" y="1750"/>
                      <a:pt x="155" y="1393"/>
                      <a:pt x="155" y="953"/>
                    </a:cubicBezTo>
                    <a:cubicBezTo>
                      <a:pt x="155" y="512"/>
                      <a:pt x="512" y="155"/>
                      <a:pt x="953" y="155"/>
                    </a:cubicBezTo>
                    <a:close/>
                    <a:moveTo>
                      <a:pt x="953" y="0"/>
                    </a:moveTo>
                    <a:cubicBezTo>
                      <a:pt x="429" y="0"/>
                      <a:pt x="0" y="429"/>
                      <a:pt x="0" y="953"/>
                    </a:cubicBezTo>
                    <a:cubicBezTo>
                      <a:pt x="0" y="1476"/>
                      <a:pt x="429" y="1905"/>
                      <a:pt x="953" y="1905"/>
                    </a:cubicBezTo>
                    <a:lnTo>
                      <a:pt x="7882" y="1905"/>
                    </a:lnTo>
                    <a:cubicBezTo>
                      <a:pt x="8406" y="1905"/>
                      <a:pt x="8835" y="1476"/>
                      <a:pt x="8835" y="953"/>
                    </a:cubicBezTo>
                    <a:cubicBezTo>
                      <a:pt x="8835" y="429"/>
                      <a:pt x="8406" y="0"/>
                      <a:pt x="788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5"/>
              <p:cNvSpPr/>
              <p:nvPr/>
            </p:nvSpPr>
            <p:spPr>
              <a:xfrm>
                <a:off x="4464048" y="201352"/>
                <a:ext cx="52024" cy="52072"/>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02" name="Google Shape;1202;p45"/>
          <p:cNvSpPr txBox="1"/>
          <p:nvPr>
            <p:ph type="ctrTitle"/>
          </p:nvPr>
        </p:nvSpPr>
        <p:spPr>
          <a:xfrm>
            <a:off x="712850" y="539500"/>
            <a:ext cx="4278300" cy="11736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A PICTURE IS A WORTH A THOUSAND WORDS</a:t>
            </a:r>
            <a:endParaRPr/>
          </a:p>
        </p:txBody>
      </p:sp>
      <p:sp>
        <p:nvSpPr>
          <p:cNvPr id="1203" name="Google Shape;1203;p45"/>
          <p:cNvSpPr/>
          <p:nvPr/>
        </p:nvSpPr>
        <p:spPr>
          <a:xfrm>
            <a:off x="-193825" y="539501"/>
            <a:ext cx="1832405" cy="244805"/>
          </a:xfrm>
          <a:custGeom>
            <a:rect b="b" l="l" r="r" t="t"/>
            <a:pathLst>
              <a:path extrusionOk="0" h="7463" w="55866">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 name="Google Shape;1204;p45"/>
          <p:cNvGrpSpPr/>
          <p:nvPr/>
        </p:nvGrpSpPr>
        <p:grpSpPr>
          <a:xfrm rot="10520177">
            <a:off x="7728704" y="2101673"/>
            <a:ext cx="1385807" cy="2705012"/>
            <a:chOff x="409722" y="228600"/>
            <a:chExt cx="1385931" cy="2705253"/>
          </a:xfrm>
        </p:grpSpPr>
        <p:grpSp>
          <p:nvGrpSpPr>
            <p:cNvPr id="1205" name="Google Shape;1205;p45"/>
            <p:cNvGrpSpPr/>
            <p:nvPr/>
          </p:nvGrpSpPr>
          <p:grpSpPr>
            <a:xfrm flipH="1" rot="-617154">
              <a:off x="575967" y="402323"/>
              <a:ext cx="1053440" cy="2450002"/>
              <a:chOff x="3817855" y="1437512"/>
              <a:chExt cx="541146" cy="1128254"/>
            </a:xfrm>
          </p:grpSpPr>
          <p:sp>
            <p:nvSpPr>
              <p:cNvPr id="1206" name="Google Shape;1206;p45"/>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5"/>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 name="Google Shape;1208;p45"/>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2" name="Shape 1212"/>
        <p:cNvGrpSpPr/>
        <p:nvPr/>
      </p:nvGrpSpPr>
      <p:grpSpPr>
        <a:xfrm>
          <a:off x="0" y="0"/>
          <a:ext cx="0" cy="0"/>
          <a:chOff x="0" y="0"/>
          <a:chExt cx="0" cy="0"/>
        </a:xfrm>
      </p:grpSpPr>
      <p:sp>
        <p:nvSpPr>
          <p:cNvPr id="1213" name="Google Shape;1213;p46"/>
          <p:cNvSpPr txBox="1"/>
          <p:nvPr>
            <p:ph idx="1" type="subTitle"/>
          </p:nvPr>
        </p:nvSpPr>
        <p:spPr>
          <a:xfrm>
            <a:off x="1284000" y="3069625"/>
            <a:ext cx="65760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800"/>
              <a:t>Big numbers catch your audience’s attention</a:t>
            </a:r>
            <a:endParaRPr sz="1800"/>
          </a:p>
        </p:txBody>
      </p:sp>
      <p:sp>
        <p:nvSpPr>
          <p:cNvPr id="1214" name="Google Shape;1214;p46"/>
          <p:cNvSpPr txBox="1"/>
          <p:nvPr>
            <p:ph type="title"/>
          </p:nvPr>
        </p:nvSpPr>
        <p:spPr>
          <a:xfrm>
            <a:off x="1057200" y="1106125"/>
            <a:ext cx="7029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13,012,400</a:t>
            </a:r>
            <a:endParaRPr/>
          </a:p>
        </p:txBody>
      </p:sp>
      <p:sp>
        <p:nvSpPr>
          <p:cNvPr id="1215" name="Google Shape;1215;p46"/>
          <p:cNvSpPr/>
          <p:nvPr/>
        </p:nvSpPr>
        <p:spPr>
          <a:xfrm>
            <a:off x="6399000" y="3666676"/>
            <a:ext cx="1832405" cy="244805"/>
          </a:xfrm>
          <a:custGeom>
            <a:rect b="b" l="l" r="r" t="t"/>
            <a:pathLst>
              <a:path extrusionOk="0" h="7463" w="55866">
                <a:moveTo>
                  <a:pt x="16082" y="0"/>
                </a:moveTo>
                <a:cubicBezTo>
                  <a:pt x="15991" y="0"/>
                  <a:pt x="15916" y="25"/>
                  <a:pt x="15866" y="75"/>
                </a:cubicBezTo>
                <a:lnTo>
                  <a:pt x="8247" y="6542"/>
                </a:lnTo>
                <a:lnTo>
                  <a:pt x="728" y="75"/>
                </a:lnTo>
                <a:cubicBezTo>
                  <a:pt x="634" y="34"/>
                  <a:pt x="528" y="10"/>
                  <a:pt x="428" y="10"/>
                </a:cubicBezTo>
                <a:cubicBezTo>
                  <a:pt x="287" y="10"/>
                  <a:pt x="160" y="58"/>
                  <a:pt x="101" y="176"/>
                </a:cubicBezTo>
                <a:cubicBezTo>
                  <a:pt x="1" y="276"/>
                  <a:pt x="1" y="602"/>
                  <a:pt x="101" y="702"/>
                </a:cubicBezTo>
                <a:lnTo>
                  <a:pt x="8021" y="7369"/>
                </a:lnTo>
                <a:cubicBezTo>
                  <a:pt x="8084" y="7431"/>
                  <a:pt x="8165" y="7463"/>
                  <a:pt x="8256" y="7463"/>
                </a:cubicBezTo>
                <a:cubicBezTo>
                  <a:pt x="8347" y="7463"/>
                  <a:pt x="8447" y="7431"/>
                  <a:pt x="8547" y="7369"/>
                </a:cubicBezTo>
                <a:lnTo>
                  <a:pt x="16066" y="1003"/>
                </a:lnTo>
                <a:lnTo>
                  <a:pt x="23685" y="7369"/>
                </a:lnTo>
                <a:cubicBezTo>
                  <a:pt x="23748" y="7431"/>
                  <a:pt x="23854" y="7463"/>
                  <a:pt x="23958" y="7463"/>
                </a:cubicBezTo>
                <a:cubicBezTo>
                  <a:pt x="24061" y="7463"/>
                  <a:pt x="24161" y="7431"/>
                  <a:pt x="24212" y="7369"/>
                </a:cubicBezTo>
                <a:lnTo>
                  <a:pt x="31831" y="1003"/>
                </a:lnTo>
                <a:lnTo>
                  <a:pt x="39349" y="7369"/>
                </a:lnTo>
                <a:cubicBezTo>
                  <a:pt x="39462" y="7431"/>
                  <a:pt x="39569" y="7463"/>
                  <a:pt x="39672" y="7463"/>
                </a:cubicBezTo>
                <a:cubicBezTo>
                  <a:pt x="39776" y="7463"/>
                  <a:pt x="39876" y="7431"/>
                  <a:pt x="39976" y="7369"/>
                </a:cubicBezTo>
                <a:lnTo>
                  <a:pt x="47495" y="1003"/>
                </a:lnTo>
                <a:lnTo>
                  <a:pt x="55139" y="7369"/>
                </a:lnTo>
                <a:cubicBezTo>
                  <a:pt x="55225" y="7422"/>
                  <a:pt x="55310" y="7453"/>
                  <a:pt x="55388" y="7453"/>
                </a:cubicBezTo>
                <a:cubicBezTo>
                  <a:pt x="55493" y="7453"/>
                  <a:pt x="55583" y="7398"/>
                  <a:pt x="55640" y="7268"/>
                </a:cubicBezTo>
                <a:cubicBezTo>
                  <a:pt x="55866" y="7168"/>
                  <a:pt x="55866" y="6867"/>
                  <a:pt x="55640" y="6742"/>
                </a:cubicBezTo>
                <a:lnTo>
                  <a:pt x="47821" y="75"/>
                </a:lnTo>
                <a:cubicBezTo>
                  <a:pt x="47720" y="25"/>
                  <a:pt x="47614" y="0"/>
                  <a:pt x="47520" y="0"/>
                </a:cubicBezTo>
                <a:cubicBezTo>
                  <a:pt x="47426" y="0"/>
                  <a:pt x="47345" y="25"/>
                  <a:pt x="47294" y="75"/>
                </a:cubicBezTo>
                <a:lnTo>
                  <a:pt x="39675" y="6542"/>
                </a:lnTo>
                <a:lnTo>
                  <a:pt x="32056" y="75"/>
                </a:lnTo>
                <a:cubicBezTo>
                  <a:pt x="32006" y="25"/>
                  <a:pt x="31925" y="0"/>
                  <a:pt x="31831" y="0"/>
                </a:cubicBezTo>
                <a:cubicBezTo>
                  <a:pt x="31737" y="0"/>
                  <a:pt x="31630" y="25"/>
                  <a:pt x="31530" y="75"/>
                </a:cubicBezTo>
                <a:lnTo>
                  <a:pt x="24011" y="6542"/>
                </a:lnTo>
                <a:lnTo>
                  <a:pt x="16392" y="75"/>
                </a:lnTo>
                <a:cubicBezTo>
                  <a:pt x="16279" y="25"/>
                  <a:pt x="16173" y="0"/>
                  <a:pt x="160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 name="Google Shape;1216;p46"/>
          <p:cNvGrpSpPr/>
          <p:nvPr/>
        </p:nvGrpSpPr>
        <p:grpSpPr>
          <a:xfrm rot="2850260">
            <a:off x="966786" y="406476"/>
            <a:ext cx="1386065" cy="2705516"/>
            <a:chOff x="409722" y="228600"/>
            <a:chExt cx="1385931" cy="2705253"/>
          </a:xfrm>
        </p:grpSpPr>
        <p:grpSp>
          <p:nvGrpSpPr>
            <p:cNvPr id="1217" name="Google Shape;1217;p46"/>
            <p:cNvGrpSpPr/>
            <p:nvPr/>
          </p:nvGrpSpPr>
          <p:grpSpPr>
            <a:xfrm flipH="1" rot="-617154">
              <a:off x="575967" y="402323"/>
              <a:ext cx="1053440" cy="2450002"/>
              <a:chOff x="3817855" y="1437512"/>
              <a:chExt cx="541146" cy="1128254"/>
            </a:xfrm>
          </p:grpSpPr>
          <p:sp>
            <p:nvSpPr>
              <p:cNvPr id="1218" name="Google Shape;1218;p46"/>
              <p:cNvSpPr/>
              <p:nvPr/>
            </p:nvSpPr>
            <p:spPr>
              <a:xfrm>
                <a:off x="3817855" y="1437512"/>
                <a:ext cx="541146" cy="1128254"/>
              </a:xfrm>
              <a:custGeom>
                <a:rect b="b" l="l" r="r" t="t"/>
                <a:pathLst>
                  <a:path extrusionOk="0" h="59625" w="28598">
                    <a:moveTo>
                      <a:pt x="101" y="0"/>
                    </a:moveTo>
                    <a:lnTo>
                      <a:pt x="1" y="426"/>
                    </a:lnTo>
                    <a:cubicBezTo>
                      <a:pt x="16066" y="3359"/>
                      <a:pt x="28197" y="17344"/>
                      <a:pt x="28197" y="34161"/>
                    </a:cubicBezTo>
                    <a:lnTo>
                      <a:pt x="28197" y="34462"/>
                    </a:lnTo>
                    <a:cubicBezTo>
                      <a:pt x="28096" y="44286"/>
                      <a:pt x="23911" y="53058"/>
                      <a:pt x="17219" y="59324"/>
                    </a:cubicBezTo>
                    <a:lnTo>
                      <a:pt x="17545" y="59625"/>
                    </a:lnTo>
                    <a:cubicBezTo>
                      <a:pt x="24212" y="53359"/>
                      <a:pt x="28497" y="44386"/>
                      <a:pt x="28598" y="34462"/>
                    </a:cubicBezTo>
                    <a:lnTo>
                      <a:pt x="28598" y="34161"/>
                    </a:lnTo>
                    <a:cubicBezTo>
                      <a:pt x="28598" y="17143"/>
                      <a:pt x="16292" y="2933"/>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6"/>
              <p:cNvSpPr/>
              <p:nvPr/>
            </p:nvSpPr>
            <p:spPr>
              <a:xfrm>
                <a:off x="3985754" y="1615346"/>
                <a:ext cx="39378" cy="29898"/>
              </a:xfrm>
              <a:custGeom>
                <a:rect b="b" l="l" r="r" t="t"/>
                <a:pathLst>
                  <a:path extrusionOk="0" h="1580" w="2081">
                    <a:moveTo>
                      <a:pt x="1053" y="1"/>
                    </a:moveTo>
                    <a:cubicBezTo>
                      <a:pt x="0" y="1"/>
                      <a:pt x="0" y="1580"/>
                      <a:pt x="1053" y="1580"/>
                    </a:cubicBezTo>
                    <a:cubicBezTo>
                      <a:pt x="2080" y="1580"/>
                      <a:pt x="2080" y="1"/>
                      <a:pt x="1053"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 name="Google Shape;1220;p46"/>
            <p:cNvSpPr/>
            <p:nvPr/>
          </p:nvSpPr>
          <p:spPr>
            <a:xfrm>
              <a:off x="1419225" y="228600"/>
              <a:ext cx="142800" cy="14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4" name="Shape 1224"/>
        <p:cNvGrpSpPr/>
        <p:nvPr/>
      </p:nvGrpSpPr>
      <p:grpSpPr>
        <a:xfrm>
          <a:off x="0" y="0"/>
          <a:ext cx="0" cy="0"/>
          <a:chOff x="0" y="0"/>
          <a:chExt cx="0" cy="0"/>
        </a:xfrm>
      </p:grpSpPr>
      <p:sp>
        <p:nvSpPr>
          <p:cNvPr id="1225" name="Google Shape;1225;p47"/>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EXERCISE</a:t>
            </a:r>
            <a:endParaRPr/>
          </a:p>
        </p:txBody>
      </p:sp>
      <p:grpSp>
        <p:nvGrpSpPr>
          <p:cNvPr id="1226" name="Google Shape;1226;p47"/>
          <p:cNvGrpSpPr/>
          <p:nvPr/>
        </p:nvGrpSpPr>
        <p:grpSpPr>
          <a:xfrm>
            <a:off x="866784" y="1351046"/>
            <a:ext cx="4579957" cy="3011658"/>
            <a:chOff x="235800" y="830650"/>
            <a:chExt cx="6978450" cy="4588844"/>
          </a:xfrm>
        </p:grpSpPr>
        <p:sp>
          <p:nvSpPr>
            <p:cNvPr id="1227" name="Google Shape;1227;p4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8D8FF"/>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8D8FF"/>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8D8FF"/>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8D8FF"/>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8D8FF"/>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8D8FF"/>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 name="Google Shape;1233;p47"/>
          <p:cNvSpPr txBox="1"/>
          <p:nvPr/>
        </p:nvSpPr>
        <p:spPr>
          <a:xfrm>
            <a:off x="6331875" y="1645125"/>
            <a:ext cx="1611900" cy="5544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Venus has a beautiful name</a:t>
            </a:r>
            <a:endParaRPr>
              <a:solidFill>
                <a:schemeClr val="dk1"/>
              </a:solidFill>
              <a:latin typeface="Didact Gothic"/>
              <a:ea typeface="Didact Gothic"/>
              <a:cs typeface="Didact Gothic"/>
              <a:sym typeface="Didact Gothic"/>
            </a:endParaRPr>
          </a:p>
        </p:txBody>
      </p:sp>
      <p:sp>
        <p:nvSpPr>
          <p:cNvPr id="1234" name="Google Shape;1234;p47"/>
          <p:cNvSpPr txBox="1"/>
          <p:nvPr/>
        </p:nvSpPr>
        <p:spPr>
          <a:xfrm>
            <a:off x="6331413" y="1337300"/>
            <a:ext cx="1938600" cy="3234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800">
                <a:solidFill>
                  <a:schemeClr val="accent5"/>
                </a:solidFill>
                <a:latin typeface="Aldrich"/>
                <a:ea typeface="Aldrich"/>
                <a:cs typeface="Aldrich"/>
                <a:sym typeface="Aldrich"/>
              </a:rPr>
              <a:t>94%</a:t>
            </a:r>
            <a:endParaRPr b="1" sz="1800">
              <a:solidFill>
                <a:schemeClr val="accent5"/>
              </a:solidFill>
              <a:latin typeface="Aldrich"/>
              <a:ea typeface="Aldrich"/>
              <a:cs typeface="Aldrich"/>
              <a:sym typeface="Aldrich"/>
            </a:endParaRPr>
          </a:p>
        </p:txBody>
      </p:sp>
      <p:sp>
        <p:nvSpPr>
          <p:cNvPr id="1235" name="Google Shape;1235;p47"/>
          <p:cNvSpPr txBox="1"/>
          <p:nvPr/>
        </p:nvSpPr>
        <p:spPr>
          <a:xfrm>
            <a:off x="6331875" y="2702800"/>
            <a:ext cx="1611900" cy="554400"/>
          </a:xfrm>
          <a:prstGeom prst="rect">
            <a:avLst/>
          </a:prstGeom>
          <a:noFill/>
          <a:ln>
            <a:noFill/>
          </a:ln>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a:solidFill>
                  <a:schemeClr val="dk1"/>
                </a:solidFill>
                <a:latin typeface="Didact Gothic"/>
                <a:ea typeface="Didact Gothic"/>
                <a:cs typeface="Didact Gothic"/>
                <a:sym typeface="Didact Gothic"/>
              </a:rPr>
              <a:t>Mercury is the smallest planet</a:t>
            </a:r>
            <a:endParaRPr>
              <a:solidFill>
                <a:schemeClr val="dk1"/>
              </a:solidFill>
              <a:latin typeface="Didact Gothic"/>
              <a:ea typeface="Didact Gothic"/>
              <a:cs typeface="Didact Gothic"/>
              <a:sym typeface="Didact Gothic"/>
            </a:endParaRPr>
          </a:p>
        </p:txBody>
      </p:sp>
      <p:sp>
        <p:nvSpPr>
          <p:cNvPr id="1236" name="Google Shape;1236;p47"/>
          <p:cNvSpPr txBox="1"/>
          <p:nvPr/>
        </p:nvSpPr>
        <p:spPr>
          <a:xfrm>
            <a:off x="6331413" y="2394975"/>
            <a:ext cx="1938600" cy="3234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800">
                <a:solidFill>
                  <a:schemeClr val="accent5"/>
                </a:solidFill>
                <a:latin typeface="Aldrich"/>
                <a:ea typeface="Aldrich"/>
                <a:cs typeface="Aldrich"/>
                <a:sym typeface="Aldrich"/>
              </a:rPr>
              <a:t>80%</a:t>
            </a:r>
            <a:endParaRPr b="1" sz="1800">
              <a:solidFill>
                <a:schemeClr val="accent5"/>
              </a:solidFill>
              <a:latin typeface="Aldrich"/>
              <a:ea typeface="Aldrich"/>
              <a:cs typeface="Aldrich"/>
              <a:sym typeface="Aldrich"/>
            </a:endParaRPr>
          </a:p>
        </p:txBody>
      </p:sp>
      <p:sp>
        <p:nvSpPr>
          <p:cNvPr id="1237" name="Google Shape;1237;p47"/>
          <p:cNvSpPr txBox="1"/>
          <p:nvPr/>
        </p:nvSpPr>
        <p:spPr>
          <a:xfrm>
            <a:off x="6331875" y="3760475"/>
            <a:ext cx="1611900" cy="5544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Despite being red, Mars is a cold place</a:t>
            </a:r>
            <a:endParaRPr>
              <a:solidFill>
                <a:schemeClr val="dk1"/>
              </a:solidFill>
              <a:latin typeface="Didact Gothic"/>
              <a:ea typeface="Didact Gothic"/>
              <a:cs typeface="Didact Gothic"/>
              <a:sym typeface="Didact Gothic"/>
            </a:endParaRPr>
          </a:p>
        </p:txBody>
      </p:sp>
      <p:sp>
        <p:nvSpPr>
          <p:cNvPr id="1238" name="Google Shape;1238;p47"/>
          <p:cNvSpPr txBox="1"/>
          <p:nvPr/>
        </p:nvSpPr>
        <p:spPr>
          <a:xfrm>
            <a:off x="6331413" y="3452650"/>
            <a:ext cx="1938600" cy="3234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800">
                <a:solidFill>
                  <a:schemeClr val="accent5"/>
                </a:solidFill>
                <a:latin typeface="Aldrich"/>
                <a:ea typeface="Aldrich"/>
                <a:cs typeface="Aldrich"/>
                <a:sym typeface="Aldrich"/>
              </a:rPr>
              <a:t>70%</a:t>
            </a:r>
            <a:endParaRPr b="1" sz="1800">
              <a:solidFill>
                <a:schemeClr val="accent5"/>
              </a:solidFill>
              <a:latin typeface="Aldrich"/>
              <a:ea typeface="Aldrich"/>
              <a:cs typeface="Aldrich"/>
              <a:sym typeface="Aldrich"/>
            </a:endParaRPr>
          </a:p>
        </p:txBody>
      </p:sp>
      <p:sp>
        <p:nvSpPr>
          <p:cNvPr id="1239" name="Google Shape;1239;p47"/>
          <p:cNvSpPr/>
          <p:nvPr/>
        </p:nvSpPr>
        <p:spPr>
          <a:xfrm>
            <a:off x="5986852" y="1403742"/>
            <a:ext cx="190500" cy="190500"/>
          </a:xfrm>
          <a:prstGeom prst="ellipse">
            <a:avLst/>
          </a:prstGeom>
          <a:solidFill>
            <a:schemeClr val="accent3"/>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7"/>
          <p:cNvSpPr/>
          <p:nvPr/>
        </p:nvSpPr>
        <p:spPr>
          <a:xfrm>
            <a:off x="5986852" y="2461416"/>
            <a:ext cx="190500" cy="190500"/>
          </a:xfrm>
          <a:prstGeom prst="ellipse">
            <a:avLst/>
          </a:prstGeom>
          <a:solidFill>
            <a:schemeClr val="accent1"/>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7"/>
          <p:cNvSpPr/>
          <p:nvPr/>
        </p:nvSpPr>
        <p:spPr>
          <a:xfrm>
            <a:off x="5986852" y="3519091"/>
            <a:ext cx="190500" cy="190500"/>
          </a:xfrm>
          <a:prstGeom prst="ellipse">
            <a:avLst/>
          </a:prstGeom>
          <a:solidFill>
            <a:schemeClr val="accent2"/>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7"/>
          <p:cNvSpPr/>
          <p:nvPr/>
        </p:nvSpPr>
        <p:spPr>
          <a:xfrm>
            <a:off x="1576777" y="2461417"/>
            <a:ext cx="190500" cy="190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7"/>
          <p:cNvSpPr/>
          <p:nvPr/>
        </p:nvSpPr>
        <p:spPr>
          <a:xfrm>
            <a:off x="3300802" y="1947067"/>
            <a:ext cx="190500" cy="190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7"/>
          <p:cNvSpPr/>
          <p:nvPr/>
        </p:nvSpPr>
        <p:spPr>
          <a:xfrm>
            <a:off x="1957777" y="3899691"/>
            <a:ext cx="190500" cy="19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7"/>
          <p:cNvSpPr/>
          <p:nvPr/>
        </p:nvSpPr>
        <p:spPr>
          <a:xfrm>
            <a:off x="3357952" y="3519091"/>
            <a:ext cx="190500" cy="19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7"/>
          <p:cNvSpPr/>
          <p:nvPr/>
        </p:nvSpPr>
        <p:spPr>
          <a:xfrm>
            <a:off x="1624402" y="3014266"/>
            <a:ext cx="190500" cy="19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7"/>
          <p:cNvSpPr/>
          <p:nvPr/>
        </p:nvSpPr>
        <p:spPr>
          <a:xfrm>
            <a:off x="3954102" y="2604691"/>
            <a:ext cx="190500" cy="19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1" name="Shape 1251"/>
        <p:cNvGrpSpPr/>
        <p:nvPr/>
      </p:nvGrpSpPr>
      <p:grpSpPr>
        <a:xfrm>
          <a:off x="0" y="0"/>
          <a:ext cx="0" cy="0"/>
          <a:chOff x="0" y="0"/>
          <a:chExt cx="0" cy="0"/>
        </a:xfrm>
      </p:grpSpPr>
      <p:sp>
        <p:nvSpPr>
          <p:cNvPr id="1252" name="Google Shape;1252;p48"/>
          <p:cNvSpPr/>
          <p:nvPr/>
        </p:nvSpPr>
        <p:spPr>
          <a:xfrm>
            <a:off x="3014500" y="1669050"/>
            <a:ext cx="4672500" cy="605700"/>
          </a:xfrm>
          <a:prstGeom prst="round2SameRect">
            <a:avLst>
              <a:gd fmla="val 16667" name="adj1"/>
              <a:gd fmla="val 0" name="adj2"/>
            </a:avLst>
          </a:prstGeom>
          <a:solidFill>
            <a:schemeClr val="accent2"/>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8"/>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ASSIGNMENT</a:t>
            </a:r>
            <a:endParaRPr/>
          </a:p>
        </p:txBody>
      </p:sp>
      <p:graphicFrame>
        <p:nvGraphicFramePr>
          <p:cNvPr id="1254" name="Google Shape;1254;p48"/>
          <p:cNvGraphicFramePr/>
          <p:nvPr/>
        </p:nvGraphicFramePr>
        <p:xfrm>
          <a:off x="1457000" y="1695450"/>
          <a:ext cx="3000000" cy="3000000"/>
        </p:xfrm>
        <a:graphic>
          <a:graphicData uri="http://schemas.openxmlformats.org/drawingml/2006/table">
            <a:tbl>
              <a:tblPr>
                <a:noFill/>
                <a:tableStyleId>{289CA7E4-7F1F-4D99-A3D6-10E6FEE11A99}</a:tableStyleId>
              </a:tblPr>
              <a:tblGrid>
                <a:gridCol w="1557500"/>
                <a:gridCol w="1557500"/>
                <a:gridCol w="1557500"/>
                <a:gridCol w="1557500"/>
              </a:tblGrid>
              <a:tr h="579925">
                <a:tc>
                  <a:txBody>
                    <a:bodyPr/>
                    <a:lstStyle/>
                    <a:p>
                      <a:pPr indent="0" lvl="0" marL="0" rtl="0" algn="l">
                        <a:spcBef>
                          <a:spcPts val="0"/>
                        </a:spcBef>
                        <a:spcAft>
                          <a:spcPts val="0"/>
                        </a:spcAft>
                        <a:buNone/>
                      </a:pPr>
                      <a:r>
                        <a:t/>
                      </a:r>
                      <a:endParaRPr>
                        <a:latin typeface="Lato"/>
                        <a:ea typeface="Lato"/>
                        <a:cs typeface="Lato"/>
                        <a:sym typeface="Lato"/>
                      </a:endParaRPr>
                    </a:p>
                  </a:txBody>
                  <a:tcPr marT="91425" marB="91425" marR="91425" marL="91425">
                    <a:lnL cap="flat" cmpd="sng" w="28575">
                      <a:solidFill>
                        <a:srgbClr val="F9FFF7">
                          <a:alpha val="0"/>
                        </a:srgbClr>
                      </a:solidFill>
                      <a:prstDash val="solid"/>
                      <a:round/>
                      <a:headEnd len="sm" w="sm" type="none"/>
                      <a:tailEnd len="sm" w="sm" type="none"/>
                    </a:lnL>
                    <a:lnR cap="flat" cmpd="sng" w="28575">
                      <a:solidFill>
                        <a:schemeClr val="accent5">
                          <a:alpha val="0"/>
                        </a:schemeClr>
                      </a:solidFill>
                      <a:prstDash val="solid"/>
                      <a:round/>
                      <a:headEnd len="sm" w="sm" type="none"/>
                      <a:tailEnd len="sm" w="sm" type="none"/>
                    </a:lnR>
                    <a:lnT cap="flat" cmpd="sng" w="28575">
                      <a:solidFill>
                        <a:srgbClr val="F9FFF7">
                          <a:alpha val="0"/>
                        </a:srgbClr>
                      </a:solidFill>
                      <a:prstDash val="solid"/>
                      <a:round/>
                      <a:headEnd len="sm" w="sm" type="none"/>
                      <a:tailEnd len="sm" w="sm" type="none"/>
                    </a:lnT>
                    <a:lnB cap="flat" cmpd="sng" w="28575">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accent5"/>
                          </a:solidFill>
                          <a:latin typeface="Aldrich"/>
                          <a:ea typeface="Aldrich"/>
                          <a:cs typeface="Aldrich"/>
                          <a:sym typeface="Aldrich"/>
                        </a:rPr>
                        <a:t>VENUS</a:t>
                      </a:r>
                      <a:endParaRPr b="1" sz="1800">
                        <a:solidFill>
                          <a:schemeClr val="accent5"/>
                        </a:solidFill>
                        <a:latin typeface="Aldrich"/>
                        <a:ea typeface="Aldrich"/>
                        <a:cs typeface="Aldrich"/>
                        <a:sym typeface="Aldrich"/>
                      </a:endParaRPr>
                    </a:p>
                  </a:txBody>
                  <a:tcPr marT="91425" marB="91425" marR="91425" marL="91425" anchor="ctr">
                    <a:lnL cap="flat" cmpd="sng" w="28575">
                      <a:solidFill>
                        <a:schemeClr val="accent5">
                          <a:alpha val="0"/>
                        </a:schemeClr>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alpha val="0"/>
                        </a:schemeClr>
                      </a:solidFill>
                      <a:prstDash val="solid"/>
                      <a:round/>
                      <a:headEnd len="sm" w="sm" type="none"/>
                      <a:tailEnd len="sm" w="sm" type="none"/>
                    </a:lnT>
                    <a:lnB cap="flat" cmpd="sng" w="28575">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accent5"/>
                          </a:solidFill>
                          <a:latin typeface="Aldrich"/>
                          <a:ea typeface="Aldrich"/>
                          <a:cs typeface="Aldrich"/>
                          <a:sym typeface="Aldrich"/>
                        </a:rPr>
                        <a:t>SATURN</a:t>
                      </a:r>
                      <a:endParaRPr b="1" sz="1800">
                        <a:solidFill>
                          <a:schemeClr val="accent5"/>
                        </a:solidFill>
                        <a:latin typeface="Aldrich"/>
                        <a:ea typeface="Aldrich"/>
                        <a:cs typeface="Aldrich"/>
                        <a:sym typeface="Aldrich"/>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alpha val="0"/>
                        </a:schemeClr>
                      </a:solidFill>
                      <a:prstDash val="solid"/>
                      <a:round/>
                      <a:headEnd len="sm" w="sm" type="none"/>
                      <a:tailEnd len="sm" w="sm" type="none"/>
                    </a:lnT>
                    <a:lnB cap="flat" cmpd="sng" w="28575">
                      <a:solidFill>
                        <a:schemeClr val="accent5"/>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accent5"/>
                          </a:solidFill>
                          <a:latin typeface="Aldrich"/>
                          <a:ea typeface="Aldrich"/>
                          <a:cs typeface="Aldrich"/>
                          <a:sym typeface="Aldrich"/>
                        </a:rPr>
                        <a:t>EARTH</a:t>
                      </a:r>
                      <a:endParaRPr b="1" sz="1800">
                        <a:solidFill>
                          <a:schemeClr val="accent5"/>
                        </a:solidFill>
                        <a:latin typeface="Aldrich"/>
                        <a:ea typeface="Aldrich"/>
                        <a:cs typeface="Aldrich"/>
                        <a:sym typeface="Aldrich"/>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alpha val="0"/>
                        </a:schemeClr>
                      </a:solidFill>
                      <a:prstDash val="solid"/>
                      <a:round/>
                      <a:headEnd len="sm" w="sm" type="none"/>
                      <a:tailEnd len="sm" w="sm" type="none"/>
                    </a:lnR>
                    <a:lnT cap="flat" cmpd="sng" w="28575">
                      <a:solidFill>
                        <a:schemeClr val="accent5">
                          <a:alpha val="0"/>
                        </a:schemeClr>
                      </a:solidFill>
                      <a:prstDash val="solid"/>
                      <a:round/>
                      <a:headEnd len="sm" w="sm" type="none"/>
                      <a:tailEnd len="sm" w="sm" type="none"/>
                    </a:lnT>
                    <a:lnB cap="flat" cmpd="sng" w="28575">
                      <a:solidFill>
                        <a:schemeClr val="accent5"/>
                      </a:solidFill>
                      <a:prstDash val="solid"/>
                      <a:round/>
                      <a:headEnd len="sm" w="sm" type="none"/>
                      <a:tailEnd len="sm" w="sm" type="none"/>
                    </a:lnB>
                  </a:tcPr>
                </a:tc>
              </a:tr>
              <a:tr h="579925">
                <a:tc>
                  <a:txBody>
                    <a:bodyPr/>
                    <a:lstStyle/>
                    <a:p>
                      <a:pPr indent="0" lvl="0" marL="0" rtl="0" algn="ctr">
                        <a:spcBef>
                          <a:spcPts val="0"/>
                        </a:spcBef>
                        <a:spcAft>
                          <a:spcPts val="0"/>
                        </a:spcAft>
                        <a:buNone/>
                      </a:pPr>
                      <a:r>
                        <a:rPr b="1" lang="en" sz="1800">
                          <a:solidFill>
                            <a:schemeClr val="accent5"/>
                          </a:solidFill>
                          <a:latin typeface="Aldrich"/>
                          <a:ea typeface="Aldrich"/>
                          <a:cs typeface="Aldrich"/>
                          <a:sym typeface="Aldrich"/>
                        </a:rPr>
                        <a:t>MASS</a:t>
                      </a:r>
                      <a:endParaRPr b="1" sz="1800">
                        <a:solidFill>
                          <a:schemeClr val="accent5"/>
                        </a:solidFill>
                        <a:latin typeface="Aldrich"/>
                        <a:ea typeface="Aldrich"/>
                        <a:cs typeface="Aldrich"/>
                        <a:sym typeface="Aldrich"/>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28575">
                      <a:solidFill>
                        <a:schemeClr val="accent5"/>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0.08</a:t>
                      </a:r>
                      <a:endParaRPr>
                        <a:solidFill>
                          <a:schemeClr val="dk1"/>
                        </a:solidFill>
                        <a:latin typeface="Didact Gothic"/>
                        <a:ea typeface="Didact Gothic"/>
                        <a:cs typeface="Didact Gothic"/>
                        <a:sym typeface="Didact Gothic"/>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28575">
                      <a:solidFill>
                        <a:schemeClr val="accent5"/>
                      </a:solidFill>
                      <a:prstDash val="solid"/>
                      <a:round/>
                      <a:headEnd len="sm" w="sm" type="none"/>
                      <a:tailEnd len="sm" w="sm" type="none"/>
                    </a:lnB>
                    <a:solidFill>
                      <a:srgbClr val="B8D8FF"/>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2.50</a:t>
                      </a:r>
                      <a:endParaRPr>
                        <a:solidFill>
                          <a:schemeClr val="dk1"/>
                        </a:solidFill>
                        <a:latin typeface="Didact Gothic"/>
                        <a:ea typeface="Didact Gothic"/>
                        <a:cs typeface="Didact Gothic"/>
                        <a:sym typeface="Didact Gothic"/>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28575">
                      <a:solidFill>
                        <a:schemeClr val="accent5"/>
                      </a:solidFill>
                      <a:prstDash val="solid"/>
                      <a:round/>
                      <a:headEnd len="sm" w="sm" type="none"/>
                      <a:tailEnd len="sm" w="sm" type="none"/>
                    </a:lnB>
                    <a:solidFill>
                      <a:srgbClr val="B8D8FF"/>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1.15</a:t>
                      </a:r>
                      <a:endParaRPr>
                        <a:solidFill>
                          <a:schemeClr val="dk1"/>
                        </a:solidFill>
                        <a:latin typeface="Didact Gothic"/>
                        <a:ea typeface="Didact Gothic"/>
                        <a:cs typeface="Didact Gothic"/>
                        <a:sym typeface="Didact Gothic"/>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28575">
                      <a:solidFill>
                        <a:schemeClr val="accent5"/>
                      </a:solidFill>
                      <a:prstDash val="solid"/>
                      <a:round/>
                      <a:headEnd len="sm" w="sm" type="none"/>
                      <a:tailEnd len="sm" w="sm" type="none"/>
                    </a:lnB>
                    <a:solidFill>
                      <a:srgbClr val="B8D8FF"/>
                    </a:solidFill>
                  </a:tcPr>
                </a:tc>
              </a:tr>
              <a:tr h="579925">
                <a:tc>
                  <a:txBody>
                    <a:bodyPr/>
                    <a:lstStyle/>
                    <a:p>
                      <a:pPr indent="0" lvl="0" marL="0" rtl="0" algn="ctr">
                        <a:spcBef>
                          <a:spcPts val="0"/>
                        </a:spcBef>
                        <a:spcAft>
                          <a:spcPts val="0"/>
                        </a:spcAft>
                        <a:buNone/>
                      </a:pPr>
                      <a:r>
                        <a:rPr b="1" lang="en" sz="1800">
                          <a:solidFill>
                            <a:schemeClr val="accent5"/>
                          </a:solidFill>
                          <a:latin typeface="Aldrich"/>
                          <a:ea typeface="Aldrich"/>
                          <a:cs typeface="Aldrich"/>
                          <a:sym typeface="Aldrich"/>
                        </a:rPr>
                        <a:t>DIAMETER</a:t>
                      </a:r>
                      <a:endParaRPr b="1" sz="1800">
                        <a:solidFill>
                          <a:schemeClr val="accent5"/>
                        </a:solidFill>
                        <a:latin typeface="Aldrich"/>
                        <a:ea typeface="Aldrich"/>
                        <a:cs typeface="Aldrich"/>
                        <a:sym typeface="Aldrich"/>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28575">
                      <a:solidFill>
                        <a:schemeClr val="accent5"/>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5.95</a:t>
                      </a:r>
                      <a:endParaRPr>
                        <a:solidFill>
                          <a:schemeClr val="dk1"/>
                        </a:solidFill>
                        <a:latin typeface="Didact Gothic"/>
                        <a:ea typeface="Didact Gothic"/>
                        <a:cs typeface="Didact Gothic"/>
                        <a:sym typeface="Didact Gothic"/>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28575">
                      <a:solidFill>
                        <a:schemeClr val="accent5"/>
                      </a:solidFill>
                      <a:prstDash val="solid"/>
                      <a:round/>
                      <a:headEnd len="sm" w="sm" type="none"/>
                      <a:tailEnd len="sm" w="sm" type="none"/>
                    </a:lnB>
                    <a:solidFill>
                      <a:srgbClr val="B8D8FF"/>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9.82</a:t>
                      </a:r>
                      <a:endParaRPr>
                        <a:solidFill>
                          <a:schemeClr val="dk1"/>
                        </a:solidFill>
                        <a:latin typeface="Didact Gothic"/>
                        <a:ea typeface="Didact Gothic"/>
                        <a:cs typeface="Didact Gothic"/>
                        <a:sym typeface="Didact Gothic"/>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28575">
                      <a:solidFill>
                        <a:schemeClr val="accent5"/>
                      </a:solidFill>
                      <a:prstDash val="solid"/>
                      <a:round/>
                      <a:headEnd len="sm" w="sm" type="none"/>
                      <a:tailEnd len="sm" w="sm" type="none"/>
                    </a:lnB>
                    <a:solidFill>
                      <a:srgbClr val="B8D8FF"/>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1.05</a:t>
                      </a:r>
                      <a:endParaRPr>
                        <a:solidFill>
                          <a:schemeClr val="dk1"/>
                        </a:solidFill>
                        <a:latin typeface="Didact Gothic"/>
                        <a:ea typeface="Didact Gothic"/>
                        <a:cs typeface="Didact Gothic"/>
                        <a:sym typeface="Didact Gothic"/>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28575">
                      <a:solidFill>
                        <a:schemeClr val="accent5"/>
                      </a:solidFill>
                      <a:prstDash val="solid"/>
                      <a:round/>
                      <a:headEnd len="sm" w="sm" type="none"/>
                      <a:tailEnd len="sm" w="sm" type="none"/>
                    </a:lnB>
                    <a:solidFill>
                      <a:srgbClr val="B8D8FF"/>
                    </a:solidFill>
                  </a:tcPr>
                </a:tc>
              </a:tr>
              <a:tr h="579925">
                <a:tc>
                  <a:txBody>
                    <a:bodyPr/>
                    <a:lstStyle/>
                    <a:p>
                      <a:pPr indent="0" lvl="0" marL="0" rtl="0" algn="ctr">
                        <a:spcBef>
                          <a:spcPts val="0"/>
                        </a:spcBef>
                        <a:spcAft>
                          <a:spcPts val="0"/>
                        </a:spcAft>
                        <a:buNone/>
                      </a:pPr>
                      <a:r>
                        <a:rPr b="1" lang="en" sz="1800">
                          <a:solidFill>
                            <a:schemeClr val="accent5"/>
                          </a:solidFill>
                          <a:latin typeface="Aldrich"/>
                          <a:ea typeface="Aldrich"/>
                          <a:cs typeface="Aldrich"/>
                          <a:sym typeface="Aldrich"/>
                        </a:rPr>
                        <a:t>GRAVITY</a:t>
                      </a:r>
                      <a:endParaRPr b="1" sz="1800">
                        <a:solidFill>
                          <a:schemeClr val="accent5"/>
                        </a:solidFill>
                        <a:latin typeface="Aldrich"/>
                        <a:ea typeface="Aldrich"/>
                        <a:cs typeface="Aldrich"/>
                        <a:sym typeface="Aldrich"/>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28575">
                      <a:solidFill>
                        <a:schemeClr val="accent5"/>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1.02</a:t>
                      </a:r>
                      <a:endParaRPr>
                        <a:solidFill>
                          <a:schemeClr val="dk1"/>
                        </a:solidFill>
                        <a:latin typeface="Didact Gothic"/>
                        <a:ea typeface="Didact Gothic"/>
                        <a:cs typeface="Didact Gothic"/>
                        <a:sym typeface="Didact Gothic"/>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28575">
                      <a:solidFill>
                        <a:schemeClr val="accent5"/>
                      </a:solidFill>
                      <a:prstDash val="solid"/>
                      <a:round/>
                      <a:headEnd len="sm" w="sm" type="none"/>
                      <a:tailEnd len="sm" w="sm" type="none"/>
                    </a:lnB>
                    <a:solidFill>
                      <a:srgbClr val="B8D8FF"/>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2.08</a:t>
                      </a:r>
                      <a:endParaRPr>
                        <a:solidFill>
                          <a:schemeClr val="dk1"/>
                        </a:solidFill>
                        <a:latin typeface="Didact Gothic"/>
                        <a:ea typeface="Didact Gothic"/>
                        <a:cs typeface="Didact Gothic"/>
                        <a:sym typeface="Didact Gothic"/>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28575">
                      <a:solidFill>
                        <a:schemeClr val="accent5"/>
                      </a:solidFill>
                      <a:prstDash val="solid"/>
                      <a:round/>
                      <a:headEnd len="sm" w="sm" type="none"/>
                      <a:tailEnd len="sm" w="sm" type="none"/>
                    </a:lnB>
                    <a:solidFill>
                      <a:srgbClr val="B8D8FF"/>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1.13</a:t>
                      </a:r>
                      <a:endParaRPr>
                        <a:solidFill>
                          <a:schemeClr val="dk1"/>
                        </a:solidFill>
                        <a:latin typeface="Didact Gothic"/>
                        <a:ea typeface="Didact Gothic"/>
                        <a:cs typeface="Didact Gothic"/>
                        <a:sym typeface="Didact Gothic"/>
                      </a:endParaRPr>
                    </a:p>
                  </a:txBody>
                  <a:tcPr marT="91425" marB="91425" marR="91425" marL="91425" anchor="ctr">
                    <a:lnL cap="flat" cmpd="sng" w="28575">
                      <a:solidFill>
                        <a:schemeClr val="accent5"/>
                      </a:solidFill>
                      <a:prstDash val="solid"/>
                      <a:round/>
                      <a:headEnd len="sm" w="sm" type="none"/>
                      <a:tailEnd len="sm" w="sm" type="none"/>
                    </a:lnL>
                    <a:lnR cap="flat" cmpd="sng" w="28575">
                      <a:solidFill>
                        <a:schemeClr val="accent5"/>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28575">
                      <a:solidFill>
                        <a:schemeClr val="accent5"/>
                      </a:solidFill>
                      <a:prstDash val="solid"/>
                      <a:round/>
                      <a:headEnd len="sm" w="sm" type="none"/>
                      <a:tailEnd len="sm" w="sm" type="none"/>
                    </a:lnB>
                    <a:solidFill>
                      <a:srgbClr val="B8D8FF"/>
                    </a:solidFill>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1258" name="Shape 1258"/>
        <p:cNvGrpSpPr/>
        <p:nvPr/>
      </p:nvGrpSpPr>
      <p:grpSpPr>
        <a:xfrm>
          <a:off x="0" y="0"/>
          <a:ext cx="0" cy="0"/>
          <a:chOff x="0" y="0"/>
          <a:chExt cx="0" cy="0"/>
        </a:xfrm>
      </p:grpSpPr>
      <p:sp>
        <p:nvSpPr>
          <p:cNvPr id="1259" name="Google Shape;1259;p49"/>
          <p:cNvSpPr txBox="1"/>
          <p:nvPr>
            <p:ph idx="1" type="subTitle"/>
          </p:nvPr>
        </p:nvSpPr>
        <p:spPr>
          <a:xfrm>
            <a:off x="722350" y="1653025"/>
            <a:ext cx="3702600" cy="138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5"/>
                </a:solidFill>
              </a:rPr>
              <a:t>Do you have any questions? youremail@freepik.com </a:t>
            </a:r>
            <a:endParaRPr>
              <a:solidFill>
                <a:schemeClr val="accent5"/>
              </a:solidFill>
            </a:endParaRPr>
          </a:p>
          <a:p>
            <a:pPr indent="0" lvl="0" marL="0" rtl="0" algn="l">
              <a:spcBef>
                <a:spcPts val="0"/>
              </a:spcBef>
              <a:spcAft>
                <a:spcPts val="0"/>
              </a:spcAft>
              <a:buNone/>
            </a:pPr>
            <a:r>
              <a:rPr lang="en">
                <a:solidFill>
                  <a:schemeClr val="accent5"/>
                </a:solidFill>
              </a:rPr>
              <a:t>+91 620 421 838</a:t>
            </a:r>
            <a:endParaRPr>
              <a:solidFill>
                <a:schemeClr val="accent5"/>
              </a:solidFill>
            </a:endParaRPr>
          </a:p>
          <a:p>
            <a:pPr indent="0" lvl="0" marL="0" rtl="0" algn="l">
              <a:spcBef>
                <a:spcPts val="0"/>
              </a:spcBef>
              <a:spcAft>
                <a:spcPts val="0"/>
              </a:spcAft>
              <a:buNone/>
            </a:pPr>
            <a:r>
              <a:rPr lang="en">
                <a:solidFill>
                  <a:schemeClr val="accent5"/>
                </a:solidFill>
              </a:rPr>
              <a:t>yourcompany.com</a:t>
            </a:r>
            <a:endParaRPr>
              <a:solidFill>
                <a:schemeClr val="accent5"/>
              </a:solidFill>
            </a:endParaRPr>
          </a:p>
        </p:txBody>
      </p:sp>
      <p:sp>
        <p:nvSpPr>
          <p:cNvPr id="1260" name="Google Shape;1260;p49"/>
          <p:cNvSpPr txBox="1"/>
          <p:nvPr>
            <p:ph type="ctrTitle"/>
          </p:nvPr>
        </p:nvSpPr>
        <p:spPr>
          <a:xfrm>
            <a:off x="722350" y="685800"/>
            <a:ext cx="3702600" cy="100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261" name="Google Shape;1261;p49"/>
          <p:cNvSpPr/>
          <p:nvPr/>
        </p:nvSpPr>
        <p:spPr>
          <a:xfrm>
            <a:off x="3737471" y="3592044"/>
            <a:ext cx="8933" cy="3970"/>
          </a:xfrm>
          <a:custGeom>
            <a:rect b="b" l="l" r="r" t="t"/>
            <a:pathLst>
              <a:path extrusionOk="0" h="164" w="369">
                <a:moveTo>
                  <a:pt x="1" y="0"/>
                </a:moveTo>
                <a:cubicBezTo>
                  <a:pt x="164" y="0"/>
                  <a:pt x="164" y="0"/>
                  <a:pt x="369" y="164"/>
                </a:cubicBezTo>
                <a:lnTo>
                  <a:pt x="369" y="0"/>
                </a:lnTo>
                <a:close/>
              </a:path>
            </a:pathLst>
          </a:custGeom>
          <a:solidFill>
            <a:srgbClr val="BBDE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9"/>
          <p:cNvSpPr/>
          <p:nvPr/>
        </p:nvSpPr>
        <p:spPr>
          <a:xfrm>
            <a:off x="4071957" y="3717705"/>
            <a:ext cx="3970" cy="7941"/>
          </a:xfrm>
          <a:custGeom>
            <a:rect b="b" l="l" r="r" t="t"/>
            <a:pathLst>
              <a:path extrusionOk="0" h="328" w="164">
                <a:moveTo>
                  <a:pt x="164" y="1"/>
                </a:moveTo>
                <a:cubicBezTo>
                  <a:pt x="164" y="164"/>
                  <a:pt x="164" y="328"/>
                  <a:pt x="0" y="328"/>
                </a:cubicBezTo>
                <a:lnTo>
                  <a:pt x="0" y="328"/>
                </a:lnTo>
                <a:cubicBezTo>
                  <a:pt x="164" y="328"/>
                  <a:pt x="164" y="164"/>
                  <a:pt x="164" y="1"/>
                </a:cubicBezTo>
                <a:close/>
              </a:path>
            </a:pathLst>
          </a:custGeom>
          <a:solidFill>
            <a:srgbClr val="6095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 name="Google Shape;1263;p49"/>
          <p:cNvGrpSpPr/>
          <p:nvPr/>
        </p:nvGrpSpPr>
        <p:grpSpPr>
          <a:xfrm>
            <a:off x="5774556" y="990842"/>
            <a:ext cx="434447" cy="434447"/>
            <a:chOff x="2866317" y="3817357"/>
            <a:chExt cx="356865" cy="356865"/>
          </a:xfrm>
        </p:grpSpPr>
        <p:sp>
          <p:nvSpPr>
            <p:cNvPr id="1264" name="Google Shape;1264;p4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6"/>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49"/>
          <p:cNvGrpSpPr/>
          <p:nvPr/>
        </p:nvGrpSpPr>
        <p:grpSpPr>
          <a:xfrm>
            <a:off x="6429669" y="991017"/>
            <a:ext cx="434447" cy="434000"/>
            <a:chOff x="3761646" y="3817357"/>
            <a:chExt cx="356865" cy="356498"/>
          </a:xfrm>
        </p:grpSpPr>
        <p:sp>
          <p:nvSpPr>
            <p:cNvPr id="1267" name="Google Shape;1267;p49"/>
            <p:cNvSpPr/>
            <p:nvPr/>
          </p:nvSpPr>
          <p:spPr>
            <a:xfrm>
              <a:off x="3761646"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1"/>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9"/>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9"/>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9"/>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49"/>
          <p:cNvGrpSpPr/>
          <p:nvPr/>
        </p:nvGrpSpPr>
        <p:grpSpPr>
          <a:xfrm>
            <a:off x="7089005" y="991017"/>
            <a:ext cx="434000" cy="434000"/>
            <a:chOff x="4211985" y="3817357"/>
            <a:chExt cx="356498" cy="356498"/>
          </a:xfrm>
        </p:grpSpPr>
        <p:sp>
          <p:nvSpPr>
            <p:cNvPr id="1272" name="Google Shape;1272;p49"/>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3"/>
            </a:solidFill>
            <a:ln cap="flat" cmpd="sng" w="285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9"/>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 name="Google Shape;1274;p49"/>
          <p:cNvSpPr/>
          <p:nvPr/>
        </p:nvSpPr>
        <p:spPr>
          <a:xfrm>
            <a:off x="8374101" y="2829563"/>
            <a:ext cx="16689" cy="109795"/>
          </a:xfrm>
          <a:custGeom>
            <a:rect b="b" l="l" r="r" t="t"/>
            <a:pathLst>
              <a:path extrusionOk="0" h="4579" w="696">
                <a:moveTo>
                  <a:pt x="0" y="0"/>
                </a:moveTo>
                <a:lnTo>
                  <a:pt x="0" y="4088"/>
                </a:lnTo>
                <a:lnTo>
                  <a:pt x="695" y="4578"/>
                </a:lnTo>
                <a:lnTo>
                  <a:pt x="695" y="695"/>
                </a:lnTo>
                <a:lnTo>
                  <a:pt x="0" y="0"/>
                </a:lnTo>
                <a:close/>
              </a:path>
            </a:pathLst>
          </a:custGeom>
          <a:solidFill>
            <a:srgbClr val="065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9"/>
          <p:cNvSpPr/>
          <p:nvPr/>
        </p:nvSpPr>
        <p:spPr>
          <a:xfrm>
            <a:off x="8190811" y="3404875"/>
            <a:ext cx="3956" cy="86273"/>
          </a:xfrm>
          <a:custGeom>
            <a:rect b="b" l="l" r="r" t="t"/>
            <a:pathLst>
              <a:path extrusionOk="0" h="3598" w="165">
                <a:moveTo>
                  <a:pt x="164" y="0"/>
                </a:moveTo>
                <a:lnTo>
                  <a:pt x="1" y="3597"/>
                </a:lnTo>
                <a:lnTo>
                  <a:pt x="1" y="3597"/>
                </a:lnTo>
                <a:lnTo>
                  <a:pt x="164" y="0"/>
                </a:lnTo>
                <a:lnTo>
                  <a:pt x="164" y="0"/>
                </a:lnTo>
                <a:close/>
                <a:moveTo>
                  <a:pt x="164" y="0"/>
                </a:moveTo>
                <a:lnTo>
                  <a:pt x="164" y="0"/>
                </a:lnTo>
                <a:lnTo>
                  <a:pt x="164" y="0"/>
                </a:lnTo>
                <a:close/>
              </a:path>
            </a:pathLst>
          </a:custGeom>
          <a:solidFill>
            <a:srgbClr val="F7E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9"/>
          <p:cNvSpPr/>
          <p:nvPr/>
        </p:nvSpPr>
        <p:spPr>
          <a:xfrm>
            <a:off x="8292743" y="2997148"/>
            <a:ext cx="24" cy="24"/>
          </a:xfrm>
          <a:custGeom>
            <a:rect b="b" l="l" r="r" t="t"/>
            <a:pathLst>
              <a:path extrusionOk="0" h="1" w="1">
                <a:moveTo>
                  <a:pt x="1" y="1"/>
                </a:moveTo>
                <a:lnTo>
                  <a:pt x="1" y="1"/>
                </a:lnTo>
                <a:lnTo>
                  <a:pt x="1" y="1"/>
                </a:lnTo>
                <a:close/>
                <a:moveTo>
                  <a:pt x="1" y="1"/>
                </a:moveTo>
                <a:lnTo>
                  <a:pt x="1" y="1"/>
                </a:lnTo>
                <a:lnTo>
                  <a:pt x="1" y="1"/>
                </a:lnTo>
                <a:lnTo>
                  <a:pt x="1" y="1"/>
                </a:lnTo>
                <a:close/>
              </a:path>
            </a:pathLst>
          </a:custGeom>
          <a:solidFill>
            <a:srgbClr val="DC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9"/>
          <p:cNvSpPr/>
          <p:nvPr/>
        </p:nvSpPr>
        <p:spPr>
          <a:xfrm>
            <a:off x="8153573" y="2993239"/>
            <a:ext cx="143124" cy="109795"/>
          </a:xfrm>
          <a:custGeom>
            <a:rect b="b" l="l" r="r" t="t"/>
            <a:pathLst>
              <a:path extrusionOk="0" h="4579" w="5969">
                <a:moveTo>
                  <a:pt x="4783" y="0"/>
                </a:moveTo>
                <a:cubicBezTo>
                  <a:pt x="3066" y="1186"/>
                  <a:pt x="1554" y="2535"/>
                  <a:pt x="1" y="3720"/>
                </a:cubicBezTo>
                <a:cubicBezTo>
                  <a:pt x="328" y="4088"/>
                  <a:pt x="859" y="4251"/>
                  <a:pt x="1186" y="4578"/>
                </a:cubicBezTo>
                <a:cubicBezTo>
                  <a:pt x="2739" y="3393"/>
                  <a:pt x="4415" y="2044"/>
                  <a:pt x="5968" y="818"/>
                </a:cubicBezTo>
                <a:cubicBezTo>
                  <a:pt x="5968" y="491"/>
                  <a:pt x="5968" y="327"/>
                  <a:pt x="5805" y="164"/>
                </a:cubicBezTo>
                <a:cubicBezTo>
                  <a:pt x="5641" y="0"/>
                  <a:pt x="5437" y="0"/>
                  <a:pt x="5273" y="0"/>
                </a:cubicBez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9"/>
          <p:cNvSpPr/>
          <p:nvPr/>
        </p:nvSpPr>
        <p:spPr>
          <a:xfrm>
            <a:off x="7884056" y="3291194"/>
            <a:ext cx="12756" cy="45103"/>
          </a:xfrm>
          <a:custGeom>
            <a:rect b="b" l="l" r="r" t="t"/>
            <a:pathLst>
              <a:path extrusionOk="0" h="1881" w="532">
                <a:moveTo>
                  <a:pt x="327" y="164"/>
                </a:moveTo>
                <a:cubicBezTo>
                  <a:pt x="532" y="491"/>
                  <a:pt x="164" y="1185"/>
                  <a:pt x="0" y="1880"/>
                </a:cubicBezTo>
                <a:lnTo>
                  <a:pt x="0" y="1880"/>
                </a:lnTo>
                <a:cubicBezTo>
                  <a:pt x="164" y="1185"/>
                  <a:pt x="532" y="491"/>
                  <a:pt x="327" y="164"/>
                </a:cubicBezTo>
                <a:close/>
                <a:moveTo>
                  <a:pt x="327" y="0"/>
                </a:moveTo>
                <a:lnTo>
                  <a:pt x="327" y="164"/>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9"/>
          <p:cNvSpPr/>
          <p:nvPr/>
        </p:nvSpPr>
        <p:spPr>
          <a:xfrm>
            <a:off x="7884056" y="3274529"/>
            <a:ext cx="41170" cy="61767"/>
          </a:xfrm>
          <a:custGeom>
            <a:rect b="b" l="l" r="r" t="t"/>
            <a:pathLst>
              <a:path extrusionOk="0" h="2576" w="1717">
                <a:moveTo>
                  <a:pt x="1186" y="0"/>
                </a:moveTo>
                <a:cubicBezTo>
                  <a:pt x="859" y="164"/>
                  <a:pt x="532" y="327"/>
                  <a:pt x="327" y="695"/>
                </a:cubicBezTo>
                <a:lnTo>
                  <a:pt x="327" y="859"/>
                </a:lnTo>
                <a:cubicBezTo>
                  <a:pt x="532" y="1186"/>
                  <a:pt x="164" y="1880"/>
                  <a:pt x="0" y="2575"/>
                </a:cubicBezTo>
                <a:cubicBezTo>
                  <a:pt x="532" y="2044"/>
                  <a:pt x="1022" y="1717"/>
                  <a:pt x="1717" y="1186"/>
                </a:cubicBezTo>
                <a:cubicBezTo>
                  <a:pt x="1349" y="859"/>
                  <a:pt x="1186" y="327"/>
                  <a:pt x="1186" y="0"/>
                </a:cubicBez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9"/>
          <p:cNvSpPr/>
          <p:nvPr/>
        </p:nvSpPr>
        <p:spPr>
          <a:xfrm>
            <a:off x="8259413" y="3148091"/>
            <a:ext cx="24529" cy="16689"/>
          </a:xfrm>
          <a:custGeom>
            <a:rect b="b" l="l" r="r" t="t"/>
            <a:pathLst>
              <a:path extrusionOk="0" h="696" w="1023">
                <a:moveTo>
                  <a:pt x="1" y="0"/>
                </a:moveTo>
                <a:lnTo>
                  <a:pt x="1" y="0"/>
                </a:lnTo>
                <a:cubicBezTo>
                  <a:pt x="205" y="327"/>
                  <a:pt x="532" y="491"/>
                  <a:pt x="1023" y="695"/>
                </a:cubicBezTo>
                <a:lnTo>
                  <a:pt x="1023" y="491"/>
                </a:lnTo>
                <a:cubicBezTo>
                  <a:pt x="532" y="491"/>
                  <a:pt x="369" y="32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9"/>
          <p:cNvSpPr/>
          <p:nvPr/>
        </p:nvSpPr>
        <p:spPr>
          <a:xfrm>
            <a:off x="7945800" y="3397035"/>
            <a:ext cx="32370" cy="12756"/>
          </a:xfrm>
          <a:custGeom>
            <a:rect b="b" l="l" r="r" t="t"/>
            <a:pathLst>
              <a:path extrusionOk="0" h="532" w="1350">
                <a:moveTo>
                  <a:pt x="1349" y="0"/>
                </a:moveTo>
                <a:cubicBezTo>
                  <a:pt x="1022" y="0"/>
                  <a:pt x="491" y="164"/>
                  <a:pt x="0" y="532"/>
                </a:cubicBezTo>
                <a:lnTo>
                  <a:pt x="0" y="532"/>
                </a:lnTo>
                <a:cubicBezTo>
                  <a:pt x="491" y="164"/>
                  <a:pt x="1022" y="0"/>
                  <a:pt x="13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9"/>
          <p:cNvSpPr/>
          <p:nvPr/>
        </p:nvSpPr>
        <p:spPr>
          <a:xfrm>
            <a:off x="7978147" y="3397035"/>
            <a:ext cx="24" cy="24"/>
          </a:xfrm>
          <a:custGeom>
            <a:rect b="b" l="l" r="r" t="t"/>
            <a:pathLst>
              <a:path extrusionOk="0" h="1" w="1">
                <a:moveTo>
                  <a:pt x="0" y="0"/>
                </a:moveTo>
                <a:lnTo>
                  <a:pt x="0" y="0"/>
                </a:lnTo>
                <a:lnTo>
                  <a:pt x="0" y="0"/>
                </a:lnTo>
                <a:close/>
              </a:path>
            </a:pathLst>
          </a:custGeom>
          <a:solidFill>
            <a:srgbClr val="FFEE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9"/>
          <p:cNvSpPr/>
          <p:nvPr/>
        </p:nvSpPr>
        <p:spPr>
          <a:xfrm>
            <a:off x="7978147" y="3393102"/>
            <a:ext cx="20597" cy="3956"/>
          </a:xfrm>
          <a:custGeom>
            <a:rect b="b" l="l" r="r" t="t"/>
            <a:pathLst>
              <a:path extrusionOk="0" h="165" w="859">
                <a:moveTo>
                  <a:pt x="858" y="164"/>
                </a:moveTo>
                <a:lnTo>
                  <a:pt x="858" y="164"/>
                </a:lnTo>
                <a:lnTo>
                  <a:pt x="858" y="164"/>
                </a:lnTo>
                <a:lnTo>
                  <a:pt x="858" y="164"/>
                </a:lnTo>
                <a:close/>
                <a:moveTo>
                  <a:pt x="491" y="1"/>
                </a:moveTo>
                <a:cubicBezTo>
                  <a:pt x="327" y="1"/>
                  <a:pt x="164" y="164"/>
                  <a:pt x="0" y="164"/>
                </a:cubicBezTo>
                <a:lnTo>
                  <a:pt x="0" y="164"/>
                </a:lnTo>
                <a:cubicBezTo>
                  <a:pt x="164" y="164"/>
                  <a:pt x="327" y="1"/>
                  <a:pt x="491" y="1"/>
                </a:cubicBezTo>
                <a:cubicBezTo>
                  <a:pt x="491" y="1"/>
                  <a:pt x="695" y="164"/>
                  <a:pt x="858" y="164"/>
                </a:cubicBezTo>
                <a:cubicBezTo>
                  <a:pt x="695" y="164"/>
                  <a:pt x="491" y="1"/>
                  <a:pt x="491" y="1"/>
                </a:cubicBezTo>
                <a:close/>
              </a:path>
            </a:pathLst>
          </a:custGeom>
          <a:solidFill>
            <a:srgbClr val="FAE4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9"/>
          <p:cNvSpPr/>
          <p:nvPr/>
        </p:nvSpPr>
        <p:spPr>
          <a:xfrm>
            <a:off x="7945800" y="3372529"/>
            <a:ext cx="68625" cy="37262"/>
          </a:xfrm>
          <a:custGeom>
            <a:rect b="b" l="l" r="r" t="t"/>
            <a:pathLst>
              <a:path extrusionOk="0" h="1554" w="2862">
                <a:moveTo>
                  <a:pt x="1676" y="1"/>
                </a:moveTo>
                <a:cubicBezTo>
                  <a:pt x="1186" y="532"/>
                  <a:pt x="491" y="1022"/>
                  <a:pt x="0" y="1554"/>
                </a:cubicBezTo>
                <a:cubicBezTo>
                  <a:pt x="491" y="1186"/>
                  <a:pt x="1022" y="1022"/>
                  <a:pt x="1349" y="1022"/>
                </a:cubicBezTo>
                <a:cubicBezTo>
                  <a:pt x="1513" y="1022"/>
                  <a:pt x="1676" y="859"/>
                  <a:pt x="1840" y="859"/>
                </a:cubicBezTo>
                <a:cubicBezTo>
                  <a:pt x="1840" y="859"/>
                  <a:pt x="2044" y="1022"/>
                  <a:pt x="2207" y="1022"/>
                </a:cubicBezTo>
                <a:cubicBezTo>
                  <a:pt x="2534" y="859"/>
                  <a:pt x="2698" y="695"/>
                  <a:pt x="2861" y="532"/>
                </a:cubicBezTo>
                <a:cubicBezTo>
                  <a:pt x="2371" y="328"/>
                  <a:pt x="2044" y="164"/>
                  <a:pt x="1676" y="1"/>
                </a:cubicBez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9"/>
          <p:cNvSpPr/>
          <p:nvPr/>
        </p:nvSpPr>
        <p:spPr>
          <a:xfrm>
            <a:off x="8072238" y="3523472"/>
            <a:ext cx="7865" cy="3932"/>
          </a:xfrm>
          <a:custGeom>
            <a:rect b="b" l="l" r="r" t="t"/>
            <a:pathLst>
              <a:path extrusionOk="0" h="164" w="328">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0" y="164"/>
                </a:moveTo>
                <a:lnTo>
                  <a:pt x="0" y="164"/>
                </a:lnTo>
                <a:lnTo>
                  <a:pt x="0"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164"/>
                </a:moveTo>
                <a:lnTo>
                  <a:pt x="164" y="164"/>
                </a:lnTo>
                <a:lnTo>
                  <a:pt x="164" y="164"/>
                </a:lnTo>
                <a:close/>
                <a:moveTo>
                  <a:pt x="164" y="0"/>
                </a:moveTo>
                <a:lnTo>
                  <a:pt x="164" y="0"/>
                </a:lnTo>
                <a:lnTo>
                  <a:pt x="164" y="0"/>
                </a:lnTo>
                <a:close/>
                <a:moveTo>
                  <a:pt x="164" y="0"/>
                </a:moveTo>
                <a:lnTo>
                  <a:pt x="164" y="0"/>
                </a:lnTo>
                <a:lnTo>
                  <a:pt x="164" y="0"/>
                </a:lnTo>
                <a:close/>
                <a:moveTo>
                  <a:pt x="164" y="0"/>
                </a:moveTo>
                <a:lnTo>
                  <a:pt x="164" y="0"/>
                </a:lnTo>
                <a:lnTo>
                  <a:pt x="164"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lnTo>
                  <a:pt x="327" y="0"/>
                </a:lnTo>
                <a:close/>
                <a:moveTo>
                  <a:pt x="327" y="0"/>
                </a:moveTo>
                <a:lnTo>
                  <a:pt x="327" y="0"/>
                </a:lnTo>
                <a:close/>
              </a:path>
            </a:pathLst>
          </a:custGeom>
          <a:solidFill>
            <a:srgbClr val="FAE4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9"/>
          <p:cNvSpPr/>
          <p:nvPr/>
        </p:nvSpPr>
        <p:spPr>
          <a:xfrm>
            <a:off x="8194743" y="3404875"/>
            <a:ext cx="24" cy="24"/>
          </a:xfrm>
          <a:custGeom>
            <a:rect b="b" l="l" r="r" t="t"/>
            <a:pathLst>
              <a:path extrusionOk="0" h="1" w="1">
                <a:moveTo>
                  <a:pt x="0" y="0"/>
                </a:moveTo>
                <a:lnTo>
                  <a:pt x="0" y="0"/>
                </a:lnTo>
                <a:lnTo>
                  <a:pt x="0" y="0"/>
                </a:lnTo>
                <a:lnTo>
                  <a:pt x="0" y="0"/>
                </a:lnTo>
                <a:lnTo>
                  <a:pt x="0" y="0"/>
                </a:lnTo>
                <a:close/>
              </a:path>
            </a:pathLst>
          </a:custGeom>
          <a:solidFill>
            <a:srgbClr val="FAF3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9"/>
          <p:cNvSpPr/>
          <p:nvPr/>
        </p:nvSpPr>
        <p:spPr>
          <a:xfrm>
            <a:off x="8194743" y="3404875"/>
            <a:ext cx="24" cy="24"/>
          </a:xfrm>
          <a:custGeom>
            <a:rect b="b" l="l" r="r" t="t"/>
            <a:pathLst>
              <a:path extrusionOk="0" h="1" w="1">
                <a:moveTo>
                  <a:pt x="0" y="0"/>
                </a:moveTo>
                <a:lnTo>
                  <a:pt x="0" y="0"/>
                </a:lnTo>
                <a:lnTo>
                  <a:pt x="0" y="0"/>
                </a:lnTo>
                <a:close/>
              </a:path>
            </a:pathLst>
          </a:custGeom>
          <a:solidFill>
            <a:srgbClr val="FAE4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 name="Google Shape;1288;p49"/>
          <p:cNvGrpSpPr/>
          <p:nvPr/>
        </p:nvGrpSpPr>
        <p:grpSpPr>
          <a:xfrm>
            <a:off x="3524229" y="4307540"/>
            <a:ext cx="6289257" cy="539081"/>
            <a:chOff x="3457434" y="4469778"/>
            <a:chExt cx="6350017" cy="544289"/>
          </a:xfrm>
        </p:grpSpPr>
        <p:sp>
          <p:nvSpPr>
            <p:cNvPr id="1289" name="Google Shape;1289;p49"/>
            <p:cNvSpPr/>
            <p:nvPr/>
          </p:nvSpPr>
          <p:spPr>
            <a:xfrm>
              <a:off x="3457434" y="4667694"/>
              <a:ext cx="1467538" cy="346372"/>
            </a:xfrm>
            <a:custGeom>
              <a:rect b="b" l="l" r="r" t="t"/>
              <a:pathLst>
                <a:path extrusionOk="0" h="14307" w="60617">
                  <a:moveTo>
                    <a:pt x="7848" y="0"/>
                  </a:moveTo>
                  <a:cubicBezTo>
                    <a:pt x="3393" y="0"/>
                    <a:pt x="1" y="3229"/>
                    <a:pt x="1" y="7153"/>
                  </a:cubicBezTo>
                  <a:cubicBezTo>
                    <a:pt x="1" y="11077"/>
                    <a:pt x="3393" y="14306"/>
                    <a:pt x="7848" y="14306"/>
                  </a:cubicBezTo>
                  <a:lnTo>
                    <a:pt x="60617" y="14306"/>
                  </a:lnTo>
                  <a:lnTo>
                    <a:pt x="60617" y="0"/>
                  </a:lnTo>
                  <a:close/>
                </a:path>
              </a:pathLst>
            </a:custGeom>
            <a:solidFill>
              <a:schemeClr val="accent3"/>
            </a:solidFill>
            <a:ln cap="flat" cmpd="sng" w="19050">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9"/>
            <p:cNvSpPr/>
            <p:nvPr/>
          </p:nvSpPr>
          <p:spPr>
            <a:xfrm>
              <a:off x="3531662" y="4713209"/>
              <a:ext cx="1393310" cy="255319"/>
            </a:xfrm>
            <a:custGeom>
              <a:rect b="b" l="l" r="r" t="t"/>
              <a:pathLst>
                <a:path extrusionOk="0" h="10546" w="57551">
                  <a:moveTo>
                    <a:pt x="7480" y="0"/>
                  </a:moveTo>
                  <a:cubicBezTo>
                    <a:pt x="3393" y="0"/>
                    <a:pt x="0" y="2371"/>
                    <a:pt x="0" y="5273"/>
                  </a:cubicBezTo>
                  <a:cubicBezTo>
                    <a:pt x="0" y="8175"/>
                    <a:pt x="3393" y="10546"/>
                    <a:pt x="7480" y="10546"/>
                  </a:cubicBezTo>
                  <a:lnTo>
                    <a:pt x="57551" y="10546"/>
                  </a:lnTo>
                  <a:lnTo>
                    <a:pt x="5755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9"/>
            <p:cNvSpPr/>
            <p:nvPr/>
          </p:nvSpPr>
          <p:spPr>
            <a:xfrm>
              <a:off x="3531662" y="4750807"/>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9"/>
            <p:cNvSpPr/>
            <p:nvPr/>
          </p:nvSpPr>
          <p:spPr>
            <a:xfrm>
              <a:off x="3598337" y="4741898"/>
              <a:ext cx="1422023" cy="16850"/>
            </a:xfrm>
            <a:custGeom>
              <a:rect b="b" l="l" r="r" t="t"/>
              <a:pathLst>
                <a:path extrusionOk="0" h="696" w="58737">
                  <a:moveTo>
                    <a:pt x="0" y="1"/>
                  </a:moveTo>
                  <a:lnTo>
                    <a:pt x="0" y="696"/>
                  </a:lnTo>
                  <a:lnTo>
                    <a:pt x="58736" y="696"/>
                  </a:lnTo>
                  <a:lnTo>
                    <a:pt x="58736"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9"/>
            <p:cNvSpPr/>
            <p:nvPr/>
          </p:nvSpPr>
          <p:spPr>
            <a:xfrm>
              <a:off x="3531662" y="4812156"/>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9"/>
            <p:cNvSpPr/>
            <p:nvPr/>
          </p:nvSpPr>
          <p:spPr>
            <a:xfrm>
              <a:off x="3531662" y="4804239"/>
              <a:ext cx="1422023" cy="15858"/>
            </a:xfrm>
            <a:custGeom>
              <a:rect b="b" l="l" r="r" t="t"/>
              <a:pathLst>
                <a:path extrusionOk="0" h="655" w="58737">
                  <a:moveTo>
                    <a:pt x="0" y="1"/>
                  </a:moveTo>
                  <a:lnTo>
                    <a:pt x="0" y="655"/>
                  </a:lnTo>
                  <a:lnTo>
                    <a:pt x="58736" y="655"/>
                  </a:lnTo>
                  <a:lnTo>
                    <a:pt x="58736"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9"/>
            <p:cNvSpPr/>
            <p:nvPr/>
          </p:nvSpPr>
          <p:spPr>
            <a:xfrm>
              <a:off x="3531662" y="4869557"/>
              <a:ext cx="1422023" cy="24"/>
            </a:xfrm>
            <a:custGeom>
              <a:rect b="b" l="l" r="r" t="t"/>
              <a:pathLst>
                <a:path extrusionOk="0" h="1" w="58737">
                  <a:moveTo>
                    <a:pt x="0" y="0"/>
                  </a:moveTo>
                  <a:lnTo>
                    <a:pt x="58736" y="0"/>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9"/>
            <p:cNvSpPr/>
            <p:nvPr/>
          </p:nvSpPr>
          <p:spPr>
            <a:xfrm>
              <a:off x="3531662" y="4861641"/>
              <a:ext cx="1422023" cy="16850"/>
            </a:xfrm>
            <a:custGeom>
              <a:rect b="b" l="l" r="r" t="t"/>
              <a:pathLst>
                <a:path extrusionOk="0" h="696" w="58737">
                  <a:moveTo>
                    <a:pt x="0" y="0"/>
                  </a:moveTo>
                  <a:lnTo>
                    <a:pt x="0" y="695"/>
                  </a:lnTo>
                  <a:lnTo>
                    <a:pt x="58736" y="695"/>
                  </a:lnTo>
                  <a:lnTo>
                    <a:pt x="58736"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9"/>
            <p:cNvSpPr/>
            <p:nvPr/>
          </p:nvSpPr>
          <p:spPr>
            <a:xfrm>
              <a:off x="3531662" y="4931898"/>
              <a:ext cx="1422023" cy="24"/>
            </a:xfrm>
            <a:custGeom>
              <a:rect b="b" l="l" r="r" t="t"/>
              <a:pathLst>
                <a:path extrusionOk="0" h="1" w="58737">
                  <a:moveTo>
                    <a:pt x="0" y="0"/>
                  </a:moveTo>
                  <a:lnTo>
                    <a:pt x="58736" y="0"/>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9"/>
            <p:cNvSpPr/>
            <p:nvPr/>
          </p:nvSpPr>
          <p:spPr>
            <a:xfrm>
              <a:off x="3607862" y="4923982"/>
              <a:ext cx="1422023" cy="15858"/>
            </a:xfrm>
            <a:custGeom>
              <a:rect b="b" l="l" r="r" t="t"/>
              <a:pathLst>
                <a:path extrusionOk="0" h="655" w="58737">
                  <a:moveTo>
                    <a:pt x="0" y="0"/>
                  </a:moveTo>
                  <a:lnTo>
                    <a:pt x="0" y="654"/>
                  </a:lnTo>
                  <a:lnTo>
                    <a:pt x="58736" y="654"/>
                  </a:lnTo>
                  <a:lnTo>
                    <a:pt x="58736"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9"/>
            <p:cNvSpPr/>
            <p:nvPr/>
          </p:nvSpPr>
          <p:spPr>
            <a:xfrm>
              <a:off x="3457434" y="4469778"/>
              <a:ext cx="1467538" cy="197941"/>
            </a:xfrm>
            <a:custGeom>
              <a:rect b="b" l="l" r="r" t="t"/>
              <a:pathLst>
                <a:path extrusionOk="0" h="8176" w="60617">
                  <a:moveTo>
                    <a:pt x="7848" y="0"/>
                  </a:moveTo>
                  <a:cubicBezTo>
                    <a:pt x="3393" y="0"/>
                    <a:pt x="1" y="1881"/>
                    <a:pt x="1" y="4088"/>
                  </a:cubicBezTo>
                  <a:cubicBezTo>
                    <a:pt x="1" y="6295"/>
                    <a:pt x="3393" y="8175"/>
                    <a:pt x="7848" y="8175"/>
                  </a:cubicBezTo>
                  <a:lnTo>
                    <a:pt x="60617" y="8175"/>
                  </a:lnTo>
                  <a:lnTo>
                    <a:pt x="60617" y="0"/>
                  </a:lnTo>
                  <a:close/>
                </a:path>
              </a:pathLst>
            </a:custGeom>
            <a:solidFill>
              <a:schemeClr val="accent1"/>
            </a:solidFill>
            <a:ln cap="flat" cmpd="sng" w="19050">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9"/>
            <p:cNvSpPr/>
            <p:nvPr/>
          </p:nvSpPr>
          <p:spPr>
            <a:xfrm>
              <a:off x="3531662" y="4494520"/>
              <a:ext cx="1393310" cy="144485"/>
            </a:xfrm>
            <a:custGeom>
              <a:rect b="b" l="l" r="r" t="t"/>
              <a:pathLst>
                <a:path extrusionOk="0" h="5968" w="57551">
                  <a:moveTo>
                    <a:pt x="7480" y="0"/>
                  </a:moveTo>
                  <a:cubicBezTo>
                    <a:pt x="3393" y="0"/>
                    <a:pt x="0" y="1390"/>
                    <a:pt x="0" y="3066"/>
                  </a:cubicBezTo>
                  <a:cubicBezTo>
                    <a:pt x="0" y="4782"/>
                    <a:pt x="3393" y="5968"/>
                    <a:pt x="7480" y="5968"/>
                  </a:cubicBezTo>
                  <a:lnTo>
                    <a:pt x="57551" y="5968"/>
                  </a:lnTo>
                  <a:lnTo>
                    <a:pt x="5755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9"/>
            <p:cNvSpPr/>
            <p:nvPr/>
          </p:nvSpPr>
          <p:spPr>
            <a:xfrm>
              <a:off x="3531662" y="4536065"/>
              <a:ext cx="477978" cy="102941"/>
            </a:xfrm>
            <a:custGeom>
              <a:rect b="b" l="l" r="r" t="t"/>
              <a:pathLst>
                <a:path extrusionOk="0" h="4252" w="19743">
                  <a:moveTo>
                    <a:pt x="859" y="1"/>
                  </a:moveTo>
                  <a:cubicBezTo>
                    <a:pt x="327" y="328"/>
                    <a:pt x="0" y="859"/>
                    <a:pt x="0" y="1350"/>
                  </a:cubicBezTo>
                  <a:cubicBezTo>
                    <a:pt x="0" y="3066"/>
                    <a:pt x="3393" y="4252"/>
                    <a:pt x="7480" y="4252"/>
                  </a:cubicBezTo>
                  <a:lnTo>
                    <a:pt x="19742" y="4252"/>
                  </a:lnTo>
                  <a:cubicBezTo>
                    <a:pt x="12753" y="3761"/>
                    <a:pt x="4946" y="2739"/>
                    <a:pt x="859" y="1"/>
                  </a:cubicBezTo>
                  <a:close/>
                </a:path>
              </a:pathLst>
            </a:custGeom>
            <a:solidFill>
              <a:srgbClr val="D3D1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9"/>
            <p:cNvSpPr/>
            <p:nvPr/>
          </p:nvSpPr>
          <p:spPr>
            <a:xfrm>
              <a:off x="3531662" y="4515293"/>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9"/>
            <p:cNvSpPr/>
            <p:nvPr/>
          </p:nvSpPr>
          <p:spPr>
            <a:xfrm>
              <a:off x="3607862" y="4507376"/>
              <a:ext cx="1422023" cy="15858"/>
            </a:xfrm>
            <a:custGeom>
              <a:rect b="b" l="l" r="r" t="t"/>
              <a:pathLst>
                <a:path extrusionOk="0" h="655" w="58737">
                  <a:moveTo>
                    <a:pt x="0" y="1"/>
                  </a:moveTo>
                  <a:lnTo>
                    <a:pt x="0" y="655"/>
                  </a:lnTo>
                  <a:lnTo>
                    <a:pt x="58736" y="655"/>
                  </a:lnTo>
                  <a:lnTo>
                    <a:pt x="58736"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9"/>
            <p:cNvSpPr/>
            <p:nvPr/>
          </p:nvSpPr>
          <p:spPr>
            <a:xfrm>
              <a:off x="3531662" y="4552891"/>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9"/>
            <p:cNvSpPr/>
            <p:nvPr/>
          </p:nvSpPr>
          <p:spPr>
            <a:xfrm>
              <a:off x="3541187" y="4543981"/>
              <a:ext cx="1422023" cy="16850"/>
            </a:xfrm>
            <a:custGeom>
              <a:rect b="b" l="l" r="r" t="t"/>
              <a:pathLst>
                <a:path extrusionOk="0" h="696" w="58737">
                  <a:moveTo>
                    <a:pt x="0" y="1"/>
                  </a:moveTo>
                  <a:lnTo>
                    <a:pt x="0" y="696"/>
                  </a:lnTo>
                  <a:lnTo>
                    <a:pt x="58736" y="696"/>
                  </a:lnTo>
                  <a:lnTo>
                    <a:pt x="58736"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9"/>
            <p:cNvSpPr/>
            <p:nvPr/>
          </p:nvSpPr>
          <p:spPr>
            <a:xfrm>
              <a:off x="3531662" y="4585550"/>
              <a:ext cx="1422023" cy="24"/>
            </a:xfrm>
            <a:custGeom>
              <a:rect b="b" l="l" r="r" t="t"/>
              <a:pathLst>
                <a:path extrusionOk="0" h="1" w="58737">
                  <a:moveTo>
                    <a:pt x="0" y="1"/>
                  </a:moveTo>
                  <a:lnTo>
                    <a:pt x="58736" y="1"/>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9"/>
            <p:cNvSpPr/>
            <p:nvPr/>
          </p:nvSpPr>
          <p:spPr>
            <a:xfrm>
              <a:off x="3531662" y="4618209"/>
              <a:ext cx="1422023" cy="24"/>
            </a:xfrm>
            <a:custGeom>
              <a:rect b="b" l="l" r="r" t="t"/>
              <a:pathLst>
                <a:path extrusionOk="0" h="1" w="58737">
                  <a:moveTo>
                    <a:pt x="0" y="0"/>
                  </a:moveTo>
                  <a:lnTo>
                    <a:pt x="58736" y="0"/>
                  </a:ln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9"/>
            <p:cNvSpPr/>
            <p:nvPr/>
          </p:nvSpPr>
          <p:spPr>
            <a:xfrm>
              <a:off x="3607862" y="4610293"/>
              <a:ext cx="1422023" cy="16850"/>
            </a:xfrm>
            <a:custGeom>
              <a:rect b="b" l="l" r="r" t="t"/>
              <a:pathLst>
                <a:path extrusionOk="0" h="696" w="58737">
                  <a:moveTo>
                    <a:pt x="0" y="0"/>
                  </a:moveTo>
                  <a:lnTo>
                    <a:pt x="0" y="695"/>
                  </a:lnTo>
                  <a:lnTo>
                    <a:pt x="58736" y="695"/>
                  </a:lnTo>
                  <a:lnTo>
                    <a:pt x="58736"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9"/>
            <p:cNvSpPr/>
            <p:nvPr/>
          </p:nvSpPr>
          <p:spPr>
            <a:xfrm>
              <a:off x="3541187" y="4577633"/>
              <a:ext cx="1422023" cy="15858"/>
            </a:xfrm>
            <a:custGeom>
              <a:rect b="b" l="l" r="r" t="t"/>
              <a:pathLst>
                <a:path extrusionOk="0" h="655" w="58737">
                  <a:moveTo>
                    <a:pt x="0" y="1"/>
                  </a:moveTo>
                  <a:lnTo>
                    <a:pt x="0" y="655"/>
                  </a:lnTo>
                  <a:lnTo>
                    <a:pt x="58736" y="655"/>
                  </a:lnTo>
                  <a:lnTo>
                    <a:pt x="58736" y="1"/>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9"/>
            <p:cNvSpPr/>
            <p:nvPr/>
          </p:nvSpPr>
          <p:spPr>
            <a:xfrm>
              <a:off x="3494040" y="4494520"/>
              <a:ext cx="6313411" cy="12880"/>
            </a:xfrm>
            <a:custGeom>
              <a:rect b="b" l="l" r="r" t="t"/>
              <a:pathLst>
                <a:path extrusionOk="0" h="532" w="260777">
                  <a:moveTo>
                    <a:pt x="1" y="0"/>
                  </a:moveTo>
                  <a:lnTo>
                    <a:pt x="1" y="532"/>
                  </a:lnTo>
                  <a:cubicBezTo>
                    <a:pt x="369" y="368"/>
                    <a:pt x="696" y="164"/>
                    <a:pt x="1227" y="0"/>
                  </a:cubicBezTo>
                  <a:close/>
                  <a:moveTo>
                    <a:pt x="217491" y="0"/>
                  </a:moveTo>
                  <a:lnTo>
                    <a:pt x="218350" y="532"/>
                  </a:lnTo>
                  <a:lnTo>
                    <a:pt x="224317" y="532"/>
                  </a:lnTo>
                  <a:lnTo>
                    <a:pt x="224154" y="0"/>
                  </a:lnTo>
                  <a:close/>
                  <a:moveTo>
                    <a:pt x="255463" y="0"/>
                  </a:moveTo>
                  <a:lnTo>
                    <a:pt x="255463" y="532"/>
                  </a:lnTo>
                  <a:lnTo>
                    <a:pt x="260777" y="532"/>
                  </a:lnTo>
                  <a:lnTo>
                    <a:pt x="260777" y="0"/>
                  </a:lnTo>
                  <a:close/>
                </a:path>
              </a:pathLst>
            </a:custGeom>
            <a:solidFill>
              <a:srgbClr val="000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 name="Google Shape;1311;p49"/>
          <p:cNvSpPr/>
          <p:nvPr/>
        </p:nvSpPr>
        <p:spPr>
          <a:xfrm>
            <a:off x="4124124" y="1940852"/>
            <a:ext cx="5114140" cy="3032321"/>
          </a:xfrm>
          <a:custGeom>
            <a:rect b="b" l="l" r="r" t="t"/>
            <a:pathLst>
              <a:path extrusionOk="0" h="134190" w="225135">
                <a:moveTo>
                  <a:pt x="41896" y="1"/>
                </a:moveTo>
                <a:cubicBezTo>
                  <a:pt x="37114" y="1"/>
                  <a:pt x="33190" y="3924"/>
                  <a:pt x="33190" y="8707"/>
                </a:cubicBezTo>
                <a:lnTo>
                  <a:pt x="33190" y="102349"/>
                </a:lnTo>
                <a:lnTo>
                  <a:pt x="1676" y="125197"/>
                </a:lnTo>
                <a:lnTo>
                  <a:pt x="2044" y="125197"/>
                </a:lnTo>
                <a:cubicBezTo>
                  <a:pt x="859" y="126015"/>
                  <a:pt x="0" y="127568"/>
                  <a:pt x="0" y="129081"/>
                </a:cubicBezTo>
                <a:cubicBezTo>
                  <a:pt x="0" y="131819"/>
                  <a:pt x="2371" y="134190"/>
                  <a:pt x="5109" y="134190"/>
                </a:cubicBezTo>
                <a:lnTo>
                  <a:pt x="220188" y="134190"/>
                </a:lnTo>
                <a:cubicBezTo>
                  <a:pt x="222927" y="134190"/>
                  <a:pt x="225134" y="131819"/>
                  <a:pt x="225134" y="129081"/>
                </a:cubicBezTo>
                <a:cubicBezTo>
                  <a:pt x="225134" y="127732"/>
                  <a:pt x="224644" y="126383"/>
                  <a:pt x="223622" y="125524"/>
                </a:cubicBezTo>
                <a:lnTo>
                  <a:pt x="223785" y="125524"/>
                </a:lnTo>
                <a:lnTo>
                  <a:pt x="192762" y="102349"/>
                </a:lnTo>
                <a:lnTo>
                  <a:pt x="192762" y="8707"/>
                </a:lnTo>
                <a:cubicBezTo>
                  <a:pt x="192762" y="3924"/>
                  <a:pt x="188879" y="1"/>
                  <a:pt x="184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 name="Google Shape;1312;p49"/>
          <p:cNvGrpSpPr/>
          <p:nvPr/>
        </p:nvGrpSpPr>
        <p:grpSpPr>
          <a:xfrm>
            <a:off x="8710866" y="1686515"/>
            <a:ext cx="1176128" cy="2845470"/>
            <a:chOff x="7907551" y="-114309"/>
            <a:chExt cx="1908059" cy="4616272"/>
          </a:xfrm>
        </p:grpSpPr>
        <p:sp>
          <p:nvSpPr>
            <p:cNvPr id="1313" name="Google Shape;1313;p49"/>
            <p:cNvSpPr/>
            <p:nvPr/>
          </p:nvSpPr>
          <p:spPr>
            <a:xfrm>
              <a:off x="8606186" y="3608365"/>
              <a:ext cx="39" cy="483371"/>
            </a:xfrm>
            <a:custGeom>
              <a:rect b="b" l="l" r="r" t="t"/>
              <a:pathLst>
                <a:path extrusionOk="0" h="12426" w="1">
                  <a:moveTo>
                    <a:pt x="1" y="0"/>
                  </a:moveTo>
                  <a:lnTo>
                    <a:pt x="1"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9"/>
            <p:cNvSpPr/>
            <p:nvPr/>
          </p:nvSpPr>
          <p:spPr>
            <a:xfrm>
              <a:off x="8566430" y="3568608"/>
              <a:ext cx="79551" cy="562883"/>
            </a:xfrm>
            <a:custGeom>
              <a:rect b="b" l="l" r="r" t="t"/>
              <a:pathLst>
                <a:path extrusionOk="0" h="14470" w="2045">
                  <a:moveTo>
                    <a:pt x="1023" y="0"/>
                  </a:moveTo>
                  <a:cubicBezTo>
                    <a:pt x="369" y="0"/>
                    <a:pt x="1" y="327"/>
                    <a:pt x="1" y="1022"/>
                  </a:cubicBezTo>
                  <a:lnTo>
                    <a:pt x="1" y="13448"/>
                  </a:lnTo>
                  <a:cubicBezTo>
                    <a:pt x="1" y="13979"/>
                    <a:pt x="369" y="14470"/>
                    <a:pt x="1023" y="14470"/>
                  </a:cubicBezTo>
                  <a:cubicBezTo>
                    <a:pt x="1554" y="14470"/>
                    <a:pt x="2044" y="13979"/>
                    <a:pt x="2044" y="13448"/>
                  </a:cubicBezTo>
                  <a:lnTo>
                    <a:pt x="2044" y="1022"/>
                  </a:lnTo>
                  <a:cubicBezTo>
                    <a:pt x="2044" y="327"/>
                    <a:pt x="1554" y="0"/>
                    <a:pt x="1023"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9"/>
            <p:cNvSpPr/>
            <p:nvPr/>
          </p:nvSpPr>
          <p:spPr>
            <a:xfrm>
              <a:off x="8798589" y="3873900"/>
              <a:ext cx="39" cy="483371"/>
            </a:xfrm>
            <a:custGeom>
              <a:rect b="b" l="l" r="r" t="t"/>
              <a:pathLst>
                <a:path extrusionOk="0" h="12426" w="1">
                  <a:moveTo>
                    <a:pt x="0" y="0"/>
                  </a:moveTo>
                  <a:lnTo>
                    <a:pt x="0"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9"/>
            <p:cNvSpPr/>
            <p:nvPr/>
          </p:nvSpPr>
          <p:spPr>
            <a:xfrm>
              <a:off x="8758832" y="3834144"/>
              <a:ext cx="79551" cy="562883"/>
            </a:xfrm>
            <a:custGeom>
              <a:rect b="b" l="l" r="r" t="t"/>
              <a:pathLst>
                <a:path extrusionOk="0" h="14470" w="2045">
                  <a:moveTo>
                    <a:pt x="1022" y="0"/>
                  </a:moveTo>
                  <a:cubicBezTo>
                    <a:pt x="532" y="0"/>
                    <a:pt x="0" y="491"/>
                    <a:pt x="0" y="1022"/>
                  </a:cubicBezTo>
                  <a:lnTo>
                    <a:pt x="0" y="13448"/>
                  </a:lnTo>
                  <a:cubicBezTo>
                    <a:pt x="0" y="14102"/>
                    <a:pt x="532" y="14470"/>
                    <a:pt x="1022" y="14470"/>
                  </a:cubicBezTo>
                  <a:cubicBezTo>
                    <a:pt x="1554" y="14470"/>
                    <a:pt x="2044" y="14102"/>
                    <a:pt x="2044" y="13448"/>
                  </a:cubicBezTo>
                  <a:lnTo>
                    <a:pt x="2044" y="1022"/>
                  </a:lnTo>
                  <a:cubicBezTo>
                    <a:pt x="2044" y="491"/>
                    <a:pt x="1554" y="0"/>
                    <a:pt x="1022"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9"/>
            <p:cNvSpPr/>
            <p:nvPr/>
          </p:nvSpPr>
          <p:spPr>
            <a:xfrm>
              <a:off x="7907551" y="-114309"/>
              <a:ext cx="1238654" cy="3139619"/>
            </a:xfrm>
            <a:custGeom>
              <a:rect b="b" l="l" r="r" t="t"/>
              <a:pathLst>
                <a:path extrusionOk="0" h="80710" w="31842">
                  <a:moveTo>
                    <a:pt x="3210" y="0"/>
                  </a:moveTo>
                  <a:cubicBezTo>
                    <a:pt x="2252" y="0"/>
                    <a:pt x="1348" y="293"/>
                    <a:pt x="818" y="992"/>
                  </a:cubicBezTo>
                  <a:cubicBezTo>
                    <a:pt x="164" y="1851"/>
                    <a:pt x="1" y="2873"/>
                    <a:pt x="1" y="3894"/>
                  </a:cubicBezTo>
                  <a:cubicBezTo>
                    <a:pt x="1" y="8677"/>
                    <a:pt x="4088" y="12928"/>
                    <a:pt x="3557" y="17710"/>
                  </a:cubicBezTo>
                  <a:cubicBezTo>
                    <a:pt x="3393" y="20408"/>
                    <a:pt x="1513" y="22983"/>
                    <a:pt x="1513" y="25680"/>
                  </a:cubicBezTo>
                  <a:cubicBezTo>
                    <a:pt x="1513" y="29768"/>
                    <a:pt x="5437" y="33038"/>
                    <a:pt x="6295" y="36921"/>
                  </a:cubicBezTo>
                  <a:cubicBezTo>
                    <a:pt x="7481" y="43420"/>
                    <a:pt x="655" y="50736"/>
                    <a:pt x="4579" y="56009"/>
                  </a:cubicBezTo>
                  <a:cubicBezTo>
                    <a:pt x="6295" y="58584"/>
                    <a:pt x="10219" y="59933"/>
                    <a:pt x="10383" y="62998"/>
                  </a:cubicBezTo>
                  <a:cubicBezTo>
                    <a:pt x="10546" y="65369"/>
                    <a:pt x="7971" y="67086"/>
                    <a:pt x="6786" y="69293"/>
                  </a:cubicBezTo>
                  <a:cubicBezTo>
                    <a:pt x="5273" y="71663"/>
                    <a:pt x="5437" y="74729"/>
                    <a:pt x="6786" y="77141"/>
                  </a:cubicBezTo>
                  <a:cubicBezTo>
                    <a:pt x="8254" y="79382"/>
                    <a:pt x="10929" y="80710"/>
                    <a:pt x="13496" y="80710"/>
                  </a:cubicBezTo>
                  <a:cubicBezTo>
                    <a:pt x="13644" y="80710"/>
                    <a:pt x="13792" y="80706"/>
                    <a:pt x="13939" y="80697"/>
                  </a:cubicBezTo>
                  <a:lnTo>
                    <a:pt x="22645" y="79838"/>
                  </a:lnTo>
                  <a:cubicBezTo>
                    <a:pt x="28245" y="79511"/>
                    <a:pt x="31842" y="71663"/>
                    <a:pt x="28245" y="67249"/>
                  </a:cubicBezTo>
                  <a:cubicBezTo>
                    <a:pt x="26569" y="65042"/>
                    <a:pt x="23503" y="63489"/>
                    <a:pt x="22645" y="60791"/>
                  </a:cubicBezTo>
                  <a:cubicBezTo>
                    <a:pt x="21623" y="56540"/>
                    <a:pt x="26732" y="52248"/>
                    <a:pt x="25016" y="48161"/>
                  </a:cubicBezTo>
                  <a:cubicBezTo>
                    <a:pt x="24321" y="46322"/>
                    <a:pt x="22277" y="45300"/>
                    <a:pt x="21092" y="43583"/>
                  </a:cubicBezTo>
                  <a:cubicBezTo>
                    <a:pt x="17863" y="39169"/>
                    <a:pt x="21787" y="32670"/>
                    <a:pt x="20601" y="27397"/>
                  </a:cubicBezTo>
                  <a:cubicBezTo>
                    <a:pt x="19743" y="22615"/>
                    <a:pt x="15124" y="19549"/>
                    <a:pt x="12917" y="15298"/>
                  </a:cubicBezTo>
                  <a:cubicBezTo>
                    <a:pt x="10383" y="10353"/>
                    <a:pt x="10546" y="3404"/>
                    <a:pt x="5764" y="665"/>
                  </a:cubicBezTo>
                  <a:cubicBezTo>
                    <a:pt x="5036" y="252"/>
                    <a:pt x="4100" y="0"/>
                    <a:pt x="3210" y="0"/>
                  </a:cubicBezTo>
                  <a:close/>
                </a:path>
              </a:pathLst>
            </a:custGeom>
            <a:solidFill>
              <a:schemeClr val="accent6"/>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9"/>
            <p:cNvSpPr/>
            <p:nvPr/>
          </p:nvSpPr>
          <p:spPr>
            <a:xfrm>
              <a:off x="8119015" y="89647"/>
              <a:ext cx="596298" cy="2776176"/>
            </a:xfrm>
            <a:custGeom>
              <a:rect b="b" l="l" r="r" t="t"/>
              <a:pathLst>
                <a:path extrusionOk="0" h="71367" w="15329">
                  <a:moveTo>
                    <a:pt x="328" y="0"/>
                  </a:moveTo>
                  <a:cubicBezTo>
                    <a:pt x="164" y="0"/>
                    <a:pt x="1" y="205"/>
                    <a:pt x="1" y="368"/>
                  </a:cubicBezTo>
                  <a:cubicBezTo>
                    <a:pt x="164" y="695"/>
                    <a:pt x="5805" y="23339"/>
                    <a:pt x="10219" y="43776"/>
                  </a:cubicBezTo>
                  <a:lnTo>
                    <a:pt x="10219" y="43776"/>
                  </a:lnTo>
                  <a:lnTo>
                    <a:pt x="4252" y="39525"/>
                  </a:lnTo>
                  <a:cubicBezTo>
                    <a:pt x="4252" y="39362"/>
                    <a:pt x="4088" y="39362"/>
                    <a:pt x="4088" y="39362"/>
                  </a:cubicBezTo>
                  <a:cubicBezTo>
                    <a:pt x="3925" y="39362"/>
                    <a:pt x="3925" y="39362"/>
                    <a:pt x="3925" y="39525"/>
                  </a:cubicBezTo>
                  <a:cubicBezTo>
                    <a:pt x="3761" y="39689"/>
                    <a:pt x="3761" y="39852"/>
                    <a:pt x="3925" y="40057"/>
                  </a:cubicBezTo>
                  <a:lnTo>
                    <a:pt x="10056" y="44471"/>
                  </a:lnTo>
                  <a:lnTo>
                    <a:pt x="10219" y="44635"/>
                  </a:lnTo>
                  <a:lnTo>
                    <a:pt x="10383" y="44635"/>
                  </a:lnTo>
                  <a:cubicBezTo>
                    <a:pt x="11568" y="50929"/>
                    <a:pt x="12754" y="57060"/>
                    <a:pt x="13612" y="62170"/>
                  </a:cubicBezTo>
                  <a:lnTo>
                    <a:pt x="8666" y="57060"/>
                  </a:lnTo>
                  <a:cubicBezTo>
                    <a:pt x="8666" y="56897"/>
                    <a:pt x="8503" y="56897"/>
                    <a:pt x="8503" y="56897"/>
                  </a:cubicBezTo>
                  <a:cubicBezTo>
                    <a:pt x="8339" y="56897"/>
                    <a:pt x="8339" y="56897"/>
                    <a:pt x="8176" y="57060"/>
                  </a:cubicBezTo>
                  <a:lnTo>
                    <a:pt x="8176" y="57428"/>
                  </a:lnTo>
                  <a:lnTo>
                    <a:pt x="13775" y="63355"/>
                  </a:lnTo>
                  <a:cubicBezTo>
                    <a:pt x="14307" y="66420"/>
                    <a:pt x="14634" y="69159"/>
                    <a:pt x="14797" y="71366"/>
                  </a:cubicBezTo>
                  <a:lnTo>
                    <a:pt x="15329" y="71366"/>
                  </a:lnTo>
                  <a:cubicBezTo>
                    <a:pt x="15329" y="69322"/>
                    <a:pt x="15002" y="66788"/>
                    <a:pt x="14470" y="64050"/>
                  </a:cubicBezTo>
                  <a:lnTo>
                    <a:pt x="14634" y="64050"/>
                  </a:lnTo>
                  <a:cubicBezTo>
                    <a:pt x="14634" y="64050"/>
                    <a:pt x="14797" y="64050"/>
                    <a:pt x="14797" y="63886"/>
                  </a:cubicBezTo>
                  <a:cubicBezTo>
                    <a:pt x="15002" y="63886"/>
                    <a:pt x="15002" y="63559"/>
                    <a:pt x="14797" y="63559"/>
                  </a:cubicBezTo>
                  <a:lnTo>
                    <a:pt x="14470" y="63028"/>
                  </a:lnTo>
                  <a:cubicBezTo>
                    <a:pt x="11078" y="41406"/>
                    <a:pt x="859" y="695"/>
                    <a:pt x="696" y="205"/>
                  </a:cubicBezTo>
                  <a:cubicBezTo>
                    <a:pt x="696" y="0"/>
                    <a:pt x="491" y="0"/>
                    <a:pt x="328"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9"/>
            <p:cNvSpPr/>
            <p:nvPr/>
          </p:nvSpPr>
          <p:spPr>
            <a:xfrm>
              <a:off x="8424307" y="938692"/>
              <a:ext cx="111332" cy="318046"/>
            </a:xfrm>
            <a:custGeom>
              <a:rect b="b" l="l" r="r" t="t"/>
              <a:pathLst>
                <a:path extrusionOk="0" h="8176" w="2862">
                  <a:moveTo>
                    <a:pt x="2535" y="1"/>
                  </a:moveTo>
                  <a:cubicBezTo>
                    <a:pt x="2371" y="1"/>
                    <a:pt x="2208" y="164"/>
                    <a:pt x="2208" y="328"/>
                  </a:cubicBezTo>
                  <a:lnTo>
                    <a:pt x="1" y="7808"/>
                  </a:lnTo>
                  <a:cubicBezTo>
                    <a:pt x="1" y="8012"/>
                    <a:pt x="1" y="8176"/>
                    <a:pt x="164" y="8176"/>
                  </a:cubicBezTo>
                  <a:lnTo>
                    <a:pt x="328" y="8176"/>
                  </a:lnTo>
                  <a:cubicBezTo>
                    <a:pt x="491" y="8176"/>
                    <a:pt x="491" y="8176"/>
                    <a:pt x="655" y="8012"/>
                  </a:cubicBezTo>
                  <a:lnTo>
                    <a:pt x="2862" y="491"/>
                  </a:lnTo>
                  <a:cubicBezTo>
                    <a:pt x="2862" y="328"/>
                    <a:pt x="2698" y="164"/>
                    <a:pt x="2535" y="1"/>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9"/>
            <p:cNvSpPr/>
            <p:nvPr/>
          </p:nvSpPr>
          <p:spPr>
            <a:xfrm>
              <a:off x="8788417" y="298310"/>
              <a:ext cx="1027193" cy="2682583"/>
            </a:xfrm>
            <a:custGeom>
              <a:rect b="b" l="l" r="r" t="t"/>
              <a:pathLst>
                <a:path extrusionOk="0" h="68961" w="26406">
                  <a:moveTo>
                    <a:pt x="18871" y="0"/>
                  </a:moveTo>
                  <a:cubicBezTo>
                    <a:pt x="18467" y="0"/>
                    <a:pt x="18069" y="86"/>
                    <a:pt x="17699" y="277"/>
                  </a:cubicBezTo>
                  <a:cubicBezTo>
                    <a:pt x="17004" y="604"/>
                    <a:pt x="16514" y="1462"/>
                    <a:pt x="16187" y="2321"/>
                  </a:cubicBezTo>
                  <a:cubicBezTo>
                    <a:pt x="14961" y="6081"/>
                    <a:pt x="16841" y="10495"/>
                    <a:pt x="15165" y="14256"/>
                  </a:cubicBezTo>
                  <a:cubicBezTo>
                    <a:pt x="14143" y="16299"/>
                    <a:pt x="12100" y="17648"/>
                    <a:pt x="11241" y="19856"/>
                  </a:cubicBezTo>
                  <a:cubicBezTo>
                    <a:pt x="10056" y="23085"/>
                    <a:pt x="12263" y="26845"/>
                    <a:pt x="11568" y="30237"/>
                  </a:cubicBezTo>
                  <a:cubicBezTo>
                    <a:pt x="10710" y="35715"/>
                    <a:pt x="3230" y="39434"/>
                    <a:pt x="4742" y="44707"/>
                  </a:cubicBezTo>
                  <a:cubicBezTo>
                    <a:pt x="5437" y="47282"/>
                    <a:pt x="8176" y="49326"/>
                    <a:pt x="7317" y="51696"/>
                  </a:cubicBezTo>
                  <a:cubicBezTo>
                    <a:pt x="6786" y="53740"/>
                    <a:pt x="4415" y="54435"/>
                    <a:pt x="2699" y="55784"/>
                  </a:cubicBezTo>
                  <a:cubicBezTo>
                    <a:pt x="859" y="57173"/>
                    <a:pt x="1" y="59708"/>
                    <a:pt x="491" y="62078"/>
                  </a:cubicBezTo>
                  <a:cubicBezTo>
                    <a:pt x="1023" y="64326"/>
                    <a:pt x="2903" y="66166"/>
                    <a:pt x="5110" y="66861"/>
                  </a:cubicBezTo>
                  <a:lnTo>
                    <a:pt x="12263" y="68741"/>
                  </a:lnTo>
                  <a:cubicBezTo>
                    <a:pt x="12754" y="68891"/>
                    <a:pt x="13251" y="68961"/>
                    <a:pt x="13745" y="68961"/>
                  </a:cubicBezTo>
                  <a:cubicBezTo>
                    <a:pt x="17699" y="68961"/>
                    <a:pt x="21473" y="64472"/>
                    <a:pt x="20274" y="60402"/>
                  </a:cubicBezTo>
                  <a:cubicBezTo>
                    <a:pt x="19580" y="58195"/>
                    <a:pt x="17536" y="56152"/>
                    <a:pt x="17699" y="53577"/>
                  </a:cubicBezTo>
                  <a:cubicBezTo>
                    <a:pt x="18026" y="50020"/>
                    <a:pt x="23340" y="48140"/>
                    <a:pt x="23136" y="44380"/>
                  </a:cubicBezTo>
                  <a:cubicBezTo>
                    <a:pt x="23136" y="42663"/>
                    <a:pt x="21787" y="41314"/>
                    <a:pt x="21460" y="39598"/>
                  </a:cubicBezTo>
                  <a:cubicBezTo>
                    <a:pt x="20070" y="35183"/>
                    <a:pt x="25016" y="31259"/>
                    <a:pt x="25711" y="26681"/>
                  </a:cubicBezTo>
                  <a:cubicBezTo>
                    <a:pt x="26406" y="22758"/>
                    <a:pt x="23667" y="18997"/>
                    <a:pt x="23340" y="14910"/>
                  </a:cubicBezTo>
                  <a:cubicBezTo>
                    <a:pt x="22645" y="10332"/>
                    <a:pt x="24852" y="4855"/>
                    <a:pt x="21787" y="1462"/>
                  </a:cubicBezTo>
                  <a:cubicBezTo>
                    <a:pt x="21045" y="602"/>
                    <a:pt x="19938" y="0"/>
                    <a:pt x="18871" y="0"/>
                  </a:cubicBezTo>
                  <a:close/>
                </a:path>
              </a:pathLst>
            </a:custGeom>
            <a:solidFill>
              <a:schemeClr val="accent4"/>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9"/>
            <p:cNvSpPr/>
            <p:nvPr/>
          </p:nvSpPr>
          <p:spPr>
            <a:xfrm>
              <a:off x="9179562" y="495109"/>
              <a:ext cx="410278" cy="2370722"/>
            </a:xfrm>
            <a:custGeom>
              <a:rect b="b" l="l" r="r" t="t"/>
              <a:pathLst>
                <a:path extrusionOk="0" h="60944" w="10547">
                  <a:moveTo>
                    <a:pt x="10383" y="0"/>
                  </a:moveTo>
                  <a:cubicBezTo>
                    <a:pt x="10219" y="0"/>
                    <a:pt x="10015" y="0"/>
                    <a:pt x="10015" y="164"/>
                  </a:cubicBezTo>
                  <a:cubicBezTo>
                    <a:pt x="10015" y="491"/>
                    <a:pt x="7971" y="19906"/>
                    <a:pt x="5437" y="37277"/>
                  </a:cubicBezTo>
                  <a:lnTo>
                    <a:pt x="2045" y="32168"/>
                  </a:lnTo>
                  <a:cubicBezTo>
                    <a:pt x="2045" y="32168"/>
                    <a:pt x="2045" y="32004"/>
                    <a:pt x="1840" y="32004"/>
                  </a:cubicBezTo>
                  <a:lnTo>
                    <a:pt x="1677" y="32168"/>
                  </a:lnTo>
                  <a:cubicBezTo>
                    <a:pt x="1677" y="32168"/>
                    <a:pt x="1513" y="32331"/>
                    <a:pt x="1677" y="32495"/>
                  </a:cubicBezTo>
                  <a:lnTo>
                    <a:pt x="5274" y="37972"/>
                  </a:lnTo>
                  <a:lnTo>
                    <a:pt x="5437" y="37972"/>
                  </a:lnTo>
                  <a:cubicBezTo>
                    <a:pt x="4579" y="43408"/>
                    <a:pt x="3720" y="48518"/>
                    <a:pt x="2862" y="52768"/>
                  </a:cubicBezTo>
                  <a:lnTo>
                    <a:pt x="491" y="47332"/>
                  </a:lnTo>
                  <a:cubicBezTo>
                    <a:pt x="491" y="47169"/>
                    <a:pt x="328" y="47169"/>
                    <a:pt x="328" y="47169"/>
                  </a:cubicBezTo>
                  <a:lnTo>
                    <a:pt x="164" y="47169"/>
                  </a:lnTo>
                  <a:cubicBezTo>
                    <a:pt x="1" y="47169"/>
                    <a:pt x="1" y="47332"/>
                    <a:pt x="1" y="47496"/>
                  </a:cubicBezTo>
                  <a:lnTo>
                    <a:pt x="2699" y="53790"/>
                  </a:lnTo>
                  <a:cubicBezTo>
                    <a:pt x="2208" y="56692"/>
                    <a:pt x="1513" y="59063"/>
                    <a:pt x="1023" y="60943"/>
                  </a:cubicBezTo>
                  <a:lnTo>
                    <a:pt x="1513" y="60943"/>
                  </a:lnTo>
                  <a:cubicBezTo>
                    <a:pt x="2045" y="59267"/>
                    <a:pt x="2535" y="57019"/>
                    <a:pt x="3066" y="54485"/>
                  </a:cubicBezTo>
                  <a:lnTo>
                    <a:pt x="3393" y="54485"/>
                  </a:lnTo>
                  <a:cubicBezTo>
                    <a:pt x="3393" y="54485"/>
                    <a:pt x="3557" y="54322"/>
                    <a:pt x="3393" y="54158"/>
                  </a:cubicBezTo>
                  <a:lnTo>
                    <a:pt x="3230" y="53627"/>
                  </a:lnTo>
                  <a:cubicBezTo>
                    <a:pt x="6786" y="35560"/>
                    <a:pt x="10546" y="654"/>
                    <a:pt x="10546" y="164"/>
                  </a:cubicBezTo>
                  <a:cubicBezTo>
                    <a:pt x="10546" y="164"/>
                    <a:pt x="10546" y="0"/>
                    <a:pt x="10383"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9"/>
            <p:cNvSpPr/>
            <p:nvPr/>
          </p:nvSpPr>
          <p:spPr>
            <a:xfrm>
              <a:off x="9476919" y="1275805"/>
              <a:ext cx="179718" cy="225815"/>
            </a:xfrm>
            <a:custGeom>
              <a:rect b="b" l="l" r="r" t="t"/>
              <a:pathLst>
                <a:path extrusionOk="0" h="5805" w="4620">
                  <a:moveTo>
                    <a:pt x="4251" y="0"/>
                  </a:moveTo>
                  <a:cubicBezTo>
                    <a:pt x="4088" y="0"/>
                    <a:pt x="4088" y="0"/>
                    <a:pt x="4088" y="164"/>
                  </a:cubicBezTo>
                  <a:lnTo>
                    <a:pt x="0" y="5477"/>
                  </a:lnTo>
                  <a:cubicBezTo>
                    <a:pt x="0" y="5477"/>
                    <a:pt x="0" y="5641"/>
                    <a:pt x="164" y="5804"/>
                  </a:cubicBezTo>
                  <a:lnTo>
                    <a:pt x="532" y="5804"/>
                  </a:lnTo>
                  <a:lnTo>
                    <a:pt x="4415" y="368"/>
                  </a:lnTo>
                  <a:cubicBezTo>
                    <a:pt x="4619" y="368"/>
                    <a:pt x="4415" y="164"/>
                    <a:pt x="4415" y="0"/>
                  </a:cubicBez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9"/>
            <p:cNvSpPr/>
            <p:nvPr/>
          </p:nvSpPr>
          <p:spPr>
            <a:xfrm>
              <a:off x="8106294" y="2865830"/>
              <a:ext cx="1510565" cy="1636134"/>
            </a:xfrm>
            <a:custGeom>
              <a:rect b="b" l="l" r="r" t="t"/>
              <a:pathLst>
                <a:path extrusionOk="0" h="42060" w="38832">
                  <a:moveTo>
                    <a:pt x="1" y="0"/>
                  </a:moveTo>
                  <a:lnTo>
                    <a:pt x="5437" y="42059"/>
                  </a:lnTo>
                  <a:lnTo>
                    <a:pt x="34744" y="42059"/>
                  </a:lnTo>
                  <a:lnTo>
                    <a:pt x="38831" y="0"/>
                  </a:lnTo>
                  <a:close/>
                </a:path>
              </a:pathLst>
            </a:custGeom>
            <a:solidFill>
              <a:schemeClr val="accent3"/>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9"/>
            <p:cNvSpPr/>
            <p:nvPr/>
          </p:nvSpPr>
          <p:spPr>
            <a:xfrm>
              <a:off x="8522881" y="3144086"/>
              <a:ext cx="39" cy="483371"/>
            </a:xfrm>
            <a:custGeom>
              <a:rect b="b" l="l" r="r" t="t"/>
              <a:pathLst>
                <a:path extrusionOk="0" h="12426" w="1">
                  <a:moveTo>
                    <a:pt x="1" y="0"/>
                  </a:moveTo>
                  <a:lnTo>
                    <a:pt x="1" y="12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9"/>
            <p:cNvSpPr/>
            <p:nvPr/>
          </p:nvSpPr>
          <p:spPr>
            <a:xfrm>
              <a:off x="8483163" y="3104329"/>
              <a:ext cx="79512" cy="562883"/>
            </a:xfrm>
            <a:custGeom>
              <a:rect b="b" l="l" r="r" t="t"/>
              <a:pathLst>
                <a:path extrusionOk="0" h="14470" w="2044">
                  <a:moveTo>
                    <a:pt x="1022" y="0"/>
                  </a:moveTo>
                  <a:cubicBezTo>
                    <a:pt x="327" y="0"/>
                    <a:pt x="0" y="368"/>
                    <a:pt x="0" y="1022"/>
                  </a:cubicBezTo>
                  <a:lnTo>
                    <a:pt x="0" y="13448"/>
                  </a:lnTo>
                  <a:cubicBezTo>
                    <a:pt x="0" y="13979"/>
                    <a:pt x="327" y="14470"/>
                    <a:pt x="1022" y="14470"/>
                  </a:cubicBezTo>
                  <a:cubicBezTo>
                    <a:pt x="1553" y="14470"/>
                    <a:pt x="2044" y="13979"/>
                    <a:pt x="2044" y="13448"/>
                  </a:cubicBezTo>
                  <a:lnTo>
                    <a:pt x="2044" y="1022"/>
                  </a:lnTo>
                  <a:cubicBezTo>
                    <a:pt x="2044" y="368"/>
                    <a:pt x="1553" y="0"/>
                    <a:pt x="1022"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9"/>
            <p:cNvSpPr/>
            <p:nvPr/>
          </p:nvSpPr>
          <p:spPr>
            <a:xfrm>
              <a:off x="9139845" y="3031196"/>
              <a:ext cx="79512" cy="564478"/>
            </a:xfrm>
            <a:custGeom>
              <a:rect b="b" l="l" r="r" t="t"/>
              <a:pathLst>
                <a:path extrusionOk="0" h="14511" w="2044">
                  <a:moveTo>
                    <a:pt x="1022" y="0"/>
                  </a:moveTo>
                  <a:cubicBezTo>
                    <a:pt x="491" y="0"/>
                    <a:pt x="0" y="368"/>
                    <a:pt x="0" y="1022"/>
                  </a:cubicBezTo>
                  <a:lnTo>
                    <a:pt x="0" y="13488"/>
                  </a:lnTo>
                  <a:cubicBezTo>
                    <a:pt x="0" y="13979"/>
                    <a:pt x="491" y="14510"/>
                    <a:pt x="1022" y="14510"/>
                  </a:cubicBezTo>
                  <a:cubicBezTo>
                    <a:pt x="1512" y="14510"/>
                    <a:pt x="2044" y="13979"/>
                    <a:pt x="2044" y="13488"/>
                  </a:cubicBezTo>
                  <a:lnTo>
                    <a:pt x="2044" y="1022"/>
                  </a:lnTo>
                  <a:cubicBezTo>
                    <a:pt x="2044" y="368"/>
                    <a:pt x="1512" y="0"/>
                    <a:pt x="1022"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9"/>
            <p:cNvSpPr/>
            <p:nvPr/>
          </p:nvSpPr>
          <p:spPr>
            <a:xfrm>
              <a:off x="8993540" y="3323729"/>
              <a:ext cx="79551" cy="562922"/>
            </a:xfrm>
            <a:custGeom>
              <a:rect b="b" l="l" r="r" t="t"/>
              <a:pathLst>
                <a:path extrusionOk="0" h="14471" w="2045">
                  <a:moveTo>
                    <a:pt x="1022" y="1"/>
                  </a:moveTo>
                  <a:cubicBezTo>
                    <a:pt x="491" y="1"/>
                    <a:pt x="1" y="328"/>
                    <a:pt x="1" y="1023"/>
                  </a:cubicBezTo>
                  <a:lnTo>
                    <a:pt x="1" y="13448"/>
                  </a:lnTo>
                  <a:cubicBezTo>
                    <a:pt x="1" y="14143"/>
                    <a:pt x="491" y="14470"/>
                    <a:pt x="1022" y="14470"/>
                  </a:cubicBezTo>
                  <a:cubicBezTo>
                    <a:pt x="1513" y="14470"/>
                    <a:pt x="2044" y="14143"/>
                    <a:pt x="2044" y="13448"/>
                  </a:cubicBezTo>
                  <a:lnTo>
                    <a:pt x="2044" y="1023"/>
                  </a:lnTo>
                  <a:cubicBezTo>
                    <a:pt x="2044" y="328"/>
                    <a:pt x="1513" y="1"/>
                    <a:pt x="1022" y="1"/>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9"/>
            <p:cNvSpPr/>
            <p:nvPr/>
          </p:nvSpPr>
          <p:spPr>
            <a:xfrm>
              <a:off x="9165286" y="3733975"/>
              <a:ext cx="79512" cy="569263"/>
            </a:xfrm>
            <a:custGeom>
              <a:rect b="b" l="l" r="r" t="t"/>
              <a:pathLst>
                <a:path extrusionOk="0" h="14634" w="2044">
                  <a:moveTo>
                    <a:pt x="1022" y="0"/>
                  </a:moveTo>
                  <a:cubicBezTo>
                    <a:pt x="368" y="0"/>
                    <a:pt x="0" y="532"/>
                    <a:pt x="0" y="1022"/>
                  </a:cubicBezTo>
                  <a:lnTo>
                    <a:pt x="0" y="13611"/>
                  </a:lnTo>
                  <a:cubicBezTo>
                    <a:pt x="0" y="14143"/>
                    <a:pt x="368" y="14633"/>
                    <a:pt x="1022" y="14633"/>
                  </a:cubicBezTo>
                  <a:cubicBezTo>
                    <a:pt x="1553" y="14633"/>
                    <a:pt x="2044" y="14143"/>
                    <a:pt x="2044" y="13611"/>
                  </a:cubicBezTo>
                  <a:lnTo>
                    <a:pt x="2044" y="1022"/>
                  </a:lnTo>
                  <a:cubicBezTo>
                    <a:pt x="2044" y="532"/>
                    <a:pt x="1553" y="0"/>
                    <a:pt x="1022"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 name="Google Shape;1329;p49"/>
          <p:cNvSpPr/>
          <p:nvPr/>
        </p:nvSpPr>
        <p:spPr>
          <a:xfrm>
            <a:off x="4108715" y="1945809"/>
            <a:ext cx="5145459" cy="3032302"/>
          </a:xfrm>
          <a:custGeom>
            <a:rect b="b" l="l" r="r" t="t"/>
            <a:pathLst>
              <a:path extrusionOk="0" h="134722" w="225626">
                <a:moveTo>
                  <a:pt x="184261" y="491"/>
                </a:moveTo>
                <a:cubicBezTo>
                  <a:pt x="186468" y="491"/>
                  <a:pt x="188675" y="1513"/>
                  <a:pt x="190228" y="3066"/>
                </a:cubicBezTo>
                <a:cubicBezTo>
                  <a:pt x="191577" y="4578"/>
                  <a:pt x="192599" y="6622"/>
                  <a:pt x="192599" y="9034"/>
                </a:cubicBezTo>
                <a:lnTo>
                  <a:pt x="192599" y="102839"/>
                </a:lnTo>
                <a:lnTo>
                  <a:pt x="223381" y="125714"/>
                </a:lnTo>
                <a:lnTo>
                  <a:pt x="223581" y="126015"/>
                </a:lnTo>
                <a:cubicBezTo>
                  <a:pt x="224440" y="126873"/>
                  <a:pt x="225135" y="128059"/>
                  <a:pt x="225135" y="129408"/>
                </a:cubicBezTo>
                <a:cubicBezTo>
                  <a:pt x="225135" y="130797"/>
                  <a:pt x="224603" y="131983"/>
                  <a:pt x="223581" y="132841"/>
                </a:cubicBezTo>
                <a:cubicBezTo>
                  <a:pt x="222764" y="133699"/>
                  <a:pt x="221538" y="134190"/>
                  <a:pt x="220352" y="134190"/>
                </a:cubicBezTo>
                <a:lnTo>
                  <a:pt x="5273" y="134190"/>
                </a:lnTo>
                <a:cubicBezTo>
                  <a:pt x="3884" y="134190"/>
                  <a:pt x="2698" y="133699"/>
                  <a:pt x="1840" y="132841"/>
                </a:cubicBezTo>
                <a:cubicBezTo>
                  <a:pt x="1023" y="131983"/>
                  <a:pt x="491" y="130797"/>
                  <a:pt x="491" y="129408"/>
                </a:cubicBezTo>
                <a:cubicBezTo>
                  <a:pt x="491" y="127895"/>
                  <a:pt x="1186" y="126546"/>
                  <a:pt x="2371" y="125688"/>
                </a:cubicBezTo>
                <a:lnTo>
                  <a:pt x="2862" y="125157"/>
                </a:lnTo>
                <a:lnTo>
                  <a:pt x="2698" y="125157"/>
                </a:lnTo>
                <a:lnTo>
                  <a:pt x="33722" y="102839"/>
                </a:lnTo>
                <a:lnTo>
                  <a:pt x="33722" y="9034"/>
                </a:lnTo>
                <a:cubicBezTo>
                  <a:pt x="33722" y="6622"/>
                  <a:pt x="34539" y="4578"/>
                  <a:pt x="36092" y="3066"/>
                </a:cubicBezTo>
                <a:cubicBezTo>
                  <a:pt x="37605" y="1513"/>
                  <a:pt x="39853" y="491"/>
                  <a:pt x="42060" y="491"/>
                </a:cubicBezTo>
                <a:close/>
                <a:moveTo>
                  <a:pt x="42060" y="1"/>
                </a:moveTo>
                <a:cubicBezTo>
                  <a:pt x="37114" y="1"/>
                  <a:pt x="33190" y="4088"/>
                  <a:pt x="33190" y="9034"/>
                </a:cubicBezTo>
                <a:lnTo>
                  <a:pt x="33190" y="102676"/>
                </a:lnTo>
                <a:lnTo>
                  <a:pt x="1023" y="125688"/>
                </a:lnTo>
                <a:lnTo>
                  <a:pt x="1589" y="125688"/>
                </a:lnTo>
                <a:cubicBezTo>
                  <a:pt x="620" y="126584"/>
                  <a:pt x="1" y="127949"/>
                  <a:pt x="1" y="129408"/>
                </a:cubicBezTo>
                <a:cubicBezTo>
                  <a:pt x="1" y="132310"/>
                  <a:pt x="2371" y="134721"/>
                  <a:pt x="5273" y="134721"/>
                </a:cubicBezTo>
                <a:lnTo>
                  <a:pt x="220352" y="134721"/>
                </a:lnTo>
                <a:cubicBezTo>
                  <a:pt x="223254" y="134721"/>
                  <a:pt x="225625" y="132310"/>
                  <a:pt x="225625" y="129408"/>
                </a:cubicBezTo>
                <a:cubicBezTo>
                  <a:pt x="225625" y="128054"/>
                  <a:pt x="225101" y="126962"/>
                  <a:pt x="224258" y="126015"/>
                </a:cubicBezTo>
                <a:lnTo>
                  <a:pt x="224603" y="126015"/>
                </a:lnTo>
                <a:lnTo>
                  <a:pt x="223949" y="125530"/>
                </a:lnTo>
                <a:lnTo>
                  <a:pt x="223949" y="125530"/>
                </a:lnTo>
                <a:lnTo>
                  <a:pt x="223949" y="125524"/>
                </a:lnTo>
                <a:lnTo>
                  <a:pt x="223942" y="125524"/>
                </a:lnTo>
                <a:lnTo>
                  <a:pt x="193130" y="102676"/>
                </a:lnTo>
                <a:lnTo>
                  <a:pt x="193130" y="9034"/>
                </a:lnTo>
                <a:cubicBezTo>
                  <a:pt x="193130" y="4088"/>
                  <a:pt x="189043" y="1"/>
                  <a:pt x="184261" y="1"/>
                </a:cubicBezTo>
                <a:close/>
              </a:path>
            </a:pathLst>
          </a:custGeom>
          <a:solidFill>
            <a:srgbClr val="006FE6"/>
          </a:solidFill>
          <a:ln cap="flat" cmpd="sng" w="19050">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9"/>
          <p:cNvSpPr/>
          <p:nvPr/>
        </p:nvSpPr>
        <p:spPr>
          <a:xfrm>
            <a:off x="4195225" y="4784947"/>
            <a:ext cx="5013245" cy="10622"/>
          </a:xfrm>
          <a:custGeom>
            <a:rect b="b" l="l" r="r" t="t"/>
            <a:pathLst>
              <a:path extrusionOk="0" h="696" w="219044">
                <a:moveTo>
                  <a:pt x="0" y="1"/>
                </a:moveTo>
                <a:lnTo>
                  <a:pt x="0" y="695"/>
                </a:lnTo>
                <a:lnTo>
                  <a:pt x="219044" y="695"/>
                </a:lnTo>
                <a:lnTo>
                  <a:pt x="219044" y="1"/>
                </a:lnTo>
                <a:close/>
              </a:path>
            </a:pathLst>
          </a:custGeom>
          <a:solidFill>
            <a:srgbClr val="00004D"/>
          </a:solidFill>
          <a:ln cap="flat" cmpd="sng" w="952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9"/>
          <p:cNvSpPr/>
          <p:nvPr/>
        </p:nvSpPr>
        <p:spPr>
          <a:xfrm>
            <a:off x="4496502" y="4310732"/>
            <a:ext cx="4422199" cy="367558"/>
          </a:xfrm>
          <a:custGeom>
            <a:rect b="b" l="l" r="r" t="t"/>
            <a:pathLst>
              <a:path extrusionOk="0" h="15329" w="192313">
                <a:moveTo>
                  <a:pt x="20806" y="164"/>
                </a:moveTo>
                <a:lnTo>
                  <a:pt x="44043" y="327"/>
                </a:lnTo>
                <a:lnTo>
                  <a:pt x="43777" y="327"/>
                </a:lnTo>
                <a:lnTo>
                  <a:pt x="42428" y="1840"/>
                </a:lnTo>
                <a:lnTo>
                  <a:pt x="30329" y="1676"/>
                </a:lnTo>
                <a:lnTo>
                  <a:pt x="32046" y="327"/>
                </a:lnTo>
                <a:lnTo>
                  <a:pt x="31188" y="327"/>
                </a:lnTo>
                <a:lnTo>
                  <a:pt x="29471" y="1676"/>
                </a:lnTo>
                <a:lnTo>
                  <a:pt x="18925" y="1676"/>
                </a:lnTo>
                <a:lnTo>
                  <a:pt x="20806" y="164"/>
                </a:lnTo>
                <a:close/>
                <a:moveTo>
                  <a:pt x="44632" y="332"/>
                </a:moveTo>
                <a:lnTo>
                  <a:pt x="67279" y="491"/>
                </a:lnTo>
                <a:lnTo>
                  <a:pt x="66625" y="2044"/>
                </a:lnTo>
                <a:lnTo>
                  <a:pt x="55876" y="2044"/>
                </a:lnTo>
                <a:lnTo>
                  <a:pt x="56897" y="491"/>
                </a:lnTo>
                <a:lnTo>
                  <a:pt x="56039" y="491"/>
                </a:lnTo>
                <a:lnTo>
                  <a:pt x="55017" y="1840"/>
                </a:lnTo>
                <a:lnTo>
                  <a:pt x="43286" y="1840"/>
                </a:lnTo>
                <a:lnTo>
                  <a:pt x="44632" y="332"/>
                </a:lnTo>
                <a:close/>
                <a:moveTo>
                  <a:pt x="68138" y="491"/>
                </a:moveTo>
                <a:lnTo>
                  <a:pt x="80073" y="654"/>
                </a:lnTo>
                <a:lnTo>
                  <a:pt x="79542" y="2208"/>
                </a:lnTo>
                <a:lnTo>
                  <a:pt x="67443" y="2044"/>
                </a:lnTo>
                <a:lnTo>
                  <a:pt x="68138" y="491"/>
                </a:lnTo>
                <a:close/>
                <a:moveTo>
                  <a:pt x="80727" y="654"/>
                </a:moveTo>
                <a:lnTo>
                  <a:pt x="92335" y="818"/>
                </a:lnTo>
                <a:lnTo>
                  <a:pt x="92335" y="2208"/>
                </a:lnTo>
                <a:lnTo>
                  <a:pt x="80400" y="2208"/>
                </a:lnTo>
                <a:lnTo>
                  <a:pt x="80727" y="654"/>
                </a:lnTo>
                <a:close/>
                <a:moveTo>
                  <a:pt x="104597" y="818"/>
                </a:moveTo>
                <a:lnTo>
                  <a:pt x="104761" y="2371"/>
                </a:lnTo>
                <a:lnTo>
                  <a:pt x="93194" y="2208"/>
                </a:lnTo>
                <a:lnTo>
                  <a:pt x="93194" y="818"/>
                </a:lnTo>
                <a:close/>
                <a:moveTo>
                  <a:pt x="105456" y="818"/>
                </a:moveTo>
                <a:lnTo>
                  <a:pt x="116492" y="1022"/>
                </a:lnTo>
                <a:lnTo>
                  <a:pt x="116860" y="2371"/>
                </a:lnTo>
                <a:lnTo>
                  <a:pt x="105619" y="2371"/>
                </a:lnTo>
                <a:lnTo>
                  <a:pt x="105456" y="818"/>
                </a:lnTo>
                <a:close/>
                <a:moveTo>
                  <a:pt x="128100" y="1022"/>
                </a:moveTo>
                <a:lnTo>
                  <a:pt x="128754" y="2535"/>
                </a:lnTo>
                <a:lnTo>
                  <a:pt x="117718" y="2371"/>
                </a:lnTo>
                <a:lnTo>
                  <a:pt x="117187" y="1022"/>
                </a:lnTo>
                <a:close/>
                <a:moveTo>
                  <a:pt x="128958" y="1022"/>
                </a:moveTo>
                <a:lnTo>
                  <a:pt x="139504" y="1186"/>
                </a:lnTo>
                <a:lnTo>
                  <a:pt x="140526" y="2535"/>
                </a:lnTo>
                <a:lnTo>
                  <a:pt x="129612" y="2535"/>
                </a:lnTo>
                <a:lnTo>
                  <a:pt x="128958" y="1022"/>
                </a:lnTo>
                <a:close/>
                <a:moveTo>
                  <a:pt x="150744" y="1186"/>
                </a:moveTo>
                <a:lnTo>
                  <a:pt x="151929" y="2698"/>
                </a:lnTo>
                <a:lnTo>
                  <a:pt x="141220" y="2535"/>
                </a:lnTo>
                <a:lnTo>
                  <a:pt x="140362" y="1186"/>
                </a:lnTo>
                <a:close/>
                <a:moveTo>
                  <a:pt x="151439" y="1186"/>
                </a:moveTo>
                <a:lnTo>
                  <a:pt x="162843" y="1349"/>
                </a:lnTo>
                <a:lnTo>
                  <a:pt x="164355" y="2698"/>
                </a:lnTo>
                <a:lnTo>
                  <a:pt x="152624" y="2698"/>
                </a:lnTo>
                <a:lnTo>
                  <a:pt x="151439" y="1186"/>
                </a:lnTo>
                <a:close/>
                <a:moveTo>
                  <a:pt x="163701" y="1349"/>
                </a:moveTo>
                <a:lnTo>
                  <a:pt x="174574" y="1513"/>
                </a:lnTo>
                <a:lnTo>
                  <a:pt x="176290" y="2862"/>
                </a:lnTo>
                <a:lnTo>
                  <a:pt x="165050" y="2698"/>
                </a:lnTo>
                <a:lnTo>
                  <a:pt x="163701" y="1349"/>
                </a:lnTo>
                <a:close/>
                <a:moveTo>
                  <a:pt x="18598" y="1840"/>
                </a:moveTo>
                <a:lnTo>
                  <a:pt x="29307" y="2044"/>
                </a:lnTo>
                <a:lnTo>
                  <a:pt x="27427" y="3556"/>
                </a:lnTo>
                <a:lnTo>
                  <a:pt x="16350" y="3556"/>
                </a:lnTo>
                <a:lnTo>
                  <a:pt x="18598" y="1840"/>
                </a:lnTo>
                <a:close/>
                <a:moveTo>
                  <a:pt x="42265" y="2044"/>
                </a:moveTo>
                <a:lnTo>
                  <a:pt x="40711" y="3720"/>
                </a:lnTo>
                <a:lnTo>
                  <a:pt x="28286" y="3556"/>
                </a:lnTo>
                <a:lnTo>
                  <a:pt x="30166" y="2044"/>
                </a:lnTo>
                <a:close/>
                <a:moveTo>
                  <a:pt x="43123" y="2044"/>
                </a:moveTo>
                <a:lnTo>
                  <a:pt x="54854" y="2208"/>
                </a:lnTo>
                <a:lnTo>
                  <a:pt x="53832" y="3720"/>
                </a:lnTo>
                <a:lnTo>
                  <a:pt x="41733" y="3720"/>
                </a:lnTo>
                <a:lnTo>
                  <a:pt x="43123" y="2044"/>
                </a:lnTo>
                <a:close/>
                <a:moveTo>
                  <a:pt x="66421" y="2208"/>
                </a:moveTo>
                <a:lnTo>
                  <a:pt x="65604" y="3883"/>
                </a:lnTo>
                <a:lnTo>
                  <a:pt x="54690" y="3720"/>
                </a:lnTo>
                <a:lnTo>
                  <a:pt x="55876" y="2208"/>
                </a:lnTo>
                <a:close/>
                <a:moveTo>
                  <a:pt x="67279" y="2208"/>
                </a:moveTo>
                <a:lnTo>
                  <a:pt x="79542" y="2371"/>
                </a:lnTo>
                <a:lnTo>
                  <a:pt x="79051" y="3883"/>
                </a:lnTo>
                <a:lnTo>
                  <a:pt x="66625" y="3883"/>
                </a:lnTo>
                <a:lnTo>
                  <a:pt x="67279" y="2208"/>
                </a:lnTo>
                <a:close/>
                <a:moveTo>
                  <a:pt x="92335" y="2371"/>
                </a:moveTo>
                <a:lnTo>
                  <a:pt x="92172" y="4088"/>
                </a:lnTo>
                <a:lnTo>
                  <a:pt x="79909" y="3883"/>
                </a:lnTo>
                <a:lnTo>
                  <a:pt x="80400" y="2371"/>
                </a:lnTo>
                <a:close/>
                <a:moveTo>
                  <a:pt x="93194" y="2371"/>
                </a:moveTo>
                <a:lnTo>
                  <a:pt x="104761" y="2535"/>
                </a:lnTo>
                <a:lnTo>
                  <a:pt x="104924" y="4088"/>
                </a:lnTo>
                <a:lnTo>
                  <a:pt x="92989" y="4088"/>
                </a:lnTo>
                <a:lnTo>
                  <a:pt x="93194" y="2371"/>
                </a:lnTo>
                <a:close/>
                <a:moveTo>
                  <a:pt x="117023" y="2535"/>
                </a:moveTo>
                <a:lnTo>
                  <a:pt x="117514" y="4088"/>
                </a:lnTo>
                <a:lnTo>
                  <a:pt x="105783" y="4088"/>
                </a:lnTo>
                <a:lnTo>
                  <a:pt x="105619" y="2535"/>
                </a:lnTo>
                <a:close/>
                <a:moveTo>
                  <a:pt x="117718" y="2535"/>
                </a:moveTo>
                <a:lnTo>
                  <a:pt x="128958" y="2698"/>
                </a:lnTo>
                <a:lnTo>
                  <a:pt x="129776" y="4251"/>
                </a:lnTo>
                <a:lnTo>
                  <a:pt x="118372" y="4088"/>
                </a:lnTo>
                <a:lnTo>
                  <a:pt x="117718" y="2535"/>
                </a:lnTo>
                <a:close/>
                <a:moveTo>
                  <a:pt x="140689" y="2698"/>
                </a:moveTo>
                <a:lnTo>
                  <a:pt x="141711" y="4251"/>
                </a:lnTo>
                <a:lnTo>
                  <a:pt x="130471" y="4251"/>
                </a:lnTo>
                <a:lnTo>
                  <a:pt x="129776" y="2698"/>
                </a:lnTo>
                <a:close/>
                <a:moveTo>
                  <a:pt x="141384" y="2698"/>
                </a:moveTo>
                <a:lnTo>
                  <a:pt x="152093" y="2862"/>
                </a:lnTo>
                <a:lnTo>
                  <a:pt x="153483" y="4415"/>
                </a:lnTo>
                <a:lnTo>
                  <a:pt x="153483" y="4415"/>
                </a:lnTo>
                <a:lnTo>
                  <a:pt x="142569" y="4251"/>
                </a:lnTo>
                <a:lnTo>
                  <a:pt x="141384" y="2698"/>
                </a:lnTo>
                <a:close/>
                <a:moveTo>
                  <a:pt x="164519" y="2862"/>
                </a:moveTo>
                <a:lnTo>
                  <a:pt x="166235" y="4415"/>
                </a:lnTo>
                <a:lnTo>
                  <a:pt x="154137" y="4415"/>
                </a:lnTo>
                <a:lnTo>
                  <a:pt x="152788" y="2862"/>
                </a:lnTo>
                <a:close/>
                <a:moveTo>
                  <a:pt x="165377" y="2862"/>
                </a:moveTo>
                <a:lnTo>
                  <a:pt x="176617" y="3066"/>
                </a:lnTo>
                <a:lnTo>
                  <a:pt x="178498" y="4415"/>
                </a:lnTo>
                <a:lnTo>
                  <a:pt x="166930" y="4415"/>
                </a:lnTo>
                <a:lnTo>
                  <a:pt x="165377" y="2862"/>
                </a:lnTo>
                <a:close/>
                <a:moveTo>
                  <a:pt x="16187" y="3720"/>
                </a:moveTo>
                <a:lnTo>
                  <a:pt x="27100" y="3883"/>
                </a:lnTo>
                <a:lnTo>
                  <a:pt x="25220" y="5600"/>
                </a:lnTo>
                <a:lnTo>
                  <a:pt x="13816" y="5600"/>
                </a:lnTo>
                <a:lnTo>
                  <a:pt x="16187" y="3720"/>
                </a:lnTo>
                <a:close/>
                <a:moveTo>
                  <a:pt x="40548" y="3883"/>
                </a:moveTo>
                <a:lnTo>
                  <a:pt x="39035" y="5600"/>
                </a:lnTo>
                <a:lnTo>
                  <a:pt x="26242" y="5600"/>
                </a:lnTo>
                <a:lnTo>
                  <a:pt x="28122" y="3883"/>
                </a:lnTo>
                <a:close/>
                <a:moveTo>
                  <a:pt x="53668" y="3883"/>
                </a:moveTo>
                <a:lnTo>
                  <a:pt x="52483" y="5764"/>
                </a:lnTo>
                <a:lnTo>
                  <a:pt x="40057" y="5600"/>
                </a:lnTo>
                <a:lnTo>
                  <a:pt x="41570" y="3883"/>
                </a:lnTo>
                <a:close/>
                <a:moveTo>
                  <a:pt x="54527" y="3883"/>
                </a:moveTo>
                <a:lnTo>
                  <a:pt x="65604" y="4088"/>
                </a:lnTo>
                <a:lnTo>
                  <a:pt x="64745" y="5764"/>
                </a:lnTo>
                <a:lnTo>
                  <a:pt x="53341" y="5764"/>
                </a:lnTo>
                <a:lnTo>
                  <a:pt x="54527" y="3883"/>
                </a:lnTo>
                <a:close/>
                <a:moveTo>
                  <a:pt x="79051" y="4088"/>
                </a:moveTo>
                <a:lnTo>
                  <a:pt x="78520" y="5764"/>
                </a:lnTo>
                <a:lnTo>
                  <a:pt x="65604" y="5764"/>
                </a:lnTo>
                <a:lnTo>
                  <a:pt x="66421" y="4088"/>
                </a:lnTo>
                <a:close/>
                <a:moveTo>
                  <a:pt x="79909" y="4088"/>
                </a:moveTo>
                <a:lnTo>
                  <a:pt x="92172" y="4251"/>
                </a:lnTo>
                <a:lnTo>
                  <a:pt x="91967" y="5927"/>
                </a:lnTo>
                <a:lnTo>
                  <a:pt x="79378" y="5764"/>
                </a:lnTo>
                <a:lnTo>
                  <a:pt x="79909" y="4088"/>
                </a:lnTo>
                <a:close/>
                <a:moveTo>
                  <a:pt x="104924" y="4251"/>
                </a:moveTo>
                <a:lnTo>
                  <a:pt x="105088" y="5927"/>
                </a:lnTo>
                <a:lnTo>
                  <a:pt x="92826" y="5927"/>
                </a:lnTo>
                <a:lnTo>
                  <a:pt x="92989" y="4251"/>
                </a:lnTo>
                <a:close/>
                <a:moveTo>
                  <a:pt x="105783" y="4251"/>
                </a:moveTo>
                <a:lnTo>
                  <a:pt x="117514" y="4415"/>
                </a:lnTo>
                <a:lnTo>
                  <a:pt x="118045" y="5927"/>
                </a:lnTo>
                <a:lnTo>
                  <a:pt x="106110" y="5927"/>
                </a:lnTo>
                <a:lnTo>
                  <a:pt x="105783" y="4251"/>
                </a:lnTo>
                <a:close/>
                <a:moveTo>
                  <a:pt x="129776" y="4415"/>
                </a:moveTo>
                <a:lnTo>
                  <a:pt x="130634" y="5927"/>
                </a:lnTo>
                <a:lnTo>
                  <a:pt x="118903" y="5927"/>
                </a:lnTo>
                <a:lnTo>
                  <a:pt x="118372" y="4415"/>
                </a:lnTo>
                <a:close/>
                <a:moveTo>
                  <a:pt x="141874" y="4415"/>
                </a:moveTo>
                <a:lnTo>
                  <a:pt x="142896" y="6131"/>
                </a:lnTo>
                <a:lnTo>
                  <a:pt x="131492" y="6131"/>
                </a:lnTo>
                <a:lnTo>
                  <a:pt x="130634" y="4415"/>
                </a:lnTo>
                <a:close/>
                <a:moveTo>
                  <a:pt x="142569" y="4415"/>
                </a:moveTo>
                <a:lnTo>
                  <a:pt x="153646" y="4578"/>
                </a:lnTo>
                <a:lnTo>
                  <a:pt x="154995" y="6131"/>
                </a:lnTo>
                <a:lnTo>
                  <a:pt x="143755" y="6131"/>
                </a:lnTo>
                <a:lnTo>
                  <a:pt x="142569" y="4415"/>
                </a:lnTo>
                <a:close/>
                <a:moveTo>
                  <a:pt x="166399" y="4578"/>
                </a:moveTo>
                <a:lnTo>
                  <a:pt x="168116" y="6131"/>
                </a:lnTo>
                <a:lnTo>
                  <a:pt x="155853" y="6131"/>
                </a:lnTo>
                <a:lnTo>
                  <a:pt x="154300" y="4578"/>
                </a:lnTo>
                <a:close/>
                <a:moveTo>
                  <a:pt x="167094" y="4578"/>
                </a:moveTo>
                <a:lnTo>
                  <a:pt x="178661" y="4742"/>
                </a:lnTo>
                <a:lnTo>
                  <a:pt x="180705" y="6295"/>
                </a:lnTo>
                <a:lnTo>
                  <a:pt x="168974" y="6131"/>
                </a:lnTo>
                <a:lnTo>
                  <a:pt x="167094" y="4578"/>
                </a:lnTo>
                <a:close/>
                <a:moveTo>
                  <a:pt x="24893" y="5764"/>
                </a:moveTo>
                <a:lnTo>
                  <a:pt x="22849" y="7644"/>
                </a:lnTo>
                <a:lnTo>
                  <a:pt x="11078" y="7644"/>
                </a:lnTo>
                <a:lnTo>
                  <a:pt x="13653" y="5764"/>
                </a:lnTo>
                <a:close/>
                <a:moveTo>
                  <a:pt x="25915" y="5764"/>
                </a:moveTo>
                <a:lnTo>
                  <a:pt x="38831" y="5927"/>
                </a:lnTo>
                <a:lnTo>
                  <a:pt x="37155" y="7807"/>
                </a:lnTo>
                <a:lnTo>
                  <a:pt x="23871" y="7644"/>
                </a:lnTo>
                <a:lnTo>
                  <a:pt x="25915" y="5764"/>
                </a:lnTo>
                <a:close/>
                <a:moveTo>
                  <a:pt x="52320" y="5927"/>
                </a:moveTo>
                <a:lnTo>
                  <a:pt x="51093" y="7807"/>
                </a:lnTo>
                <a:lnTo>
                  <a:pt x="38177" y="7807"/>
                </a:lnTo>
                <a:lnTo>
                  <a:pt x="39689" y="5927"/>
                </a:lnTo>
                <a:close/>
                <a:moveTo>
                  <a:pt x="64582" y="5927"/>
                </a:moveTo>
                <a:lnTo>
                  <a:pt x="63723" y="7807"/>
                </a:lnTo>
                <a:lnTo>
                  <a:pt x="51952" y="7807"/>
                </a:lnTo>
                <a:lnTo>
                  <a:pt x="53341" y="5927"/>
                </a:lnTo>
                <a:close/>
                <a:moveTo>
                  <a:pt x="65604" y="5927"/>
                </a:moveTo>
                <a:lnTo>
                  <a:pt x="78356" y="6131"/>
                </a:lnTo>
                <a:lnTo>
                  <a:pt x="77866" y="7807"/>
                </a:lnTo>
                <a:lnTo>
                  <a:pt x="64582" y="7807"/>
                </a:lnTo>
                <a:lnTo>
                  <a:pt x="65604" y="5927"/>
                </a:lnTo>
                <a:close/>
                <a:moveTo>
                  <a:pt x="91967" y="6131"/>
                </a:moveTo>
                <a:lnTo>
                  <a:pt x="91804" y="7807"/>
                </a:lnTo>
                <a:lnTo>
                  <a:pt x="78888" y="7807"/>
                </a:lnTo>
                <a:lnTo>
                  <a:pt x="79378" y="6131"/>
                </a:lnTo>
                <a:close/>
                <a:moveTo>
                  <a:pt x="105251" y="6131"/>
                </a:moveTo>
                <a:lnTo>
                  <a:pt x="105456" y="7971"/>
                </a:lnTo>
                <a:lnTo>
                  <a:pt x="105456" y="7971"/>
                </a:lnTo>
                <a:lnTo>
                  <a:pt x="92826" y="7807"/>
                </a:lnTo>
                <a:lnTo>
                  <a:pt x="92826" y="6131"/>
                </a:lnTo>
                <a:close/>
                <a:moveTo>
                  <a:pt x="118208" y="6131"/>
                </a:moveTo>
                <a:lnTo>
                  <a:pt x="118740" y="7971"/>
                </a:lnTo>
                <a:lnTo>
                  <a:pt x="106273" y="7971"/>
                </a:lnTo>
                <a:lnTo>
                  <a:pt x="106110" y="6131"/>
                </a:lnTo>
                <a:close/>
                <a:moveTo>
                  <a:pt x="119067" y="6131"/>
                </a:moveTo>
                <a:lnTo>
                  <a:pt x="130798" y="6295"/>
                </a:lnTo>
                <a:lnTo>
                  <a:pt x="131656" y="7971"/>
                </a:lnTo>
                <a:lnTo>
                  <a:pt x="119557" y="7971"/>
                </a:lnTo>
                <a:lnTo>
                  <a:pt x="119067" y="6131"/>
                </a:lnTo>
                <a:close/>
                <a:moveTo>
                  <a:pt x="143060" y="6295"/>
                </a:moveTo>
                <a:lnTo>
                  <a:pt x="144286" y="7971"/>
                </a:lnTo>
                <a:lnTo>
                  <a:pt x="132514" y="7971"/>
                </a:lnTo>
                <a:lnTo>
                  <a:pt x="131656" y="6295"/>
                </a:lnTo>
                <a:close/>
                <a:moveTo>
                  <a:pt x="155158" y="6295"/>
                </a:moveTo>
                <a:lnTo>
                  <a:pt x="156712" y="7971"/>
                </a:lnTo>
                <a:lnTo>
                  <a:pt x="145103" y="7971"/>
                </a:lnTo>
                <a:lnTo>
                  <a:pt x="143918" y="6295"/>
                </a:lnTo>
                <a:close/>
                <a:moveTo>
                  <a:pt x="156017" y="6295"/>
                </a:moveTo>
                <a:lnTo>
                  <a:pt x="168279" y="6458"/>
                </a:lnTo>
                <a:lnTo>
                  <a:pt x="170159" y="7971"/>
                </a:lnTo>
                <a:lnTo>
                  <a:pt x="157570" y="7971"/>
                </a:lnTo>
                <a:lnTo>
                  <a:pt x="156017" y="6295"/>
                </a:lnTo>
                <a:close/>
                <a:moveTo>
                  <a:pt x="180868" y="6458"/>
                </a:moveTo>
                <a:lnTo>
                  <a:pt x="183116" y="8175"/>
                </a:lnTo>
                <a:lnTo>
                  <a:pt x="171018" y="7971"/>
                </a:lnTo>
                <a:lnTo>
                  <a:pt x="169137" y="6458"/>
                </a:lnTo>
                <a:close/>
                <a:moveTo>
                  <a:pt x="22686" y="7971"/>
                </a:moveTo>
                <a:lnTo>
                  <a:pt x="20274" y="10014"/>
                </a:lnTo>
                <a:lnTo>
                  <a:pt x="8176" y="10014"/>
                </a:lnTo>
                <a:lnTo>
                  <a:pt x="10751" y="7971"/>
                </a:lnTo>
                <a:close/>
                <a:moveTo>
                  <a:pt x="36992" y="7971"/>
                </a:moveTo>
                <a:lnTo>
                  <a:pt x="35112" y="10014"/>
                </a:lnTo>
                <a:lnTo>
                  <a:pt x="21460" y="10014"/>
                </a:lnTo>
                <a:lnTo>
                  <a:pt x="23708" y="7971"/>
                </a:lnTo>
                <a:close/>
                <a:moveTo>
                  <a:pt x="50930" y="7971"/>
                </a:moveTo>
                <a:lnTo>
                  <a:pt x="49581" y="10014"/>
                </a:lnTo>
                <a:lnTo>
                  <a:pt x="36133" y="10014"/>
                </a:lnTo>
                <a:lnTo>
                  <a:pt x="37809" y="7971"/>
                </a:lnTo>
                <a:close/>
                <a:moveTo>
                  <a:pt x="63560" y="7971"/>
                </a:moveTo>
                <a:lnTo>
                  <a:pt x="62538" y="10014"/>
                </a:lnTo>
                <a:lnTo>
                  <a:pt x="50603" y="10014"/>
                </a:lnTo>
                <a:lnTo>
                  <a:pt x="51788" y="7971"/>
                </a:lnTo>
                <a:close/>
                <a:moveTo>
                  <a:pt x="64582" y="7971"/>
                </a:moveTo>
                <a:lnTo>
                  <a:pt x="77866" y="8175"/>
                </a:lnTo>
                <a:lnTo>
                  <a:pt x="77334" y="10014"/>
                </a:lnTo>
                <a:lnTo>
                  <a:pt x="63560" y="10014"/>
                </a:lnTo>
                <a:lnTo>
                  <a:pt x="64582" y="7971"/>
                </a:lnTo>
                <a:close/>
                <a:moveTo>
                  <a:pt x="91804" y="8175"/>
                </a:moveTo>
                <a:lnTo>
                  <a:pt x="91640" y="10014"/>
                </a:lnTo>
                <a:lnTo>
                  <a:pt x="78356" y="10014"/>
                </a:lnTo>
                <a:lnTo>
                  <a:pt x="78888" y="8175"/>
                </a:lnTo>
                <a:close/>
                <a:moveTo>
                  <a:pt x="105456" y="8175"/>
                </a:moveTo>
                <a:lnTo>
                  <a:pt x="105619" y="10014"/>
                </a:lnTo>
                <a:lnTo>
                  <a:pt x="92662" y="10014"/>
                </a:lnTo>
                <a:lnTo>
                  <a:pt x="92662" y="8175"/>
                </a:lnTo>
                <a:close/>
                <a:moveTo>
                  <a:pt x="118740" y="8175"/>
                </a:moveTo>
                <a:lnTo>
                  <a:pt x="119394" y="10014"/>
                </a:lnTo>
                <a:lnTo>
                  <a:pt x="106641" y="10014"/>
                </a:lnTo>
                <a:lnTo>
                  <a:pt x="106273" y="8175"/>
                </a:lnTo>
                <a:close/>
                <a:moveTo>
                  <a:pt x="131819" y="8175"/>
                </a:moveTo>
                <a:lnTo>
                  <a:pt x="132678" y="10014"/>
                </a:lnTo>
                <a:lnTo>
                  <a:pt x="120252" y="10014"/>
                </a:lnTo>
                <a:lnTo>
                  <a:pt x="119557" y="8175"/>
                </a:lnTo>
                <a:close/>
                <a:moveTo>
                  <a:pt x="144449" y="8175"/>
                </a:moveTo>
                <a:lnTo>
                  <a:pt x="145798" y="10014"/>
                </a:lnTo>
                <a:lnTo>
                  <a:pt x="133536" y="10014"/>
                </a:lnTo>
                <a:lnTo>
                  <a:pt x="132678" y="8175"/>
                </a:lnTo>
                <a:close/>
                <a:moveTo>
                  <a:pt x="156875" y="8175"/>
                </a:moveTo>
                <a:lnTo>
                  <a:pt x="158388" y="10014"/>
                </a:lnTo>
                <a:lnTo>
                  <a:pt x="146657" y="10014"/>
                </a:lnTo>
                <a:lnTo>
                  <a:pt x="145308" y="8175"/>
                </a:lnTo>
                <a:close/>
                <a:moveTo>
                  <a:pt x="157734" y="8175"/>
                </a:moveTo>
                <a:lnTo>
                  <a:pt x="170323" y="8339"/>
                </a:lnTo>
                <a:lnTo>
                  <a:pt x="172366" y="10014"/>
                </a:lnTo>
                <a:lnTo>
                  <a:pt x="159246" y="10014"/>
                </a:lnTo>
                <a:lnTo>
                  <a:pt x="157734" y="8175"/>
                </a:lnTo>
                <a:close/>
                <a:moveTo>
                  <a:pt x="183280" y="8339"/>
                </a:moveTo>
                <a:lnTo>
                  <a:pt x="185487" y="10014"/>
                </a:lnTo>
                <a:lnTo>
                  <a:pt x="173061" y="10014"/>
                </a:lnTo>
                <a:lnTo>
                  <a:pt x="171181" y="8339"/>
                </a:lnTo>
                <a:close/>
                <a:moveTo>
                  <a:pt x="172530" y="10219"/>
                </a:moveTo>
                <a:lnTo>
                  <a:pt x="174574" y="12058"/>
                </a:lnTo>
                <a:lnTo>
                  <a:pt x="161126" y="12058"/>
                </a:lnTo>
                <a:lnTo>
                  <a:pt x="159409" y="10219"/>
                </a:lnTo>
                <a:close/>
                <a:moveTo>
                  <a:pt x="185814" y="10219"/>
                </a:moveTo>
                <a:lnTo>
                  <a:pt x="188226" y="12058"/>
                </a:lnTo>
                <a:lnTo>
                  <a:pt x="175432" y="12058"/>
                </a:lnTo>
                <a:lnTo>
                  <a:pt x="173388" y="10219"/>
                </a:lnTo>
                <a:close/>
                <a:moveTo>
                  <a:pt x="77171" y="10219"/>
                </a:moveTo>
                <a:lnTo>
                  <a:pt x="76640" y="12263"/>
                </a:lnTo>
                <a:lnTo>
                  <a:pt x="62538" y="12263"/>
                </a:lnTo>
                <a:lnTo>
                  <a:pt x="63355" y="10219"/>
                </a:lnTo>
                <a:close/>
                <a:moveTo>
                  <a:pt x="91640" y="10219"/>
                </a:moveTo>
                <a:lnTo>
                  <a:pt x="91477" y="12263"/>
                </a:lnTo>
                <a:lnTo>
                  <a:pt x="77661" y="12263"/>
                </a:lnTo>
                <a:lnTo>
                  <a:pt x="78193" y="10219"/>
                </a:lnTo>
                <a:close/>
                <a:moveTo>
                  <a:pt x="105783" y="10219"/>
                </a:moveTo>
                <a:lnTo>
                  <a:pt x="105946" y="12263"/>
                </a:lnTo>
                <a:lnTo>
                  <a:pt x="92499" y="12263"/>
                </a:lnTo>
                <a:lnTo>
                  <a:pt x="92662" y="10219"/>
                </a:lnTo>
                <a:close/>
                <a:moveTo>
                  <a:pt x="119394" y="10219"/>
                </a:moveTo>
                <a:lnTo>
                  <a:pt x="120089" y="12263"/>
                </a:lnTo>
                <a:lnTo>
                  <a:pt x="106968" y="12263"/>
                </a:lnTo>
                <a:lnTo>
                  <a:pt x="106641" y="10219"/>
                </a:lnTo>
                <a:close/>
                <a:moveTo>
                  <a:pt x="132841" y="10219"/>
                </a:moveTo>
                <a:lnTo>
                  <a:pt x="133863" y="12263"/>
                </a:lnTo>
                <a:lnTo>
                  <a:pt x="120947" y="12263"/>
                </a:lnTo>
                <a:lnTo>
                  <a:pt x="120252" y="10219"/>
                </a:lnTo>
                <a:close/>
                <a:moveTo>
                  <a:pt x="145962" y="10219"/>
                </a:moveTo>
                <a:lnTo>
                  <a:pt x="147147" y="12263"/>
                </a:lnTo>
                <a:lnTo>
                  <a:pt x="134721" y="12263"/>
                </a:lnTo>
                <a:lnTo>
                  <a:pt x="133700" y="10219"/>
                </a:lnTo>
                <a:close/>
                <a:moveTo>
                  <a:pt x="158755" y="10219"/>
                </a:moveTo>
                <a:lnTo>
                  <a:pt x="160268" y="12058"/>
                </a:lnTo>
                <a:lnTo>
                  <a:pt x="148169" y="12263"/>
                </a:lnTo>
                <a:lnTo>
                  <a:pt x="146820" y="10219"/>
                </a:lnTo>
                <a:close/>
                <a:moveTo>
                  <a:pt x="20111" y="10219"/>
                </a:moveTo>
                <a:lnTo>
                  <a:pt x="17740" y="12426"/>
                </a:lnTo>
                <a:lnTo>
                  <a:pt x="5110" y="12426"/>
                </a:lnTo>
                <a:lnTo>
                  <a:pt x="7849" y="10219"/>
                </a:lnTo>
                <a:close/>
                <a:moveTo>
                  <a:pt x="34948" y="10219"/>
                </a:moveTo>
                <a:lnTo>
                  <a:pt x="33068" y="12426"/>
                </a:lnTo>
                <a:lnTo>
                  <a:pt x="18762" y="12426"/>
                </a:lnTo>
                <a:lnTo>
                  <a:pt x="21133" y="10219"/>
                </a:lnTo>
                <a:close/>
                <a:moveTo>
                  <a:pt x="49417" y="10219"/>
                </a:moveTo>
                <a:lnTo>
                  <a:pt x="47864" y="12426"/>
                </a:lnTo>
                <a:lnTo>
                  <a:pt x="34090" y="12426"/>
                </a:lnTo>
                <a:lnTo>
                  <a:pt x="35970" y="10219"/>
                </a:lnTo>
                <a:close/>
                <a:moveTo>
                  <a:pt x="62538" y="10219"/>
                </a:moveTo>
                <a:lnTo>
                  <a:pt x="61516" y="12263"/>
                </a:lnTo>
                <a:lnTo>
                  <a:pt x="48886" y="12426"/>
                </a:lnTo>
                <a:lnTo>
                  <a:pt x="50439" y="10219"/>
                </a:lnTo>
                <a:close/>
                <a:moveTo>
                  <a:pt x="174737" y="12426"/>
                </a:moveTo>
                <a:lnTo>
                  <a:pt x="177149" y="14470"/>
                </a:lnTo>
                <a:lnTo>
                  <a:pt x="163333" y="14470"/>
                </a:lnTo>
                <a:lnTo>
                  <a:pt x="161453" y="12426"/>
                </a:lnTo>
                <a:close/>
                <a:moveTo>
                  <a:pt x="188553" y="12426"/>
                </a:moveTo>
                <a:lnTo>
                  <a:pt x="191087" y="14470"/>
                </a:lnTo>
                <a:lnTo>
                  <a:pt x="178007" y="14470"/>
                </a:lnTo>
                <a:lnTo>
                  <a:pt x="175595" y="12426"/>
                </a:lnTo>
                <a:close/>
                <a:moveTo>
                  <a:pt x="32700" y="12590"/>
                </a:moveTo>
                <a:lnTo>
                  <a:pt x="30656" y="14960"/>
                </a:lnTo>
                <a:lnTo>
                  <a:pt x="15860" y="14960"/>
                </a:lnTo>
                <a:lnTo>
                  <a:pt x="18394" y="12590"/>
                </a:lnTo>
                <a:close/>
                <a:moveTo>
                  <a:pt x="47701" y="12590"/>
                </a:moveTo>
                <a:lnTo>
                  <a:pt x="46188" y="14960"/>
                </a:lnTo>
                <a:lnTo>
                  <a:pt x="31678" y="14960"/>
                </a:lnTo>
                <a:lnTo>
                  <a:pt x="33722" y="12590"/>
                </a:lnTo>
                <a:close/>
                <a:moveTo>
                  <a:pt x="160636" y="12426"/>
                </a:moveTo>
                <a:lnTo>
                  <a:pt x="162311" y="14470"/>
                </a:lnTo>
                <a:lnTo>
                  <a:pt x="47210" y="14960"/>
                </a:lnTo>
                <a:lnTo>
                  <a:pt x="48723" y="12590"/>
                </a:lnTo>
                <a:lnTo>
                  <a:pt x="106968" y="12590"/>
                </a:lnTo>
                <a:lnTo>
                  <a:pt x="106968" y="12426"/>
                </a:lnTo>
                <a:lnTo>
                  <a:pt x="120089" y="12426"/>
                </a:lnTo>
                <a:lnTo>
                  <a:pt x="120089" y="12590"/>
                </a:lnTo>
                <a:lnTo>
                  <a:pt x="121110" y="12590"/>
                </a:lnTo>
                <a:lnTo>
                  <a:pt x="121110" y="12426"/>
                </a:lnTo>
                <a:lnTo>
                  <a:pt x="133863" y="12426"/>
                </a:lnTo>
                <a:lnTo>
                  <a:pt x="134067" y="12590"/>
                </a:lnTo>
                <a:lnTo>
                  <a:pt x="134885" y="12590"/>
                </a:lnTo>
                <a:lnTo>
                  <a:pt x="134885" y="12426"/>
                </a:lnTo>
                <a:lnTo>
                  <a:pt x="147352" y="12426"/>
                </a:lnTo>
                <a:lnTo>
                  <a:pt x="147515" y="12590"/>
                </a:lnTo>
                <a:lnTo>
                  <a:pt x="148373" y="12590"/>
                </a:lnTo>
                <a:lnTo>
                  <a:pt x="148373" y="12426"/>
                </a:lnTo>
                <a:close/>
                <a:moveTo>
                  <a:pt x="17372" y="12590"/>
                </a:moveTo>
                <a:lnTo>
                  <a:pt x="14675" y="14960"/>
                </a:lnTo>
                <a:lnTo>
                  <a:pt x="1554" y="15124"/>
                </a:lnTo>
                <a:lnTo>
                  <a:pt x="4783" y="12753"/>
                </a:lnTo>
                <a:lnTo>
                  <a:pt x="17372" y="12590"/>
                </a:lnTo>
                <a:close/>
                <a:moveTo>
                  <a:pt x="20111" y="0"/>
                </a:moveTo>
                <a:lnTo>
                  <a:pt x="1" y="15328"/>
                </a:lnTo>
                <a:lnTo>
                  <a:pt x="31515" y="15328"/>
                </a:lnTo>
                <a:lnTo>
                  <a:pt x="45984" y="15124"/>
                </a:lnTo>
                <a:lnTo>
                  <a:pt x="45821" y="15328"/>
                </a:lnTo>
                <a:lnTo>
                  <a:pt x="47006" y="15328"/>
                </a:lnTo>
                <a:lnTo>
                  <a:pt x="47006" y="15124"/>
                </a:lnTo>
                <a:lnTo>
                  <a:pt x="192313" y="14633"/>
                </a:lnTo>
                <a:lnTo>
                  <a:pt x="175105" y="1349"/>
                </a:lnTo>
                <a:lnTo>
                  <a:pt x="163333" y="1186"/>
                </a:lnTo>
                <a:lnTo>
                  <a:pt x="162679" y="1186"/>
                </a:lnTo>
                <a:lnTo>
                  <a:pt x="151235" y="1022"/>
                </a:lnTo>
                <a:lnTo>
                  <a:pt x="139340" y="1022"/>
                </a:lnTo>
                <a:lnTo>
                  <a:pt x="128754" y="818"/>
                </a:lnTo>
                <a:lnTo>
                  <a:pt x="116328" y="818"/>
                </a:lnTo>
                <a:lnTo>
                  <a:pt x="105251" y="654"/>
                </a:lnTo>
                <a:lnTo>
                  <a:pt x="104597" y="654"/>
                </a:lnTo>
                <a:lnTo>
                  <a:pt x="93194" y="491"/>
                </a:lnTo>
                <a:lnTo>
                  <a:pt x="80073" y="491"/>
                </a:lnTo>
                <a:lnTo>
                  <a:pt x="68301" y="327"/>
                </a:lnTo>
                <a:lnTo>
                  <a:pt x="67443" y="327"/>
                </a:lnTo>
                <a:lnTo>
                  <a:pt x="201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9"/>
          <p:cNvSpPr/>
          <p:nvPr/>
        </p:nvSpPr>
        <p:spPr>
          <a:xfrm>
            <a:off x="4375927" y="4850506"/>
            <a:ext cx="49035" cy="53926"/>
          </a:xfrm>
          <a:custGeom>
            <a:rect b="b" l="l" r="r" t="t"/>
            <a:pathLst>
              <a:path extrusionOk="0" h="2249" w="2045">
                <a:moveTo>
                  <a:pt x="1023" y="1"/>
                </a:moveTo>
                <a:cubicBezTo>
                  <a:pt x="328" y="1"/>
                  <a:pt x="1" y="532"/>
                  <a:pt x="1" y="1022"/>
                </a:cubicBezTo>
                <a:cubicBezTo>
                  <a:pt x="1" y="1717"/>
                  <a:pt x="328" y="2249"/>
                  <a:pt x="1023" y="2249"/>
                </a:cubicBezTo>
                <a:cubicBezTo>
                  <a:pt x="1513" y="2249"/>
                  <a:pt x="2044" y="1717"/>
                  <a:pt x="2044" y="1022"/>
                </a:cubicBezTo>
                <a:cubicBezTo>
                  <a:pt x="2044" y="532"/>
                  <a:pt x="1513" y="1"/>
                  <a:pt x="1023" y="1"/>
                </a:cubicBez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9"/>
          <p:cNvSpPr/>
          <p:nvPr/>
        </p:nvSpPr>
        <p:spPr>
          <a:xfrm>
            <a:off x="4483610" y="4850506"/>
            <a:ext cx="49035" cy="53926"/>
          </a:xfrm>
          <a:custGeom>
            <a:rect b="b" l="l" r="r" t="t"/>
            <a:pathLst>
              <a:path extrusionOk="0" h="2249" w="2045">
                <a:moveTo>
                  <a:pt x="1023" y="1"/>
                </a:moveTo>
                <a:cubicBezTo>
                  <a:pt x="491" y="1"/>
                  <a:pt x="1" y="532"/>
                  <a:pt x="1" y="1022"/>
                </a:cubicBezTo>
                <a:cubicBezTo>
                  <a:pt x="1" y="1717"/>
                  <a:pt x="491" y="2249"/>
                  <a:pt x="1023" y="2249"/>
                </a:cubicBezTo>
                <a:cubicBezTo>
                  <a:pt x="1718" y="2249"/>
                  <a:pt x="2045" y="1717"/>
                  <a:pt x="2045" y="1022"/>
                </a:cubicBezTo>
                <a:cubicBezTo>
                  <a:pt x="2045" y="532"/>
                  <a:pt x="1718" y="1"/>
                  <a:pt x="1023" y="1"/>
                </a:cubicBez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9"/>
          <p:cNvSpPr/>
          <p:nvPr/>
        </p:nvSpPr>
        <p:spPr>
          <a:xfrm>
            <a:off x="4610161" y="4850506"/>
            <a:ext cx="52967" cy="53926"/>
          </a:xfrm>
          <a:custGeom>
            <a:rect b="b" l="l" r="r" t="t"/>
            <a:pathLst>
              <a:path extrusionOk="0" h="2249" w="2209">
                <a:moveTo>
                  <a:pt x="1023" y="1"/>
                </a:moveTo>
                <a:cubicBezTo>
                  <a:pt x="532" y="1"/>
                  <a:pt x="1" y="532"/>
                  <a:pt x="1" y="1022"/>
                </a:cubicBezTo>
                <a:cubicBezTo>
                  <a:pt x="1" y="1717"/>
                  <a:pt x="532" y="2249"/>
                  <a:pt x="1023" y="2249"/>
                </a:cubicBezTo>
                <a:cubicBezTo>
                  <a:pt x="1718" y="2249"/>
                  <a:pt x="2208" y="1717"/>
                  <a:pt x="2208" y="1022"/>
                </a:cubicBezTo>
                <a:cubicBezTo>
                  <a:pt x="2208" y="532"/>
                  <a:pt x="1718" y="1"/>
                  <a:pt x="1023" y="1"/>
                </a:cubicBezTo>
                <a:close/>
              </a:path>
            </a:pathLst>
          </a:custGeom>
          <a:solidFill>
            <a:srgbClr val="AFD2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5" name="Google Shape;1335;p49"/>
          <p:cNvGrpSpPr/>
          <p:nvPr/>
        </p:nvGrpSpPr>
        <p:grpSpPr>
          <a:xfrm>
            <a:off x="5022792" y="2137626"/>
            <a:ext cx="3345063" cy="2009264"/>
            <a:chOff x="4894275" y="1974100"/>
            <a:chExt cx="3377379" cy="2028675"/>
          </a:xfrm>
        </p:grpSpPr>
        <p:sp>
          <p:nvSpPr>
            <p:cNvPr id="1336" name="Google Shape;1336;p49"/>
            <p:cNvSpPr/>
            <p:nvPr/>
          </p:nvSpPr>
          <p:spPr>
            <a:xfrm>
              <a:off x="4894275" y="1974100"/>
              <a:ext cx="3377276" cy="2028675"/>
            </a:xfrm>
            <a:custGeom>
              <a:rect b="b" l="l" r="r" t="t"/>
              <a:pathLst>
                <a:path extrusionOk="0" h="87717" w="145635">
                  <a:moveTo>
                    <a:pt x="8543" y="1"/>
                  </a:moveTo>
                  <a:cubicBezTo>
                    <a:pt x="3761" y="1"/>
                    <a:pt x="0" y="3924"/>
                    <a:pt x="0" y="8666"/>
                  </a:cubicBezTo>
                  <a:lnTo>
                    <a:pt x="0" y="79010"/>
                  </a:lnTo>
                  <a:cubicBezTo>
                    <a:pt x="0" y="83792"/>
                    <a:pt x="3761" y="87716"/>
                    <a:pt x="8543" y="87716"/>
                  </a:cubicBezTo>
                  <a:lnTo>
                    <a:pt x="137133" y="87716"/>
                  </a:lnTo>
                  <a:cubicBezTo>
                    <a:pt x="141874" y="87716"/>
                    <a:pt x="145634" y="83792"/>
                    <a:pt x="145634" y="79010"/>
                  </a:cubicBezTo>
                  <a:lnTo>
                    <a:pt x="145634" y="8666"/>
                  </a:lnTo>
                  <a:cubicBezTo>
                    <a:pt x="145634" y="3924"/>
                    <a:pt x="141874" y="1"/>
                    <a:pt x="137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9"/>
            <p:cNvSpPr/>
            <p:nvPr/>
          </p:nvSpPr>
          <p:spPr>
            <a:xfrm>
              <a:off x="5010071" y="2039400"/>
              <a:ext cx="3141877" cy="1887989"/>
            </a:xfrm>
            <a:custGeom>
              <a:rect b="b" l="l" r="r" t="t"/>
              <a:pathLst>
                <a:path extrusionOk="0" h="77171" w="129776">
                  <a:moveTo>
                    <a:pt x="121232" y="696"/>
                  </a:moveTo>
                  <a:cubicBezTo>
                    <a:pt x="123480" y="696"/>
                    <a:pt x="125320" y="1554"/>
                    <a:pt x="126873" y="3066"/>
                  </a:cubicBezTo>
                  <a:cubicBezTo>
                    <a:pt x="128222" y="4456"/>
                    <a:pt x="129080" y="6500"/>
                    <a:pt x="129080" y="8543"/>
                  </a:cubicBezTo>
                  <a:lnTo>
                    <a:pt x="129080" y="68465"/>
                  </a:lnTo>
                  <a:cubicBezTo>
                    <a:pt x="129080" y="70672"/>
                    <a:pt x="128222" y="72716"/>
                    <a:pt x="126873" y="74105"/>
                  </a:cubicBezTo>
                  <a:cubicBezTo>
                    <a:pt x="125320" y="75454"/>
                    <a:pt x="123480" y="76476"/>
                    <a:pt x="121232" y="76476"/>
                  </a:cubicBezTo>
                  <a:lnTo>
                    <a:pt x="8665" y="76476"/>
                  </a:lnTo>
                  <a:cubicBezTo>
                    <a:pt x="6458" y="76476"/>
                    <a:pt x="4415" y="75454"/>
                    <a:pt x="3066" y="74105"/>
                  </a:cubicBezTo>
                  <a:cubicBezTo>
                    <a:pt x="1676" y="72716"/>
                    <a:pt x="654" y="70672"/>
                    <a:pt x="654" y="68465"/>
                  </a:cubicBezTo>
                  <a:lnTo>
                    <a:pt x="654" y="8543"/>
                  </a:lnTo>
                  <a:cubicBezTo>
                    <a:pt x="654" y="6500"/>
                    <a:pt x="1676" y="4456"/>
                    <a:pt x="3066" y="3066"/>
                  </a:cubicBezTo>
                  <a:cubicBezTo>
                    <a:pt x="4415" y="1554"/>
                    <a:pt x="6458" y="696"/>
                    <a:pt x="8665" y="696"/>
                  </a:cubicBezTo>
                  <a:close/>
                  <a:moveTo>
                    <a:pt x="8665" y="1"/>
                  </a:moveTo>
                  <a:cubicBezTo>
                    <a:pt x="3924" y="1"/>
                    <a:pt x="0" y="3925"/>
                    <a:pt x="0" y="8543"/>
                  </a:cubicBezTo>
                  <a:lnTo>
                    <a:pt x="0" y="68465"/>
                  </a:lnTo>
                  <a:cubicBezTo>
                    <a:pt x="0" y="73247"/>
                    <a:pt x="3924" y="77171"/>
                    <a:pt x="8665" y="77171"/>
                  </a:cubicBezTo>
                  <a:lnTo>
                    <a:pt x="121232" y="77171"/>
                  </a:lnTo>
                  <a:cubicBezTo>
                    <a:pt x="126015" y="77171"/>
                    <a:pt x="129775" y="73247"/>
                    <a:pt x="129775" y="68465"/>
                  </a:cubicBezTo>
                  <a:lnTo>
                    <a:pt x="129775" y="8543"/>
                  </a:lnTo>
                  <a:cubicBezTo>
                    <a:pt x="129775" y="3925"/>
                    <a:pt x="126015" y="1"/>
                    <a:pt x="121232"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9"/>
            <p:cNvSpPr/>
            <p:nvPr/>
          </p:nvSpPr>
          <p:spPr>
            <a:xfrm>
              <a:off x="4894275" y="2927384"/>
              <a:ext cx="593774" cy="650011"/>
            </a:xfrm>
            <a:custGeom>
              <a:rect b="b" l="l" r="r" t="t"/>
              <a:pathLst>
                <a:path extrusionOk="0" h="26569" w="24526">
                  <a:moveTo>
                    <a:pt x="1" y="1"/>
                  </a:moveTo>
                  <a:lnTo>
                    <a:pt x="1" y="4252"/>
                  </a:lnTo>
                  <a:lnTo>
                    <a:pt x="4783" y="9034"/>
                  </a:lnTo>
                  <a:lnTo>
                    <a:pt x="4783" y="4947"/>
                  </a:lnTo>
                  <a:lnTo>
                    <a:pt x="1" y="1"/>
                  </a:lnTo>
                  <a:close/>
                  <a:moveTo>
                    <a:pt x="5437" y="5601"/>
                  </a:moveTo>
                  <a:lnTo>
                    <a:pt x="5437" y="9688"/>
                  </a:lnTo>
                  <a:lnTo>
                    <a:pt x="21787" y="26038"/>
                  </a:lnTo>
                  <a:cubicBezTo>
                    <a:pt x="22155" y="26405"/>
                    <a:pt x="22482" y="26569"/>
                    <a:pt x="22809" y="26569"/>
                  </a:cubicBezTo>
                  <a:cubicBezTo>
                    <a:pt x="23340" y="26569"/>
                    <a:pt x="23667" y="26405"/>
                    <a:pt x="24035" y="26038"/>
                  </a:cubicBezTo>
                  <a:cubicBezTo>
                    <a:pt x="24525" y="25547"/>
                    <a:pt x="24525" y="24525"/>
                    <a:pt x="24035" y="23994"/>
                  </a:cubicBezTo>
                  <a:lnTo>
                    <a:pt x="5437" y="5601"/>
                  </a:ln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9"/>
            <p:cNvSpPr/>
            <p:nvPr/>
          </p:nvSpPr>
          <p:spPr>
            <a:xfrm>
              <a:off x="4894275" y="2748398"/>
              <a:ext cx="412684" cy="466009"/>
            </a:xfrm>
            <a:custGeom>
              <a:rect b="b" l="l" r="r" t="t"/>
              <a:pathLst>
                <a:path extrusionOk="0" h="19048" w="17046">
                  <a:moveTo>
                    <a:pt x="1" y="0"/>
                  </a:moveTo>
                  <a:lnTo>
                    <a:pt x="1" y="4088"/>
                  </a:lnTo>
                  <a:lnTo>
                    <a:pt x="4783" y="8993"/>
                  </a:lnTo>
                  <a:lnTo>
                    <a:pt x="4783" y="4742"/>
                  </a:lnTo>
                  <a:lnTo>
                    <a:pt x="1" y="0"/>
                  </a:lnTo>
                  <a:close/>
                  <a:moveTo>
                    <a:pt x="5437" y="5437"/>
                  </a:moveTo>
                  <a:lnTo>
                    <a:pt x="5437" y="9688"/>
                  </a:lnTo>
                  <a:lnTo>
                    <a:pt x="14470" y="18557"/>
                  </a:lnTo>
                  <a:cubicBezTo>
                    <a:pt x="14634" y="18884"/>
                    <a:pt x="15165" y="19048"/>
                    <a:pt x="15492" y="19048"/>
                  </a:cubicBezTo>
                  <a:cubicBezTo>
                    <a:pt x="15860" y="19048"/>
                    <a:pt x="16187" y="18884"/>
                    <a:pt x="16514" y="18557"/>
                  </a:cubicBezTo>
                  <a:cubicBezTo>
                    <a:pt x="17045" y="18026"/>
                    <a:pt x="17045" y="17004"/>
                    <a:pt x="16514" y="16514"/>
                  </a:cubicBezTo>
                  <a:lnTo>
                    <a:pt x="5437" y="5437"/>
                  </a:ln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9"/>
            <p:cNvSpPr/>
            <p:nvPr/>
          </p:nvSpPr>
          <p:spPr>
            <a:xfrm>
              <a:off x="7166298" y="1974105"/>
              <a:ext cx="481948" cy="382978"/>
            </a:xfrm>
            <a:custGeom>
              <a:rect b="b" l="l" r="r" t="t"/>
              <a:pathLst>
                <a:path extrusionOk="0" h="15819" w="19907">
                  <a:moveTo>
                    <a:pt x="1" y="0"/>
                  </a:moveTo>
                  <a:lnTo>
                    <a:pt x="3066" y="2698"/>
                  </a:lnTo>
                  <a:lnTo>
                    <a:pt x="7481" y="2698"/>
                  </a:lnTo>
                  <a:lnTo>
                    <a:pt x="4415" y="0"/>
                  </a:lnTo>
                  <a:close/>
                  <a:moveTo>
                    <a:pt x="3924" y="3393"/>
                  </a:moveTo>
                  <a:lnTo>
                    <a:pt x="17209" y="15491"/>
                  </a:lnTo>
                  <a:cubicBezTo>
                    <a:pt x="17536" y="15655"/>
                    <a:pt x="17863" y="15818"/>
                    <a:pt x="18230" y="15818"/>
                  </a:cubicBezTo>
                  <a:cubicBezTo>
                    <a:pt x="18557" y="15818"/>
                    <a:pt x="19089" y="15655"/>
                    <a:pt x="19252" y="15328"/>
                  </a:cubicBezTo>
                  <a:cubicBezTo>
                    <a:pt x="19906" y="14633"/>
                    <a:pt x="19743" y="13775"/>
                    <a:pt x="19252" y="13284"/>
                  </a:cubicBezTo>
                  <a:lnTo>
                    <a:pt x="8339" y="3393"/>
                  </a:ln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9"/>
            <p:cNvSpPr/>
            <p:nvPr/>
          </p:nvSpPr>
          <p:spPr>
            <a:xfrm>
              <a:off x="5554307" y="3643378"/>
              <a:ext cx="436434" cy="350021"/>
            </a:xfrm>
            <a:custGeom>
              <a:rect b="b" l="l" r="r" t="t"/>
              <a:pathLst>
                <a:path extrusionOk="0" h="14307" w="18027">
                  <a:moveTo>
                    <a:pt x="1677" y="1"/>
                  </a:moveTo>
                  <a:cubicBezTo>
                    <a:pt x="1186" y="1"/>
                    <a:pt x="859" y="205"/>
                    <a:pt x="491" y="532"/>
                  </a:cubicBezTo>
                  <a:cubicBezTo>
                    <a:pt x="1" y="1227"/>
                    <a:pt x="1" y="2044"/>
                    <a:pt x="655" y="2576"/>
                  </a:cubicBezTo>
                  <a:lnTo>
                    <a:pt x="9688" y="10914"/>
                  </a:lnTo>
                  <a:lnTo>
                    <a:pt x="14143" y="10914"/>
                  </a:lnTo>
                  <a:lnTo>
                    <a:pt x="2535" y="368"/>
                  </a:lnTo>
                  <a:cubicBezTo>
                    <a:pt x="2372" y="205"/>
                    <a:pt x="2045" y="1"/>
                    <a:pt x="1677" y="1"/>
                  </a:cubicBezTo>
                  <a:close/>
                  <a:moveTo>
                    <a:pt x="10546" y="11609"/>
                  </a:moveTo>
                  <a:lnTo>
                    <a:pt x="13612" y="14307"/>
                  </a:lnTo>
                  <a:lnTo>
                    <a:pt x="18026" y="14307"/>
                  </a:lnTo>
                  <a:lnTo>
                    <a:pt x="14961" y="11609"/>
                  </a:ln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9"/>
            <p:cNvSpPr/>
            <p:nvPr/>
          </p:nvSpPr>
          <p:spPr>
            <a:xfrm>
              <a:off x="5805654" y="3698376"/>
              <a:ext cx="375086" cy="295023"/>
            </a:xfrm>
            <a:custGeom>
              <a:rect b="b" l="l" r="r" t="t"/>
              <a:pathLst>
                <a:path extrusionOk="0" h="12059" w="15493">
                  <a:moveTo>
                    <a:pt x="1718" y="1"/>
                  </a:moveTo>
                  <a:cubicBezTo>
                    <a:pt x="1186" y="1"/>
                    <a:pt x="859" y="164"/>
                    <a:pt x="491" y="491"/>
                  </a:cubicBezTo>
                  <a:cubicBezTo>
                    <a:pt x="1" y="1186"/>
                    <a:pt x="1" y="2044"/>
                    <a:pt x="696" y="2535"/>
                  </a:cubicBezTo>
                  <a:lnTo>
                    <a:pt x="7317" y="8666"/>
                  </a:lnTo>
                  <a:lnTo>
                    <a:pt x="11732" y="8666"/>
                  </a:lnTo>
                  <a:lnTo>
                    <a:pt x="2535" y="328"/>
                  </a:lnTo>
                  <a:cubicBezTo>
                    <a:pt x="2372" y="164"/>
                    <a:pt x="2045" y="1"/>
                    <a:pt x="1718" y="1"/>
                  </a:cubicBezTo>
                  <a:close/>
                  <a:moveTo>
                    <a:pt x="8012" y="9361"/>
                  </a:moveTo>
                  <a:lnTo>
                    <a:pt x="11078" y="12059"/>
                  </a:lnTo>
                  <a:lnTo>
                    <a:pt x="15492" y="12059"/>
                  </a:lnTo>
                  <a:lnTo>
                    <a:pt x="12427" y="9361"/>
                  </a:ln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9"/>
            <p:cNvSpPr/>
            <p:nvPr/>
          </p:nvSpPr>
          <p:spPr>
            <a:xfrm>
              <a:off x="6980269" y="1974105"/>
              <a:ext cx="380000" cy="291924"/>
            </a:xfrm>
            <a:custGeom>
              <a:rect b="b" l="l" r="r" t="t"/>
              <a:pathLst>
                <a:path extrusionOk="0" h="12058" w="15696">
                  <a:moveTo>
                    <a:pt x="0" y="0"/>
                  </a:moveTo>
                  <a:lnTo>
                    <a:pt x="3066" y="2698"/>
                  </a:lnTo>
                  <a:lnTo>
                    <a:pt x="7521" y="2698"/>
                  </a:lnTo>
                  <a:lnTo>
                    <a:pt x="4456" y="0"/>
                  </a:lnTo>
                  <a:close/>
                  <a:moveTo>
                    <a:pt x="3761" y="3393"/>
                  </a:moveTo>
                  <a:lnTo>
                    <a:pt x="12957" y="11731"/>
                  </a:lnTo>
                  <a:cubicBezTo>
                    <a:pt x="13284" y="11894"/>
                    <a:pt x="13652" y="12058"/>
                    <a:pt x="13979" y="12058"/>
                  </a:cubicBezTo>
                  <a:cubicBezTo>
                    <a:pt x="14511" y="12058"/>
                    <a:pt x="14838" y="11894"/>
                    <a:pt x="15165" y="11567"/>
                  </a:cubicBezTo>
                  <a:cubicBezTo>
                    <a:pt x="15696" y="11036"/>
                    <a:pt x="15696" y="10014"/>
                    <a:pt x="15001" y="9524"/>
                  </a:cubicBezTo>
                  <a:lnTo>
                    <a:pt x="8175" y="3393"/>
                  </a:ln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9"/>
            <p:cNvSpPr/>
            <p:nvPr/>
          </p:nvSpPr>
          <p:spPr>
            <a:xfrm>
              <a:off x="7672965" y="2381801"/>
              <a:ext cx="598689" cy="585834"/>
            </a:xfrm>
            <a:custGeom>
              <a:rect b="b" l="l" r="r" t="t"/>
              <a:pathLst>
                <a:path extrusionOk="0" h="24198" w="24729">
                  <a:moveTo>
                    <a:pt x="1553" y="0"/>
                  </a:moveTo>
                  <a:cubicBezTo>
                    <a:pt x="1226" y="0"/>
                    <a:pt x="858" y="164"/>
                    <a:pt x="531" y="532"/>
                  </a:cubicBezTo>
                  <a:cubicBezTo>
                    <a:pt x="0" y="1022"/>
                    <a:pt x="0" y="2044"/>
                    <a:pt x="695" y="2575"/>
                  </a:cubicBezTo>
                  <a:lnTo>
                    <a:pt x="19088" y="19252"/>
                  </a:lnTo>
                  <a:lnTo>
                    <a:pt x="19088" y="15164"/>
                  </a:lnTo>
                  <a:lnTo>
                    <a:pt x="2575" y="327"/>
                  </a:lnTo>
                  <a:cubicBezTo>
                    <a:pt x="2412" y="0"/>
                    <a:pt x="1880" y="0"/>
                    <a:pt x="1553" y="0"/>
                  </a:cubicBezTo>
                  <a:close/>
                  <a:moveTo>
                    <a:pt x="19783" y="15859"/>
                  </a:moveTo>
                  <a:lnTo>
                    <a:pt x="19783" y="19742"/>
                  </a:lnTo>
                  <a:lnTo>
                    <a:pt x="24729" y="24198"/>
                  </a:lnTo>
                  <a:lnTo>
                    <a:pt x="24729" y="20274"/>
                  </a:lnTo>
                  <a:lnTo>
                    <a:pt x="19783" y="15859"/>
                  </a:ln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9"/>
            <p:cNvSpPr/>
            <p:nvPr/>
          </p:nvSpPr>
          <p:spPr>
            <a:xfrm>
              <a:off x="7508676" y="1974105"/>
              <a:ext cx="552206" cy="445319"/>
            </a:xfrm>
            <a:custGeom>
              <a:rect b="b" l="l" r="r" t="t"/>
              <a:pathLst>
                <a:path extrusionOk="0" h="18394" w="22809">
                  <a:moveTo>
                    <a:pt x="1" y="0"/>
                  </a:moveTo>
                  <a:lnTo>
                    <a:pt x="20070" y="18026"/>
                  </a:lnTo>
                  <a:cubicBezTo>
                    <a:pt x="20438" y="18393"/>
                    <a:pt x="20765" y="18393"/>
                    <a:pt x="21092" y="18393"/>
                  </a:cubicBezTo>
                  <a:cubicBezTo>
                    <a:pt x="21460" y="18393"/>
                    <a:pt x="21950" y="18189"/>
                    <a:pt x="22114" y="17862"/>
                  </a:cubicBezTo>
                  <a:cubicBezTo>
                    <a:pt x="22809" y="17372"/>
                    <a:pt x="22645" y="16350"/>
                    <a:pt x="22114" y="15818"/>
                  </a:cubicBezTo>
                  <a:lnTo>
                    <a:pt x="4415" y="0"/>
                  </a:ln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9"/>
            <p:cNvSpPr/>
            <p:nvPr/>
          </p:nvSpPr>
          <p:spPr>
            <a:xfrm>
              <a:off x="7887684" y="2092855"/>
              <a:ext cx="383971" cy="391887"/>
            </a:xfrm>
            <a:custGeom>
              <a:rect b="b" l="l" r="r" t="t"/>
              <a:pathLst>
                <a:path extrusionOk="0" h="16187" w="15860">
                  <a:moveTo>
                    <a:pt x="1717" y="0"/>
                  </a:moveTo>
                  <a:cubicBezTo>
                    <a:pt x="1186" y="0"/>
                    <a:pt x="859" y="204"/>
                    <a:pt x="532" y="531"/>
                  </a:cubicBezTo>
                  <a:cubicBezTo>
                    <a:pt x="1" y="1022"/>
                    <a:pt x="1" y="2044"/>
                    <a:pt x="696" y="2575"/>
                  </a:cubicBezTo>
                  <a:lnTo>
                    <a:pt x="15860" y="16186"/>
                  </a:lnTo>
                  <a:lnTo>
                    <a:pt x="15860" y="12467"/>
                  </a:lnTo>
                  <a:lnTo>
                    <a:pt x="15860" y="12262"/>
                  </a:lnTo>
                  <a:lnTo>
                    <a:pt x="2576" y="368"/>
                  </a:lnTo>
                  <a:cubicBezTo>
                    <a:pt x="2371" y="204"/>
                    <a:pt x="2044" y="0"/>
                    <a:pt x="1717"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9"/>
            <p:cNvSpPr/>
            <p:nvPr/>
          </p:nvSpPr>
          <p:spPr>
            <a:xfrm>
              <a:off x="4894275" y="3443377"/>
              <a:ext cx="383995" cy="396015"/>
            </a:xfrm>
            <a:custGeom>
              <a:rect b="b" l="l" r="r" t="t"/>
              <a:pathLst>
                <a:path extrusionOk="0" h="16187" w="15861">
                  <a:moveTo>
                    <a:pt x="1" y="1"/>
                  </a:moveTo>
                  <a:lnTo>
                    <a:pt x="1" y="3925"/>
                  </a:lnTo>
                  <a:lnTo>
                    <a:pt x="13121" y="15860"/>
                  </a:lnTo>
                  <a:cubicBezTo>
                    <a:pt x="13448" y="16023"/>
                    <a:pt x="13816" y="16187"/>
                    <a:pt x="14143" y="16187"/>
                  </a:cubicBezTo>
                  <a:cubicBezTo>
                    <a:pt x="14470" y="16187"/>
                    <a:pt x="15002" y="16023"/>
                    <a:pt x="15165" y="15696"/>
                  </a:cubicBezTo>
                  <a:cubicBezTo>
                    <a:pt x="15860" y="15165"/>
                    <a:pt x="15656" y="14143"/>
                    <a:pt x="15165" y="13653"/>
                  </a:cubicBezTo>
                  <a:lnTo>
                    <a:pt x="1" y="1"/>
                  </a:ln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9"/>
            <p:cNvSpPr/>
            <p:nvPr/>
          </p:nvSpPr>
          <p:spPr>
            <a:xfrm>
              <a:off x="5105070" y="3510386"/>
              <a:ext cx="584841" cy="483012"/>
            </a:xfrm>
            <a:custGeom>
              <a:rect b="b" l="l" r="r" t="t"/>
              <a:pathLst>
                <a:path extrusionOk="0" h="19743" w="24157">
                  <a:moveTo>
                    <a:pt x="1676" y="0"/>
                  </a:moveTo>
                  <a:cubicBezTo>
                    <a:pt x="1185" y="0"/>
                    <a:pt x="818" y="164"/>
                    <a:pt x="491" y="532"/>
                  </a:cubicBezTo>
                  <a:cubicBezTo>
                    <a:pt x="0" y="1022"/>
                    <a:pt x="0" y="2044"/>
                    <a:pt x="654" y="2575"/>
                  </a:cubicBezTo>
                  <a:lnTo>
                    <a:pt x="19742" y="19743"/>
                  </a:lnTo>
                  <a:lnTo>
                    <a:pt x="24157" y="19743"/>
                  </a:lnTo>
                  <a:lnTo>
                    <a:pt x="2534" y="327"/>
                  </a:lnTo>
                  <a:cubicBezTo>
                    <a:pt x="2371" y="0"/>
                    <a:pt x="2044" y="0"/>
                    <a:pt x="1676" y="0"/>
                  </a:cubicBezTo>
                  <a:close/>
                </a:path>
              </a:pathLst>
            </a:custGeom>
            <a:solidFill>
              <a:srgbClr val="4C64D8">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 name="Google Shape;1349;p49"/>
          <p:cNvSpPr/>
          <p:nvPr/>
        </p:nvSpPr>
        <p:spPr>
          <a:xfrm>
            <a:off x="8758262" y="4834824"/>
            <a:ext cx="310730" cy="85290"/>
          </a:xfrm>
          <a:custGeom>
            <a:rect b="b" l="l" r="r" t="t"/>
            <a:pathLst>
              <a:path extrusionOk="0" h="3557" w="12959">
                <a:moveTo>
                  <a:pt x="1718" y="1"/>
                </a:moveTo>
                <a:cubicBezTo>
                  <a:pt x="859" y="1"/>
                  <a:pt x="1" y="859"/>
                  <a:pt x="1" y="1676"/>
                </a:cubicBezTo>
                <a:cubicBezTo>
                  <a:pt x="1" y="2698"/>
                  <a:pt x="859" y="3557"/>
                  <a:pt x="1718" y="3557"/>
                </a:cubicBezTo>
                <a:lnTo>
                  <a:pt x="11078" y="3557"/>
                </a:lnTo>
                <a:cubicBezTo>
                  <a:pt x="12100" y="3557"/>
                  <a:pt x="12958" y="2698"/>
                  <a:pt x="12958" y="1676"/>
                </a:cubicBezTo>
                <a:cubicBezTo>
                  <a:pt x="12958" y="859"/>
                  <a:pt x="12100" y="1"/>
                  <a:pt x="110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9"/>
          <p:cNvSpPr/>
          <p:nvPr/>
        </p:nvSpPr>
        <p:spPr>
          <a:xfrm>
            <a:off x="6435759" y="2001336"/>
            <a:ext cx="410892" cy="81365"/>
          </a:xfrm>
          <a:prstGeom prst="roundRect">
            <a:avLst>
              <a:gd fmla="val 50000" name="adj"/>
            </a:avLst>
          </a:prstGeom>
          <a:solidFill>
            <a:schemeClr val="accent3"/>
          </a:solidFill>
          <a:ln cap="flat" cmpd="sng" w="19050">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9"/>
          <p:cNvSpPr/>
          <p:nvPr/>
        </p:nvSpPr>
        <p:spPr>
          <a:xfrm>
            <a:off x="6506895" y="2017983"/>
            <a:ext cx="51526" cy="51573"/>
          </a:xfrm>
          <a:custGeom>
            <a:rect b="b" l="l" r="r" t="t"/>
            <a:pathLst>
              <a:path extrusionOk="0" h="1097" w="1096">
                <a:moveTo>
                  <a:pt x="548" y="144"/>
                </a:moveTo>
                <a:cubicBezTo>
                  <a:pt x="774" y="144"/>
                  <a:pt x="953" y="322"/>
                  <a:pt x="953" y="549"/>
                </a:cubicBezTo>
                <a:cubicBezTo>
                  <a:pt x="953" y="763"/>
                  <a:pt x="774" y="941"/>
                  <a:pt x="548" y="941"/>
                </a:cubicBezTo>
                <a:cubicBezTo>
                  <a:pt x="333" y="941"/>
                  <a:pt x="155" y="763"/>
                  <a:pt x="155" y="549"/>
                </a:cubicBezTo>
                <a:cubicBezTo>
                  <a:pt x="155" y="322"/>
                  <a:pt x="333" y="144"/>
                  <a:pt x="548" y="144"/>
                </a:cubicBezTo>
                <a:close/>
                <a:moveTo>
                  <a:pt x="548" y="1"/>
                </a:moveTo>
                <a:cubicBezTo>
                  <a:pt x="250" y="1"/>
                  <a:pt x="0" y="251"/>
                  <a:pt x="0" y="549"/>
                </a:cubicBezTo>
                <a:cubicBezTo>
                  <a:pt x="0" y="846"/>
                  <a:pt x="250" y="1096"/>
                  <a:pt x="548" y="1096"/>
                </a:cubicBezTo>
                <a:cubicBezTo>
                  <a:pt x="845" y="1096"/>
                  <a:pt x="1095" y="846"/>
                  <a:pt x="1095" y="549"/>
                </a:cubicBezTo>
                <a:cubicBezTo>
                  <a:pt x="1095" y="251"/>
                  <a:pt x="845" y="1"/>
                  <a:pt x="548" y="1"/>
                </a:cubicBezTo>
                <a:close/>
              </a:path>
            </a:pathLst>
          </a:custGeom>
          <a:solidFill>
            <a:srgbClr val="00004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 name="Google Shape;1352;p49"/>
          <p:cNvGrpSpPr/>
          <p:nvPr/>
        </p:nvGrpSpPr>
        <p:grpSpPr>
          <a:xfrm>
            <a:off x="5005825" y="4175936"/>
            <a:ext cx="1697287" cy="604006"/>
            <a:chOff x="-5302450" y="3084350"/>
            <a:chExt cx="1519450" cy="540750"/>
          </a:xfrm>
        </p:grpSpPr>
        <p:sp>
          <p:nvSpPr>
            <p:cNvPr id="1353" name="Google Shape;1353;p49"/>
            <p:cNvSpPr/>
            <p:nvPr/>
          </p:nvSpPr>
          <p:spPr>
            <a:xfrm>
              <a:off x="-4388300" y="3084350"/>
              <a:ext cx="584625" cy="269450"/>
            </a:xfrm>
            <a:custGeom>
              <a:rect b="b" l="l" r="r" t="t"/>
              <a:pathLst>
                <a:path extrusionOk="0" h="10778" w="23385">
                  <a:moveTo>
                    <a:pt x="4286" y="1"/>
                  </a:moveTo>
                  <a:cubicBezTo>
                    <a:pt x="3334" y="1"/>
                    <a:pt x="2281" y="326"/>
                    <a:pt x="1454" y="953"/>
                  </a:cubicBezTo>
                  <a:cubicBezTo>
                    <a:pt x="1028" y="1254"/>
                    <a:pt x="627" y="1680"/>
                    <a:pt x="402" y="2206"/>
                  </a:cubicBezTo>
                  <a:cubicBezTo>
                    <a:pt x="101" y="2732"/>
                    <a:pt x="1" y="3259"/>
                    <a:pt x="1" y="3885"/>
                  </a:cubicBezTo>
                  <a:cubicBezTo>
                    <a:pt x="1" y="4612"/>
                    <a:pt x="201" y="5339"/>
                    <a:pt x="527" y="6166"/>
                  </a:cubicBezTo>
                  <a:lnTo>
                    <a:pt x="2181" y="5339"/>
                  </a:lnTo>
                  <a:cubicBezTo>
                    <a:pt x="1981" y="4712"/>
                    <a:pt x="1880" y="4286"/>
                    <a:pt x="1880" y="3885"/>
                  </a:cubicBezTo>
                  <a:cubicBezTo>
                    <a:pt x="1880" y="3559"/>
                    <a:pt x="1880" y="3259"/>
                    <a:pt x="2081" y="3033"/>
                  </a:cubicBezTo>
                  <a:cubicBezTo>
                    <a:pt x="2181" y="2632"/>
                    <a:pt x="2507" y="2407"/>
                    <a:pt x="2908" y="2206"/>
                  </a:cubicBezTo>
                  <a:cubicBezTo>
                    <a:pt x="3334" y="1880"/>
                    <a:pt x="3860" y="1780"/>
                    <a:pt x="4286" y="1780"/>
                  </a:cubicBezTo>
                  <a:cubicBezTo>
                    <a:pt x="4788" y="1780"/>
                    <a:pt x="5214" y="1880"/>
                    <a:pt x="5540" y="2106"/>
                  </a:cubicBezTo>
                  <a:cubicBezTo>
                    <a:pt x="5640" y="2206"/>
                    <a:pt x="5740" y="2206"/>
                    <a:pt x="5941" y="2306"/>
                  </a:cubicBezTo>
                  <a:cubicBezTo>
                    <a:pt x="7194" y="2933"/>
                    <a:pt x="11379" y="5138"/>
                    <a:pt x="15139" y="7018"/>
                  </a:cubicBezTo>
                  <a:cubicBezTo>
                    <a:pt x="18998" y="8998"/>
                    <a:pt x="22557" y="10778"/>
                    <a:pt x="22557" y="10778"/>
                  </a:cubicBezTo>
                  <a:lnTo>
                    <a:pt x="23384" y="9098"/>
                  </a:lnTo>
                  <a:cubicBezTo>
                    <a:pt x="23384" y="9098"/>
                    <a:pt x="23184" y="8998"/>
                    <a:pt x="22758" y="8772"/>
                  </a:cubicBezTo>
                  <a:cubicBezTo>
                    <a:pt x="21078" y="7945"/>
                    <a:pt x="17119" y="5965"/>
                    <a:pt x="13459" y="4086"/>
                  </a:cubicBezTo>
                  <a:cubicBezTo>
                    <a:pt x="11680" y="3133"/>
                    <a:pt x="9926" y="2306"/>
                    <a:pt x="8672" y="1680"/>
                  </a:cubicBezTo>
                  <a:cubicBezTo>
                    <a:pt x="7920" y="1379"/>
                    <a:pt x="7419" y="1053"/>
                    <a:pt x="7093" y="853"/>
                  </a:cubicBezTo>
                  <a:cubicBezTo>
                    <a:pt x="6893" y="752"/>
                    <a:pt x="6667" y="627"/>
                    <a:pt x="6567" y="627"/>
                  </a:cubicBezTo>
                  <a:cubicBezTo>
                    <a:pt x="6567" y="527"/>
                    <a:pt x="6467" y="527"/>
                    <a:pt x="6467" y="527"/>
                  </a:cubicBezTo>
                  <a:cubicBezTo>
                    <a:pt x="5840" y="126"/>
                    <a:pt x="5013" y="1"/>
                    <a:pt x="4286" y="1"/>
                  </a:cubicBezTo>
                  <a:close/>
                </a:path>
              </a:pathLst>
            </a:custGeom>
            <a:solidFill>
              <a:schemeClr val="accent2"/>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9"/>
            <p:cNvSpPr/>
            <p:nvPr/>
          </p:nvSpPr>
          <p:spPr>
            <a:xfrm>
              <a:off x="-5302450" y="3142000"/>
              <a:ext cx="509425" cy="211800"/>
            </a:xfrm>
            <a:custGeom>
              <a:rect b="b" l="l" r="r" t="t"/>
              <a:pathLst>
                <a:path extrusionOk="0" h="8472" w="20377">
                  <a:moveTo>
                    <a:pt x="4286" y="0"/>
                  </a:moveTo>
                  <a:cubicBezTo>
                    <a:pt x="3358" y="0"/>
                    <a:pt x="2306" y="326"/>
                    <a:pt x="1479" y="953"/>
                  </a:cubicBezTo>
                  <a:cubicBezTo>
                    <a:pt x="1053" y="1253"/>
                    <a:pt x="627" y="1679"/>
                    <a:pt x="426" y="2206"/>
                  </a:cubicBezTo>
                  <a:cubicBezTo>
                    <a:pt x="125" y="2707"/>
                    <a:pt x="0" y="3233"/>
                    <a:pt x="0" y="3860"/>
                  </a:cubicBezTo>
                  <a:cubicBezTo>
                    <a:pt x="0" y="4587"/>
                    <a:pt x="226" y="5339"/>
                    <a:pt x="526" y="6166"/>
                  </a:cubicBezTo>
                  <a:lnTo>
                    <a:pt x="2206" y="5339"/>
                  </a:lnTo>
                  <a:cubicBezTo>
                    <a:pt x="2005" y="4812"/>
                    <a:pt x="1880" y="4286"/>
                    <a:pt x="1880" y="3860"/>
                  </a:cubicBezTo>
                  <a:cubicBezTo>
                    <a:pt x="1880" y="3559"/>
                    <a:pt x="2005" y="3233"/>
                    <a:pt x="2105" y="3033"/>
                  </a:cubicBezTo>
                  <a:cubicBezTo>
                    <a:pt x="2206" y="2707"/>
                    <a:pt x="2506" y="2406"/>
                    <a:pt x="2932" y="2206"/>
                  </a:cubicBezTo>
                  <a:cubicBezTo>
                    <a:pt x="3358" y="1980"/>
                    <a:pt x="3885" y="1880"/>
                    <a:pt x="4286" y="1880"/>
                  </a:cubicBezTo>
                  <a:cubicBezTo>
                    <a:pt x="4812" y="1880"/>
                    <a:pt x="5238" y="1980"/>
                    <a:pt x="5539" y="2081"/>
                  </a:cubicBezTo>
                  <a:lnTo>
                    <a:pt x="5539" y="2206"/>
                  </a:lnTo>
                  <a:cubicBezTo>
                    <a:pt x="5639" y="2206"/>
                    <a:pt x="5764" y="2306"/>
                    <a:pt x="5865" y="2306"/>
                  </a:cubicBezTo>
                  <a:cubicBezTo>
                    <a:pt x="6491" y="2607"/>
                    <a:pt x="7519" y="3133"/>
                    <a:pt x="8897" y="3760"/>
                  </a:cubicBezTo>
                  <a:cubicBezTo>
                    <a:pt x="13058" y="5639"/>
                    <a:pt x="19649" y="8472"/>
                    <a:pt x="19649" y="8472"/>
                  </a:cubicBezTo>
                  <a:lnTo>
                    <a:pt x="20376" y="6792"/>
                  </a:lnTo>
                  <a:cubicBezTo>
                    <a:pt x="20376" y="6792"/>
                    <a:pt x="20176" y="6692"/>
                    <a:pt x="19750" y="6592"/>
                  </a:cubicBezTo>
                  <a:cubicBezTo>
                    <a:pt x="18496" y="5965"/>
                    <a:pt x="15163" y="4487"/>
                    <a:pt x="12231" y="3133"/>
                  </a:cubicBezTo>
                  <a:cubicBezTo>
                    <a:pt x="10777" y="2507"/>
                    <a:pt x="9298" y="1880"/>
                    <a:pt x="8271" y="1354"/>
                  </a:cubicBezTo>
                  <a:cubicBezTo>
                    <a:pt x="7744" y="1153"/>
                    <a:pt x="7218" y="953"/>
                    <a:pt x="6892" y="727"/>
                  </a:cubicBezTo>
                  <a:cubicBezTo>
                    <a:pt x="6792" y="727"/>
                    <a:pt x="6692" y="627"/>
                    <a:pt x="6592" y="627"/>
                  </a:cubicBezTo>
                  <a:lnTo>
                    <a:pt x="6491" y="527"/>
                  </a:lnTo>
                  <a:cubicBezTo>
                    <a:pt x="5865" y="101"/>
                    <a:pt x="5138" y="0"/>
                    <a:pt x="4286" y="0"/>
                  </a:cubicBezTo>
                  <a:close/>
                </a:path>
              </a:pathLst>
            </a:custGeom>
            <a:solidFill>
              <a:schemeClr val="accent2"/>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9"/>
            <p:cNvSpPr/>
            <p:nvPr/>
          </p:nvSpPr>
          <p:spPr>
            <a:xfrm>
              <a:off x="-4832525" y="3193825"/>
              <a:ext cx="451775" cy="409275"/>
            </a:xfrm>
            <a:custGeom>
              <a:rect b="b" l="l" r="r" t="t"/>
              <a:pathLst>
                <a:path extrusionOk="0" h="16371" w="18071">
                  <a:moveTo>
                    <a:pt x="9043" y="0"/>
                  </a:moveTo>
                  <a:cubicBezTo>
                    <a:pt x="8405" y="0"/>
                    <a:pt x="7759" y="76"/>
                    <a:pt x="7118" y="233"/>
                  </a:cubicBezTo>
                  <a:cubicBezTo>
                    <a:pt x="2732" y="1386"/>
                    <a:pt x="0" y="5872"/>
                    <a:pt x="1153" y="10258"/>
                  </a:cubicBezTo>
                  <a:cubicBezTo>
                    <a:pt x="2121" y="13942"/>
                    <a:pt x="5371" y="16371"/>
                    <a:pt x="8985" y="16371"/>
                  </a:cubicBezTo>
                  <a:cubicBezTo>
                    <a:pt x="9674" y="16371"/>
                    <a:pt x="10376" y="16282"/>
                    <a:pt x="11078" y="16098"/>
                  </a:cubicBezTo>
                  <a:cubicBezTo>
                    <a:pt x="15464" y="14945"/>
                    <a:pt x="18070" y="10559"/>
                    <a:pt x="17043" y="6173"/>
                  </a:cubicBezTo>
                  <a:cubicBezTo>
                    <a:pt x="16062" y="2443"/>
                    <a:pt x="12671" y="0"/>
                    <a:pt x="9043" y="0"/>
                  </a:cubicBez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9"/>
            <p:cNvSpPr/>
            <p:nvPr/>
          </p:nvSpPr>
          <p:spPr>
            <a:xfrm>
              <a:off x="-4803700" y="3447750"/>
              <a:ext cx="25" cy="2550"/>
            </a:xfrm>
            <a:custGeom>
              <a:rect b="b" l="l" r="r" t="t"/>
              <a:pathLst>
                <a:path extrusionOk="0" h="102" w="1">
                  <a:moveTo>
                    <a:pt x="0" y="1"/>
                  </a:moveTo>
                  <a:lnTo>
                    <a:pt x="0" y="101"/>
                  </a:lnTo>
                  <a:lnTo>
                    <a:pt x="0" y="1"/>
                  </a:lnTo>
                  <a:close/>
                  <a:moveTo>
                    <a:pt x="0" y="1"/>
                  </a:moveTo>
                  <a:lnTo>
                    <a:pt x="0" y="1"/>
                  </a:lnTo>
                  <a:close/>
                </a:path>
              </a:pathLst>
            </a:custGeom>
            <a:solidFill>
              <a:srgbClr val="DFF7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9"/>
            <p:cNvSpPr/>
            <p:nvPr/>
          </p:nvSpPr>
          <p:spPr>
            <a:xfrm>
              <a:off x="-4808725" y="3197125"/>
              <a:ext cx="287000" cy="284500"/>
            </a:xfrm>
            <a:custGeom>
              <a:rect b="b" l="l" r="r" t="t"/>
              <a:pathLst>
                <a:path extrusionOk="0" h="11380" w="11480">
                  <a:moveTo>
                    <a:pt x="9299" y="1"/>
                  </a:moveTo>
                  <a:lnTo>
                    <a:pt x="1" y="9274"/>
                  </a:lnTo>
                  <a:cubicBezTo>
                    <a:pt x="101" y="9500"/>
                    <a:pt x="101" y="9800"/>
                    <a:pt x="201" y="10026"/>
                  </a:cubicBezTo>
                  <a:lnTo>
                    <a:pt x="201" y="10126"/>
                  </a:lnTo>
                  <a:cubicBezTo>
                    <a:pt x="301" y="10527"/>
                    <a:pt x="527" y="10953"/>
                    <a:pt x="627" y="11379"/>
                  </a:cubicBezTo>
                  <a:cubicBezTo>
                    <a:pt x="4286" y="7720"/>
                    <a:pt x="7820" y="4161"/>
                    <a:pt x="11479" y="627"/>
                  </a:cubicBezTo>
                  <a:cubicBezTo>
                    <a:pt x="10752" y="302"/>
                    <a:pt x="10026" y="101"/>
                    <a:pt x="9299" y="1"/>
                  </a:cubicBezTo>
                  <a:close/>
                </a:path>
              </a:pathLst>
            </a:custGeom>
            <a:solidFill>
              <a:srgbClr val="CAF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9"/>
            <p:cNvSpPr/>
            <p:nvPr/>
          </p:nvSpPr>
          <p:spPr>
            <a:xfrm>
              <a:off x="-4777400" y="3228450"/>
              <a:ext cx="352150" cy="349650"/>
            </a:xfrm>
            <a:custGeom>
              <a:rect b="b" l="l" r="r" t="t"/>
              <a:pathLst>
                <a:path extrusionOk="0" h="13986" w="14086">
                  <a:moveTo>
                    <a:pt x="11279" y="1"/>
                  </a:moveTo>
                  <a:lnTo>
                    <a:pt x="1" y="11279"/>
                  </a:lnTo>
                  <a:cubicBezTo>
                    <a:pt x="828" y="12407"/>
                    <a:pt x="1880" y="13359"/>
                    <a:pt x="3033" y="13986"/>
                  </a:cubicBezTo>
                  <a:lnTo>
                    <a:pt x="14086" y="3008"/>
                  </a:lnTo>
                  <a:cubicBezTo>
                    <a:pt x="13459" y="1755"/>
                    <a:pt x="12532" y="728"/>
                    <a:pt x="11279" y="1"/>
                  </a:cubicBezTo>
                  <a:close/>
                </a:path>
              </a:pathLst>
            </a:custGeom>
            <a:solidFill>
              <a:srgbClr val="CAF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9"/>
            <p:cNvSpPr/>
            <p:nvPr/>
          </p:nvSpPr>
          <p:spPr>
            <a:xfrm>
              <a:off x="-4237300" y="3179650"/>
              <a:ext cx="451800" cy="409300"/>
            </a:xfrm>
            <a:custGeom>
              <a:rect b="b" l="l" r="r" t="t"/>
              <a:pathLst>
                <a:path extrusionOk="0" h="16372" w="18072">
                  <a:moveTo>
                    <a:pt x="9118" y="1"/>
                  </a:moveTo>
                  <a:cubicBezTo>
                    <a:pt x="8425" y="1"/>
                    <a:pt x="7720" y="89"/>
                    <a:pt x="7018" y="274"/>
                  </a:cubicBezTo>
                  <a:cubicBezTo>
                    <a:pt x="2632" y="1427"/>
                    <a:pt x="1" y="5813"/>
                    <a:pt x="1154" y="10199"/>
                  </a:cubicBezTo>
                  <a:cubicBezTo>
                    <a:pt x="2049" y="13929"/>
                    <a:pt x="5427" y="16372"/>
                    <a:pt x="9115" y="16372"/>
                  </a:cubicBezTo>
                  <a:cubicBezTo>
                    <a:pt x="9764" y="16372"/>
                    <a:pt x="10422" y="16296"/>
                    <a:pt x="11079" y="16138"/>
                  </a:cubicBezTo>
                  <a:cubicBezTo>
                    <a:pt x="15465" y="14986"/>
                    <a:pt x="18071" y="10499"/>
                    <a:pt x="16918" y="6113"/>
                  </a:cubicBezTo>
                  <a:cubicBezTo>
                    <a:pt x="16055" y="2430"/>
                    <a:pt x="12752" y="1"/>
                    <a:pt x="9118" y="1"/>
                  </a:cubicBezTo>
                  <a:close/>
                </a:path>
              </a:pathLst>
            </a:custGeom>
            <a:solidFill>
              <a:srgbClr val="B8D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9"/>
            <p:cNvSpPr/>
            <p:nvPr/>
          </p:nvSpPr>
          <p:spPr>
            <a:xfrm>
              <a:off x="-4832525" y="3170825"/>
              <a:ext cx="454275" cy="454275"/>
            </a:xfrm>
            <a:custGeom>
              <a:rect b="b" l="l" r="r" t="t"/>
              <a:pathLst>
                <a:path extrusionOk="0" h="18171" w="18171">
                  <a:moveTo>
                    <a:pt x="9098" y="1880"/>
                  </a:moveTo>
                  <a:cubicBezTo>
                    <a:pt x="10652" y="1880"/>
                    <a:pt x="12231" y="2406"/>
                    <a:pt x="13484" y="3334"/>
                  </a:cubicBezTo>
                  <a:cubicBezTo>
                    <a:pt x="14737" y="4286"/>
                    <a:pt x="15664" y="5639"/>
                    <a:pt x="16090" y="7319"/>
                  </a:cubicBezTo>
                  <a:cubicBezTo>
                    <a:pt x="16291" y="7945"/>
                    <a:pt x="16291" y="8572"/>
                    <a:pt x="16291" y="9073"/>
                  </a:cubicBezTo>
                  <a:cubicBezTo>
                    <a:pt x="16291" y="10752"/>
                    <a:pt x="15790" y="12331"/>
                    <a:pt x="14837" y="13459"/>
                  </a:cubicBezTo>
                  <a:cubicBezTo>
                    <a:pt x="13910" y="14712"/>
                    <a:pt x="12532" y="15664"/>
                    <a:pt x="10877" y="16090"/>
                  </a:cubicBezTo>
                  <a:cubicBezTo>
                    <a:pt x="10251" y="16291"/>
                    <a:pt x="9724" y="16391"/>
                    <a:pt x="9098" y="16391"/>
                  </a:cubicBezTo>
                  <a:cubicBezTo>
                    <a:pt x="7419" y="16391"/>
                    <a:pt x="5965" y="15765"/>
                    <a:pt x="4712" y="14837"/>
                  </a:cubicBezTo>
                  <a:cubicBezTo>
                    <a:pt x="3459" y="13885"/>
                    <a:pt x="2506" y="12532"/>
                    <a:pt x="2105" y="10852"/>
                  </a:cubicBezTo>
                  <a:cubicBezTo>
                    <a:pt x="1880" y="10326"/>
                    <a:pt x="1880" y="9699"/>
                    <a:pt x="1880" y="9073"/>
                  </a:cubicBezTo>
                  <a:cubicBezTo>
                    <a:pt x="1880" y="7519"/>
                    <a:pt x="2406" y="5940"/>
                    <a:pt x="3359" y="4687"/>
                  </a:cubicBezTo>
                  <a:cubicBezTo>
                    <a:pt x="4286" y="3434"/>
                    <a:pt x="5639" y="2506"/>
                    <a:pt x="7318" y="2080"/>
                  </a:cubicBezTo>
                  <a:cubicBezTo>
                    <a:pt x="7945" y="1980"/>
                    <a:pt x="8471" y="1880"/>
                    <a:pt x="9098" y="1880"/>
                  </a:cubicBezTo>
                  <a:close/>
                  <a:moveTo>
                    <a:pt x="9098" y="0"/>
                  </a:moveTo>
                  <a:cubicBezTo>
                    <a:pt x="8371" y="0"/>
                    <a:pt x="7644" y="100"/>
                    <a:pt x="6792" y="301"/>
                  </a:cubicBezTo>
                  <a:cubicBezTo>
                    <a:pt x="4812" y="827"/>
                    <a:pt x="3033" y="1980"/>
                    <a:pt x="1880" y="3559"/>
                  </a:cubicBezTo>
                  <a:cubicBezTo>
                    <a:pt x="627" y="5113"/>
                    <a:pt x="0" y="7093"/>
                    <a:pt x="0" y="9073"/>
                  </a:cubicBezTo>
                  <a:cubicBezTo>
                    <a:pt x="0" y="9825"/>
                    <a:pt x="125" y="10652"/>
                    <a:pt x="326" y="11379"/>
                  </a:cubicBezTo>
                  <a:cubicBezTo>
                    <a:pt x="852" y="13359"/>
                    <a:pt x="2005" y="15138"/>
                    <a:pt x="3559" y="16291"/>
                  </a:cubicBezTo>
                  <a:cubicBezTo>
                    <a:pt x="5138" y="17544"/>
                    <a:pt x="7018" y="18171"/>
                    <a:pt x="9098" y="18171"/>
                  </a:cubicBezTo>
                  <a:cubicBezTo>
                    <a:pt x="9825" y="18171"/>
                    <a:pt x="10552" y="18070"/>
                    <a:pt x="11404" y="17970"/>
                  </a:cubicBezTo>
                  <a:cubicBezTo>
                    <a:pt x="13384" y="17444"/>
                    <a:pt x="15163" y="16191"/>
                    <a:pt x="16291" y="14612"/>
                  </a:cubicBezTo>
                  <a:cubicBezTo>
                    <a:pt x="17544" y="13058"/>
                    <a:pt x="18171" y="11178"/>
                    <a:pt x="18171" y="9073"/>
                  </a:cubicBezTo>
                  <a:cubicBezTo>
                    <a:pt x="18171" y="8346"/>
                    <a:pt x="18070" y="7619"/>
                    <a:pt x="17870" y="6892"/>
                  </a:cubicBezTo>
                  <a:cubicBezTo>
                    <a:pt x="17344" y="4812"/>
                    <a:pt x="16191" y="3133"/>
                    <a:pt x="14637" y="1880"/>
                  </a:cubicBezTo>
                  <a:cubicBezTo>
                    <a:pt x="13058" y="727"/>
                    <a:pt x="11078" y="0"/>
                    <a:pt x="9098" y="0"/>
                  </a:cubicBezTo>
                  <a:close/>
                </a:path>
              </a:pathLst>
            </a:custGeom>
            <a:solidFill>
              <a:schemeClr val="accent2"/>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9"/>
            <p:cNvSpPr/>
            <p:nvPr/>
          </p:nvSpPr>
          <p:spPr>
            <a:xfrm>
              <a:off x="-4208475" y="3434600"/>
              <a:ext cx="5675" cy="18200"/>
            </a:xfrm>
            <a:custGeom>
              <a:rect b="b" l="l" r="r" t="t"/>
              <a:pathLst>
                <a:path extrusionOk="0" h="728" w="227">
                  <a:moveTo>
                    <a:pt x="226" y="727"/>
                  </a:moveTo>
                  <a:lnTo>
                    <a:pt x="226" y="727"/>
                  </a:lnTo>
                  <a:lnTo>
                    <a:pt x="226" y="727"/>
                  </a:lnTo>
                  <a:close/>
                  <a:moveTo>
                    <a:pt x="226" y="727"/>
                  </a:moveTo>
                  <a:lnTo>
                    <a:pt x="226" y="727"/>
                  </a:lnTo>
                  <a:lnTo>
                    <a:pt x="226" y="727"/>
                  </a:lnTo>
                  <a:close/>
                  <a:moveTo>
                    <a:pt x="226" y="727"/>
                  </a:moveTo>
                  <a:lnTo>
                    <a:pt x="226" y="727"/>
                  </a:lnTo>
                  <a:lnTo>
                    <a:pt x="226" y="727"/>
                  </a:lnTo>
                  <a:close/>
                  <a:moveTo>
                    <a:pt x="226" y="727"/>
                  </a:moveTo>
                  <a:lnTo>
                    <a:pt x="226" y="727"/>
                  </a:lnTo>
                  <a:lnTo>
                    <a:pt x="226" y="727"/>
                  </a:lnTo>
                  <a:close/>
                  <a:moveTo>
                    <a:pt x="226" y="627"/>
                  </a:moveTo>
                  <a:lnTo>
                    <a:pt x="226" y="627"/>
                  </a:lnTo>
                  <a:lnTo>
                    <a:pt x="226" y="627"/>
                  </a:lnTo>
                  <a:close/>
                  <a:moveTo>
                    <a:pt x="226" y="627"/>
                  </a:moveTo>
                  <a:lnTo>
                    <a:pt x="226" y="627"/>
                  </a:lnTo>
                  <a:lnTo>
                    <a:pt x="226" y="627"/>
                  </a:lnTo>
                  <a:close/>
                  <a:moveTo>
                    <a:pt x="226" y="627"/>
                  </a:moveTo>
                  <a:lnTo>
                    <a:pt x="226" y="627"/>
                  </a:lnTo>
                  <a:lnTo>
                    <a:pt x="226" y="627"/>
                  </a:lnTo>
                  <a:close/>
                  <a:moveTo>
                    <a:pt x="101" y="627"/>
                  </a:moveTo>
                  <a:lnTo>
                    <a:pt x="226" y="627"/>
                  </a:lnTo>
                  <a:lnTo>
                    <a:pt x="101" y="627"/>
                  </a:lnTo>
                  <a:close/>
                  <a:moveTo>
                    <a:pt x="101" y="627"/>
                  </a:moveTo>
                  <a:lnTo>
                    <a:pt x="101" y="627"/>
                  </a:lnTo>
                  <a:lnTo>
                    <a:pt x="101" y="627"/>
                  </a:lnTo>
                  <a:close/>
                  <a:moveTo>
                    <a:pt x="1" y="101"/>
                  </a:moveTo>
                  <a:cubicBezTo>
                    <a:pt x="1" y="301"/>
                    <a:pt x="101" y="402"/>
                    <a:pt x="101" y="627"/>
                  </a:cubicBezTo>
                  <a:cubicBezTo>
                    <a:pt x="101" y="402"/>
                    <a:pt x="1" y="301"/>
                    <a:pt x="1" y="101"/>
                  </a:cubicBezTo>
                  <a:close/>
                  <a:moveTo>
                    <a:pt x="1" y="101"/>
                  </a:moveTo>
                  <a:lnTo>
                    <a:pt x="1" y="101"/>
                  </a:lnTo>
                  <a:lnTo>
                    <a:pt x="1" y="101"/>
                  </a:lnTo>
                  <a:close/>
                  <a:moveTo>
                    <a:pt x="1" y="101"/>
                  </a:moveTo>
                  <a:lnTo>
                    <a:pt x="1" y="101"/>
                  </a:lnTo>
                  <a:lnTo>
                    <a:pt x="1" y="101"/>
                  </a:lnTo>
                  <a:close/>
                  <a:moveTo>
                    <a:pt x="1" y="101"/>
                  </a:moveTo>
                  <a:lnTo>
                    <a:pt x="1" y="101"/>
                  </a:lnTo>
                  <a:lnTo>
                    <a:pt x="1" y="101"/>
                  </a:lnTo>
                  <a:close/>
                  <a:moveTo>
                    <a:pt x="1" y="1"/>
                  </a:moveTo>
                  <a:lnTo>
                    <a:pt x="1" y="1"/>
                  </a:lnTo>
                  <a:lnTo>
                    <a:pt x="1" y="1"/>
                  </a:lnTo>
                  <a:close/>
                  <a:moveTo>
                    <a:pt x="1" y="1"/>
                  </a:moveTo>
                  <a:lnTo>
                    <a:pt x="1" y="1"/>
                  </a:lnTo>
                  <a:close/>
                </a:path>
              </a:pathLst>
            </a:custGeom>
            <a:solidFill>
              <a:srgbClr val="DFF7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9"/>
            <p:cNvSpPr/>
            <p:nvPr/>
          </p:nvSpPr>
          <p:spPr>
            <a:xfrm>
              <a:off x="-4210975" y="3183975"/>
              <a:ext cx="308300" cy="307675"/>
            </a:xfrm>
            <a:custGeom>
              <a:rect b="b" l="l" r="r" t="t"/>
              <a:pathLst>
                <a:path extrusionOk="0" h="12307" w="12332">
                  <a:moveTo>
                    <a:pt x="9499" y="0"/>
                  </a:moveTo>
                  <a:cubicBezTo>
                    <a:pt x="6266" y="3133"/>
                    <a:pt x="3133" y="6366"/>
                    <a:pt x="0" y="9499"/>
                  </a:cubicBezTo>
                  <a:cubicBezTo>
                    <a:pt x="0" y="9700"/>
                    <a:pt x="0" y="9800"/>
                    <a:pt x="101" y="10026"/>
                  </a:cubicBezTo>
                  <a:lnTo>
                    <a:pt x="101" y="10126"/>
                  </a:lnTo>
                  <a:cubicBezTo>
                    <a:pt x="101" y="10326"/>
                    <a:pt x="201" y="10427"/>
                    <a:pt x="201" y="10652"/>
                  </a:cubicBezTo>
                  <a:lnTo>
                    <a:pt x="326" y="10652"/>
                  </a:lnTo>
                  <a:lnTo>
                    <a:pt x="326" y="10752"/>
                  </a:lnTo>
                  <a:cubicBezTo>
                    <a:pt x="527" y="11279"/>
                    <a:pt x="727" y="11805"/>
                    <a:pt x="1053" y="12306"/>
                  </a:cubicBezTo>
                  <a:lnTo>
                    <a:pt x="12331" y="1028"/>
                  </a:lnTo>
                  <a:cubicBezTo>
                    <a:pt x="11379" y="527"/>
                    <a:pt x="10452" y="201"/>
                    <a:pt x="9499" y="0"/>
                  </a:cubicBezTo>
                  <a:close/>
                </a:path>
              </a:pathLst>
            </a:custGeom>
            <a:solidFill>
              <a:srgbClr val="CAF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9"/>
            <p:cNvSpPr/>
            <p:nvPr/>
          </p:nvSpPr>
          <p:spPr>
            <a:xfrm>
              <a:off x="-4166500" y="3228450"/>
              <a:ext cx="331500" cy="331500"/>
            </a:xfrm>
            <a:custGeom>
              <a:rect b="b" l="l" r="r" t="t"/>
              <a:pathLst>
                <a:path extrusionOk="0" h="13260" w="13260">
                  <a:moveTo>
                    <a:pt x="11480" y="1"/>
                  </a:moveTo>
                  <a:lnTo>
                    <a:pt x="1" y="11480"/>
                  </a:lnTo>
                  <a:cubicBezTo>
                    <a:pt x="627" y="12207"/>
                    <a:pt x="1254" y="12733"/>
                    <a:pt x="1981" y="13259"/>
                  </a:cubicBezTo>
                  <a:lnTo>
                    <a:pt x="13259" y="1981"/>
                  </a:lnTo>
                  <a:cubicBezTo>
                    <a:pt x="12733" y="1254"/>
                    <a:pt x="12206" y="628"/>
                    <a:pt x="11480" y="1"/>
                  </a:cubicBezTo>
                  <a:close/>
                </a:path>
              </a:pathLst>
            </a:custGeom>
            <a:solidFill>
              <a:srgbClr val="CAF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9"/>
            <p:cNvSpPr/>
            <p:nvPr/>
          </p:nvSpPr>
          <p:spPr>
            <a:xfrm>
              <a:off x="-4239800" y="3157650"/>
              <a:ext cx="456800" cy="454300"/>
            </a:xfrm>
            <a:custGeom>
              <a:rect b="b" l="l" r="r" t="t"/>
              <a:pathLst>
                <a:path extrusionOk="0" h="18172" w="18272">
                  <a:moveTo>
                    <a:pt x="9199" y="1780"/>
                  </a:moveTo>
                  <a:cubicBezTo>
                    <a:pt x="10752" y="1780"/>
                    <a:pt x="12331" y="2407"/>
                    <a:pt x="13585" y="3334"/>
                  </a:cubicBezTo>
                  <a:cubicBezTo>
                    <a:pt x="14838" y="4287"/>
                    <a:pt x="15765" y="5640"/>
                    <a:pt x="16191" y="7319"/>
                  </a:cubicBezTo>
                  <a:cubicBezTo>
                    <a:pt x="16291" y="7846"/>
                    <a:pt x="16392" y="8472"/>
                    <a:pt x="16392" y="9099"/>
                  </a:cubicBezTo>
                  <a:cubicBezTo>
                    <a:pt x="16392" y="10653"/>
                    <a:pt x="15890" y="12232"/>
                    <a:pt x="14938" y="13485"/>
                  </a:cubicBezTo>
                  <a:cubicBezTo>
                    <a:pt x="13885" y="14738"/>
                    <a:pt x="12532" y="15665"/>
                    <a:pt x="10978" y="16091"/>
                  </a:cubicBezTo>
                  <a:cubicBezTo>
                    <a:pt x="10351" y="16191"/>
                    <a:pt x="9725" y="16292"/>
                    <a:pt x="9199" y="16292"/>
                  </a:cubicBezTo>
                  <a:cubicBezTo>
                    <a:pt x="7519" y="16292"/>
                    <a:pt x="5965" y="15765"/>
                    <a:pt x="4712" y="14838"/>
                  </a:cubicBezTo>
                  <a:cubicBezTo>
                    <a:pt x="3459" y="13886"/>
                    <a:pt x="2507" y="12532"/>
                    <a:pt x="2106" y="10853"/>
                  </a:cubicBezTo>
                  <a:cubicBezTo>
                    <a:pt x="1980" y="10226"/>
                    <a:pt x="1880" y="9600"/>
                    <a:pt x="1880" y="9099"/>
                  </a:cubicBezTo>
                  <a:cubicBezTo>
                    <a:pt x="1880" y="7419"/>
                    <a:pt x="2407" y="5840"/>
                    <a:pt x="3459" y="4587"/>
                  </a:cubicBezTo>
                  <a:cubicBezTo>
                    <a:pt x="4387" y="3460"/>
                    <a:pt x="5740" y="2507"/>
                    <a:pt x="7319" y="1981"/>
                  </a:cubicBezTo>
                  <a:cubicBezTo>
                    <a:pt x="7945" y="1881"/>
                    <a:pt x="8572" y="1780"/>
                    <a:pt x="9199" y="1780"/>
                  </a:cubicBezTo>
                  <a:close/>
                  <a:moveTo>
                    <a:pt x="9199" y="1"/>
                  </a:moveTo>
                  <a:cubicBezTo>
                    <a:pt x="8372" y="1"/>
                    <a:pt x="7620" y="1"/>
                    <a:pt x="6893" y="201"/>
                  </a:cubicBezTo>
                  <a:cubicBezTo>
                    <a:pt x="4813" y="728"/>
                    <a:pt x="3133" y="1981"/>
                    <a:pt x="1880" y="3560"/>
                  </a:cubicBezTo>
                  <a:cubicBezTo>
                    <a:pt x="727" y="5114"/>
                    <a:pt x="1" y="6993"/>
                    <a:pt x="1" y="9099"/>
                  </a:cubicBezTo>
                  <a:cubicBezTo>
                    <a:pt x="1" y="9825"/>
                    <a:pt x="101" y="10552"/>
                    <a:pt x="326" y="11279"/>
                  </a:cubicBezTo>
                  <a:cubicBezTo>
                    <a:pt x="853" y="13359"/>
                    <a:pt x="2106" y="15039"/>
                    <a:pt x="3660" y="16292"/>
                  </a:cubicBezTo>
                  <a:cubicBezTo>
                    <a:pt x="5239" y="17445"/>
                    <a:pt x="7118" y="18171"/>
                    <a:pt x="9199" y="18171"/>
                  </a:cubicBezTo>
                  <a:cubicBezTo>
                    <a:pt x="9925" y="18171"/>
                    <a:pt x="10652" y="18071"/>
                    <a:pt x="11379" y="17871"/>
                  </a:cubicBezTo>
                  <a:cubicBezTo>
                    <a:pt x="13484" y="17344"/>
                    <a:pt x="15138" y="16191"/>
                    <a:pt x="16392" y="14612"/>
                  </a:cubicBezTo>
                  <a:cubicBezTo>
                    <a:pt x="17544" y="13059"/>
                    <a:pt x="18271" y="11079"/>
                    <a:pt x="18271" y="9099"/>
                  </a:cubicBezTo>
                  <a:cubicBezTo>
                    <a:pt x="18271" y="8347"/>
                    <a:pt x="18171" y="7520"/>
                    <a:pt x="17971" y="6793"/>
                  </a:cubicBezTo>
                  <a:cubicBezTo>
                    <a:pt x="17444" y="4713"/>
                    <a:pt x="16291" y="3033"/>
                    <a:pt x="14737" y="1881"/>
                  </a:cubicBezTo>
                  <a:cubicBezTo>
                    <a:pt x="13159" y="627"/>
                    <a:pt x="11179" y="1"/>
                    <a:pt x="9199" y="1"/>
                  </a:cubicBezTo>
                  <a:close/>
                </a:path>
              </a:pathLst>
            </a:custGeom>
            <a:solidFill>
              <a:schemeClr val="accent2"/>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9"/>
            <p:cNvSpPr/>
            <p:nvPr/>
          </p:nvSpPr>
          <p:spPr>
            <a:xfrm>
              <a:off x="-4427775" y="3254150"/>
              <a:ext cx="237500" cy="112175"/>
            </a:xfrm>
            <a:custGeom>
              <a:rect b="b" l="l" r="r" t="t"/>
              <a:pathLst>
                <a:path extrusionOk="0" h="4487" w="9500">
                  <a:moveTo>
                    <a:pt x="4813" y="1"/>
                  </a:moveTo>
                  <a:cubicBezTo>
                    <a:pt x="4387" y="1"/>
                    <a:pt x="4086" y="1"/>
                    <a:pt x="3660" y="101"/>
                  </a:cubicBezTo>
                  <a:cubicBezTo>
                    <a:pt x="2607" y="427"/>
                    <a:pt x="1780" y="953"/>
                    <a:pt x="1154" y="1680"/>
                  </a:cubicBezTo>
                  <a:cubicBezTo>
                    <a:pt x="527" y="2407"/>
                    <a:pt x="101" y="3234"/>
                    <a:pt x="1" y="4286"/>
                  </a:cubicBezTo>
                  <a:lnTo>
                    <a:pt x="1880" y="4487"/>
                  </a:lnTo>
                  <a:cubicBezTo>
                    <a:pt x="1880" y="3860"/>
                    <a:pt x="2206" y="3359"/>
                    <a:pt x="2607" y="2933"/>
                  </a:cubicBezTo>
                  <a:cubicBezTo>
                    <a:pt x="2933" y="2407"/>
                    <a:pt x="3459" y="2106"/>
                    <a:pt x="4086" y="1980"/>
                  </a:cubicBezTo>
                  <a:cubicBezTo>
                    <a:pt x="4387" y="1880"/>
                    <a:pt x="4612" y="1880"/>
                    <a:pt x="4813" y="1880"/>
                  </a:cubicBezTo>
                  <a:cubicBezTo>
                    <a:pt x="5540" y="1880"/>
                    <a:pt x="6166" y="2106"/>
                    <a:pt x="6692" y="2507"/>
                  </a:cubicBezTo>
                  <a:cubicBezTo>
                    <a:pt x="7219" y="2833"/>
                    <a:pt x="7520" y="3459"/>
                    <a:pt x="7745" y="4086"/>
                  </a:cubicBezTo>
                  <a:lnTo>
                    <a:pt x="9499" y="3660"/>
                  </a:lnTo>
                  <a:cubicBezTo>
                    <a:pt x="9299" y="2507"/>
                    <a:pt x="8572" y="1680"/>
                    <a:pt x="7745" y="1053"/>
                  </a:cubicBezTo>
                  <a:cubicBezTo>
                    <a:pt x="6993" y="427"/>
                    <a:pt x="5966" y="1"/>
                    <a:pt x="4813" y="1"/>
                  </a:cubicBezTo>
                  <a:close/>
                </a:path>
              </a:pathLst>
            </a:custGeom>
            <a:solidFill>
              <a:schemeClr val="accent3"/>
            </a:solidFill>
            <a:ln cap="flat" cmpd="sng" w="28575">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 name="Google Shape;1366;p49"/>
          <p:cNvGrpSpPr/>
          <p:nvPr/>
        </p:nvGrpSpPr>
        <p:grpSpPr>
          <a:xfrm>
            <a:off x="3850785" y="3717890"/>
            <a:ext cx="929086" cy="584445"/>
            <a:chOff x="-2101325" y="2739725"/>
            <a:chExt cx="1315825" cy="827725"/>
          </a:xfrm>
        </p:grpSpPr>
        <p:sp>
          <p:nvSpPr>
            <p:cNvPr id="1367" name="Google Shape;1367;p49"/>
            <p:cNvSpPr/>
            <p:nvPr/>
          </p:nvSpPr>
          <p:spPr>
            <a:xfrm>
              <a:off x="-1699675" y="2857525"/>
              <a:ext cx="256275" cy="26350"/>
            </a:xfrm>
            <a:custGeom>
              <a:rect b="b" l="l" r="r" t="t"/>
              <a:pathLst>
                <a:path extrusionOk="0" h="1054" w="10251">
                  <a:moveTo>
                    <a:pt x="0" y="1"/>
                  </a:moveTo>
                  <a:lnTo>
                    <a:pt x="952" y="1053"/>
                  </a:lnTo>
                  <a:lnTo>
                    <a:pt x="10251" y="1053"/>
                  </a:lnTo>
                  <a:lnTo>
                    <a:pt x="9098" y="1"/>
                  </a:lnTo>
                  <a:close/>
                </a:path>
              </a:pathLst>
            </a:custGeom>
            <a:solidFill>
              <a:srgbClr val="143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9"/>
            <p:cNvSpPr/>
            <p:nvPr/>
          </p:nvSpPr>
          <p:spPr>
            <a:xfrm>
              <a:off x="-1668350" y="2891375"/>
              <a:ext cx="269450" cy="33850"/>
            </a:xfrm>
            <a:custGeom>
              <a:rect b="b" l="l" r="r" t="t"/>
              <a:pathLst>
                <a:path extrusionOk="0" h="1354" w="10778">
                  <a:moveTo>
                    <a:pt x="0" y="0"/>
                  </a:moveTo>
                  <a:lnTo>
                    <a:pt x="1253" y="1354"/>
                  </a:lnTo>
                  <a:lnTo>
                    <a:pt x="10777" y="1354"/>
                  </a:lnTo>
                  <a:lnTo>
                    <a:pt x="9399" y="0"/>
                  </a:lnTo>
                  <a:close/>
                </a:path>
              </a:pathLst>
            </a:custGeom>
            <a:solidFill>
              <a:srgbClr val="143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9"/>
            <p:cNvSpPr/>
            <p:nvPr/>
          </p:nvSpPr>
          <p:spPr>
            <a:xfrm>
              <a:off x="-1736025" y="2815550"/>
              <a:ext cx="255675" cy="31350"/>
            </a:xfrm>
            <a:custGeom>
              <a:rect b="b" l="l" r="r" t="t"/>
              <a:pathLst>
                <a:path extrusionOk="0" h="1254" w="10227">
                  <a:moveTo>
                    <a:pt x="0" y="1"/>
                  </a:moveTo>
                  <a:lnTo>
                    <a:pt x="1153" y="1254"/>
                  </a:lnTo>
                  <a:lnTo>
                    <a:pt x="10226" y="1254"/>
                  </a:lnTo>
                  <a:lnTo>
                    <a:pt x="8873" y="1"/>
                  </a:lnTo>
                  <a:close/>
                </a:path>
              </a:pathLst>
            </a:custGeom>
            <a:solidFill>
              <a:srgbClr val="143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9"/>
            <p:cNvSpPr/>
            <p:nvPr/>
          </p:nvSpPr>
          <p:spPr>
            <a:xfrm>
              <a:off x="-2101325" y="2929450"/>
              <a:ext cx="477475" cy="463200"/>
            </a:xfrm>
            <a:custGeom>
              <a:rect b="b" l="l" r="r" t="t"/>
              <a:pathLst>
                <a:path extrusionOk="0" h="18528" w="19099">
                  <a:moveTo>
                    <a:pt x="10152" y="0"/>
                  </a:moveTo>
                  <a:cubicBezTo>
                    <a:pt x="9224" y="0"/>
                    <a:pt x="8063" y="140"/>
                    <a:pt x="6668" y="557"/>
                  </a:cubicBezTo>
                  <a:cubicBezTo>
                    <a:pt x="1881" y="2036"/>
                    <a:pt x="1" y="9229"/>
                    <a:pt x="6367" y="13615"/>
                  </a:cubicBezTo>
                  <a:cubicBezTo>
                    <a:pt x="12833" y="18001"/>
                    <a:pt x="19099" y="18527"/>
                    <a:pt x="19099" y="18527"/>
                  </a:cubicBezTo>
                  <a:lnTo>
                    <a:pt x="13886" y="11535"/>
                  </a:lnTo>
                  <a:cubicBezTo>
                    <a:pt x="13886" y="11535"/>
                    <a:pt x="10653" y="11535"/>
                    <a:pt x="8146" y="9229"/>
                  </a:cubicBezTo>
                  <a:cubicBezTo>
                    <a:pt x="5990" y="7267"/>
                    <a:pt x="5522" y="4043"/>
                    <a:pt x="7508" y="4043"/>
                  </a:cubicBezTo>
                  <a:cubicBezTo>
                    <a:pt x="7831" y="4043"/>
                    <a:pt x="8218" y="4128"/>
                    <a:pt x="8673" y="4317"/>
                  </a:cubicBezTo>
                  <a:cubicBezTo>
                    <a:pt x="11906" y="5570"/>
                    <a:pt x="14612" y="10282"/>
                    <a:pt x="14612" y="10282"/>
                  </a:cubicBezTo>
                  <a:lnTo>
                    <a:pt x="12933" y="557"/>
                  </a:lnTo>
                  <a:cubicBezTo>
                    <a:pt x="12933" y="557"/>
                    <a:pt x="12009" y="0"/>
                    <a:pt x="10152" y="0"/>
                  </a:cubicBezTo>
                  <a:close/>
                </a:path>
              </a:pathLst>
            </a:custGeom>
            <a:solidFill>
              <a:schemeClr val="accent6"/>
            </a:solidFill>
            <a:ln cap="flat" cmpd="sng" w="19050">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9"/>
            <p:cNvSpPr/>
            <p:nvPr/>
          </p:nvSpPr>
          <p:spPr>
            <a:xfrm>
              <a:off x="-1819350" y="2865050"/>
              <a:ext cx="1033850" cy="702400"/>
            </a:xfrm>
            <a:custGeom>
              <a:rect b="b" l="l" r="r" t="t"/>
              <a:pathLst>
                <a:path extrusionOk="0" h="28096" w="41354">
                  <a:moveTo>
                    <a:pt x="0" y="1"/>
                  </a:moveTo>
                  <a:lnTo>
                    <a:pt x="1980" y="12657"/>
                  </a:lnTo>
                  <a:cubicBezTo>
                    <a:pt x="3434" y="21529"/>
                    <a:pt x="11178" y="28096"/>
                    <a:pt x="20151" y="28096"/>
                  </a:cubicBezTo>
                  <a:lnTo>
                    <a:pt x="21203" y="28096"/>
                  </a:lnTo>
                  <a:cubicBezTo>
                    <a:pt x="30276" y="28096"/>
                    <a:pt x="37895" y="21529"/>
                    <a:pt x="39374" y="12657"/>
                  </a:cubicBezTo>
                  <a:lnTo>
                    <a:pt x="41354" y="1"/>
                  </a:lnTo>
                  <a:close/>
                </a:path>
              </a:pathLst>
            </a:custGeom>
            <a:solidFill>
              <a:schemeClr val="accent6"/>
            </a:solidFill>
            <a:ln cap="flat" cmpd="sng" w="19050">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9"/>
            <p:cNvSpPr/>
            <p:nvPr/>
          </p:nvSpPr>
          <p:spPr>
            <a:xfrm>
              <a:off x="-1819350" y="2739725"/>
              <a:ext cx="1033850" cy="250675"/>
            </a:xfrm>
            <a:custGeom>
              <a:rect b="b" l="l" r="r" t="t"/>
              <a:pathLst>
                <a:path extrusionOk="0" h="10027" w="41354">
                  <a:moveTo>
                    <a:pt x="20677" y="1"/>
                  </a:moveTo>
                  <a:cubicBezTo>
                    <a:pt x="9298" y="1"/>
                    <a:pt x="0" y="2207"/>
                    <a:pt x="0" y="5014"/>
                  </a:cubicBezTo>
                  <a:cubicBezTo>
                    <a:pt x="0" y="7846"/>
                    <a:pt x="9298" y="10026"/>
                    <a:pt x="20677" y="10026"/>
                  </a:cubicBezTo>
                  <a:cubicBezTo>
                    <a:pt x="32156" y="10026"/>
                    <a:pt x="41354" y="7846"/>
                    <a:pt x="41354" y="5014"/>
                  </a:cubicBezTo>
                  <a:cubicBezTo>
                    <a:pt x="41354" y="2207"/>
                    <a:pt x="32156" y="1"/>
                    <a:pt x="20677" y="1"/>
                  </a:cubicBezTo>
                  <a:close/>
                </a:path>
              </a:pathLst>
            </a:custGeom>
            <a:solidFill>
              <a:schemeClr val="accent4"/>
            </a:solidFill>
            <a:ln cap="flat" cmpd="sng" w="19050">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9"/>
            <p:cNvSpPr/>
            <p:nvPr/>
          </p:nvSpPr>
          <p:spPr>
            <a:xfrm>
              <a:off x="-1769850" y="2758525"/>
              <a:ext cx="934850" cy="203675"/>
            </a:xfrm>
            <a:custGeom>
              <a:rect b="b" l="l" r="r" t="t"/>
              <a:pathLst>
                <a:path extrusionOk="0" h="8147" w="37394">
                  <a:moveTo>
                    <a:pt x="18697" y="1"/>
                  </a:moveTo>
                  <a:cubicBezTo>
                    <a:pt x="8346" y="1"/>
                    <a:pt x="0" y="1881"/>
                    <a:pt x="0" y="4061"/>
                  </a:cubicBezTo>
                  <a:cubicBezTo>
                    <a:pt x="0" y="6267"/>
                    <a:pt x="8346" y="8146"/>
                    <a:pt x="18697" y="8146"/>
                  </a:cubicBezTo>
                  <a:cubicBezTo>
                    <a:pt x="29023" y="8146"/>
                    <a:pt x="37394" y="6267"/>
                    <a:pt x="37394" y="4061"/>
                  </a:cubicBezTo>
                  <a:cubicBezTo>
                    <a:pt x="37394" y="1881"/>
                    <a:pt x="29023" y="1"/>
                    <a:pt x="18697" y="1"/>
                  </a:cubicBezTo>
                  <a:close/>
                </a:path>
              </a:pathLst>
            </a:custGeom>
            <a:solidFill>
              <a:srgbClr val="00004D"/>
            </a:solidFill>
            <a:ln cap="flat" cmpd="sng" w="19050">
              <a:solidFill>
                <a:srgbClr val="000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9"/>
            <p:cNvSpPr/>
            <p:nvPr/>
          </p:nvSpPr>
          <p:spPr>
            <a:xfrm>
              <a:off x="-1657700" y="2878200"/>
              <a:ext cx="709925" cy="84000"/>
            </a:xfrm>
            <a:custGeom>
              <a:rect b="b" l="l" r="r" t="t"/>
              <a:pathLst>
                <a:path extrusionOk="0" h="3360" w="28397">
                  <a:moveTo>
                    <a:pt x="14211" y="1"/>
                  </a:moveTo>
                  <a:cubicBezTo>
                    <a:pt x="8246" y="1"/>
                    <a:pt x="2933" y="728"/>
                    <a:pt x="0" y="1881"/>
                  </a:cubicBezTo>
                  <a:cubicBezTo>
                    <a:pt x="3459" y="2733"/>
                    <a:pt x="8572" y="3359"/>
                    <a:pt x="14211" y="3359"/>
                  </a:cubicBezTo>
                  <a:cubicBezTo>
                    <a:pt x="19850" y="3359"/>
                    <a:pt x="24963" y="2733"/>
                    <a:pt x="28396" y="1881"/>
                  </a:cubicBezTo>
                  <a:cubicBezTo>
                    <a:pt x="25489" y="728"/>
                    <a:pt x="20251" y="1"/>
                    <a:pt x="14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9"/>
            <p:cNvSpPr/>
            <p:nvPr/>
          </p:nvSpPr>
          <p:spPr>
            <a:xfrm>
              <a:off x="-1574375" y="2907025"/>
              <a:ext cx="52650" cy="20700"/>
            </a:xfrm>
            <a:custGeom>
              <a:rect b="b" l="l" r="r" t="t"/>
              <a:pathLst>
                <a:path extrusionOk="0" h="828" w="2106">
                  <a:moveTo>
                    <a:pt x="1053" y="1"/>
                  </a:moveTo>
                  <a:cubicBezTo>
                    <a:pt x="527" y="1"/>
                    <a:pt x="1" y="201"/>
                    <a:pt x="1" y="427"/>
                  </a:cubicBezTo>
                  <a:cubicBezTo>
                    <a:pt x="1" y="627"/>
                    <a:pt x="527" y="828"/>
                    <a:pt x="1053" y="828"/>
                  </a:cubicBezTo>
                  <a:cubicBezTo>
                    <a:pt x="1680" y="828"/>
                    <a:pt x="2106" y="627"/>
                    <a:pt x="2106" y="427"/>
                  </a:cubicBezTo>
                  <a:cubicBezTo>
                    <a:pt x="2106" y="201"/>
                    <a:pt x="1680" y="1"/>
                    <a:pt x="1053" y="1"/>
                  </a:cubicBezTo>
                  <a:close/>
                </a:path>
              </a:pathLst>
            </a:custGeom>
            <a:solidFill>
              <a:srgbClr val="A167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9"/>
            <p:cNvSpPr/>
            <p:nvPr/>
          </p:nvSpPr>
          <p:spPr>
            <a:xfrm>
              <a:off x="-1579375" y="2899500"/>
              <a:ext cx="60175" cy="28225"/>
            </a:xfrm>
            <a:custGeom>
              <a:rect b="b" l="l" r="r" t="t"/>
              <a:pathLst>
                <a:path extrusionOk="0" h="1129" w="2407">
                  <a:moveTo>
                    <a:pt x="1253" y="1"/>
                  </a:moveTo>
                  <a:cubicBezTo>
                    <a:pt x="526" y="1"/>
                    <a:pt x="201" y="402"/>
                    <a:pt x="100" y="728"/>
                  </a:cubicBezTo>
                  <a:cubicBezTo>
                    <a:pt x="100" y="728"/>
                    <a:pt x="0" y="1129"/>
                    <a:pt x="1153" y="1129"/>
                  </a:cubicBezTo>
                  <a:cubicBezTo>
                    <a:pt x="627" y="1129"/>
                    <a:pt x="201" y="928"/>
                    <a:pt x="201" y="728"/>
                  </a:cubicBezTo>
                  <a:cubicBezTo>
                    <a:pt x="201" y="628"/>
                    <a:pt x="426" y="502"/>
                    <a:pt x="727" y="402"/>
                  </a:cubicBezTo>
                  <a:lnTo>
                    <a:pt x="727" y="302"/>
                  </a:lnTo>
                  <a:cubicBezTo>
                    <a:pt x="727" y="302"/>
                    <a:pt x="827" y="201"/>
                    <a:pt x="953" y="201"/>
                  </a:cubicBezTo>
                  <a:cubicBezTo>
                    <a:pt x="1153" y="201"/>
                    <a:pt x="1253" y="302"/>
                    <a:pt x="1253" y="302"/>
                  </a:cubicBezTo>
                  <a:cubicBezTo>
                    <a:pt x="1880" y="302"/>
                    <a:pt x="2306" y="502"/>
                    <a:pt x="2306" y="728"/>
                  </a:cubicBezTo>
                  <a:cubicBezTo>
                    <a:pt x="2306" y="928"/>
                    <a:pt x="1880" y="1129"/>
                    <a:pt x="1253" y="1129"/>
                  </a:cubicBezTo>
                  <a:lnTo>
                    <a:pt x="1354" y="1129"/>
                  </a:lnTo>
                  <a:cubicBezTo>
                    <a:pt x="2406" y="1129"/>
                    <a:pt x="2406" y="728"/>
                    <a:pt x="2406" y="728"/>
                  </a:cubicBezTo>
                  <a:cubicBezTo>
                    <a:pt x="2406" y="728"/>
                    <a:pt x="2306" y="201"/>
                    <a:pt x="1454" y="101"/>
                  </a:cubicBezTo>
                  <a:cubicBezTo>
                    <a:pt x="1354" y="101"/>
                    <a:pt x="1253" y="1"/>
                    <a:pt x="1253" y="1"/>
                  </a:cubicBezTo>
                  <a:close/>
                </a:path>
              </a:pathLst>
            </a:custGeom>
            <a:solidFill>
              <a:srgbClr val="E5B3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9"/>
            <p:cNvSpPr/>
            <p:nvPr/>
          </p:nvSpPr>
          <p:spPr>
            <a:xfrm>
              <a:off x="-1574375" y="2907025"/>
              <a:ext cx="52650" cy="20700"/>
            </a:xfrm>
            <a:custGeom>
              <a:rect b="b" l="l" r="r" t="t"/>
              <a:pathLst>
                <a:path extrusionOk="0" h="828" w="2106">
                  <a:moveTo>
                    <a:pt x="1053" y="1"/>
                  </a:moveTo>
                  <a:cubicBezTo>
                    <a:pt x="1053" y="101"/>
                    <a:pt x="953" y="201"/>
                    <a:pt x="753" y="201"/>
                  </a:cubicBezTo>
                  <a:cubicBezTo>
                    <a:pt x="627" y="201"/>
                    <a:pt x="527" y="201"/>
                    <a:pt x="527" y="101"/>
                  </a:cubicBezTo>
                  <a:cubicBezTo>
                    <a:pt x="226" y="201"/>
                    <a:pt x="1" y="327"/>
                    <a:pt x="1" y="427"/>
                  </a:cubicBezTo>
                  <a:cubicBezTo>
                    <a:pt x="1" y="627"/>
                    <a:pt x="427" y="828"/>
                    <a:pt x="953" y="828"/>
                  </a:cubicBezTo>
                  <a:lnTo>
                    <a:pt x="1053" y="828"/>
                  </a:lnTo>
                  <a:cubicBezTo>
                    <a:pt x="1680" y="828"/>
                    <a:pt x="2106" y="627"/>
                    <a:pt x="2106" y="427"/>
                  </a:cubicBezTo>
                  <a:cubicBezTo>
                    <a:pt x="2106" y="201"/>
                    <a:pt x="1680" y="1"/>
                    <a:pt x="1053" y="1"/>
                  </a:cubicBezTo>
                  <a:close/>
                </a:path>
              </a:pathLst>
            </a:custGeom>
            <a:solidFill>
              <a:srgbClr val="CA9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9"/>
            <p:cNvSpPr/>
            <p:nvPr/>
          </p:nvSpPr>
          <p:spPr>
            <a:xfrm>
              <a:off x="-1561225" y="2904525"/>
              <a:ext cx="13200" cy="5025"/>
            </a:xfrm>
            <a:custGeom>
              <a:rect b="b" l="l" r="r" t="t"/>
              <a:pathLst>
                <a:path extrusionOk="0" h="201" w="528">
                  <a:moveTo>
                    <a:pt x="227" y="0"/>
                  </a:moveTo>
                  <a:cubicBezTo>
                    <a:pt x="101" y="0"/>
                    <a:pt x="1" y="101"/>
                    <a:pt x="1" y="101"/>
                  </a:cubicBezTo>
                  <a:lnTo>
                    <a:pt x="1" y="201"/>
                  </a:lnTo>
                  <a:cubicBezTo>
                    <a:pt x="101" y="201"/>
                    <a:pt x="327" y="101"/>
                    <a:pt x="527" y="101"/>
                  </a:cubicBezTo>
                  <a:cubicBezTo>
                    <a:pt x="527" y="101"/>
                    <a:pt x="427" y="0"/>
                    <a:pt x="227" y="0"/>
                  </a:cubicBezTo>
                  <a:close/>
                </a:path>
              </a:pathLst>
            </a:custGeom>
            <a:solidFill>
              <a:srgbClr val="F0C8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9"/>
            <p:cNvSpPr/>
            <p:nvPr/>
          </p:nvSpPr>
          <p:spPr>
            <a:xfrm>
              <a:off x="-1561225" y="2907025"/>
              <a:ext cx="13200" cy="5050"/>
            </a:xfrm>
            <a:custGeom>
              <a:rect b="b" l="l" r="r" t="t"/>
              <a:pathLst>
                <a:path extrusionOk="0" h="202" w="528">
                  <a:moveTo>
                    <a:pt x="527" y="1"/>
                  </a:moveTo>
                  <a:cubicBezTo>
                    <a:pt x="327" y="1"/>
                    <a:pt x="101" y="101"/>
                    <a:pt x="1" y="101"/>
                  </a:cubicBezTo>
                  <a:cubicBezTo>
                    <a:pt x="1" y="201"/>
                    <a:pt x="101" y="201"/>
                    <a:pt x="227" y="201"/>
                  </a:cubicBezTo>
                  <a:cubicBezTo>
                    <a:pt x="427" y="201"/>
                    <a:pt x="527" y="101"/>
                    <a:pt x="527" y="1"/>
                  </a:cubicBezTo>
                  <a:close/>
                </a:path>
              </a:pathLst>
            </a:custGeom>
            <a:solidFill>
              <a:srgbClr val="E1B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9"/>
            <p:cNvSpPr/>
            <p:nvPr/>
          </p:nvSpPr>
          <p:spPr>
            <a:xfrm>
              <a:off x="-1482900" y="2938350"/>
              <a:ext cx="33875" cy="10675"/>
            </a:xfrm>
            <a:custGeom>
              <a:rect b="b" l="l" r="r" t="t"/>
              <a:pathLst>
                <a:path extrusionOk="0" h="427" w="1355">
                  <a:moveTo>
                    <a:pt x="728" y="1"/>
                  </a:moveTo>
                  <a:cubicBezTo>
                    <a:pt x="327" y="1"/>
                    <a:pt x="1" y="101"/>
                    <a:pt x="1" y="201"/>
                  </a:cubicBezTo>
                  <a:cubicBezTo>
                    <a:pt x="1" y="327"/>
                    <a:pt x="327" y="427"/>
                    <a:pt x="728" y="427"/>
                  </a:cubicBezTo>
                  <a:cubicBezTo>
                    <a:pt x="1053" y="427"/>
                    <a:pt x="1354" y="327"/>
                    <a:pt x="1354" y="201"/>
                  </a:cubicBezTo>
                  <a:cubicBezTo>
                    <a:pt x="1354" y="101"/>
                    <a:pt x="1053" y="1"/>
                    <a:pt x="728" y="1"/>
                  </a:cubicBezTo>
                  <a:close/>
                </a:path>
              </a:pathLst>
            </a:custGeom>
            <a:solidFill>
              <a:srgbClr val="A167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9"/>
            <p:cNvSpPr/>
            <p:nvPr/>
          </p:nvSpPr>
          <p:spPr>
            <a:xfrm>
              <a:off x="-1485400" y="2933350"/>
              <a:ext cx="39500" cy="15675"/>
            </a:xfrm>
            <a:custGeom>
              <a:rect b="b" l="l" r="r" t="t"/>
              <a:pathLst>
                <a:path extrusionOk="0" h="627" w="1580">
                  <a:moveTo>
                    <a:pt x="101" y="401"/>
                  </a:moveTo>
                  <a:cubicBezTo>
                    <a:pt x="101" y="402"/>
                    <a:pt x="1" y="627"/>
                    <a:pt x="727" y="627"/>
                  </a:cubicBezTo>
                  <a:cubicBezTo>
                    <a:pt x="427" y="627"/>
                    <a:pt x="101" y="527"/>
                    <a:pt x="101" y="401"/>
                  </a:cubicBezTo>
                  <a:close/>
                  <a:moveTo>
                    <a:pt x="727" y="0"/>
                  </a:moveTo>
                  <a:cubicBezTo>
                    <a:pt x="326" y="0"/>
                    <a:pt x="101" y="201"/>
                    <a:pt x="101" y="401"/>
                  </a:cubicBezTo>
                  <a:cubicBezTo>
                    <a:pt x="101" y="301"/>
                    <a:pt x="201" y="201"/>
                    <a:pt x="427" y="201"/>
                  </a:cubicBezTo>
                  <a:cubicBezTo>
                    <a:pt x="427" y="101"/>
                    <a:pt x="527" y="101"/>
                    <a:pt x="627" y="101"/>
                  </a:cubicBezTo>
                  <a:cubicBezTo>
                    <a:pt x="727" y="101"/>
                    <a:pt x="828" y="101"/>
                    <a:pt x="828" y="201"/>
                  </a:cubicBezTo>
                  <a:cubicBezTo>
                    <a:pt x="1153" y="201"/>
                    <a:pt x="1454" y="301"/>
                    <a:pt x="1454" y="401"/>
                  </a:cubicBezTo>
                  <a:cubicBezTo>
                    <a:pt x="1454" y="527"/>
                    <a:pt x="1153" y="627"/>
                    <a:pt x="828" y="627"/>
                  </a:cubicBezTo>
                  <a:cubicBezTo>
                    <a:pt x="1580" y="627"/>
                    <a:pt x="1580" y="401"/>
                    <a:pt x="1580" y="401"/>
                  </a:cubicBezTo>
                  <a:cubicBezTo>
                    <a:pt x="1580" y="401"/>
                    <a:pt x="1454" y="101"/>
                    <a:pt x="953" y="0"/>
                  </a:cubicBezTo>
                  <a:close/>
                </a:path>
              </a:pathLst>
            </a:custGeom>
            <a:solidFill>
              <a:srgbClr val="E5B3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9"/>
            <p:cNvSpPr/>
            <p:nvPr/>
          </p:nvSpPr>
          <p:spPr>
            <a:xfrm>
              <a:off x="-1482900" y="2938350"/>
              <a:ext cx="33875" cy="10675"/>
            </a:xfrm>
            <a:custGeom>
              <a:rect b="b" l="l" r="r" t="t"/>
              <a:pathLst>
                <a:path extrusionOk="0" h="427" w="1355">
                  <a:moveTo>
                    <a:pt x="327" y="1"/>
                  </a:moveTo>
                  <a:cubicBezTo>
                    <a:pt x="101" y="1"/>
                    <a:pt x="1" y="101"/>
                    <a:pt x="1" y="201"/>
                  </a:cubicBezTo>
                  <a:cubicBezTo>
                    <a:pt x="1" y="327"/>
                    <a:pt x="327" y="427"/>
                    <a:pt x="627" y="427"/>
                  </a:cubicBezTo>
                  <a:lnTo>
                    <a:pt x="728" y="427"/>
                  </a:lnTo>
                  <a:cubicBezTo>
                    <a:pt x="1053" y="427"/>
                    <a:pt x="1354" y="327"/>
                    <a:pt x="1354" y="201"/>
                  </a:cubicBezTo>
                  <a:cubicBezTo>
                    <a:pt x="1354" y="101"/>
                    <a:pt x="1053" y="1"/>
                    <a:pt x="728" y="1"/>
                  </a:cubicBezTo>
                  <a:close/>
                </a:path>
              </a:pathLst>
            </a:custGeom>
            <a:solidFill>
              <a:srgbClr val="CA9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9"/>
            <p:cNvSpPr/>
            <p:nvPr/>
          </p:nvSpPr>
          <p:spPr>
            <a:xfrm>
              <a:off x="-1474750" y="2935850"/>
              <a:ext cx="10050" cy="2525"/>
            </a:xfrm>
            <a:custGeom>
              <a:rect b="b" l="l" r="r" t="t"/>
              <a:pathLst>
                <a:path extrusionOk="0" h="101" w="402">
                  <a:moveTo>
                    <a:pt x="201" y="1"/>
                  </a:moveTo>
                  <a:cubicBezTo>
                    <a:pt x="101" y="1"/>
                    <a:pt x="1" y="1"/>
                    <a:pt x="1" y="101"/>
                  </a:cubicBezTo>
                  <a:lnTo>
                    <a:pt x="402" y="101"/>
                  </a:lnTo>
                  <a:cubicBezTo>
                    <a:pt x="402" y="1"/>
                    <a:pt x="301" y="1"/>
                    <a:pt x="201" y="1"/>
                  </a:cubicBezTo>
                  <a:close/>
                </a:path>
              </a:pathLst>
            </a:custGeom>
            <a:solidFill>
              <a:srgbClr val="F0C8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9"/>
            <p:cNvSpPr/>
            <p:nvPr/>
          </p:nvSpPr>
          <p:spPr>
            <a:xfrm>
              <a:off x="-1474750" y="2938350"/>
              <a:ext cx="10050" cy="25"/>
            </a:xfrm>
            <a:custGeom>
              <a:rect b="b" l="l" r="r" t="t"/>
              <a:pathLst>
                <a:path extrusionOk="0" h="1" w="402">
                  <a:moveTo>
                    <a:pt x="402" y="1"/>
                  </a:moveTo>
                  <a:lnTo>
                    <a:pt x="1" y="1"/>
                  </a:lnTo>
                  <a:lnTo>
                    <a:pt x="201" y="1"/>
                  </a:lnTo>
                  <a:close/>
                </a:path>
              </a:pathLst>
            </a:custGeom>
            <a:solidFill>
              <a:srgbClr val="E1B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9"/>
            <p:cNvSpPr/>
            <p:nvPr/>
          </p:nvSpPr>
          <p:spPr>
            <a:xfrm>
              <a:off x="-1383275" y="2896375"/>
              <a:ext cx="23225" cy="10675"/>
            </a:xfrm>
            <a:custGeom>
              <a:rect b="b" l="l" r="r" t="t"/>
              <a:pathLst>
                <a:path extrusionOk="0" h="427" w="929">
                  <a:moveTo>
                    <a:pt x="402" y="1"/>
                  </a:moveTo>
                  <a:cubicBezTo>
                    <a:pt x="201" y="1"/>
                    <a:pt x="1" y="126"/>
                    <a:pt x="1" y="226"/>
                  </a:cubicBezTo>
                  <a:cubicBezTo>
                    <a:pt x="1" y="326"/>
                    <a:pt x="201" y="427"/>
                    <a:pt x="402" y="427"/>
                  </a:cubicBezTo>
                  <a:cubicBezTo>
                    <a:pt x="728" y="427"/>
                    <a:pt x="928" y="326"/>
                    <a:pt x="928" y="226"/>
                  </a:cubicBezTo>
                  <a:cubicBezTo>
                    <a:pt x="928" y="126"/>
                    <a:pt x="728" y="1"/>
                    <a:pt x="402" y="1"/>
                  </a:cubicBezTo>
                  <a:close/>
                </a:path>
              </a:pathLst>
            </a:custGeom>
            <a:solidFill>
              <a:srgbClr val="A167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9"/>
            <p:cNvSpPr/>
            <p:nvPr/>
          </p:nvSpPr>
          <p:spPr>
            <a:xfrm>
              <a:off x="-1386400" y="2893875"/>
              <a:ext cx="26350" cy="13175"/>
            </a:xfrm>
            <a:custGeom>
              <a:rect b="b" l="l" r="r" t="t"/>
              <a:pathLst>
                <a:path extrusionOk="0" h="527" w="1054">
                  <a:moveTo>
                    <a:pt x="427" y="0"/>
                  </a:moveTo>
                  <a:cubicBezTo>
                    <a:pt x="390" y="0"/>
                    <a:pt x="366" y="14"/>
                    <a:pt x="351" y="31"/>
                  </a:cubicBezTo>
                  <a:lnTo>
                    <a:pt x="351" y="31"/>
                  </a:lnTo>
                  <a:cubicBezTo>
                    <a:pt x="383" y="19"/>
                    <a:pt x="419" y="9"/>
                    <a:pt x="459" y="5"/>
                  </a:cubicBezTo>
                  <a:lnTo>
                    <a:pt x="459" y="5"/>
                  </a:lnTo>
                  <a:cubicBezTo>
                    <a:pt x="449" y="2"/>
                    <a:pt x="439" y="0"/>
                    <a:pt x="427" y="0"/>
                  </a:cubicBezTo>
                  <a:close/>
                  <a:moveTo>
                    <a:pt x="527" y="0"/>
                  </a:moveTo>
                  <a:cubicBezTo>
                    <a:pt x="503" y="0"/>
                    <a:pt x="480" y="2"/>
                    <a:pt x="459" y="5"/>
                  </a:cubicBezTo>
                  <a:lnTo>
                    <a:pt x="459" y="5"/>
                  </a:lnTo>
                  <a:cubicBezTo>
                    <a:pt x="527" y="23"/>
                    <a:pt x="527" y="101"/>
                    <a:pt x="527" y="101"/>
                  </a:cubicBezTo>
                  <a:cubicBezTo>
                    <a:pt x="778" y="101"/>
                    <a:pt x="954" y="175"/>
                    <a:pt x="1022" y="255"/>
                  </a:cubicBezTo>
                  <a:lnTo>
                    <a:pt x="1022" y="255"/>
                  </a:lnTo>
                  <a:cubicBezTo>
                    <a:pt x="972" y="159"/>
                    <a:pt x="854" y="0"/>
                    <a:pt x="627" y="0"/>
                  </a:cubicBezTo>
                  <a:close/>
                  <a:moveTo>
                    <a:pt x="351" y="31"/>
                  </a:moveTo>
                  <a:lnTo>
                    <a:pt x="351" y="31"/>
                  </a:lnTo>
                  <a:cubicBezTo>
                    <a:pt x="186" y="97"/>
                    <a:pt x="126" y="249"/>
                    <a:pt x="126" y="326"/>
                  </a:cubicBezTo>
                  <a:cubicBezTo>
                    <a:pt x="126" y="326"/>
                    <a:pt x="226" y="226"/>
                    <a:pt x="326" y="101"/>
                  </a:cubicBezTo>
                  <a:cubicBezTo>
                    <a:pt x="326" y="101"/>
                    <a:pt x="326" y="61"/>
                    <a:pt x="351" y="31"/>
                  </a:cubicBezTo>
                  <a:close/>
                  <a:moveTo>
                    <a:pt x="1022" y="255"/>
                  </a:moveTo>
                  <a:cubicBezTo>
                    <a:pt x="1044" y="296"/>
                    <a:pt x="1053" y="326"/>
                    <a:pt x="1053" y="326"/>
                  </a:cubicBezTo>
                  <a:cubicBezTo>
                    <a:pt x="1053" y="303"/>
                    <a:pt x="1042" y="279"/>
                    <a:pt x="1022" y="255"/>
                  </a:cubicBezTo>
                  <a:close/>
                  <a:moveTo>
                    <a:pt x="1053" y="326"/>
                  </a:moveTo>
                  <a:cubicBezTo>
                    <a:pt x="1053" y="327"/>
                    <a:pt x="1053" y="360"/>
                    <a:pt x="1017" y="400"/>
                  </a:cubicBezTo>
                  <a:lnTo>
                    <a:pt x="1017" y="400"/>
                  </a:lnTo>
                  <a:cubicBezTo>
                    <a:pt x="1041" y="376"/>
                    <a:pt x="1053" y="351"/>
                    <a:pt x="1053" y="326"/>
                  </a:cubicBezTo>
                  <a:close/>
                  <a:moveTo>
                    <a:pt x="126" y="326"/>
                  </a:moveTo>
                  <a:cubicBezTo>
                    <a:pt x="126" y="326"/>
                    <a:pt x="1" y="527"/>
                    <a:pt x="527" y="527"/>
                  </a:cubicBezTo>
                  <a:cubicBezTo>
                    <a:pt x="326" y="527"/>
                    <a:pt x="126" y="426"/>
                    <a:pt x="126" y="326"/>
                  </a:cubicBezTo>
                  <a:close/>
                  <a:moveTo>
                    <a:pt x="1017" y="400"/>
                  </a:moveTo>
                  <a:cubicBezTo>
                    <a:pt x="945" y="470"/>
                    <a:pt x="771" y="527"/>
                    <a:pt x="527" y="527"/>
                  </a:cubicBezTo>
                  <a:cubicBezTo>
                    <a:pt x="837" y="527"/>
                    <a:pt x="965" y="457"/>
                    <a:pt x="1017" y="400"/>
                  </a:cubicBezTo>
                  <a:close/>
                </a:path>
              </a:pathLst>
            </a:custGeom>
            <a:solidFill>
              <a:srgbClr val="E5B3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9"/>
            <p:cNvSpPr/>
            <p:nvPr/>
          </p:nvSpPr>
          <p:spPr>
            <a:xfrm>
              <a:off x="-1383275" y="2896375"/>
              <a:ext cx="23225" cy="10675"/>
            </a:xfrm>
            <a:custGeom>
              <a:rect b="b" l="l" r="r" t="t"/>
              <a:pathLst>
                <a:path extrusionOk="0" h="427" w="929">
                  <a:moveTo>
                    <a:pt x="201" y="1"/>
                  </a:moveTo>
                  <a:cubicBezTo>
                    <a:pt x="101" y="126"/>
                    <a:pt x="1" y="226"/>
                    <a:pt x="1" y="226"/>
                  </a:cubicBezTo>
                  <a:cubicBezTo>
                    <a:pt x="1" y="326"/>
                    <a:pt x="201" y="427"/>
                    <a:pt x="402" y="427"/>
                  </a:cubicBezTo>
                  <a:cubicBezTo>
                    <a:pt x="728" y="427"/>
                    <a:pt x="928" y="326"/>
                    <a:pt x="928" y="226"/>
                  </a:cubicBezTo>
                  <a:cubicBezTo>
                    <a:pt x="928" y="126"/>
                    <a:pt x="728" y="1"/>
                    <a:pt x="402" y="1"/>
                  </a:cubicBezTo>
                  <a:cubicBezTo>
                    <a:pt x="402" y="126"/>
                    <a:pt x="402" y="126"/>
                    <a:pt x="302" y="126"/>
                  </a:cubicBezTo>
                  <a:cubicBezTo>
                    <a:pt x="302" y="126"/>
                    <a:pt x="201" y="126"/>
                    <a:pt x="201" y="1"/>
                  </a:cubicBezTo>
                  <a:close/>
                </a:path>
              </a:pathLst>
            </a:custGeom>
            <a:solidFill>
              <a:srgbClr val="CA9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9"/>
            <p:cNvSpPr/>
            <p:nvPr/>
          </p:nvSpPr>
          <p:spPr>
            <a:xfrm>
              <a:off x="-1378250" y="2893875"/>
              <a:ext cx="5025" cy="2525"/>
            </a:xfrm>
            <a:custGeom>
              <a:rect b="b" l="l" r="r" t="t"/>
              <a:pathLst>
                <a:path extrusionOk="0" h="101" w="201">
                  <a:moveTo>
                    <a:pt x="101" y="0"/>
                  </a:moveTo>
                  <a:cubicBezTo>
                    <a:pt x="0" y="0"/>
                    <a:pt x="0" y="101"/>
                    <a:pt x="0" y="101"/>
                  </a:cubicBezTo>
                  <a:lnTo>
                    <a:pt x="201" y="101"/>
                  </a:lnTo>
                  <a:cubicBezTo>
                    <a:pt x="201" y="101"/>
                    <a:pt x="201" y="0"/>
                    <a:pt x="101" y="0"/>
                  </a:cubicBezTo>
                  <a:close/>
                </a:path>
              </a:pathLst>
            </a:custGeom>
            <a:solidFill>
              <a:srgbClr val="F0C8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9"/>
            <p:cNvSpPr/>
            <p:nvPr/>
          </p:nvSpPr>
          <p:spPr>
            <a:xfrm>
              <a:off x="-1378250" y="2896375"/>
              <a:ext cx="5025" cy="3150"/>
            </a:xfrm>
            <a:custGeom>
              <a:rect b="b" l="l" r="r" t="t"/>
              <a:pathLst>
                <a:path extrusionOk="0" h="126" w="201">
                  <a:moveTo>
                    <a:pt x="0" y="1"/>
                  </a:moveTo>
                  <a:cubicBezTo>
                    <a:pt x="0" y="126"/>
                    <a:pt x="101" y="126"/>
                    <a:pt x="101" y="126"/>
                  </a:cubicBezTo>
                  <a:cubicBezTo>
                    <a:pt x="201" y="126"/>
                    <a:pt x="201" y="126"/>
                    <a:pt x="201" y="1"/>
                  </a:cubicBezTo>
                  <a:close/>
                </a:path>
              </a:pathLst>
            </a:custGeom>
            <a:solidFill>
              <a:srgbClr val="E1B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90" name="Google Shape;1390;p49"/>
          <p:cNvCxnSpPr/>
          <p:nvPr/>
        </p:nvCxnSpPr>
        <p:spPr>
          <a:xfrm rot="5400000">
            <a:off x="4298535" y="3434355"/>
            <a:ext cx="326754" cy="99857"/>
          </a:xfrm>
          <a:prstGeom prst="curvedConnector3">
            <a:avLst>
              <a:gd fmla="val 50000" name="adj1"/>
            </a:avLst>
          </a:prstGeom>
          <a:noFill/>
          <a:ln cap="flat" cmpd="sng" w="19050">
            <a:solidFill>
              <a:srgbClr val="00004D"/>
            </a:solidFill>
            <a:prstDash val="solid"/>
            <a:round/>
            <a:headEnd len="med" w="med" type="none"/>
            <a:tailEnd len="med" w="med" type="none"/>
          </a:ln>
        </p:spPr>
      </p:cxnSp>
      <p:cxnSp>
        <p:nvCxnSpPr>
          <p:cNvPr id="1391" name="Google Shape;1391;p49"/>
          <p:cNvCxnSpPr/>
          <p:nvPr/>
        </p:nvCxnSpPr>
        <p:spPr>
          <a:xfrm rot="5400000">
            <a:off x="4313206" y="3226673"/>
            <a:ext cx="326754" cy="99857"/>
          </a:xfrm>
          <a:prstGeom prst="curvedConnector3">
            <a:avLst>
              <a:gd fmla="val 50000" name="adj1"/>
            </a:avLst>
          </a:prstGeom>
          <a:noFill/>
          <a:ln cap="flat" cmpd="sng" w="19050">
            <a:solidFill>
              <a:srgbClr val="00004D"/>
            </a:solidFill>
            <a:prstDash val="solid"/>
            <a:round/>
            <a:headEnd len="med" w="med" type="none"/>
            <a:tailEnd len="med" w="med" type="none"/>
          </a:ln>
        </p:spPr>
      </p:cxnSp>
      <p:cxnSp>
        <p:nvCxnSpPr>
          <p:cNvPr id="1392" name="Google Shape;1392;p49"/>
          <p:cNvCxnSpPr/>
          <p:nvPr/>
        </p:nvCxnSpPr>
        <p:spPr>
          <a:xfrm rot="5400000">
            <a:off x="4298535" y="3088692"/>
            <a:ext cx="326754" cy="99857"/>
          </a:xfrm>
          <a:prstGeom prst="curvedConnector3">
            <a:avLst>
              <a:gd fmla="val 50000" name="adj1"/>
            </a:avLst>
          </a:prstGeom>
          <a:noFill/>
          <a:ln cap="flat" cmpd="sng" w="19050">
            <a:solidFill>
              <a:srgbClr val="00004D"/>
            </a:solidFill>
            <a:prstDash val="solid"/>
            <a:round/>
            <a:headEnd len="med" w="med" type="none"/>
            <a:tailEnd len="med" w="med" type="none"/>
          </a:ln>
        </p:spPr>
      </p:cxnSp>
      <p:sp>
        <p:nvSpPr>
          <p:cNvPr id="1393" name="Google Shape;1393;p49"/>
          <p:cNvSpPr txBox="1"/>
          <p:nvPr/>
        </p:nvSpPr>
        <p:spPr>
          <a:xfrm>
            <a:off x="5689014" y="2743775"/>
            <a:ext cx="1921500" cy="7374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600">
                <a:solidFill>
                  <a:schemeClr val="accent5"/>
                </a:solidFill>
                <a:latin typeface="Didact Gothic"/>
                <a:ea typeface="Didact Gothic"/>
                <a:cs typeface="Didact Gothic"/>
                <a:sym typeface="Didact Gothic"/>
              </a:rPr>
              <a:t>Please keep this slide for attribution</a:t>
            </a:r>
            <a:endParaRPr sz="1600">
              <a:solidFill>
                <a:schemeClr val="accent5"/>
              </a:solidFill>
              <a:latin typeface="Didact Gothic"/>
              <a:ea typeface="Didact Gothic"/>
              <a:cs typeface="Didact Gothic"/>
              <a:sym typeface="Didact Gothic"/>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7" name="Shape 1397"/>
        <p:cNvGrpSpPr/>
        <p:nvPr/>
      </p:nvGrpSpPr>
      <p:grpSpPr>
        <a:xfrm>
          <a:off x="0" y="0"/>
          <a:ext cx="0" cy="0"/>
          <a:chOff x="0" y="0"/>
          <a:chExt cx="0" cy="0"/>
        </a:xfrm>
      </p:grpSpPr>
      <p:sp>
        <p:nvSpPr>
          <p:cNvPr id="1398" name="Google Shape;1398;p50"/>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EDUCATION ICONS PACK</a:t>
            </a:r>
            <a:endParaRPr/>
          </a:p>
        </p:txBody>
      </p:sp>
      <p:grpSp>
        <p:nvGrpSpPr>
          <p:cNvPr id="1399" name="Google Shape;1399;p50"/>
          <p:cNvGrpSpPr/>
          <p:nvPr/>
        </p:nvGrpSpPr>
        <p:grpSpPr>
          <a:xfrm>
            <a:off x="1100988" y="1348025"/>
            <a:ext cx="310750" cy="492000"/>
            <a:chOff x="1100988" y="1348025"/>
            <a:chExt cx="310750" cy="492000"/>
          </a:xfrm>
        </p:grpSpPr>
        <p:sp>
          <p:nvSpPr>
            <p:cNvPr id="1400" name="Google Shape;1400;p50"/>
            <p:cNvSpPr/>
            <p:nvPr/>
          </p:nvSpPr>
          <p:spPr>
            <a:xfrm>
              <a:off x="1253513" y="1378950"/>
              <a:ext cx="30975" cy="45350"/>
            </a:xfrm>
            <a:custGeom>
              <a:rect b="b" l="l" r="r" t="t"/>
              <a:pathLst>
                <a:path extrusionOk="0" h="1814" w="1239">
                  <a:moveTo>
                    <a:pt x="1" y="1"/>
                  </a:moveTo>
                  <a:lnTo>
                    <a:pt x="1" y="1814"/>
                  </a:lnTo>
                  <a:lnTo>
                    <a:pt x="1238" y="1814"/>
                  </a:lnTo>
                  <a:lnTo>
                    <a:pt x="12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0"/>
            <p:cNvSpPr/>
            <p:nvPr/>
          </p:nvSpPr>
          <p:spPr>
            <a:xfrm>
              <a:off x="1307988" y="1378950"/>
              <a:ext cx="30975" cy="45350"/>
            </a:xfrm>
            <a:custGeom>
              <a:rect b="b" l="l" r="r" t="t"/>
              <a:pathLst>
                <a:path extrusionOk="0" h="1814" w="1239">
                  <a:moveTo>
                    <a:pt x="1" y="1"/>
                  </a:moveTo>
                  <a:lnTo>
                    <a:pt x="1" y="1814"/>
                  </a:lnTo>
                  <a:lnTo>
                    <a:pt x="1238" y="1814"/>
                  </a:lnTo>
                  <a:lnTo>
                    <a:pt x="12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0"/>
            <p:cNvSpPr/>
            <p:nvPr/>
          </p:nvSpPr>
          <p:spPr>
            <a:xfrm>
              <a:off x="1175513" y="1455225"/>
              <a:ext cx="30975" cy="47075"/>
            </a:xfrm>
            <a:custGeom>
              <a:rect b="b" l="l" r="r" t="t"/>
              <a:pathLst>
                <a:path extrusionOk="0" h="1883" w="1239">
                  <a:moveTo>
                    <a:pt x="0" y="0"/>
                  </a:moveTo>
                  <a:lnTo>
                    <a:pt x="0" y="1883"/>
                  </a:lnTo>
                  <a:lnTo>
                    <a:pt x="1238" y="1883"/>
                  </a:lnTo>
                  <a:lnTo>
                    <a:pt x="12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0"/>
            <p:cNvSpPr/>
            <p:nvPr/>
          </p:nvSpPr>
          <p:spPr>
            <a:xfrm>
              <a:off x="1229988" y="1455225"/>
              <a:ext cx="30950" cy="47075"/>
            </a:xfrm>
            <a:custGeom>
              <a:rect b="b" l="l" r="r" t="t"/>
              <a:pathLst>
                <a:path extrusionOk="0" h="1883" w="1238">
                  <a:moveTo>
                    <a:pt x="0" y="0"/>
                  </a:moveTo>
                  <a:lnTo>
                    <a:pt x="0" y="1883"/>
                  </a:lnTo>
                  <a:lnTo>
                    <a:pt x="1238" y="1883"/>
                  </a:lnTo>
                  <a:lnTo>
                    <a:pt x="12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0"/>
            <p:cNvSpPr/>
            <p:nvPr/>
          </p:nvSpPr>
          <p:spPr>
            <a:xfrm>
              <a:off x="1175513" y="1533225"/>
              <a:ext cx="30975" cy="45350"/>
            </a:xfrm>
            <a:custGeom>
              <a:rect b="b" l="l" r="r" t="t"/>
              <a:pathLst>
                <a:path extrusionOk="0" h="1814" w="1239">
                  <a:moveTo>
                    <a:pt x="0" y="0"/>
                  </a:moveTo>
                  <a:lnTo>
                    <a:pt x="0" y="1813"/>
                  </a:lnTo>
                  <a:lnTo>
                    <a:pt x="1238" y="1813"/>
                  </a:lnTo>
                  <a:lnTo>
                    <a:pt x="12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0"/>
            <p:cNvSpPr/>
            <p:nvPr/>
          </p:nvSpPr>
          <p:spPr>
            <a:xfrm>
              <a:off x="1237388" y="1609475"/>
              <a:ext cx="30975" cy="47100"/>
            </a:xfrm>
            <a:custGeom>
              <a:rect b="b" l="l" r="r" t="t"/>
              <a:pathLst>
                <a:path extrusionOk="0" h="1884" w="1239">
                  <a:moveTo>
                    <a:pt x="1" y="1"/>
                  </a:moveTo>
                  <a:lnTo>
                    <a:pt x="1" y="1883"/>
                  </a:lnTo>
                  <a:lnTo>
                    <a:pt x="1238" y="1883"/>
                  </a:lnTo>
                  <a:lnTo>
                    <a:pt x="12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0"/>
            <p:cNvSpPr/>
            <p:nvPr/>
          </p:nvSpPr>
          <p:spPr>
            <a:xfrm>
              <a:off x="1291863" y="1609475"/>
              <a:ext cx="30975" cy="47100"/>
            </a:xfrm>
            <a:custGeom>
              <a:rect b="b" l="l" r="r" t="t"/>
              <a:pathLst>
                <a:path extrusionOk="0" h="1884" w="1239">
                  <a:moveTo>
                    <a:pt x="1" y="1"/>
                  </a:moveTo>
                  <a:lnTo>
                    <a:pt x="1" y="1883"/>
                  </a:lnTo>
                  <a:lnTo>
                    <a:pt x="1238" y="1883"/>
                  </a:lnTo>
                  <a:lnTo>
                    <a:pt x="12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0"/>
            <p:cNvSpPr/>
            <p:nvPr/>
          </p:nvSpPr>
          <p:spPr>
            <a:xfrm>
              <a:off x="1244788" y="1687500"/>
              <a:ext cx="32725" cy="45325"/>
            </a:xfrm>
            <a:custGeom>
              <a:rect b="b" l="l" r="r" t="t"/>
              <a:pathLst>
                <a:path extrusionOk="0" h="1813" w="1309">
                  <a:moveTo>
                    <a:pt x="1" y="0"/>
                  </a:moveTo>
                  <a:lnTo>
                    <a:pt x="1" y="1813"/>
                  </a:lnTo>
                  <a:lnTo>
                    <a:pt x="1308" y="1813"/>
                  </a:lnTo>
                  <a:lnTo>
                    <a:pt x="130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0"/>
            <p:cNvSpPr/>
            <p:nvPr/>
          </p:nvSpPr>
          <p:spPr>
            <a:xfrm>
              <a:off x="1159388" y="1687500"/>
              <a:ext cx="30975" cy="45325"/>
            </a:xfrm>
            <a:custGeom>
              <a:rect b="b" l="l" r="r" t="t"/>
              <a:pathLst>
                <a:path extrusionOk="0" h="1813" w="1239">
                  <a:moveTo>
                    <a:pt x="0" y="0"/>
                  </a:moveTo>
                  <a:lnTo>
                    <a:pt x="0" y="1813"/>
                  </a:lnTo>
                  <a:lnTo>
                    <a:pt x="1238" y="1813"/>
                  </a:lnTo>
                  <a:lnTo>
                    <a:pt x="12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0"/>
            <p:cNvSpPr/>
            <p:nvPr/>
          </p:nvSpPr>
          <p:spPr>
            <a:xfrm>
              <a:off x="1213863" y="1763750"/>
              <a:ext cx="30950" cy="47100"/>
            </a:xfrm>
            <a:custGeom>
              <a:rect b="b" l="l" r="r" t="t"/>
              <a:pathLst>
                <a:path extrusionOk="0" h="1884" w="1238">
                  <a:moveTo>
                    <a:pt x="0" y="1"/>
                  </a:moveTo>
                  <a:lnTo>
                    <a:pt x="0" y="1883"/>
                  </a:lnTo>
                  <a:lnTo>
                    <a:pt x="1238" y="1883"/>
                  </a:lnTo>
                  <a:lnTo>
                    <a:pt x="12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0"/>
            <p:cNvSpPr/>
            <p:nvPr/>
          </p:nvSpPr>
          <p:spPr>
            <a:xfrm>
              <a:off x="1307988" y="1763750"/>
              <a:ext cx="30975" cy="47100"/>
            </a:xfrm>
            <a:custGeom>
              <a:rect b="b" l="l" r="r" t="t"/>
              <a:pathLst>
                <a:path extrusionOk="0" h="1884" w="1239">
                  <a:moveTo>
                    <a:pt x="1" y="1"/>
                  </a:moveTo>
                  <a:lnTo>
                    <a:pt x="1" y="1883"/>
                  </a:lnTo>
                  <a:lnTo>
                    <a:pt x="1238" y="1883"/>
                  </a:lnTo>
                  <a:lnTo>
                    <a:pt x="12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0"/>
            <p:cNvSpPr/>
            <p:nvPr/>
          </p:nvSpPr>
          <p:spPr>
            <a:xfrm>
              <a:off x="1253513" y="1533225"/>
              <a:ext cx="30975" cy="45350"/>
            </a:xfrm>
            <a:custGeom>
              <a:rect b="b" l="l" r="r" t="t"/>
              <a:pathLst>
                <a:path extrusionOk="0" h="1814" w="1239">
                  <a:moveTo>
                    <a:pt x="1" y="0"/>
                  </a:moveTo>
                  <a:lnTo>
                    <a:pt x="1" y="1813"/>
                  </a:lnTo>
                  <a:lnTo>
                    <a:pt x="1238" y="1813"/>
                  </a:lnTo>
                  <a:lnTo>
                    <a:pt x="12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0"/>
            <p:cNvSpPr/>
            <p:nvPr/>
          </p:nvSpPr>
          <p:spPr>
            <a:xfrm>
              <a:off x="1100988" y="1348025"/>
              <a:ext cx="310750" cy="492000"/>
            </a:xfrm>
            <a:custGeom>
              <a:rect b="b" l="l" r="r" t="t"/>
              <a:pathLst>
                <a:path extrusionOk="0" h="19680" w="12430">
                  <a:moveTo>
                    <a:pt x="11854" y="576"/>
                  </a:moveTo>
                  <a:lnTo>
                    <a:pt x="11854" y="19105"/>
                  </a:lnTo>
                  <a:lnTo>
                    <a:pt x="593" y="19105"/>
                  </a:lnTo>
                  <a:lnTo>
                    <a:pt x="593" y="576"/>
                  </a:lnTo>
                  <a:close/>
                  <a:moveTo>
                    <a:pt x="1" y="0"/>
                  </a:moveTo>
                  <a:lnTo>
                    <a:pt x="1" y="19680"/>
                  </a:lnTo>
                  <a:lnTo>
                    <a:pt x="12429" y="19680"/>
                  </a:lnTo>
                  <a:lnTo>
                    <a:pt x="124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0"/>
            <p:cNvSpPr/>
            <p:nvPr/>
          </p:nvSpPr>
          <p:spPr>
            <a:xfrm>
              <a:off x="1131938" y="1393350"/>
              <a:ext cx="108975" cy="16575"/>
            </a:xfrm>
            <a:custGeom>
              <a:rect b="b" l="l" r="r" t="t"/>
              <a:pathLst>
                <a:path extrusionOk="0" h="663" w="4359">
                  <a:moveTo>
                    <a:pt x="0" y="0"/>
                  </a:moveTo>
                  <a:lnTo>
                    <a:pt x="0" y="662"/>
                  </a:lnTo>
                  <a:lnTo>
                    <a:pt x="4358" y="662"/>
                  </a:lnTo>
                  <a:lnTo>
                    <a:pt x="435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0"/>
            <p:cNvSpPr/>
            <p:nvPr/>
          </p:nvSpPr>
          <p:spPr>
            <a:xfrm>
              <a:off x="1248288" y="1371550"/>
              <a:ext cx="47100" cy="60175"/>
            </a:xfrm>
            <a:custGeom>
              <a:rect b="b" l="l" r="r" t="t"/>
              <a:pathLst>
                <a:path extrusionOk="0" h="2407" w="1884">
                  <a:moveTo>
                    <a:pt x="1238" y="576"/>
                  </a:moveTo>
                  <a:lnTo>
                    <a:pt x="1238" y="1813"/>
                  </a:lnTo>
                  <a:lnTo>
                    <a:pt x="645" y="1813"/>
                  </a:lnTo>
                  <a:lnTo>
                    <a:pt x="645" y="576"/>
                  </a:lnTo>
                  <a:close/>
                  <a:moveTo>
                    <a:pt x="0" y="1"/>
                  </a:moveTo>
                  <a:lnTo>
                    <a:pt x="0" y="2406"/>
                  </a:lnTo>
                  <a:lnTo>
                    <a:pt x="1883" y="2406"/>
                  </a:lnTo>
                  <a:lnTo>
                    <a:pt x="188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0"/>
            <p:cNvSpPr/>
            <p:nvPr/>
          </p:nvSpPr>
          <p:spPr>
            <a:xfrm>
              <a:off x="1302763" y="1371550"/>
              <a:ext cx="47075" cy="60175"/>
            </a:xfrm>
            <a:custGeom>
              <a:rect b="b" l="l" r="r" t="t"/>
              <a:pathLst>
                <a:path extrusionOk="0" h="2407" w="1883">
                  <a:moveTo>
                    <a:pt x="1238" y="576"/>
                  </a:moveTo>
                  <a:lnTo>
                    <a:pt x="1238" y="1813"/>
                  </a:lnTo>
                  <a:lnTo>
                    <a:pt x="645" y="1813"/>
                  </a:lnTo>
                  <a:lnTo>
                    <a:pt x="645" y="576"/>
                  </a:lnTo>
                  <a:close/>
                  <a:moveTo>
                    <a:pt x="0" y="1"/>
                  </a:moveTo>
                  <a:lnTo>
                    <a:pt x="0" y="2406"/>
                  </a:lnTo>
                  <a:lnTo>
                    <a:pt x="1883" y="2406"/>
                  </a:lnTo>
                  <a:lnTo>
                    <a:pt x="188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0"/>
            <p:cNvSpPr/>
            <p:nvPr/>
          </p:nvSpPr>
          <p:spPr>
            <a:xfrm>
              <a:off x="1357238" y="1393350"/>
              <a:ext cx="30950" cy="16575"/>
            </a:xfrm>
            <a:custGeom>
              <a:rect b="b" l="l" r="r" t="t"/>
              <a:pathLst>
                <a:path extrusionOk="0" h="663" w="1238">
                  <a:moveTo>
                    <a:pt x="0" y="0"/>
                  </a:moveTo>
                  <a:lnTo>
                    <a:pt x="0" y="662"/>
                  </a:lnTo>
                  <a:lnTo>
                    <a:pt x="1238" y="662"/>
                  </a:lnTo>
                  <a:lnTo>
                    <a:pt x="12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0"/>
            <p:cNvSpPr/>
            <p:nvPr/>
          </p:nvSpPr>
          <p:spPr>
            <a:xfrm>
              <a:off x="1131938" y="1780300"/>
              <a:ext cx="69300" cy="14425"/>
            </a:xfrm>
            <a:custGeom>
              <a:rect b="b" l="l" r="r" t="t"/>
              <a:pathLst>
                <a:path extrusionOk="0" h="577" w="2772">
                  <a:moveTo>
                    <a:pt x="0" y="1"/>
                  </a:moveTo>
                  <a:lnTo>
                    <a:pt x="0" y="576"/>
                  </a:lnTo>
                  <a:lnTo>
                    <a:pt x="2772" y="576"/>
                  </a:lnTo>
                  <a:lnTo>
                    <a:pt x="27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0"/>
            <p:cNvSpPr/>
            <p:nvPr/>
          </p:nvSpPr>
          <p:spPr>
            <a:xfrm>
              <a:off x="1209938" y="1756350"/>
              <a:ext cx="45775" cy="61900"/>
            </a:xfrm>
            <a:custGeom>
              <a:rect b="b" l="l" r="r" t="t"/>
              <a:pathLst>
                <a:path extrusionOk="0" h="2476" w="1831">
                  <a:moveTo>
                    <a:pt x="1238" y="593"/>
                  </a:moveTo>
                  <a:lnTo>
                    <a:pt x="1238" y="1830"/>
                  </a:lnTo>
                  <a:lnTo>
                    <a:pt x="593" y="1830"/>
                  </a:lnTo>
                  <a:lnTo>
                    <a:pt x="593" y="593"/>
                  </a:lnTo>
                  <a:close/>
                  <a:moveTo>
                    <a:pt x="1" y="0"/>
                  </a:moveTo>
                  <a:lnTo>
                    <a:pt x="1" y="2475"/>
                  </a:lnTo>
                  <a:lnTo>
                    <a:pt x="1831" y="2475"/>
                  </a:lnTo>
                  <a:lnTo>
                    <a:pt x="18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0"/>
            <p:cNvSpPr/>
            <p:nvPr/>
          </p:nvSpPr>
          <p:spPr>
            <a:xfrm>
              <a:off x="1302763" y="1756350"/>
              <a:ext cx="47075" cy="61900"/>
            </a:xfrm>
            <a:custGeom>
              <a:rect b="b" l="l" r="r" t="t"/>
              <a:pathLst>
                <a:path extrusionOk="0" h="2476" w="1883">
                  <a:moveTo>
                    <a:pt x="1238" y="593"/>
                  </a:moveTo>
                  <a:lnTo>
                    <a:pt x="1238" y="1830"/>
                  </a:lnTo>
                  <a:lnTo>
                    <a:pt x="645" y="1830"/>
                  </a:lnTo>
                  <a:lnTo>
                    <a:pt x="645" y="593"/>
                  </a:lnTo>
                  <a:close/>
                  <a:moveTo>
                    <a:pt x="0" y="0"/>
                  </a:moveTo>
                  <a:lnTo>
                    <a:pt x="0" y="2475"/>
                  </a:lnTo>
                  <a:lnTo>
                    <a:pt x="1883" y="2475"/>
                  </a:lnTo>
                  <a:lnTo>
                    <a:pt x="18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0"/>
            <p:cNvSpPr/>
            <p:nvPr/>
          </p:nvSpPr>
          <p:spPr>
            <a:xfrm>
              <a:off x="1357238" y="1780300"/>
              <a:ext cx="30950" cy="14425"/>
            </a:xfrm>
            <a:custGeom>
              <a:rect b="b" l="l" r="r" t="t"/>
              <a:pathLst>
                <a:path extrusionOk="0" h="577" w="1238">
                  <a:moveTo>
                    <a:pt x="0" y="1"/>
                  </a:moveTo>
                  <a:lnTo>
                    <a:pt x="0" y="576"/>
                  </a:lnTo>
                  <a:lnTo>
                    <a:pt x="1238" y="576"/>
                  </a:lnTo>
                  <a:lnTo>
                    <a:pt x="1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0"/>
            <p:cNvSpPr/>
            <p:nvPr/>
          </p:nvSpPr>
          <p:spPr>
            <a:xfrm>
              <a:off x="1279238" y="1471350"/>
              <a:ext cx="108950" cy="14825"/>
            </a:xfrm>
            <a:custGeom>
              <a:rect b="b" l="l" r="r" t="t"/>
              <a:pathLst>
                <a:path extrusionOk="0" h="593" w="4358">
                  <a:moveTo>
                    <a:pt x="0" y="0"/>
                  </a:moveTo>
                  <a:lnTo>
                    <a:pt x="0" y="593"/>
                  </a:lnTo>
                  <a:lnTo>
                    <a:pt x="4358" y="593"/>
                  </a:lnTo>
                  <a:lnTo>
                    <a:pt x="435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0"/>
            <p:cNvSpPr/>
            <p:nvPr/>
          </p:nvSpPr>
          <p:spPr>
            <a:xfrm>
              <a:off x="1224763" y="1447800"/>
              <a:ext cx="47075" cy="61925"/>
            </a:xfrm>
            <a:custGeom>
              <a:rect b="b" l="l" r="r" t="t"/>
              <a:pathLst>
                <a:path extrusionOk="0" h="2477" w="1883">
                  <a:moveTo>
                    <a:pt x="1308" y="576"/>
                  </a:moveTo>
                  <a:lnTo>
                    <a:pt x="1308" y="1814"/>
                  </a:lnTo>
                  <a:lnTo>
                    <a:pt x="645" y="1814"/>
                  </a:lnTo>
                  <a:lnTo>
                    <a:pt x="645" y="576"/>
                  </a:lnTo>
                  <a:close/>
                  <a:moveTo>
                    <a:pt x="0" y="1"/>
                  </a:moveTo>
                  <a:lnTo>
                    <a:pt x="0" y="2476"/>
                  </a:lnTo>
                  <a:lnTo>
                    <a:pt x="1883" y="2476"/>
                  </a:lnTo>
                  <a:lnTo>
                    <a:pt x="188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0"/>
            <p:cNvSpPr/>
            <p:nvPr/>
          </p:nvSpPr>
          <p:spPr>
            <a:xfrm>
              <a:off x="1170288" y="1447800"/>
              <a:ext cx="47075" cy="61925"/>
            </a:xfrm>
            <a:custGeom>
              <a:rect b="b" l="l" r="r" t="t"/>
              <a:pathLst>
                <a:path extrusionOk="0" h="2477" w="1883">
                  <a:moveTo>
                    <a:pt x="1308" y="576"/>
                  </a:moveTo>
                  <a:lnTo>
                    <a:pt x="1308" y="1814"/>
                  </a:lnTo>
                  <a:lnTo>
                    <a:pt x="645" y="1814"/>
                  </a:lnTo>
                  <a:lnTo>
                    <a:pt x="645" y="576"/>
                  </a:lnTo>
                  <a:close/>
                  <a:moveTo>
                    <a:pt x="0" y="1"/>
                  </a:moveTo>
                  <a:lnTo>
                    <a:pt x="0" y="2476"/>
                  </a:lnTo>
                  <a:lnTo>
                    <a:pt x="1883" y="2476"/>
                  </a:lnTo>
                  <a:lnTo>
                    <a:pt x="188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0"/>
            <p:cNvSpPr/>
            <p:nvPr/>
          </p:nvSpPr>
          <p:spPr>
            <a:xfrm>
              <a:off x="1131938" y="1471350"/>
              <a:ext cx="30950" cy="14825"/>
            </a:xfrm>
            <a:custGeom>
              <a:rect b="b" l="l" r="r" t="t"/>
              <a:pathLst>
                <a:path extrusionOk="0" h="593" w="1238">
                  <a:moveTo>
                    <a:pt x="0" y="0"/>
                  </a:moveTo>
                  <a:lnTo>
                    <a:pt x="0" y="593"/>
                  </a:lnTo>
                  <a:lnTo>
                    <a:pt x="1238" y="593"/>
                  </a:lnTo>
                  <a:lnTo>
                    <a:pt x="12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0"/>
            <p:cNvSpPr/>
            <p:nvPr/>
          </p:nvSpPr>
          <p:spPr>
            <a:xfrm>
              <a:off x="1131938" y="1547600"/>
              <a:ext cx="30950" cy="16600"/>
            </a:xfrm>
            <a:custGeom>
              <a:rect b="b" l="l" r="r" t="t"/>
              <a:pathLst>
                <a:path extrusionOk="0" h="664" w="1238">
                  <a:moveTo>
                    <a:pt x="0" y="1"/>
                  </a:moveTo>
                  <a:lnTo>
                    <a:pt x="0" y="663"/>
                  </a:lnTo>
                  <a:lnTo>
                    <a:pt x="1238" y="663"/>
                  </a:lnTo>
                  <a:lnTo>
                    <a:pt x="1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0"/>
            <p:cNvSpPr/>
            <p:nvPr/>
          </p:nvSpPr>
          <p:spPr>
            <a:xfrm>
              <a:off x="1170288" y="1524075"/>
              <a:ext cx="47075" cy="61900"/>
            </a:xfrm>
            <a:custGeom>
              <a:rect b="b" l="l" r="r" t="t"/>
              <a:pathLst>
                <a:path extrusionOk="0" h="2476" w="1883">
                  <a:moveTo>
                    <a:pt x="1308" y="663"/>
                  </a:moveTo>
                  <a:lnTo>
                    <a:pt x="1308" y="1883"/>
                  </a:lnTo>
                  <a:lnTo>
                    <a:pt x="645" y="1883"/>
                  </a:lnTo>
                  <a:lnTo>
                    <a:pt x="645" y="663"/>
                  </a:lnTo>
                  <a:close/>
                  <a:moveTo>
                    <a:pt x="0" y="0"/>
                  </a:moveTo>
                  <a:lnTo>
                    <a:pt x="0" y="2476"/>
                  </a:lnTo>
                  <a:lnTo>
                    <a:pt x="1883" y="2476"/>
                  </a:lnTo>
                  <a:lnTo>
                    <a:pt x="18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0"/>
            <p:cNvSpPr/>
            <p:nvPr/>
          </p:nvSpPr>
          <p:spPr>
            <a:xfrm>
              <a:off x="1248288" y="1524075"/>
              <a:ext cx="47100" cy="61900"/>
            </a:xfrm>
            <a:custGeom>
              <a:rect b="b" l="l" r="r" t="t"/>
              <a:pathLst>
                <a:path extrusionOk="0" h="2476" w="1884">
                  <a:moveTo>
                    <a:pt x="1238" y="663"/>
                  </a:moveTo>
                  <a:lnTo>
                    <a:pt x="1238" y="1883"/>
                  </a:lnTo>
                  <a:lnTo>
                    <a:pt x="645" y="1883"/>
                  </a:lnTo>
                  <a:lnTo>
                    <a:pt x="645" y="663"/>
                  </a:lnTo>
                  <a:close/>
                  <a:moveTo>
                    <a:pt x="0" y="0"/>
                  </a:moveTo>
                  <a:lnTo>
                    <a:pt x="0" y="2476"/>
                  </a:lnTo>
                  <a:lnTo>
                    <a:pt x="1883" y="2476"/>
                  </a:lnTo>
                  <a:lnTo>
                    <a:pt x="18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0"/>
            <p:cNvSpPr/>
            <p:nvPr/>
          </p:nvSpPr>
          <p:spPr>
            <a:xfrm>
              <a:off x="1302763" y="1547600"/>
              <a:ext cx="85425" cy="16600"/>
            </a:xfrm>
            <a:custGeom>
              <a:rect b="b" l="l" r="r" t="t"/>
              <a:pathLst>
                <a:path extrusionOk="0" h="664" w="3417">
                  <a:moveTo>
                    <a:pt x="0" y="1"/>
                  </a:moveTo>
                  <a:lnTo>
                    <a:pt x="0" y="663"/>
                  </a:lnTo>
                  <a:lnTo>
                    <a:pt x="3417" y="663"/>
                  </a:lnTo>
                  <a:lnTo>
                    <a:pt x="34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0"/>
            <p:cNvSpPr/>
            <p:nvPr/>
          </p:nvSpPr>
          <p:spPr>
            <a:xfrm>
              <a:off x="1131938" y="1625600"/>
              <a:ext cx="92850" cy="14850"/>
            </a:xfrm>
            <a:custGeom>
              <a:rect b="b" l="l" r="r" t="t"/>
              <a:pathLst>
                <a:path extrusionOk="0" h="594" w="3714">
                  <a:moveTo>
                    <a:pt x="0" y="1"/>
                  </a:moveTo>
                  <a:lnTo>
                    <a:pt x="0" y="594"/>
                  </a:lnTo>
                  <a:lnTo>
                    <a:pt x="3713" y="594"/>
                  </a:lnTo>
                  <a:lnTo>
                    <a:pt x="37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0"/>
            <p:cNvSpPr/>
            <p:nvPr/>
          </p:nvSpPr>
          <p:spPr>
            <a:xfrm>
              <a:off x="1233913" y="1602075"/>
              <a:ext cx="45350" cy="61900"/>
            </a:xfrm>
            <a:custGeom>
              <a:rect b="b" l="l" r="r" t="t"/>
              <a:pathLst>
                <a:path extrusionOk="0" h="2476" w="1814">
                  <a:moveTo>
                    <a:pt x="1220" y="593"/>
                  </a:moveTo>
                  <a:lnTo>
                    <a:pt x="1220" y="1813"/>
                  </a:lnTo>
                  <a:lnTo>
                    <a:pt x="575" y="1813"/>
                  </a:lnTo>
                  <a:lnTo>
                    <a:pt x="575" y="593"/>
                  </a:lnTo>
                  <a:close/>
                  <a:moveTo>
                    <a:pt x="0" y="1"/>
                  </a:moveTo>
                  <a:lnTo>
                    <a:pt x="0" y="2476"/>
                  </a:lnTo>
                  <a:lnTo>
                    <a:pt x="1813" y="2476"/>
                  </a:lnTo>
                  <a:lnTo>
                    <a:pt x="18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0"/>
            <p:cNvSpPr/>
            <p:nvPr/>
          </p:nvSpPr>
          <p:spPr>
            <a:xfrm>
              <a:off x="1288388" y="1602075"/>
              <a:ext cx="45325" cy="61900"/>
            </a:xfrm>
            <a:custGeom>
              <a:rect b="b" l="l" r="r" t="t"/>
              <a:pathLst>
                <a:path extrusionOk="0" h="2476" w="1813">
                  <a:moveTo>
                    <a:pt x="1220" y="593"/>
                  </a:moveTo>
                  <a:lnTo>
                    <a:pt x="1220" y="1813"/>
                  </a:lnTo>
                  <a:lnTo>
                    <a:pt x="575" y="1813"/>
                  </a:lnTo>
                  <a:lnTo>
                    <a:pt x="575" y="593"/>
                  </a:lnTo>
                  <a:close/>
                  <a:moveTo>
                    <a:pt x="0" y="1"/>
                  </a:moveTo>
                  <a:lnTo>
                    <a:pt x="0" y="2476"/>
                  </a:lnTo>
                  <a:lnTo>
                    <a:pt x="1813" y="2476"/>
                  </a:lnTo>
                  <a:lnTo>
                    <a:pt x="18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0"/>
            <p:cNvSpPr/>
            <p:nvPr/>
          </p:nvSpPr>
          <p:spPr>
            <a:xfrm>
              <a:off x="1342863" y="1625600"/>
              <a:ext cx="45325" cy="14850"/>
            </a:xfrm>
            <a:custGeom>
              <a:rect b="b" l="l" r="r" t="t"/>
              <a:pathLst>
                <a:path extrusionOk="0" h="594" w="1813">
                  <a:moveTo>
                    <a:pt x="0" y="1"/>
                  </a:moveTo>
                  <a:lnTo>
                    <a:pt x="0" y="594"/>
                  </a:lnTo>
                  <a:lnTo>
                    <a:pt x="1813" y="594"/>
                  </a:lnTo>
                  <a:lnTo>
                    <a:pt x="18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0"/>
            <p:cNvSpPr/>
            <p:nvPr/>
          </p:nvSpPr>
          <p:spPr>
            <a:xfrm>
              <a:off x="1131938" y="1701875"/>
              <a:ext cx="14825" cy="14825"/>
            </a:xfrm>
            <a:custGeom>
              <a:rect b="b" l="l" r="r" t="t"/>
              <a:pathLst>
                <a:path extrusionOk="0" h="593" w="593">
                  <a:moveTo>
                    <a:pt x="0" y="0"/>
                  </a:moveTo>
                  <a:lnTo>
                    <a:pt x="0" y="593"/>
                  </a:lnTo>
                  <a:lnTo>
                    <a:pt x="593" y="593"/>
                  </a:lnTo>
                  <a:lnTo>
                    <a:pt x="5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0"/>
            <p:cNvSpPr/>
            <p:nvPr/>
          </p:nvSpPr>
          <p:spPr>
            <a:xfrm>
              <a:off x="1155463" y="1678350"/>
              <a:ext cx="45775" cy="61900"/>
            </a:xfrm>
            <a:custGeom>
              <a:rect b="b" l="l" r="r" t="t"/>
              <a:pathLst>
                <a:path extrusionOk="0" h="2476" w="1831">
                  <a:moveTo>
                    <a:pt x="1238" y="662"/>
                  </a:moveTo>
                  <a:lnTo>
                    <a:pt x="1238" y="1900"/>
                  </a:lnTo>
                  <a:lnTo>
                    <a:pt x="593" y="1900"/>
                  </a:lnTo>
                  <a:lnTo>
                    <a:pt x="593" y="662"/>
                  </a:lnTo>
                  <a:close/>
                  <a:moveTo>
                    <a:pt x="1" y="0"/>
                  </a:moveTo>
                  <a:lnTo>
                    <a:pt x="1" y="2475"/>
                  </a:lnTo>
                  <a:lnTo>
                    <a:pt x="1831" y="2475"/>
                  </a:lnTo>
                  <a:lnTo>
                    <a:pt x="18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0"/>
            <p:cNvSpPr/>
            <p:nvPr/>
          </p:nvSpPr>
          <p:spPr>
            <a:xfrm>
              <a:off x="1240888" y="1678350"/>
              <a:ext cx="45325" cy="61900"/>
            </a:xfrm>
            <a:custGeom>
              <a:rect b="b" l="l" r="r" t="t"/>
              <a:pathLst>
                <a:path extrusionOk="0" h="2476" w="1813">
                  <a:moveTo>
                    <a:pt x="1238" y="662"/>
                  </a:moveTo>
                  <a:lnTo>
                    <a:pt x="1238" y="1900"/>
                  </a:lnTo>
                  <a:lnTo>
                    <a:pt x="593" y="1900"/>
                  </a:lnTo>
                  <a:lnTo>
                    <a:pt x="593" y="662"/>
                  </a:lnTo>
                  <a:close/>
                  <a:moveTo>
                    <a:pt x="0" y="0"/>
                  </a:moveTo>
                  <a:lnTo>
                    <a:pt x="0" y="2475"/>
                  </a:lnTo>
                  <a:lnTo>
                    <a:pt x="1813" y="2475"/>
                  </a:lnTo>
                  <a:lnTo>
                    <a:pt x="1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0"/>
            <p:cNvSpPr/>
            <p:nvPr/>
          </p:nvSpPr>
          <p:spPr>
            <a:xfrm>
              <a:off x="1295363" y="1701875"/>
              <a:ext cx="92825" cy="14825"/>
            </a:xfrm>
            <a:custGeom>
              <a:rect b="b" l="l" r="r" t="t"/>
              <a:pathLst>
                <a:path extrusionOk="0" h="593" w="3713">
                  <a:moveTo>
                    <a:pt x="0" y="0"/>
                  </a:moveTo>
                  <a:lnTo>
                    <a:pt x="0" y="593"/>
                  </a:lnTo>
                  <a:lnTo>
                    <a:pt x="3713" y="593"/>
                  </a:lnTo>
                  <a:lnTo>
                    <a:pt x="37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0"/>
            <p:cNvSpPr/>
            <p:nvPr/>
          </p:nvSpPr>
          <p:spPr>
            <a:xfrm>
              <a:off x="1264413" y="1780300"/>
              <a:ext cx="30975" cy="14425"/>
            </a:xfrm>
            <a:custGeom>
              <a:rect b="b" l="l" r="r" t="t"/>
              <a:pathLst>
                <a:path extrusionOk="0" h="577" w="1239">
                  <a:moveTo>
                    <a:pt x="0" y="1"/>
                  </a:moveTo>
                  <a:lnTo>
                    <a:pt x="0" y="576"/>
                  </a:lnTo>
                  <a:lnTo>
                    <a:pt x="1238" y="576"/>
                  </a:lnTo>
                  <a:lnTo>
                    <a:pt x="1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0"/>
            <p:cNvSpPr/>
            <p:nvPr/>
          </p:nvSpPr>
          <p:spPr>
            <a:xfrm>
              <a:off x="1209938" y="1701875"/>
              <a:ext cx="24000" cy="14825"/>
            </a:xfrm>
            <a:custGeom>
              <a:rect b="b" l="l" r="r" t="t"/>
              <a:pathLst>
                <a:path extrusionOk="0" h="593" w="960">
                  <a:moveTo>
                    <a:pt x="1" y="0"/>
                  </a:moveTo>
                  <a:lnTo>
                    <a:pt x="1" y="593"/>
                  </a:lnTo>
                  <a:lnTo>
                    <a:pt x="959" y="593"/>
                  </a:lnTo>
                  <a:lnTo>
                    <a:pt x="9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0"/>
            <p:cNvSpPr/>
            <p:nvPr/>
          </p:nvSpPr>
          <p:spPr>
            <a:xfrm>
              <a:off x="1224763" y="1547600"/>
              <a:ext cx="16150" cy="16600"/>
            </a:xfrm>
            <a:custGeom>
              <a:rect b="b" l="l" r="r" t="t"/>
              <a:pathLst>
                <a:path extrusionOk="0" h="664" w="646">
                  <a:moveTo>
                    <a:pt x="0" y="1"/>
                  </a:moveTo>
                  <a:lnTo>
                    <a:pt x="0" y="663"/>
                  </a:lnTo>
                  <a:lnTo>
                    <a:pt x="645" y="663"/>
                  </a:lnTo>
                  <a:lnTo>
                    <a:pt x="6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 name="Google Shape;1440;p50"/>
          <p:cNvGrpSpPr/>
          <p:nvPr/>
        </p:nvGrpSpPr>
        <p:grpSpPr>
          <a:xfrm>
            <a:off x="1010363" y="2026825"/>
            <a:ext cx="492000" cy="492025"/>
            <a:chOff x="1010363" y="1883950"/>
            <a:chExt cx="492000" cy="492025"/>
          </a:xfrm>
        </p:grpSpPr>
        <p:sp>
          <p:nvSpPr>
            <p:cNvPr id="1441" name="Google Shape;1441;p50"/>
            <p:cNvSpPr/>
            <p:nvPr/>
          </p:nvSpPr>
          <p:spPr>
            <a:xfrm>
              <a:off x="1193813" y="2060025"/>
              <a:ext cx="277625" cy="154275"/>
            </a:xfrm>
            <a:custGeom>
              <a:rect b="b" l="l" r="r" t="t"/>
              <a:pathLst>
                <a:path extrusionOk="0" h="6171" w="11105">
                  <a:moveTo>
                    <a:pt x="3121" y="0"/>
                  </a:moveTo>
                  <a:cubicBezTo>
                    <a:pt x="1378" y="0"/>
                    <a:pt x="1" y="1377"/>
                    <a:pt x="1" y="3120"/>
                  </a:cubicBezTo>
                  <a:cubicBezTo>
                    <a:pt x="1" y="4794"/>
                    <a:pt x="1378" y="6171"/>
                    <a:pt x="3121" y="6171"/>
                  </a:cubicBezTo>
                  <a:lnTo>
                    <a:pt x="11104" y="6171"/>
                  </a:lnTo>
                  <a:lnTo>
                    <a:pt x="1110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0"/>
            <p:cNvSpPr/>
            <p:nvPr/>
          </p:nvSpPr>
          <p:spPr>
            <a:xfrm>
              <a:off x="1017763" y="1890925"/>
              <a:ext cx="161700" cy="477650"/>
            </a:xfrm>
            <a:custGeom>
              <a:rect b="b" l="l" r="r" t="t"/>
              <a:pathLst>
                <a:path extrusionOk="0" h="19106" w="6468">
                  <a:moveTo>
                    <a:pt x="0" y="1"/>
                  </a:moveTo>
                  <a:lnTo>
                    <a:pt x="0" y="19105"/>
                  </a:lnTo>
                  <a:lnTo>
                    <a:pt x="6467" y="19105"/>
                  </a:lnTo>
                  <a:lnTo>
                    <a:pt x="646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0"/>
            <p:cNvSpPr/>
            <p:nvPr/>
          </p:nvSpPr>
          <p:spPr>
            <a:xfrm>
              <a:off x="1193813" y="2066975"/>
              <a:ext cx="40125" cy="139925"/>
            </a:xfrm>
            <a:custGeom>
              <a:rect b="b" l="l" r="r" t="t"/>
              <a:pathLst>
                <a:path extrusionOk="0" h="5597" w="1605">
                  <a:moveTo>
                    <a:pt x="1604" y="1"/>
                  </a:moveTo>
                  <a:lnTo>
                    <a:pt x="942" y="663"/>
                  </a:lnTo>
                  <a:lnTo>
                    <a:pt x="1" y="2476"/>
                  </a:lnTo>
                  <a:lnTo>
                    <a:pt x="367" y="4080"/>
                  </a:lnTo>
                  <a:lnTo>
                    <a:pt x="1604" y="5596"/>
                  </a:lnTo>
                  <a:lnTo>
                    <a:pt x="1604" y="960"/>
                  </a:lnTo>
                  <a:lnTo>
                    <a:pt x="160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0"/>
            <p:cNvSpPr/>
            <p:nvPr/>
          </p:nvSpPr>
          <p:spPr>
            <a:xfrm>
              <a:off x="1217338" y="2214275"/>
              <a:ext cx="278050" cy="154300"/>
            </a:xfrm>
            <a:custGeom>
              <a:rect b="b" l="l" r="r" t="t"/>
              <a:pathLst>
                <a:path extrusionOk="0" h="6172" w="11122">
                  <a:moveTo>
                    <a:pt x="1" y="1"/>
                  </a:moveTo>
                  <a:lnTo>
                    <a:pt x="1" y="6171"/>
                  </a:lnTo>
                  <a:lnTo>
                    <a:pt x="8071" y="6171"/>
                  </a:lnTo>
                  <a:cubicBezTo>
                    <a:pt x="9727" y="6171"/>
                    <a:pt x="11122" y="4794"/>
                    <a:pt x="11122" y="3121"/>
                  </a:cubicBezTo>
                  <a:cubicBezTo>
                    <a:pt x="11122" y="1378"/>
                    <a:pt x="9727" y="1"/>
                    <a:pt x="80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0"/>
            <p:cNvSpPr/>
            <p:nvPr/>
          </p:nvSpPr>
          <p:spPr>
            <a:xfrm>
              <a:off x="1457038" y="2221700"/>
              <a:ext cx="38350" cy="139450"/>
            </a:xfrm>
            <a:custGeom>
              <a:rect b="b" l="l" r="r" t="t"/>
              <a:pathLst>
                <a:path extrusionOk="0" h="5578" w="1534">
                  <a:moveTo>
                    <a:pt x="0" y="0"/>
                  </a:moveTo>
                  <a:lnTo>
                    <a:pt x="0" y="941"/>
                  </a:lnTo>
                  <a:lnTo>
                    <a:pt x="0" y="5578"/>
                  </a:lnTo>
                  <a:lnTo>
                    <a:pt x="1238" y="4061"/>
                  </a:lnTo>
                  <a:lnTo>
                    <a:pt x="1534" y="2458"/>
                  </a:lnTo>
                  <a:lnTo>
                    <a:pt x="575" y="645"/>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0"/>
            <p:cNvSpPr/>
            <p:nvPr/>
          </p:nvSpPr>
          <p:spPr>
            <a:xfrm>
              <a:off x="1426088" y="2214275"/>
              <a:ext cx="30975" cy="154300"/>
            </a:xfrm>
            <a:custGeom>
              <a:rect b="b" l="l" r="r" t="t"/>
              <a:pathLst>
                <a:path extrusionOk="0" h="6172" w="1239">
                  <a:moveTo>
                    <a:pt x="0" y="1"/>
                  </a:moveTo>
                  <a:lnTo>
                    <a:pt x="0" y="6171"/>
                  </a:lnTo>
                  <a:lnTo>
                    <a:pt x="1238" y="5875"/>
                  </a:lnTo>
                  <a:lnTo>
                    <a:pt x="1238" y="29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0"/>
            <p:cNvSpPr/>
            <p:nvPr/>
          </p:nvSpPr>
          <p:spPr>
            <a:xfrm>
              <a:off x="1017763" y="1890925"/>
              <a:ext cx="107225" cy="477650"/>
            </a:xfrm>
            <a:custGeom>
              <a:rect b="b" l="l" r="r" t="t"/>
              <a:pathLst>
                <a:path extrusionOk="0" h="19106" w="4289">
                  <a:moveTo>
                    <a:pt x="0" y="1"/>
                  </a:moveTo>
                  <a:lnTo>
                    <a:pt x="0" y="19105"/>
                  </a:lnTo>
                  <a:lnTo>
                    <a:pt x="4288" y="19105"/>
                  </a:lnTo>
                  <a:lnTo>
                    <a:pt x="42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0"/>
            <p:cNvSpPr/>
            <p:nvPr/>
          </p:nvSpPr>
          <p:spPr>
            <a:xfrm>
              <a:off x="1233913" y="2060025"/>
              <a:ext cx="37925" cy="154275"/>
            </a:xfrm>
            <a:custGeom>
              <a:rect b="b" l="l" r="r" t="t"/>
              <a:pathLst>
                <a:path extrusionOk="0" h="6171" w="1517">
                  <a:moveTo>
                    <a:pt x="1517" y="0"/>
                  </a:moveTo>
                  <a:lnTo>
                    <a:pt x="0" y="279"/>
                  </a:lnTo>
                  <a:lnTo>
                    <a:pt x="0" y="6171"/>
                  </a:lnTo>
                  <a:lnTo>
                    <a:pt x="1517" y="6171"/>
                  </a:lnTo>
                  <a:lnTo>
                    <a:pt x="1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0"/>
            <p:cNvSpPr/>
            <p:nvPr/>
          </p:nvSpPr>
          <p:spPr>
            <a:xfrm>
              <a:off x="1100988" y="1890925"/>
              <a:ext cx="24000" cy="477650"/>
            </a:xfrm>
            <a:custGeom>
              <a:rect b="b" l="l" r="r" t="t"/>
              <a:pathLst>
                <a:path extrusionOk="0" h="19106" w="960">
                  <a:moveTo>
                    <a:pt x="1" y="1"/>
                  </a:moveTo>
                  <a:lnTo>
                    <a:pt x="1" y="19105"/>
                  </a:lnTo>
                  <a:lnTo>
                    <a:pt x="959" y="19105"/>
                  </a:lnTo>
                  <a:lnTo>
                    <a:pt x="9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0"/>
            <p:cNvSpPr/>
            <p:nvPr/>
          </p:nvSpPr>
          <p:spPr>
            <a:xfrm>
              <a:off x="1070488" y="2237800"/>
              <a:ext cx="54500" cy="54500"/>
            </a:xfrm>
            <a:custGeom>
              <a:rect b="b" l="l" r="r" t="t"/>
              <a:pathLst>
                <a:path extrusionOk="0" h="2180" w="2180">
                  <a:moveTo>
                    <a:pt x="1081" y="1"/>
                  </a:moveTo>
                  <a:cubicBezTo>
                    <a:pt x="506" y="1"/>
                    <a:pt x="1" y="506"/>
                    <a:pt x="1" y="1099"/>
                  </a:cubicBezTo>
                  <a:cubicBezTo>
                    <a:pt x="1" y="1674"/>
                    <a:pt x="506" y="2180"/>
                    <a:pt x="1081" y="2180"/>
                  </a:cubicBezTo>
                  <a:cubicBezTo>
                    <a:pt x="1744" y="2180"/>
                    <a:pt x="2179" y="1674"/>
                    <a:pt x="2179" y="1099"/>
                  </a:cubicBezTo>
                  <a:cubicBezTo>
                    <a:pt x="2179" y="506"/>
                    <a:pt x="1744" y="1"/>
                    <a:pt x="10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0"/>
            <p:cNvSpPr/>
            <p:nvPr/>
          </p:nvSpPr>
          <p:spPr>
            <a:xfrm>
              <a:off x="1010363" y="1883950"/>
              <a:ext cx="176075" cy="492025"/>
            </a:xfrm>
            <a:custGeom>
              <a:rect b="b" l="l" r="r" t="t"/>
              <a:pathLst>
                <a:path extrusionOk="0" h="19681" w="7043">
                  <a:moveTo>
                    <a:pt x="6467" y="576"/>
                  </a:moveTo>
                  <a:lnTo>
                    <a:pt x="6467" y="19088"/>
                  </a:lnTo>
                  <a:lnTo>
                    <a:pt x="575" y="19088"/>
                  </a:lnTo>
                  <a:lnTo>
                    <a:pt x="575" y="576"/>
                  </a:lnTo>
                  <a:close/>
                  <a:moveTo>
                    <a:pt x="0" y="1"/>
                  </a:moveTo>
                  <a:lnTo>
                    <a:pt x="0" y="19681"/>
                  </a:lnTo>
                  <a:lnTo>
                    <a:pt x="7042" y="19681"/>
                  </a:lnTo>
                  <a:lnTo>
                    <a:pt x="70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0"/>
            <p:cNvSpPr/>
            <p:nvPr/>
          </p:nvSpPr>
          <p:spPr>
            <a:xfrm>
              <a:off x="1048688" y="1921875"/>
              <a:ext cx="99825" cy="14400"/>
            </a:xfrm>
            <a:custGeom>
              <a:rect b="b" l="l" r="r" t="t"/>
              <a:pathLst>
                <a:path extrusionOk="0" h="576" w="3993">
                  <a:moveTo>
                    <a:pt x="1" y="0"/>
                  </a:moveTo>
                  <a:lnTo>
                    <a:pt x="1" y="576"/>
                  </a:lnTo>
                  <a:lnTo>
                    <a:pt x="3993" y="576"/>
                  </a:lnTo>
                  <a:lnTo>
                    <a:pt x="39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0"/>
            <p:cNvSpPr/>
            <p:nvPr/>
          </p:nvSpPr>
          <p:spPr>
            <a:xfrm>
              <a:off x="1048688" y="2323225"/>
              <a:ext cx="99825" cy="14400"/>
            </a:xfrm>
            <a:custGeom>
              <a:rect b="b" l="l" r="r" t="t"/>
              <a:pathLst>
                <a:path extrusionOk="0" h="576" w="3993">
                  <a:moveTo>
                    <a:pt x="1" y="0"/>
                  </a:moveTo>
                  <a:lnTo>
                    <a:pt x="1" y="576"/>
                  </a:lnTo>
                  <a:lnTo>
                    <a:pt x="3993" y="576"/>
                  </a:lnTo>
                  <a:lnTo>
                    <a:pt x="39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0"/>
            <p:cNvSpPr/>
            <p:nvPr/>
          </p:nvSpPr>
          <p:spPr>
            <a:xfrm>
              <a:off x="1048688" y="1952825"/>
              <a:ext cx="99825" cy="14400"/>
            </a:xfrm>
            <a:custGeom>
              <a:rect b="b" l="l" r="r" t="t"/>
              <a:pathLst>
                <a:path extrusionOk="0" h="576" w="3993">
                  <a:moveTo>
                    <a:pt x="1" y="0"/>
                  </a:moveTo>
                  <a:lnTo>
                    <a:pt x="1" y="575"/>
                  </a:lnTo>
                  <a:lnTo>
                    <a:pt x="3993" y="575"/>
                  </a:lnTo>
                  <a:lnTo>
                    <a:pt x="39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0"/>
            <p:cNvSpPr/>
            <p:nvPr/>
          </p:nvSpPr>
          <p:spPr>
            <a:xfrm>
              <a:off x="1079213" y="1983750"/>
              <a:ext cx="38375" cy="14400"/>
            </a:xfrm>
            <a:custGeom>
              <a:rect b="b" l="l" r="r" t="t"/>
              <a:pathLst>
                <a:path extrusionOk="0" h="576" w="1535">
                  <a:moveTo>
                    <a:pt x="0" y="1"/>
                  </a:moveTo>
                  <a:lnTo>
                    <a:pt x="0" y="576"/>
                  </a:lnTo>
                  <a:lnTo>
                    <a:pt x="1534" y="576"/>
                  </a:lnTo>
                  <a:lnTo>
                    <a:pt x="153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0"/>
            <p:cNvSpPr/>
            <p:nvPr/>
          </p:nvSpPr>
          <p:spPr>
            <a:xfrm>
              <a:off x="1063088" y="2230400"/>
              <a:ext cx="68875" cy="69325"/>
            </a:xfrm>
            <a:custGeom>
              <a:rect b="b" l="l" r="r" t="t"/>
              <a:pathLst>
                <a:path extrusionOk="0" h="2773" w="2755">
                  <a:moveTo>
                    <a:pt x="1377" y="593"/>
                  </a:moveTo>
                  <a:cubicBezTo>
                    <a:pt x="1813" y="593"/>
                    <a:pt x="2179" y="959"/>
                    <a:pt x="2179" y="1395"/>
                  </a:cubicBezTo>
                  <a:cubicBezTo>
                    <a:pt x="2179" y="1831"/>
                    <a:pt x="1813" y="2180"/>
                    <a:pt x="1377" y="2180"/>
                  </a:cubicBezTo>
                  <a:cubicBezTo>
                    <a:pt x="941" y="2180"/>
                    <a:pt x="645" y="1831"/>
                    <a:pt x="645" y="1395"/>
                  </a:cubicBezTo>
                  <a:cubicBezTo>
                    <a:pt x="645" y="959"/>
                    <a:pt x="941" y="593"/>
                    <a:pt x="1377" y="593"/>
                  </a:cubicBezTo>
                  <a:close/>
                  <a:moveTo>
                    <a:pt x="1377" y="1"/>
                  </a:moveTo>
                  <a:cubicBezTo>
                    <a:pt x="645" y="1"/>
                    <a:pt x="0" y="593"/>
                    <a:pt x="0" y="1395"/>
                  </a:cubicBezTo>
                  <a:cubicBezTo>
                    <a:pt x="0" y="2110"/>
                    <a:pt x="645" y="2772"/>
                    <a:pt x="1377" y="2772"/>
                  </a:cubicBezTo>
                  <a:cubicBezTo>
                    <a:pt x="2179" y="2772"/>
                    <a:pt x="2754" y="2110"/>
                    <a:pt x="2754" y="1395"/>
                  </a:cubicBezTo>
                  <a:cubicBezTo>
                    <a:pt x="2754" y="593"/>
                    <a:pt x="2179" y="1"/>
                    <a:pt x="13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0"/>
            <p:cNvSpPr/>
            <p:nvPr/>
          </p:nvSpPr>
          <p:spPr>
            <a:xfrm>
              <a:off x="1193813" y="2206875"/>
              <a:ext cx="308550" cy="169100"/>
            </a:xfrm>
            <a:custGeom>
              <a:rect b="b" l="l" r="r" t="t"/>
              <a:pathLst>
                <a:path extrusionOk="0" h="6764" w="12342">
                  <a:moveTo>
                    <a:pt x="1" y="0"/>
                  </a:moveTo>
                  <a:lnTo>
                    <a:pt x="1" y="593"/>
                  </a:lnTo>
                  <a:lnTo>
                    <a:pt x="9012" y="593"/>
                  </a:lnTo>
                  <a:cubicBezTo>
                    <a:pt x="10529" y="593"/>
                    <a:pt x="11767" y="1813"/>
                    <a:pt x="11767" y="3417"/>
                  </a:cubicBezTo>
                  <a:cubicBezTo>
                    <a:pt x="11767" y="4951"/>
                    <a:pt x="10529" y="6171"/>
                    <a:pt x="9012" y="6171"/>
                  </a:cubicBezTo>
                  <a:lnTo>
                    <a:pt x="1" y="6171"/>
                  </a:lnTo>
                  <a:lnTo>
                    <a:pt x="1" y="6764"/>
                  </a:lnTo>
                  <a:lnTo>
                    <a:pt x="9012" y="6764"/>
                  </a:lnTo>
                  <a:cubicBezTo>
                    <a:pt x="10825" y="6764"/>
                    <a:pt x="12342" y="5230"/>
                    <a:pt x="12342" y="3417"/>
                  </a:cubicBezTo>
                  <a:cubicBezTo>
                    <a:pt x="12342" y="1534"/>
                    <a:pt x="10825" y="0"/>
                    <a:pt x="90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0"/>
            <p:cNvSpPr/>
            <p:nvPr/>
          </p:nvSpPr>
          <p:spPr>
            <a:xfrm>
              <a:off x="1449613" y="2252200"/>
              <a:ext cx="14850" cy="78450"/>
            </a:xfrm>
            <a:custGeom>
              <a:rect b="b" l="l" r="r" t="t"/>
              <a:pathLst>
                <a:path extrusionOk="0" h="3138" w="594">
                  <a:moveTo>
                    <a:pt x="1" y="0"/>
                  </a:moveTo>
                  <a:lnTo>
                    <a:pt x="1" y="3138"/>
                  </a:lnTo>
                  <a:lnTo>
                    <a:pt x="593" y="3138"/>
                  </a:lnTo>
                  <a:lnTo>
                    <a:pt x="5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0"/>
            <p:cNvSpPr/>
            <p:nvPr/>
          </p:nvSpPr>
          <p:spPr>
            <a:xfrm>
              <a:off x="1217338" y="2237800"/>
              <a:ext cx="216175" cy="14425"/>
            </a:xfrm>
            <a:custGeom>
              <a:rect b="b" l="l" r="r" t="t"/>
              <a:pathLst>
                <a:path extrusionOk="0" h="577" w="8647">
                  <a:moveTo>
                    <a:pt x="1" y="1"/>
                  </a:moveTo>
                  <a:lnTo>
                    <a:pt x="1" y="576"/>
                  </a:lnTo>
                  <a:lnTo>
                    <a:pt x="8647" y="576"/>
                  </a:lnTo>
                  <a:lnTo>
                    <a:pt x="864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0"/>
            <p:cNvSpPr/>
            <p:nvPr/>
          </p:nvSpPr>
          <p:spPr>
            <a:xfrm>
              <a:off x="1217338" y="2268750"/>
              <a:ext cx="216175" cy="14400"/>
            </a:xfrm>
            <a:custGeom>
              <a:rect b="b" l="l" r="r" t="t"/>
              <a:pathLst>
                <a:path extrusionOk="0" h="576" w="8647">
                  <a:moveTo>
                    <a:pt x="1" y="1"/>
                  </a:moveTo>
                  <a:lnTo>
                    <a:pt x="1" y="576"/>
                  </a:lnTo>
                  <a:lnTo>
                    <a:pt x="8647" y="576"/>
                  </a:lnTo>
                  <a:lnTo>
                    <a:pt x="864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0"/>
            <p:cNvSpPr/>
            <p:nvPr/>
          </p:nvSpPr>
          <p:spPr>
            <a:xfrm>
              <a:off x="1217338" y="2299700"/>
              <a:ext cx="216175" cy="14400"/>
            </a:xfrm>
            <a:custGeom>
              <a:rect b="b" l="l" r="r" t="t"/>
              <a:pathLst>
                <a:path extrusionOk="0" h="576" w="8647">
                  <a:moveTo>
                    <a:pt x="1" y="0"/>
                  </a:moveTo>
                  <a:lnTo>
                    <a:pt x="1" y="575"/>
                  </a:lnTo>
                  <a:lnTo>
                    <a:pt x="8647" y="575"/>
                  </a:lnTo>
                  <a:lnTo>
                    <a:pt x="86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0"/>
            <p:cNvSpPr/>
            <p:nvPr/>
          </p:nvSpPr>
          <p:spPr>
            <a:xfrm>
              <a:off x="1217338" y="2330625"/>
              <a:ext cx="216175" cy="14425"/>
            </a:xfrm>
            <a:custGeom>
              <a:rect b="b" l="l" r="r" t="t"/>
              <a:pathLst>
                <a:path extrusionOk="0" h="577" w="8647">
                  <a:moveTo>
                    <a:pt x="1" y="1"/>
                  </a:moveTo>
                  <a:lnTo>
                    <a:pt x="1" y="576"/>
                  </a:lnTo>
                  <a:lnTo>
                    <a:pt x="8647" y="576"/>
                  </a:lnTo>
                  <a:lnTo>
                    <a:pt x="864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0"/>
            <p:cNvSpPr/>
            <p:nvPr/>
          </p:nvSpPr>
          <p:spPr>
            <a:xfrm>
              <a:off x="1186413" y="2052600"/>
              <a:ext cx="308975" cy="169125"/>
            </a:xfrm>
            <a:custGeom>
              <a:rect b="b" l="l" r="r" t="t"/>
              <a:pathLst>
                <a:path extrusionOk="0" h="6765" w="12359">
                  <a:moveTo>
                    <a:pt x="3417" y="1"/>
                  </a:moveTo>
                  <a:cubicBezTo>
                    <a:pt x="1534" y="1"/>
                    <a:pt x="0" y="1535"/>
                    <a:pt x="0" y="3417"/>
                  </a:cubicBezTo>
                  <a:cubicBezTo>
                    <a:pt x="0" y="5230"/>
                    <a:pt x="1534" y="6764"/>
                    <a:pt x="3417" y="6764"/>
                  </a:cubicBezTo>
                  <a:lnTo>
                    <a:pt x="12359" y="6764"/>
                  </a:lnTo>
                  <a:lnTo>
                    <a:pt x="12359" y="6171"/>
                  </a:lnTo>
                  <a:lnTo>
                    <a:pt x="3417" y="6171"/>
                  </a:lnTo>
                  <a:cubicBezTo>
                    <a:pt x="1900" y="6171"/>
                    <a:pt x="663" y="4934"/>
                    <a:pt x="663" y="3417"/>
                  </a:cubicBezTo>
                  <a:cubicBezTo>
                    <a:pt x="663" y="1883"/>
                    <a:pt x="1900" y="576"/>
                    <a:pt x="3417" y="576"/>
                  </a:cubicBezTo>
                  <a:lnTo>
                    <a:pt x="12359" y="576"/>
                  </a:lnTo>
                  <a:lnTo>
                    <a:pt x="123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0"/>
            <p:cNvSpPr/>
            <p:nvPr/>
          </p:nvSpPr>
          <p:spPr>
            <a:xfrm>
              <a:off x="1226488" y="2097925"/>
              <a:ext cx="14425" cy="78025"/>
            </a:xfrm>
            <a:custGeom>
              <a:rect b="b" l="l" r="r" t="t"/>
              <a:pathLst>
                <a:path extrusionOk="0" h="3121" w="577">
                  <a:moveTo>
                    <a:pt x="1" y="1"/>
                  </a:moveTo>
                  <a:lnTo>
                    <a:pt x="1" y="3121"/>
                  </a:lnTo>
                  <a:lnTo>
                    <a:pt x="576" y="3121"/>
                  </a:lnTo>
                  <a:lnTo>
                    <a:pt x="5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0"/>
            <p:cNvSpPr/>
            <p:nvPr/>
          </p:nvSpPr>
          <p:spPr>
            <a:xfrm>
              <a:off x="1255688" y="2083550"/>
              <a:ext cx="215750" cy="14400"/>
            </a:xfrm>
            <a:custGeom>
              <a:rect b="b" l="l" r="r" t="t"/>
              <a:pathLst>
                <a:path extrusionOk="0" h="576" w="8630">
                  <a:moveTo>
                    <a:pt x="1" y="0"/>
                  </a:moveTo>
                  <a:lnTo>
                    <a:pt x="1" y="576"/>
                  </a:lnTo>
                  <a:lnTo>
                    <a:pt x="8629" y="576"/>
                  </a:lnTo>
                  <a:lnTo>
                    <a:pt x="86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0"/>
            <p:cNvSpPr/>
            <p:nvPr/>
          </p:nvSpPr>
          <p:spPr>
            <a:xfrm>
              <a:off x="1255688" y="2114475"/>
              <a:ext cx="215750" cy="14425"/>
            </a:xfrm>
            <a:custGeom>
              <a:rect b="b" l="l" r="r" t="t"/>
              <a:pathLst>
                <a:path extrusionOk="0" h="577" w="8630">
                  <a:moveTo>
                    <a:pt x="1" y="1"/>
                  </a:moveTo>
                  <a:lnTo>
                    <a:pt x="1" y="576"/>
                  </a:lnTo>
                  <a:lnTo>
                    <a:pt x="8629" y="576"/>
                  </a:lnTo>
                  <a:lnTo>
                    <a:pt x="86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0"/>
            <p:cNvSpPr/>
            <p:nvPr/>
          </p:nvSpPr>
          <p:spPr>
            <a:xfrm>
              <a:off x="1255688" y="2145425"/>
              <a:ext cx="215750" cy="14400"/>
            </a:xfrm>
            <a:custGeom>
              <a:rect b="b" l="l" r="r" t="t"/>
              <a:pathLst>
                <a:path extrusionOk="0" h="576" w="8630">
                  <a:moveTo>
                    <a:pt x="1" y="1"/>
                  </a:moveTo>
                  <a:lnTo>
                    <a:pt x="1" y="576"/>
                  </a:lnTo>
                  <a:lnTo>
                    <a:pt x="8629" y="576"/>
                  </a:lnTo>
                  <a:lnTo>
                    <a:pt x="86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0"/>
            <p:cNvSpPr/>
            <p:nvPr/>
          </p:nvSpPr>
          <p:spPr>
            <a:xfrm>
              <a:off x="1255688" y="2175925"/>
              <a:ext cx="215750" cy="14850"/>
            </a:xfrm>
            <a:custGeom>
              <a:rect b="b" l="l" r="r" t="t"/>
              <a:pathLst>
                <a:path extrusionOk="0" h="594" w="8630">
                  <a:moveTo>
                    <a:pt x="1" y="1"/>
                  </a:moveTo>
                  <a:lnTo>
                    <a:pt x="1" y="593"/>
                  </a:lnTo>
                  <a:lnTo>
                    <a:pt x="8629" y="593"/>
                  </a:lnTo>
                  <a:lnTo>
                    <a:pt x="86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 name="Google Shape;1469;p50"/>
          <p:cNvGrpSpPr/>
          <p:nvPr/>
        </p:nvGrpSpPr>
        <p:grpSpPr>
          <a:xfrm>
            <a:off x="1133688" y="3382300"/>
            <a:ext cx="245350" cy="493750"/>
            <a:chOff x="1133688" y="3334675"/>
            <a:chExt cx="245350" cy="493750"/>
          </a:xfrm>
        </p:grpSpPr>
        <p:sp>
          <p:nvSpPr>
            <p:cNvPr id="1470" name="Google Shape;1470;p50"/>
            <p:cNvSpPr/>
            <p:nvPr/>
          </p:nvSpPr>
          <p:spPr>
            <a:xfrm>
              <a:off x="1240888" y="3632992"/>
              <a:ext cx="107225" cy="183475"/>
            </a:xfrm>
            <a:custGeom>
              <a:rect b="b" l="l" r="r" t="t"/>
              <a:pathLst>
                <a:path extrusionOk="0" h="7339" w="4289">
                  <a:moveTo>
                    <a:pt x="1307" y="0"/>
                  </a:moveTo>
                  <a:cubicBezTo>
                    <a:pt x="593" y="0"/>
                    <a:pt x="0" y="575"/>
                    <a:pt x="0" y="1307"/>
                  </a:cubicBezTo>
                  <a:lnTo>
                    <a:pt x="0" y="6467"/>
                  </a:lnTo>
                  <a:cubicBezTo>
                    <a:pt x="0" y="6972"/>
                    <a:pt x="366" y="7339"/>
                    <a:pt x="872" y="7339"/>
                  </a:cubicBezTo>
                  <a:lnTo>
                    <a:pt x="3417" y="7339"/>
                  </a:lnTo>
                  <a:cubicBezTo>
                    <a:pt x="3922" y="7339"/>
                    <a:pt x="4288" y="6972"/>
                    <a:pt x="4288" y="6467"/>
                  </a:cubicBezTo>
                  <a:lnTo>
                    <a:pt x="4288" y="1307"/>
                  </a:lnTo>
                  <a:cubicBezTo>
                    <a:pt x="4288" y="575"/>
                    <a:pt x="3713" y="0"/>
                    <a:pt x="29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0"/>
            <p:cNvSpPr/>
            <p:nvPr/>
          </p:nvSpPr>
          <p:spPr>
            <a:xfrm>
              <a:off x="1240888" y="3632300"/>
              <a:ext cx="107225" cy="34450"/>
            </a:xfrm>
            <a:custGeom>
              <a:rect b="b" l="l" r="r" t="t"/>
              <a:pathLst>
                <a:path extrusionOk="0" h="1378" w="4289">
                  <a:moveTo>
                    <a:pt x="1029" y="1"/>
                  </a:moveTo>
                  <a:cubicBezTo>
                    <a:pt x="436" y="1"/>
                    <a:pt x="0" y="576"/>
                    <a:pt x="0" y="1168"/>
                  </a:cubicBezTo>
                  <a:lnTo>
                    <a:pt x="0" y="1378"/>
                  </a:lnTo>
                  <a:lnTo>
                    <a:pt x="4288" y="1378"/>
                  </a:lnTo>
                  <a:lnTo>
                    <a:pt x="4288" y="1168"/>
                  </a:lnTo>
                  <a:cubicBezTo>
                    <a:pt x="4288" y="576"/>
                    <a:pt x="3852" y="70"/>
                    <a:pt x="3347" y="70"/>
                  </a:cubicBezTo>
                  <a:lnTo>
                    <a:pt x="10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0"/>
            <p:cNvSpPr/>
            <p:nvPr/>
          </p:nvSpPr>
          <p:spPr>
            <a:xfrm>
              <a:off x="1233913" y="3619675"/>
              <a:ext cx="123350" cy="208750"/>
            </a:xfrm>
            <a:custGeom>
              <a:rect b="b" l="l" r="r" t="t"/>
              <a:pathLst>
                <a:path extrusionOk="0" h="8350" w="4934">
                  <a:moveTo>
                    <a:pt x="3051" y="645"/>
                  </a:moveTo>
                  <a:cubicBezTo>
                    <a:pt x="3765" y="645"/>
                    <a:pt x="4271" y="1168"/>
                    <a:pt x="4271" y="1883"/>
                  </a:cubicBezTo>
                  <a:lnTo>
                    <a:pt x="4271" y="6537"/>
                  </a:lnTo>
                  <a:cubicBezTo>
                    <a:pt x="4271" y="7182"/>
                    <a:pt x="3765" y="7774"/>
                    <a:pt x="3051" y="7774"/>
                  </a:cubicBezTo>
                  <a:lnTo>
                    <a:pt x="1813" y="7774"/>
                  </a:lnTo>
                  <a:cubicBezTo>
                    <a:pt x="1151" y="7774"/>
                    <a:pt x="575" y="7182"/>
                    <a:pt x="575" y="6537"/>
                  </a:cubicBezTo>
                  <a:lnTo>
                    <a:pt x="575" y="1883"/>
                  </a:lnTo>
                  <a:cubicBezTo>
                    <a:pt x="575" y="1168"/>
                    <a:pt x="1151" y="645"/>
                    <a:pt x="1813" y="645"/>
                  </a:cubicBezTo>
                  <a:close/>
                  <a:moveTo>
                    <a:pt x="1813" y="0"/>
                  </a:moveTo>
                  <a:cubicBezTo>
                    <a:pt x="785" y="0"/>
                    <a:pt x="0" y="872"/>
                    <a:pt x="0" y="1883"/>
                  </a:cubicBezTo>
                  <a:lnTo>
                    <a:pt x="0" y="6537"/>
                  </a:lnTo>
                  <a:cubicBezTo>
                    <a:pt x="0" y="7548"/>
                    <a:pt x="785" y="8350"/>
                    <a:pt x="1813" y="8350"/>
                  </a:cubicBezTo>
                  <a:lnTo>
                    <a:pt x="3051" y="8350"/>
                  </a:lnTo>
                  <a:cubicBezTo>
                    <a:pt x="4062" y="8350"/>
                    <a:pt x="4933" y="7548"/>
                    <a:pt x="4933" y="6537"/>
                  </a:cubicBezTo>
                  <a:lnTo>
                    <a:pt x="4933" y="1883"/>
                  </a:lnTo>
                  <a:cubicBezTo>
                    <a:pt x="4933" y="872"/>
                    <a:pt x="4062" y="0"/>
                    <a:pt x="30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0"/>
            <p:cNvSpPr/>
            <p:nvPr/>
          </p:nvSpPr>
          <p:spPr>
            <a:xfrm>
              <a:off x="1286188" y="3659750"/>
              <a:ext cx="16600" cy="14400"/>
            </a:xfrm>
            <a:custGeom>
              <a:rect b="b" l="l" r="r" t="t"/>
              <a:pathLst>
                <a:path extrusionOk="0" h="576" w="664">
                  <a:moveTo>
                    <a:pt x="1" y="1"/>
                  </a:moveTo>
                  <a:lnTo>
                    <a:pt x="1" y="576"/>
                  </a:lnTo>
                  <a:lnTo>
                    <a:pt x="663" y="576"/>
                  </a:lnTo>
                  <a:lnTo>
                    <a:pt x="6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0"/>
            <p:cNvSpPr/>
            <p:nvPr/>
          </p:nvSpPr>
          <p:spPr>
            <a:xfrm>
              <a:off x="1286188" y="3597875"/>
              <a:ext cx="16600" cy="14400"/>
            </a:xfrm>
            <a:custGeom>
              <a:rect b="b" l="l" r="r" t="t"/>
              <a:pathLst>
                <a:path extrusionOk="0" h="576" w="664">
                  <a:moveTo>
                    <a:pt x="1" y="0"/>
                  </a:moveTo>
                  <a:lnTo>
                    <a:pt x="1" y="576"/>
                  </a:lnTo>
                  <a:lnTo>
                    <a:pt x="663" y="576"/>
                  </a:lnTo>
                  <a:lnTo>
                    <a:pt x="66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0"/>
            <p:cNvSpPr/>
            <p:nvPr/>
          </p:nvSpPr>
          <p:spPr>
            <a:xfrm>
              <a:off x="1286188" y="3427050"/>
              <a:ext cx="92850" cy="161700"/>
            </a:xfrm>
            <a:custGeom>
              <a:rect b="b" l="l" r="r" t="t"/>
              <a:pathLst>
                <a:path extrusionOk="0" h="6468" w="3714">
                  <a:moveTo>
                    <a:pt x="1901" y="0"/>
                  </a:moveTo>
                  <a:cubicBezTo>
                    <a:pt x="873" y="0"/>
                    <a:pt x="1" y="872"/>
                    <a:pt x="1" y="1900"/>
                  </a:cubicBezTo>
                  <a:lnTo>
                    <a:pt x="1" y="6467"/>
                  </a:lnTo>
                  <a:lnTo>
                    <a:pt x="663" y="6467"/>
                  </a:lnTo>
                  <a:lnTo>
                    <a:pt x="663" y="1900"/>
                  </a:lnTo>
                  <a:cubicBezTo>
                    <a:pt x="663" y="1168"/>
                    <a:pt x="1169" y="663"/>
                    <a:pt x="1901" y="663"/>
                  </a:cubicBezTo>
                  <a:cubicBezTo>
                    <a:pt x="2546" y="663"/>
                    <a:pt x="3139" y="1168"/>
                    <a:pt x="3139" y="1900"/>
                  </a:cubicBezTo>
                  <a:cubicBezTo>
                    <a:pt x="3139" y="2545"/>
                    <a:pt x="2546" y="3121"/>
                    <a:pt x="1901" y="3121"/>
                  </a:cubicBezTo>
                  <a:lnTo>
                    <a:pt x="960" y="3121"/>
                  </a:lnTo>
                  <a:lnTo>
                    <a:pt x="960" y="3713"/>
                  </a:lnTo>
                  <a:lnTo>
                    <a:pt x="1901" y="3713"/>
                  </a:lnTo>
                  <a:cubicBezTo>
                    <a:pt x="2912" y="3713"/>
                    <a:pt x="3714" y="2911"/>
                    <a:pt x="3714" y="1900"/>
                  </a:cubicBezTo>
                  <a:cubicBezTo>
                    <a:pt x="3714" y="872"/>
                    <a:pt x="2912" y="0"/>
                    <a:pt x="19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0"/>
            <p:cNvSpPr/>
            <p:nvPr/>
          </p:nvSpPr>
          <p:spPr>
            <a:xfrm>
              <a:off x="1133688" y="3334675"/>
              <a:ext cx="145575" cy="185225"/>
            </a:xfrm>
            <a:custGeom>
              <a:rect b="b" l="l" r="r" t="t"/>
              <a:pathLst>
                <a:path extrusionOk="0" h="7409" w="5823">
                  <a:moveTo>
                    <a:pt x="3643" y="0"/>
                  </a:moveTo>
                  <a:lnTo>
                    <a:pt x="3643" y="3417"/>
                  </a:lnTo>
                  <a:cubicBezTo>
                    <a:pt x="3643" y="3922"/>
                    <a:pt x="3277" y="4358"/>
                    <a:pt x="2772" y="4358"/>
                  </a:cubicBezTo>
                  <a:lnTo>
                    <a:pt x="1534" y="4358"/>
                  </a:lnTo>
                  <a:cubicBezTo>
                    <a:pt x="662" y="4358"/>
                    <a:pt x="0" y="5003"/>
                    <a:pt x="0" y="5874"/>
                  </a:cubicBezTo>
                  <a:cubicBezTo>
                    <a:pt x="0" y="6746"/>
                    <a:pt x="662" y="7408"/>
                    <a:pt x="1534" y="7408"/>
                  </a:cubicBezTo>
                  <a:lnTo>
                    <a:pt x="5822" y="7408"/>
                  </a:lnTo>
                  <a:lnTo>
                    <a:pt x="5822" y="6816"/>
                  </a:lnTo>
                  <a:lnTo>
                    <a:pt x="1534" y="6816"/>
                  </a:lnTo>
                  <a:cubicBezTo>
                    <a:pt x="1028" y="6816"/>
                    <a:pt x="593" y="6380"/>
                    <a:pt x="593" y="5874"/>
                  </a:cubicBezTo>
                  <a:cubicBezTo>
                    <a:pt x="593" y="5369"/>
                    <a:pt x="1028" y="4933"/>
                    <a:pt x="1534" y="4933"/>
                  </a:cubicBezTo>
                  <a:lnTo>
                    <a:pt x="2772" y="4933"/>
                  </a:lnTo>
                  <a:cubicBezTo>
                    <a:pt x="3573" y="4933"/>
                    <a:pt x="4288" y="4288"/>
                    <a:pt x="4288" y="3417"/>
                  </a:cubicBezTo>
                  <a:lnTo>
                    <a:pt x="42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 name="Google Shape;1477;p50"/>
          <p:cNvGrpSpPr/>
          <p:nvPr/>
        </p:nvGrpSpPr>
        <p:grpSpPr>
          <a:xfrm>
            <a:off x="1782113" y="1348025"/>
            <a:ext cx="414025" cy="492000"/>
            <a:chOff x="1782113" y="1157525"/>
            <a:chExt cx="414025" cy="492000"/>
          </a:xfrm>
        </p:grpSpPr>
        <p:sp>
          <p:nvSpPr>
            <p:cNvPr id="1478" name="Google Shape;1478;p50"/>
            <p:cNvSpPr/>
            <p:nvPr/>
          </p:nvSpPr>
          <p:spPr>
            <a:xfrm>
              <a:off x="1789538" y="1180275"/>
              <a:ext cx="143375" cy="97100"/>
            </a:xfrm>
            <a:custGeom>
              <a:rect b="b" l="l" r="r" t="t"/>
              <a:pathLst>
                <a:path extrusionOk="0" h="3884" w="5735">
                  <a:moveTo>
                    <a:pt x="3189" y="1"/>
                  </a:moveTo>
                  <a:cubicBezTo>
                    <a:pt x="2804" y="1"/>
                    <a:pt x="2409" y="83"/>
                    <a:pt x="2022" y="258"/>
                  </a:cubicBezTo>
                  <a:cubicBezTo>
                    <a:pt x="645" y="833"/>
                    <a:pt x="0" y="2507"/>
                    <a:pt x="575" y="3884"/>
                  </a:cubicBezTo>
                  <a:lnTo>
                    <a:pt x="5735" y="1705"/>
                  </a:lnTo>
                  <a:cubicBezTo>
                    <a:pt x="5248" y="640"/>
                    <a:pt x="4260" y="1"/>
                    <a:pt x="31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0"/>
            <p:cNvSpPr/>
            <p:nvPr/>
          </p:nvSpPr>
          <p:spPr>
            <a:xfrm>
              <a:off x="2052738" y="1180275"/>
              <a:ext cx="143400" cy="97100"/>
            </a:xfrm>
            <a:custGeom>
              <a:rect b="b" l="l" r="r" t="t"/>
              <a:pathLst>
                <a:path extrusionOk="0" h="3884" w="5736">
                  <a:moveTo>
                    <a:pt x="2537" y="1"/>
                  </a:moveTo>
                  <a:cubicBezTo>
                    <a:pt x="1469" y="1"/>
                    <a:pt x="475" y="640"/>
                    <a:pt x="0" y="1705"/>
                  </a:cubicBezTo>
                  <a:lnTo>
                    <a:pt x="5160" y="3884"/>
                  </a:lnTo>
                  <a:cubicBezTo>
                    <a:pt x="5735" y="2507"/>
                    <a:pt x="5073" y="833"/>
                    <a:pt x="3696" y="258"/>
                  </a:cubicBezTo>
                  <a:cubicBezTo>
                    <a:pt x="3314" y="83"/>
                    <a:pt x="2920" y="1"/>
                    <a:pt x="25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0"/>
            <p:cNvSpPr/>
            <p:nvPr/>
          </p:nvSpPr>
          <p:spPr>
            <a:xfrm>
              <a:off x="1814813" y="1257300"/>
              <a:ext cx="357800" cy="357800"/>
            </a:xfrm>
            <a:custGeom>
              <a:rect b="b" l="l" r="r" t="t"/>
              <a:pathLst>
                <a:path extrusionOk="0" h="14312" w="14312">
                  <a:moveTo>
                    <a:pt x="7112" y="1"/>
                  </a:moveTo>
                  <a:cubicBezTo>
                    <a:pt x="3190" y="1"/>
                    <a:pt x="0" y="3191"/>
                    <a:pt x="0" y="7200"/>
                  </a:cubicBezTo>
                  <a:cubicBezTo>
                    <a:pt x="0" y="11122"/>
                    <a:pt x="3190" y="14312"/>
                    <a:pt x="7112" y="14312"/>
                  </a:cubicBezTo>
                  <a:cubicBezTo>
                    <a:pt x="11034" y="14312"/>
                    <a:pt x="14311" y="11122"/>
                    <a:pt x="14311" y="7200"/>
                  </a:cubicBezTo>
                  <a:cubicBezTo>
                    <a:pt x="14311" y="3191"/>
                    <a:pt x="11034" y="1"/>
                    <a:pt x="71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0"/>
            <p:cNvSpPr/>
            <p:nvPr/>
          </p:nvSpPr>
          <p:spPr>
            <a:xfrm>
              <a:off x="1814813" y="1257300"/>
              <a:ext cx="177800" cy="357800"/>
            </a:xfrm>
            <a:custGeom>
              <a:rect b="b" l="l" r="r" t="t"/>
              <a:pathLst>
                <a:path extrusionOk="0" h="14312" w="7112">
                  <a:moveTo>
                    <a:pt x="7112" y="1"/>
                  </a:moveTo>
                  <a:cubicBezTo>
                    <a:pt x="3190" y="1"/>
                    <a:pt x="0" y="3191"/>
                    <a:pt x="0" y="7200"/>
                  </a:cubicBezTo>
                  <a:cubicBezTo>
                    <a:pt x="0" y="11122"/>
                    <a:pt x="3190" y="14312"/>
                    <a:pt x="7112" y="14312"/>
                  </a:cubicBezTo>
                  <a:lnTo>
                    <a:pt x="71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0"/>
            <p:cNvSpPr/>
            <p:nvPr/>
          </p:nvSpPr>
          <p:spPr>
            <a:xfrm>
              <a:off x="1845738" y="1288250"/>
              <a:ext cx="294175" cy="295925"/>
            </a:xfrm>
            <a:custGeom>
              <a:rect b="b" l="l" r="r" t="t"/>
              <a:pathLst>
                <a:path extrusionOk="0" h="11837" w="11767">
                  <a:moveTo>
                    <a:pt x="5875" y="1"/>
                  </a:moveTo>
                  <a:cubicBezTo>
                    <a:pt x="2615" y="1"/>
                    <a:pt x="1" y="2685"/>
                    <a:pt x="1" y="5962"/>
                  </a:cubicBezTo>
                  <a:cubicBezTo>
                    <a:pt x="1" y="9152"/>
                    <a:pt x="2615" y="11836"/>
                    <a:pt x="5875" y="11836"/>
                  </a:cubicBezTo>
                  <a:cubicBezTo>
                    <a:pt x="9152" y="11836"/>
                    <a:pt x="11767" y="9152"/>
                    <a:pt x="11767" y="5962"/>
                  </a:cubicBezTo>
                  <a:cubicBezTo>
                    <a:pt x="11767" y="2685"/>
                    <a:pt x="9152" y="1"/>
                    <a:pt x="58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0"/>
            <p:cNvSpPr/>
            <p:nvPr/>
          </p:nvSpPr>
          <p:spPr>
            <a:xfrm>
              <a:off x="1836588" y="1279100"/>
              <a:ext cx="312475" cy="312475"/>
            </a:xfrm>
            <a:custGeom>
              <a:rect b="b" l="l" r="r" t="t"/>
              <a:pathLst>
                <a:path extrusionOk="0" h="12499" w="12499">
                  <a:moveTo>
                    <a:pt x="6241" y="663"/>
                  </a:moveTo>
                  <a:cubicBezTo>
                    <a:pt x="9361" y="663"/>
                    <a:pt x="11906" y="3121"/>
                    <a:pt x="11906" y="6241"/>
                  </a:cubicBezTo>
                  <a:cubicBezTo>
                    <a:pt x="11906" y="9378"/>
                    <a:pt x="9361" y="11906"/>
                    <a:pt x="6241" y="11906"/>
                  </a:cubicBezTo>
                  <a:cubicBezTo>
                    <a:pt x="3121" y="11906"/>
                    <a:pt x="646" y="9378"/>
                    <a:pt x="646" y="6241"/>
                  </a:cubicBezTo>
                  <a:cubicBezTo>
                    <a:pt x="646" y="3121"/>
                    <a:pt x="3121" y="663"/>
                    <a:pt x="6241" y="663"/>
                  </a:cubicBezTo>
                  <a:close/>
                  <a:moveTo>
                    <a:pt x="6241" y="1"/>
                  </a:moveTo>
                  <a:cubicBezTo>
                    <a:pt x="2824" y="1"/>
                    <a:pt x="1" y="2842"/>
                    <a:pt x="1" y="6241"/>
                  </a:cubicBezTo>
                  <a:cubicBezTo>
                    <a:pt x="1" y="9727"/>
                    <a:pt x="2824" y="12499"/>
                    <a:pt x="6241" y="12499"/>
                  </a:cubicBezTo>
                  <a:cubicBezTo>
                    <a:pt x="9727" y="12499"/>
                    <a:pt x="12499" y="9727"/>
                    <a:pt x="12499" y="6241"/>
                  </a:cubicBezTo>
                  <a:cubicBezTo>
                    <a:pt x="12499" y="2842"/>
                    <a:pt x="9727" y="1"/>
                    <a:pt x="62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0"/>
            <p:cNvSpPr/>
            <p:nvPr/>
          </p:nvSpPr>
          <p:spPr>
            <a:xfrm>
              <a:off x="1985638" y="1311775"/>
              <a:ext cx="14400" cy="16600"/>
            </a:xfrm>
            <a:custGeom>
              <a:rect b="b" l="l" r="r" t="t"/>
              <a:pathLst>
                <a:path extrusionOk="0" h="664" w="576">
                  <a:moveTo>
                    <a:pt x="0" y="1"/>
                  </a:moveTo>
                  <a:lnTo>
                    <a:pt x="0" y="663"/>
                  </a:lnTo>
                  <a:lnTo>
                    <a:pt x="575" y="663"/>
                  </a:lnTo>
                  <a:lnTo>
                    <a:pt x="5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0"/>
            <p:cNvSpPr/>
            <p:nvPr/>
          </p:nvSpPr>
          <p:spPr>
            <a:xfrm>
              <a:off x="1869263" y="1428125"/>
              <a:ext cx="16150" cy="14425"/>
            </a:xfrm>
            <a:custGeom>
              <a:rect b="b" l="l" r="r" t="t"/>
              <a:pathLst>
                <a:path extrusionOk="0" h="577" w="646">
                  <a:moveTo>
                    <a:pt x="1" y="1"/>
                  </a:moveTo>
                  <a:lnTo>
                    <a:pt x="1" y="576"/>
                  </a:lnTo>
                  <a:lnTo>
                    <a:pt x="646" y="576"/>
                  </a:lnTo>
                  <a:lnTo>
                    <a:pt x="6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0"/>
            <p:cNvSpPr/>
            <p:nvPr/>
          </p:nvSpPr>
          <p:spPr>
            <a:xfrm>
              <a:off x="1985638" y="1542300"/>
              <a:ext cx="14400" cy="16600"/>
            </a:xfrm>
            <a:custGeom>
              <a:rect b="b" l="l" r="r" t="t"/>
              <a:pathLst>
                <a:path extrusionOk="0" h="664" w="576">
                  <a:moveTo>
                    <a:pt x="0" y="1"/>
                  </a:moveTo>
                  <a:lnTo>
                    <a:pt x="0" y="663"/>
                  </a:lnTo>
                  <a:lnTo>
                    <a:pt x="575" y="663"/>
                  </a:lnTo>
                  <a:lnTo>
                    <a:pt x="5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0"/>
            <p:cNvSpPr/>
            <p:nvPr/>
          </p:nvSpPr>
          <p:spPr>
            <a:xfrm>
              <a:off x="2099813" y="1428125"/>
              <a:ext cx="16575" cy="14425"/>
            </a:xfrm>
            <a:custGeom>
              <a:rect b="b" l="l" r="r" t="t"/>
              <a:pathLst>
                <a:path extrusionOk="0" h="577" w="663">
                  <a:moveTo>
                    <a:pt x="0" y="1"/>
                  </a:moveTo>
                  <a:lnTo>
                    <a:pt x="0" y="576"/>
                  </a:lnTo>
                  <a:lnTo>
                    <a:pt x="662" y="576"/>
                  </a:lnTo>
                  <a:lnTo>
                    <a:pt x="6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0"/>
            <p:cNvSpPr/>
            <p:nvPr/>
          </p:nvSpPr>
          <p:spPr>
            <a:xfrm>
              <a:off x="1925488" y="1368000"/>
              <a:ext cx="125525" cy="158200"/>
            </a:xfrm>
            <a:custGeom>
              <a:rect b="b" l="l" r="r" t="t"/>
              <a:pathLst>
                <a:path extrusionOk="0" h="6328" w="5021">
                  <a:moveTo>
                    <a:pt x="436" y="0"/>
                  </a:moveTo>
                  <a:lnTo>
                    <a:pt x="1" y="436"/>
                  </a:lnTo>
                  <a:lnTo>
                    <a:pt x="2406" y="2842"/>
                  </a:lnTo>
                  <a:lnTo>
                    <a:pt x="2406" y="6328"/>
                  </a:lnTo>
                  <a:lnTo>
                    <a:pt x="2981" y="6328"/>
                  </a:lnTo>
                  <a:lnTo>
                    <a:pt x="2981" y="2981"/>
                  </a:lnTo>
                  <a:lnTo>
                    <a:pt x="5021" y="2981"/>
                  </a:lnTo>
                  <a:lnTo>
                    <a:pt x="5021" y="2406"/>
                  </a:lnTo>
                  <a:lnTo>
                    <a:pt x="2842" y="2406"/>
                  </a:lnTo>
                  <a:lnTo>
                    <a:pt x="4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0"/>
            <p:cNvSpPr/>
            <p:nvPr/>
          </p:nvSpPr>
          <p:spPr>
            <a:xfrm>
              <a:off x="1782113" y="1176425"/>
              <a:ext cx="154300" cy="111850"/>
            </a:xfrm>
            <a:custGeom>
              <a:rect b="b" l="l" r="r" t="t"/>
              <a:pathLst>
                <a:path extrusionOk="0" h="4474" w="6172">
                  <a:moveTo>
                    <a:pt x="3417" y="621"/>
                  </a:moveTo>
                  <a:cubicBezTo>
                    <a:pt x="3626" y="621"/>
                    <a:pt x="3923" y="691"/>
                    <a:pt x="4219" y="761"/>
                  </a:cubicBezTo>
                  <a:cubicBezTo>
                    <a:pt x="4655" y="918"/>
                    <a:pt x="5091" y="1284"/>
                    <a:pt x="5370" y="1719"/>
                  </a:cubicBezTo>
                  <a:lnTo>
                    <a:pt x="1169" y="3672"/>
                  </a:lnTo>
                  <a:cubicBezTo>
                    <a:pt x="803" y="2504"/>
                    <a:pt x="1308" y="1353"/>
                    <a:pt x="2389" y="848"/>
                  </a:cubicBezTo>
                  <a:cubicBezTo>
                    <a:pt x="2755" y="691"/>
                    <a:pt x="3051" y="621"/>
                    <a:pt x="3417" y="621"/>
                  </a:cubicBezTo>
                  <a:close/>
                  <a:moveTo>
                    <a:pt x="3428" y="1"/>
                  </a:moveTo>
                  <a:cubicBezTo>
                    <a:pt x="2983" y="1"/>
                    <a:pt x="2545" y="97"/>
                    <a:pt x="2180" y="255"/>
                  </a:cubicBezTo>
                  <a:cubicBezTo>
                    <a:pt x="646" y="987"/>
                    <a:pt x="1" y="2730"/>
                    <a:pt x="733" y="4177"/>
                  </a:cubicBezTo>
                  <a:lnTo>
                    <a:pt x="872" y="4474"/>
                  </a:lnTo>
                  <a:lnTo>
                    <a:pt x="6171" y="1998"/>
                  </a:lnTo>
                  <a:lnTo>
                    <a:pt x="6102" y="1719"/>
                  </a:lnTo>
                  <a:cubicBezTo>
                    <a:pt x="5736" y="987"/>
                    <a:pt x="5160" y="482"/>
                    <a:pt x="4428" y="186"/>
                  </a:cubicBezTo>
                  <a:cubicBezTo>
                    <a:pt x="4111" y="57"/>
                    <a:pt x="3768" y="1"/>
                    <a:pt x="3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0"/>
            <p:cNvSpPr/>
            <p:nvPr/>
          </p:nvSpPr>
          <p:spPr>
            <a:xfrm>
              <a:off x="1818288" y="1157525"/>
              <a:ext cx="20075" cy="21800"/>
            </a:xfrm>
            <a:custGeom>
              <a:rect b="b" l="l" r="r" t="t"/>
              <a:pathLst>
                <a:path extrusionOk="0" h="872" w="803">
                  <a:moveTo>
                    <a:pt x="593" y="0"/>
                  </a:moveTo>
                  <a:lnTo>
                    <a:pt x="0" y="209"/>
                  </a:lnTo>
                  <a:lnTo>
                    <a:pt x="297" y="872"/>
                  </a:lnTo>
                  <a:lnTo>
                    <a:pt x="802" y="576"/>
                  </a:lnTo>
                  <a:lnTo>
                    <a:pt x="5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0"/>
            <p:cNvSpPr/>
            <p:nvPr/>
          </p:nvSpPr>
          <p:spPr>
            <a:xfrm>
              <a:off x="2048813" y="1176425"/>
              <a:ext cx="145575" cy="111850"/>
            </a:xfrm>
            <a:custGeom>
              <a:rect b="b" l="l" r="r" t="t"/>
              <a:pathLst>
                <a:path extrusionOk="0" h="4474" w="5823">
                  <a:moveTo>
                    <a:pt x="2824" y="613"/>
                  </a:moveTo>
                  <a:cubicBezTo>
                    <a:pt x="3153" y="613"/>
                    <a:pt x="3471" y="687"/>
                    <a:pt x="3783" y="848"/>
                  </a:cubicBezTo>
                  <a:cubicBezTo>
                    <a:pt x="4358" y="1127"/>
                    <a:pt x="4794" y="1563"/>
                    <a:pt x="5021" y="2155"/>
                  </a:cubicBezTo>
                  <a:cubicBezTo>
                    <a:pt x="5160" y="2661"/>
                    <a:pt x="5160" y="3166"/>
                    <a:pt x="5021" y="3672"/>
                  </a:cubicBezTo>
                  <a:lnTo>
                    <a:pt x="802" y="1719"/>
                  </a:lnTo>
                  <a:cubicBezTo>
                    <a:pt x="1099" y="1284"/>
                    <a:pt x="1535" y="918"/>
                    <a:pt x="1970" y="761"/>
                  </a:cubicBezTo>
                  <a:cubicBezTo>
                    <a:pt x="2265" y="665"/>
                    <a:pt x="2548" y="613"/>
                    <a:pt x="2824" y="613"/>
                  </a:cubicBezTo>
                  <a:close/>
                  <a:moveTo>
                    <a:pt x="2796" y="1"/>
                  </a:moveTo>
                  <a:cubicBezTo>
                    <a:pt x="2467" y="1"/>
                    <a:pt x="2141" y="57"/>
                    <a:pt x="1831" y="186"/>
                  </a:cubicBezTo>
                  <a:cubicBezTo>
                    <a:pt x="1029" y="482"/>
                    <a:pt x="436" y="987"/>
                    <a:pt x="157" y="1719"/>
                  </a:cubicBezTo>
                  <a:lnTo>
                    <a:pt x="1" y="1998"/>
                  </a:lnTo>
                  <a:lnTo>
                    <a:pt x="5387" y="4474"/>
                  </a:lnTo>
                  <a:lnTo>
                    <a:pt x="5457" y="4177"/>
                  </a:lnTo>
                  <a:cubicBezTo>
                    <a:pt x="5823" y="3463"/>
                    <a:pt x="5823" y="2661"/>
                    <a:pt x="5596" y="1929"/>
                  </a:cubicBezTo>
                  <a:cubicBezTo>
                    <a:pt x="5317" y="1197"/>
                    <a:pt x="4724" y="621"/>
                    <a:pt x="4080" y="255"/>
                  </a:cubicBezTo>
                  <a:cubicBezTo>
                    <a:pt x="3665" y="97"/>
                    <a:pt x="3227" y="1"/>
                    <a:pt x="27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0"/>
            <p:cNvSpPr/>
            <p:nvPr/>
          </p:nvSpPr>
          <p:spPr>
            <a:xfrm>
              <a:off x="2146863" y="1157525"/>
              <a:ext cx="20075" cy="21800"/>
            </a:xfrm>
            <a:custGeom>
              <a:rect b="b" l="l" r="r" t="t"/>
              <a:pathLst>
                <a:path extrusionOk="0" h="872" w="803">
                  <a:moveTo>
                    <a:pt x="297" y="0"/>
                  </a:moveTo>
                  <a:lnTo>
                    <a:pt x="1" y="576"/>
                  </a:lnTo>
                  <a:lnTo>
                    <a:pt x="593" y="872"/>
                  </a:lnTo>
                  <a:lnTo>
                    <a:pt x="802" y="209"/>
                  </a:lnTo>
                  <a:lnTo>
                    <a:pt x="29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0"/>
            <p:cNvSpPr/>
            <p:nvPr/>
          </p:nvSpPr>
          <p:spPr>
            <a:xfrm>
              <a:off x="1803913" y="1246425"/>
              <a:ext cx="377850" cy="403100"/>
            </a:xfrm>
            <a:custGeom>
              <a:rect b="b" l="l" r="r" t="t"/>
              <a:pathLst>
                <a:path extrusionOk="0" h="16124" w="15114">
                  <a:moveTo>
                    <a:pt x="7548" y="575"/>
                  </a:moveTo>
                  <a:cubicBezTo>
                    <a:pt x="11400" y="575"/>
                    <a:pt x="14520" y="3713"/>
                    <a:pt x="14520" y="7548"/>
                  </a:cubicBezTo>
                  <a:cubicBezTo>
                    <a:pt x="14520" y="11400"/>
                    <a:pt x="11400" y="14520"/>
                    <a:pt x="7548" y="14520"/>
                  </a:cubicBezTo>
                  <a:cubicBezTo>
                    <a:pt x="3696" y="14520"/>
                    <a:pt x="575" y="11400"/>
                    <a:pt x="575" y="7548"/>
                  </a:cubicBezTo>
                  <a:cubicBezTo>
                    <a:pt x="575" y="3713"/>
                    <a:pt x="3696" y="575"/>
                    <a:pt x="7548" y="575"/>
                  </a:cubicBezTo>
                  <a:close/>
                  <a:moveTo>
                    <a:pt x="7548" y="0"/>
                  </a:moveTo>
                  <a:cubicBezTo>
                    <a:pt x="6031" y="0"/>
                    <a:pt x="4567" y="436"/>
                    <a:pt x="3347" y="1238"/>
                  </a:cubicBezTo>
                  <a:lnTo>
                    <a:pt x="3051" y="663"/>
                  </a:lnTo>
                  <a:lnTo>
                    <a:pt x="2545" y="872"/>
                  </a:lnTo>
                  <a:lnTo>
                    <a:pt x="2824" y="1604"/>
                  </a:lnTo>
                  <a:cubicBezTo>
                    <a:pt x="1081" y="2981"/>
                    <a:pt x="0" y="5160"/>
                    <a:pt x="0" y="7548"/>
                  </a:cubicBezTo>
                  <a:cubicBezTo>
                    <a:pt x="0" y="10685"/>
                    <a:pt x="1883" y="13370"/>
                    <a:pt x="4567" y="14520"/>
                  </a:cubicBezTo>
                  <a:lnTo>
                    <a:pt x="4567" y="16124"/>
                  </a:lnTo>
                  <a:lnTo>
                    <a:pt x="5230" y="16124"/>
                  </a:lnTo>
                  <a:lnTo>
                    <a:pt x="5230" y="14747"/>
                  </a:lnTo>
                  <a:cubicBezTo>
                    <a:pt x="5962" y="15043"/>
                    <a:pt x="6746" y="15113"/>
                    <a:pt x="7548" y="15113"/>
                  </a:cubicBezTo>
                  <a:cubicBezTo>
                    <a:pt x="8350" y="15113"/>
                    <a:pt x="9152" y="15043"/>
                    <a:pt x="9884" y="14747"/>
                  </a:cubicBezTo>
                  <a:lnTo>
                    <a:pt x="9884" y="16124"/>
                  </a:lnTo>
                  <a:lnTo>
                    <a:pt x="10529" y="16124"/>
                  </a:lnTo>
                  <a:lnTo>
                    <a:pt x="10529" y="14520"/>
                  </a:lnTo>
                  <a:cubicBezTo>
                    <a:pt x="13213" y="13370"/>
                    <a:pt x="15113" y="10685"/>
                    <a:pt x="15113" y="7548"/>
                  </a:cubicBezTo>
                  <a:cubicBezTo>
                    <a:pt x="15113" y="5160"/>
                    <a:pt x="14015" y="2981"/>
                    <a:pt x="12272" y="1604"/>
                  </a:cubicBezTo>
                  <a:lnTo>
                    <a:pt x="12638" y="872"/>
                  </a:lnTo>
                  <a:lnTo>
                    <a:pt x="12063" y="663"/>
                  </a:lnTo>
                  <a:lnTo>
                    <a:pt x="11766" y="1238"/>
                  </a:lnTo>
                  <a:cubicBezTo>
                    <a:pt x="10529" y="436"/>
                    <a:pt x="9082" y="0"/>
                    <a:pt x="75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0"/>
            <p:cNvSpPr/>
            <p:nvPr/>
          </p:nvSpPr>
          <p:spPr>
            <a:xfrm>
              <a:off x="1967313" y="1204575"/>
              <a:ext cx="51025" cy="32725"/>
            </a:xfrm>
            <a:custGeom>
              <a:rect b="b" l="l" r="r" t="t"/>
              <a:pathLst>
                <a:path extrusionOk="0" h="1309" w="2041">
                  <a:moveTo>
                    <a:pt x="1" y="1"/>
                  </a:moveTo>
                  <a:lnTo>
                    <a:pt x="1" y="663"/>
                  </a:lnTo>
                  <a:lnTo>
                    <a:pt x="733" y="663"/>
                  </a:lnTo>
                  <a:lnTo>
                    <a:pt x="733" y="1308"/>
                  </a:lnTo>
                  <a:lnTo>
                    <a:pt x="1308" y="1308"/>
                  </a:lnTo>
                  <a:lnTo>
                    <a:pt x="1308" y="663"/>
                  </a:lnTo>
                  <a:lnTo>
                    <a:pt x="2040" y="663"/>
                  </a:lnTo>
                  <a:lnTo>
                    <a:pt x="20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 name="Google Shape;1495;p50"/>
          <p:cNvGrpSpPr/>
          <p:nvPr/>
        </p:nvGrpSpPr>
        <p:grpSpPr>
          <a:xfrm>
            <a:off x="1745938" y="2079125"/>
            <a:ext cx="493775" cy="387000"/>
            <a:chOff x="1745938" y="1936250"/>
            <a:chExt cx="493775" cy="387000"/>
          </a:xfrm>
        </p:grpSpPr>
        <p:sp>
          <p:nvSpPr>
            <p:cNvPr id="1496" name="Google Shape;1496;p50"/>
            <p:cNvSpPr/>
            <p:nvPr/>
          </p:nvSpPr>
          <p:spPr>
            <a:xfrm>
              <a:off x="2047063" y="2159800"/>
              <a:ext cx="147325" cy="61925"/>
            </a:xfrm>
            <a:custGeom>
              <a:rect b="b" l="l" r="r" t="t"/>
              <a:pathLst>
                <a:path extrusionOk="0" h="2477" w="5893">
                  <a:moveTo>
                    <a:pt x="1" y="1"/>
                  </a:moveTo>
                  <a:lnTo>
                    <a:pt x="1" y="2476"/>
                  </a:lnTo>
                  <a:lnTo>
                    <a:pt x="5893" y="2476"/>
                  </a:lnTo>
                  <a:lnTo>
                    <a:pt x="589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0"/>
            <p:cNvSpPr/>
            <p:nvPr/>
          </p:nvSpPr>
          <p:spPr>
            <a:xfrm>
              <a:off x="1969063" y="1943650"/>
              <a:ext cx="78025" cy="278075"/>
            </a:xfrm>
            <a:custGeom>
              <a:rect b="b" l="l" r="r" t="t"/>
              <a:pathLst>
                <a:path extrusionOk="0" h="11123" w="3121">
                  <a:moveTo>
                    <a:pt x="1" y="1"/>
                  </a:moveTo>
                  <a:lnTo>
                    <a:pt x="1" y="11122"/>
                  </a:lnTo>
                  <a:lnTo>
                    <a:pt x="3121" y="11122"/>
                  </a:lnTo>
                  <a:lnTo>
                    <a:pt x="31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0"/>
            <p:cNvSpPr/>
            <p:nvPr/>
          </p:nvSpPr>
          <p:spPr>
            <a:xfrm>
              <a:off x="1916338" y="2060025"/>
              <a:ext cx="52750" cy="161700"/>
            </a:xfrm>
            <a:custGeom>
              <a:rect b="b" l="l" r="r" t="t"/>
              <a:pathLst>
                <a:path extrusionOk="0" h="6468" w="2110">
                  <a:moveTo>
                    <a:pt x="1" y="0"/>
                  </a:moveTo>
                  <a:lnTo>
                    <a:pt x="1" y="6467"/>
                  </a:lnTo>
                  <a:lnTo>
                    <a:pt x="2110" y="6467"/>
                  </a:lnTo>
                  <a:lnTo>
                    <a:pt x="211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0"/>
            <p:cNvSpPr/>
            <p:nvPr/>
          </p:nvSpPr>
          <p:spPr>
            <a:xfrm>
              <a:off x="1854888" y="2029075"/>
              <a:ext cx="61475" cy="192650"/>
            </a:xfrm>
            <a:custGeom>
              <a:rect b="b" l="l" r="r" t="t"/>
              <a:pathLst>
                <a:path extrusionOk="0" h="7706" w="2459">
                  <a:moveTo>
                    <a:pt x="1" y="0"/>
                  </a:moveTo>
                  <a:lnTo>
                    <a:pt x="1" y="7705"/>
                  </a:lnTo>
                  <a:lnTo>
                    <a:pt x="2459" y="7705"/>
                  </a:lnTo>
                  <a:lnTo>
                    <a:pt x="24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0"/>
            <p:cNvSpPr/>
            <p:nvPr/>
          </p:nvSpPr>
          <p:spPr>
            <a:xfrm>
              <a:off x="1793013" y="1990725"/>
              <a:ext cx="61900" cy="231000"/>
            </a:xfrm>
            <a:custGeom>
              <a:rect b="b" l="l" r="r" t="t"/>
              <a:pathLst>
                <a:path extrusionOk="0" h="9240" w="2476">
                  <a:moveTo>
                    <a:pt x="0" y="1"/>
                  </a:moveTo>
                  <a:lnTo>
                    <a:pt x="0" y="9239"/>
                  </a:lnTo>
                  <a:lnTo>
                    <a:pt x="2476" y="9239"/>
                  </a:lnTo>
                  <a:lnTo>
                    <a:pt x="24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0"/>
            <p:cNvSpPr/>
            <p:nvPr/>
          </p:nvSpPr>
          <p:spPr>
            <a:xfrm>
              <a:off x="1752913" y="2221700"/>
              <a:ext cx="479400" cy="30525"/>
            </a:xfrm>
            <a:custGeom>
              <a:rect b="b" l="l" r="r" t="t"/>
              <a:pathLst>
                <a:path extrusionOk="0" h="1221" w="19176">
                  <a:moveTo>
                    <a:pt x="1" y="0"/>
                  </a:moveTo>
                  <a:lnTo>
                    <a:pt x="1" y="1220"/>
                  </a:lnTo>
                  <a:lnTo>
                    <a:pt x="19175" y="1220"/>
                  </a:lnTo>
                  <a:lnTo>
                    <a:pt x="191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0"/>
            <p:cNvSpPr/>
            <p:nvPr/>
          </p:nvSpPr>
          <p:spPr>
            <a:xfrm>
              <a:off x="1752913" y="2221700"/>
              <a:ext cx="154300" cy="30525"/>
            </a:xfrm>
            <a:custGeom>
              <a:rect b="b" l="l" r="r" t="t"/>
              <a:pathLst>
                <a:path extrusionOk="0" h="1221" w="6172">
                  <a:moveTo>
                    <a:pt x="1" y="0"/>
                  </a:moveTo>
                  <a:lnTo>
                    <a:pt x="1" y="1220"/>
                  </a:lnTo>
                  <a:lnTo>
                    <a:pt x="6171" y="1220"/>
                  </a:lnTo>
                  <a:lnTo>
                    <a:pt x="61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0"/>
            <p:cNvSpPr/>
            <p:nvPr/>
          </p:nvSpPr>
          <p:spPr>
            <a:xfrm>
              <a:off x="1800413" y="2268750"/>
              <a:ext cx="14425" cy="54500"/>
            </a:xfrm>
            <a:custGeom>
              <a:rect b="b" l="l" r="r" t="t"/>
              <a:pathLst>
                <a:path extrusionOk="0" h="2180" w="577">
                  <a:moveTo>
                    <a:pt x="1" y="1"/>
                  </a:moveTo>
                  <a:lnTo>
                    <a:pt x="1" y="2179"/>
                  </a:lnTo>
                  <a:lnTo>
                    <a:pt x="576" y="2179"/>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0"/>
            <p:cNvSpPr/>
            <p:nvPr/>
          </p:nvSpPr>
          <p:spPr>
            <a:xfrm>
              <a:off x="2170838" y="2268750"/>
              <a:ext cx="14400" cy="54500"/>
            </a:xfrm>
            <a:custGeom>
              <a:rect b="b" l="l" r="r" t="t"/>
              <a:pathLst>
                <a:path extrusionOk="0" h="2180" w="576">
                  <a:moveTo>
                    <a:pt x="0" y="1"/>
                  </a:moveTo>
                  <a:lnTo>
                    <a:pt x="0" y="2179"/>
                  </a:lnTo>
                  <a:lnTo>
                    <a:pt x="576" y="2179"/>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0"/>
            <p:cNvSpPr/>
            <p:nvPr/>
          </p:nvSpPr>
          <p:spPr>
            <a:xfrm>
              <a:off x="1745938" y="1936250"/>
              <a:ext cx="493775" cy="325125"/>
            </a:xfrm>
            <a:custGeom>
              <a:rect b="b" l="l" r="r" t="t"/>
              <a:pathLst>
                <a:path extrusionOk="0" h="13005" w="19751">
                  <a:moveTo>
                    <a:pt x="4062" y="2476"/>
                  </a:moveTo>
                  <a:lnTo>
                    <a:pt x="4062" y="11122"/>
                  </a:lnTo>
                  <a:lnTo>
                    <a:pt x="2180" y="11122"/>
                  </a:lnTo>
                  <a:lnTo>
                    <a:pt x="2180" y="2476"/>
                  </a:lnTo>
                  <a:close/>
                  <a:moveTo>
                    <a:pt x="6450" y="4010"/>
                  </a:moveTo>
                  <a:lnTo>
                    <a:pt x="6450" y="11122"/>
                  </a:lnTo>
                  <a:lnTo>
                    <a:pt x="4638" y="11122"/>
                  </a:lnTo>
                  <a:lnTo>
                    <a:pt x="4638" y="4010"/>
                  </a:lnTo>
                  <a:close/>
                  <a:moveTo>
                    <a:pt x="8629" y="4951"/>
                  </a:moveTo>
                  <a:lnTo>
                    <a:pt x="8629" y="11122"/>
                  </a:lnTo>
                  <a:lnTo>
                    <a:pt x="7113" y="11122"/>
                  </a:lnTo>
                  <a:lnTo>
                    <a:pt x="7113" y="4951"/>
                  </a:lnTo>
                  <a:close/>
                  <a:moveTo>
                    <a:pt x="11767" y="663"/>
                  </a:moveTo>
                  <a:lnTo>
                    <a:pt x="11767" y="11122"/>
                  </a:lnTo>
                  <a:lnTo>
                    <a:pt x="9292" y="11122"/>
                  </a:lnTo>
                  <a:lnTo>
                    <a:pt x="9292" y="4655"/>
                  </a:lnTo>
                  <a:lnTo>
                    <a:pt x="9292" y="4358"/>
                  </a:lnTo>
                  <a:lnTo>
                    <a:pt x="9292" y="663"/>
                  </a:lnTo>
                  <a:close/>
                  <a:moveTo>
                    <a:pt x="17572" y="9309"/>
                  </a:moveTo>
                  <a:lnTo>
                    <a:pt x="17572" y="11122"/>
                  </a:lnTo>
                  <a:lnTo>
                    <a:pt x="12342" y="11122"/>
                  </a:lnTo>
                  <a:lnTo>
                    <a:pt x="12342" y="9309"/>
                  </a:lnTo>
                  <a:close/>
                  <a:moveTo>
                    <a:pt x="19175" y="11767"/>
                  </a:moveTo>
                  <a:lnTo>
                    <a:pt x="19175" y="12359"/>
                  </a:lnTo>
                  <a:lnTo>
                    <a:pt x="646" y="12359"/>
                  </a:lnTo>
                  <a:lnTo>
                    <a:pt x="646" y="11767"/>
                  </a:lnTo>
                  <a:close/>
                  <a:moveTo>
                    <a:pt x="8629" y="1"/>
                  </a:moveTo>
                  <a:lnTo>
                    <a:pt x="8629" y="4358"/>
                  </a:lnTo>
                  <a:lnTo>
                    <a:pt x="7113" y="4358"/>
                  </a:lnTo>
                  <a:lnTo>
                    <a:pt x="7113" y="3417"/>
                  </a:lnTo>
                  <a:lnTo>
                    <a:pt x="4638" y="3417"/>
                  </a:lnTo>
                  <a:lnTo>
                    <a:pt x="4638" y="1901"/>
                  </a:lnTo>
                  <a:lnTo>
                    <a:pt x="1587" y="1901"/>
                  </a:lnTo>
                  <a:lnTo>
                    <a:pt x="1587" y="11122"/>
                  </a:lnTo>
                  <a:lnTo>
                    <a:pt x="1" y="11122"/>
                  </a:lnTo>
                  <a:lnTo>
                    <a:pt x="1" y="13004"/>
                  </a:lnTo>
                  <a:lnTo>
                    <a:pt x="19750" y="13004"/>
                  </a:lnTo>
                  <a:lnTo>
                    <a:pt x="19750" y="11122"/>
                  </a:lnTo>
                  <a:lnTo>
                    <a:pt x="18217" y="11122"/>
                  </a:lnTo>
                  <a:lnTo>
                    <a:pt x="18217" y="8646"/>
                  </a:lnTo>
                  <a:lnTo>
                    <a:pt x="12342" y="8646"/>
                  </a:lnTo>
                  <a:lnTo>
                    <a:pt x="123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0"/>
            <p:cNvSpPr/>
            <p:nvPr/>
          </p:nvSpPr>
          <p:spPr>
            <a:xfrm>
              <a:off x="1807388" y="2190750"/>
              <a:ext cx="30975" cy="16150"/>
            </a:xfrm>
            <a:custGeom>
              <a:rect b="b" l="l" r="r" t="t"/>
              <a:pathLst>
                <a:path extrusionOk="0" h="646" w="1239">
                  <a:moveTo>
                    <a:pt x="1" y="0"/>
                  </a:moveTo>
                  <a:lnTo>
                    <a:pt x="1" y="645"/>
                  </a:lnTo>
                  <a:lnTo>
                    <a:pt x="1238" y="645"/>
                  </a:lnTo>
                  <a:lnTo>
                    <a:pt x="12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0"/>
            <p:cNvSpPr/>
            <p:nvPr/>
          </p:nvSpPr>
          <p:spPr>
            <a:xfrm>
              <a:off x="1807388" y="2007275"/>
              <a:ext cx="30975" cy="14425"/>
            </a:xfrm>
            <a:custGeom>
              <a:rect b="b" l="l" r="r" t="t"/>
              <a:pathLst>
                <a:path extrusionOk="0" h="577" w="1239">
                  <a:moveTo>
                    <a:pt x="1" y="1"/>
                  </a:moveTo>
                  <a:lnTo>
                    <a:pt x="1" y="576"/>
                  </a:lnTo>
                  <a:lnTo>
                    <a:pt x="1238" y="576"/>
                  </a:lnTo>
                  <a:lnTo>
                    <a:pt x="1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0"/>
            <p:cNvSpPr/>
            <p:nvPr/>
          </p:nvSpPr>
          <p:spPr>
            <a:xfrm>
              <a:off x="1807388" y="2029075"/>
              <a:ext cx="30975" cy="16150"/>
            </a:xfrm>
            <a:custGeom>
              <a:rect b="b" l="l" r="r" t="t"/>
              <a:pathLst>
                <a:path extrusionOk="0" h="646" w="1239">
                  <a:moveTo>
                    <a:pt x="1" y="0"/>
                  </a:moveTo>
                  <a:lnTo>
                    <a:pt x="1" y="645"/>
                  </a:lnTo>
                  <a:lnTo>
                    <a:pt x="1238" y="645"/>
                  </a:lnTo>
                  <a:lnTo>
                    <a:pt x="12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0"/>
            <p:cNvSpPr/>
            <p:nvPr/>
          </p:nvSpPr>
          <p:spPr>
            <a:xfrm>
              <a:off x="1814813" y="2052600"/>
              <a:ext cx="16125" cy="14400"/>
            </a:xfrm>
            <a:custGeom>
              <a:rect b="b" l="l" r="r" t="t"/>
              <a:pathLst>
                <a:path extrusionOk="0" h="576" w="645">
                  <a:moveTo>
                    <a:pt x="0" y="1"/>
                  </a:moveTo>
                  <a:lnTo>
                    <a:pt x="0" y="576"/>
                  </a:lnTo>
                  <a:lnTo>
                    <a:pt x="645" y="576"/>
                  </a:lnTo>
                  <a:lnTo>
                    <a:pt x="6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0"/>
            <p:cNvSpPr/>
            <p:nvPr/>
          </p:nvSpPr>
          <p:spPr>
            <a:xfrm>
              <a:off x="1869263" y="2190750"/>
              <a:ext cx="30975" cy="16150"/>
            </a:xfrm>
            <a:custGeom>
              <a:rect b="b" l="l" r="r" t="t"/>
              <a:pathLst>
                <a:path extrusionOk="0" h="646" w="1239">
                  <a:moveTo>
                    <a:pt x="1" y="0"/>
                  </a:moveTo>
                  <a:lnTo>
                    <a:pt x="1" y="645"/>
                  </a:lnTo>
                  <a:lnTo>
                    <a:pt x="1239" y="645"/>
                  </a:lnTo>
                  <a:lnTo>
                    <a:pt x="123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0"/>
            <p:cNvSpPr/>
            <p:nvPr/>
          </p:nvSpPr>
          <p:spPr>
            <a:xfrm>
              <a:off x="1878413" y="2045200"/>
              <a:ext cx="14425" cy="52750"/>
            </a:xfrm>
            <a:custGeom>
              <a:rect b="b" l="l" r="r" t="t"/>
              <a:pathLst>
                <a:path extrusionOk="0" h="2110" w="577">
                  <a:moveTo>
                    <a:pt x="1" y="0"/>
                  </a:moveTo>
                  <a:lnTo>
                    <a:pt x="1" y="2110"/>
                  </a:lnTo>
                  <a:lnTo>
                    <a:pt x="576" y="2110"/>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0"/>
            <p:cNvSpPr/>
            <p:nvPr/>
          </p:nvSpPr>
          <p:spPr>
            <a:xfrm>
              <a:off x="1931163" y="2190750"/>
              <a:ext cx="23550" cy="16150"/>
            </a:xfrm>
            <a:custGeom>
              <a:rect b="b" l="l" r="r" t="t"/>
              <a:pathLst>
                <a:path extrusionOk="0" h="646" w="942">
                  <a:moveTo>
                    <a:pt x="0" y="0"/>
                  </a:moveTo>
                  <a:lnTo>
                    <a:pt x="0" y="645"/>
                  </a:lnTo>
                  <a:lnTo>
                    <a:pt x="941" y="645"/>
                  </a:lnTo>
                  <a:lnTo>
                    <a:pt x="94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0"/>
            <p:cNvSpPr/>
            <p:nvPr/>
          </p:nvSpPr>
          <p:spPr>
            <a:xfrm>
              <a:off x="1931163" y="2069175"/>
              <a:ext cx="23550" cy="14400"/>
            </a:xfrm>
            <a:custGeom>
              <a:rect b="b" l="l" r="r" t="t"/>
              <a:pathLst>
                <a:path extrusionOk="0" h="576" w="942">
                  <a:moveTo>
                    <a:pt x="0" y="0"/>
                  </a:moveTo>
                  <a:lnTo>
                    <a:pt x="0" y="575"/>
                  </a:lnTo>
                  <a:lnTo>
                    <a:pt x="941" y="575"/>
                  </a:lnTo>
                  <a:lnTo>
                    <a:pt x="94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0"/>
            <p:cNvSpPr/>
            <p:nvPr/>
          </p:nvSpPr>
          <p:spPr>
            <a:xfrm>
              <a:off x="1985638" y="1960225"/>
              <a:ext cx="45325" cy="14400"/>
            </a:xfrm>
            <a:custGeom>
              <a:rect b="b" l="l" r="r" t="t"/>
              <a:pathLst>
                <a:path extrusionOk="0" h="576" w="1813">
                  <a:moveTo>
                    <a:pt x="0" y="0"/>
                  </a:moveTo>
                  <a:lnTo>
                    <a:pt x="0" y="576"/>
                  </a:lnTo>
                  <a:lnTo>
                    <a:pt x="1813" y="576"/>
                  </a:lnTo>
                  <a:lnTo>
                    <a:pt x="1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0"/>
            <p:cNvSpPr/>
            <p:nvPr/>
          </p:nvSpPr>
          <p:spPr>
            <a:xfrm>
              <a:off x="1985638" y="1983750"/>
              <a:ext cx="45325" cy="14400"/>
            </a:xfrm>
            <a:custGeom>
              <a:rect b="b" l="l" r="r" t="t"/>
              <a:pathLst>
                <a:path extrusionOk="0" h="576" w="1813">
                  <a:moveTo>
                    <a:pt x="0" y="1"/>
                  </a:moveTo>
                  <a:lnTo>
                    <a:pt x="0" y="576"/>
                  </a:lnTo>
                  <a:lnTo>
                    <a:pt x="1813" y="576"/>
                  </a:lnTo>
                  <a:lnTo>
                    <a:pt x="18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0"/>
            <p:cNvSpPr/>
            <p:nvPr/>
          </p:nvSpPr>
          <p:spPr>
            <a:xfrm>
              <a:off x="1992588" y="2007275"/>
              <a:ext cx="30975" cy="14425"/>
            </a:xfrm>
            <a:custGeom>
              <a:rect b="b" l="l" r="r" t="t"/>
              <a:pathLst>
                <a:path extrusionOk="0" h="577" w="1239">
                  <a:moveTo>
                    <a:pt x="1" y="1"/>
                  </a:moveTo>
                  <a:lnTo>
                    <a:pt x="1" y="576"/>
                  </a:lnTo>
                  <a:lnTo>
                    <a:pt x="1239" y="576"/>
                  </a:lnTo>
                  <a:lnTo>
                    <a:pt x="123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0"/>
            <p:cNvSpPr/>
            <p:nvPr/>
          </p:nvSpPr>
          <p:spPr>
            <a:xfrm>
              <a:off x="2000013" y="2175925"/>
              <a:ext cx="16150" cy="30975"/>
            </a:xfrm>
            <a:custGeom>
              <a:rect b="b" l="l" r="r" t="t"/>
              <a:pathLst>
                <a:path extrusionOk="0" h="1239" w="646">
                  <a:moveTo>
                    <a:pt x="0" y="1"/>
                  </a:moveTo>
                  <a:lnTo>
                    <a:pt x="0" y="1238"/>
                  </a:lnTo>
                  <a:lnTo>
                    <a:pt x="645" y="1238"/>
                  </a:lnTo>
                  <a:lnTo>
                    <a:pt x="6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0"/>
            <p:cNvSpPr/>
            <p:nvPr/>
          </p:nvSpPr>
          <p:spPr>
            <a:xfrm>
              <a:off x="2061888" y="2175925"/>
              <a:ext cx="16150" cy="30975"/>
            </a:xfrm>
            <a:custGeom>
              <a:rect b="b" l="l" r="r" t="t"/>
              <a:pathLst>
                <a:path extrusionOk="0" h="1239" w="646">
                  <a:moveTo>
                    <a:pt x="1" y="1"/>
                  </a:moveTo>
                  <a:lnTo>
                    <a:pt x="1" y="1238"/>
                  </a:lnTo>
                  <a:lnTo>
                    <a:pt x="645" y="1238"/>
                  </a:lnTo>
                  <a:lnTo>
                    <a:pt x="64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0"/>
            <p:cNvSpPr/>
            <p:nvPr/>
          </p:nvSpPr>
          <p:spPr>
            <a:xfrm>
              <a:off x="2163438" y="2175925"/>
              <a:ext cx="14400" cy="30975"/>
            </a:xfrm>
            <a:custGeom>
              <a:rect b="b" l="l" r="r" t="t"/>
              <a:pathLst>
                <a:path extrusionOk="0" h="1239" w="576">
                  <a:moveTo>
                    <a:pt x="0" y="1"/>
                  </a:moveTo>
                  <a:lnTo>
                    <a:pt x="0" y="1238"/>
                  </a:lnTo>
                  <a:lnTo>
                    <a:pt x="575" y="1238"/>
                  </a:lnTo>
                  <a:lnTo>
                    <a:pt x="5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0"/>
            <p:cNvSpPr/>
            <p:nvPr/>
          </p:nvSpPr>
          <p:spPr>
            <a:xfrm>
              <a:off x="2139888" y="2175925"/>
              <a:ext cx="14400" cy="30975"/>
            </a:xfrm>
            <a:custGeom>
              <a:rect b="b" l="l" r="r" t="t"/>
              <a:pathLst>
                <a:path extrusionOk="0" h="1239" w="576">
                  <a:moveTo>
                    <a:pt x="1" y="1"/>
                  </a:moveTo>
                  <a:lnTo>
                    <a:pt x="1" y="1238"/>
                  </a:lnTo>
                  <a:lnTo>
                    <a:pt x="576" y="1238"/>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 name="Google Shape;1521;p50"/>
          <p:cNvGrpSpPr/>
          <p:nvPr/>
        </p:nvGrpSpPr>
        <p:grpSpPr>
          <a:xfrm>
            <a:off x="1745938" y="2759700"/>
            <a:ext cx="493775" cy="381325"/>
            <a:chOff x="1745938" y="2664450"/>
            <a:chExt cx="493775" cy="381325"/>
          </a:xfrm>
        </p:grpSpPr>
        <p:sp>
          <p:nvSpPr>
            <p:cNvPr id="1522" name="Google Shape;1522;p50"/>
            <p:cNvSpPr/>
            <p:nvPr/>
          </p:nvSpPr>
          <p:spPr>
            <a:xfrm>
              <a:off x="1752913" y="2673600"/>
              <a:ext cx="479400" cy="278050"/>
            </a:xfrm>
            <a:custGeom>
              <a:rect b="b" l="l" r="r" t="t"/>
              <a:pathLst>
                <a:path extrusionOk="0" h="11122" w="19176">
                  <a:moveTo>
                    <a:pt x="1" y="0"/>
                  </a:moveTo>
                  <a:lnTo>
                    <a:pt x="1" y="11121"/>
                  </a:lnTo>
                  <a:lnTo>
                    <a:pt x="19175" y="11121"/>
                  </a:lnTo>
                  <a:lnTo>
                    <a:pt x="191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0"/>
            <p:cNvSpPr/>
            <p:nvPr/>
          </p:nvSpPr>
          <p:spPr>
            <a:xfrm>
              <a:off x="1783863" y="2704525"/>
              <a:ext cx="417500" cy="216175"/>
            </a:xfrm>
            <a:custGeom>
              <a:rect b="b" l="l" r="r" t="t"/>
              <a:pathLst>
                <a:path extrusionOk="0" h="8647" w="16700">
                  <a:moveTo>
                    <a:pt x="0" y="1"/>
                  </a:moveTo>
                  <a:lnTo>
                    <a:pt x="0" y="8647"/>
                  </a:lnTo>
                  <a:lnTo>
                    <a:pt x="16700" y="8647"/>
                  </a:lnTo>
                  <a:lnTo>
                    <a:pt x="1670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0"/>
            <p:cNvSpPr/>
            <p:nvPr/>
          </p:nvSpPr>
          <p:spPr>
            <a:xfrm>
              <a:off x="2108963" y="2897150"/>
              <a:ext cx="45325" cy="130750"/>
            </a:xfrm>
            <a:custGeom>
              <a:rect b="b" l="l" r="r" t="t"/>
              <a:pathLst>
                <a:path extrusionOk="0" h="5230" w="1813">
                  <a:moveTo>
                    <a:pt x="0" y="0"/>
                  </a:moveTo>
                  <a:lnTo>
                    <a:pt x="0" y="5230"/>
                  </a:lnTo>
                  <a:lnTo>
                    <a:pt x="1813" y="5230"/>
                  </a:lnTo>
                  <a:lnTo>
                    <a:pt x="18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0"/>
            <p:cNvSpPr/>
            <p:nvPr/>
          </p:nvSpPr>
          <p:spPr>
            <a:xfrm>
              <a:off x="2092388" y="2827850"/>
              <a:ext cx="78475" cy="76300"/>
            </a:xfrm>
            <a:custGeom>
              <a:rect b="b" l="l" r="r" t="t"/>
              <a:pathLst>
                <a:path extrusionOk="0" h="3052" w="3139">
                  <a:moveTo>
                    <a:pt x="1604" y="1"/>
                  </a:moveTo>
                  <a:cubicBezTo>
                    <a:pt x="733" y="1"/>
                    <a:pt x="1" y="663"/>
                    <a:pt x="1" y="1535"/>
                  </a:cubicBezTo>
                  <a:cubicBezTo>
                    <a:pt x="1" y="2406"/>
                    <a:pt x="733" y="3051"/>
                    <a:pt x="1604" y="3051"/>
                  </a:cubicBezTo>
                  <a:cubicBezTo>
                    <a:pt x="2406" y="3051"/>
                    <a:pt x="3138" y="2406"/>
                    <a:pt x="3138" y="1535"/>
                  </a:cubicBezTo>
                  <a:cubicBezTo>
                    <a:pt x="3138" y="663"/>
                    <a:pt x="2406" y="1"/>
                    <a:pt x="16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0"/>
            <p:cNvSpPr/>
            <p:nvPr/>
          </p:nvSpPr>
          <p:spPr>
            <a:xfrm>
              <a:off x="2070613" y="2735475"/>
              <a:ext cx="100250" cy="61475"/>
            </a:xfrm>
            <a:custGeom>
              <a:rect b="b" l="l" r="r" t="t"/>
              <a:pathLst>
                <a:path extrusionOk="0" h="2459" w="4010">
                  <a:moveTo>
                    <a:pt x="0" y="0"/>
                  </a:moveTo>
                  <a:lnTo>
                    <a:pt x="0" y="2458"/>
                  </a:lnTo>
                  <a:lnTo>
                    <a:pt x="4009" y="2458"/>
                  </a:lnTo>
                  <a:lnTo>
                    <a:pt x="40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0"/>
            <p:cNvSpPr/>
            <p:nvPr/>
          </p:nvSpPr>
          <p:spPr>
            <a:xfrm>
              <a:off x="1745938" y="2664450"/>
              <a:ext cx="493775" cy="294175"/>
            </a:xfrm>
            <a:custGeom>
              <a:rect b="b" l="l" r="r" t="t"/>
              <a:pathLst>
                <a:path extrusionOk="0" h="11767" w="19751">
                  <a:moveTo>
                    <a:pt x="1" y="0"/>
                  </a:moveTo>
                  <a:lnTo>
                    <a:pt x="1" y="11766"/>
                  </a:lnTo>
                  <a:lnTo>
                    <a:pt x="13859" y="11766"/>
                  </a:lnTo>
                  <a:lnTo>
                    <a:pt x="13859" y="11121"/>
                  </a:lnTo>
                  <a:lnTo>
                    <a:pt x="646" y="11121"/>
                  </a:lnTo>
                  <a:lnTo>
                    <a:pt x="646" y="662"/>
                  </a:lnTo>
                  <a:lnTo>
                    <a:pt x="19175" y="662"/>
                  </a:lnTo>
                  <a:lnTo>
                    <a:pt x="19175" y="11121"/>
                  </a:lnTo>
                  <a:lnTo>
                    <a:pt x="16996" y="11121"/>
                  </a:lnTo>
                  <a:lnTo>
                    <a:pt x="16996" y="11766"/>
                  </a:lnTo>
                  <a:lnTo>
                    <a:pt x="19750" y="11766"/>
                  </a:lnTo>
                  <a:lnTo>
                    <a:pt x="1975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0"/>
            <p:cNvSpPr/>
            <p:nvPr/>
          </p:nvSpPr>
          <p:spPr>
            <a:xfrm>
              <a:off x="1807388" y="2726325"/>
              <a:ext cx="201800" cy="16150"/>
            </a:xfrm>
            <a:custGeom>
              <a:rect b="b" l="l" r="r" t="t"/>
              <a:pathLst>
                <a:path extrusionOk="0" h="646" w="8072">
                  <a:moveTo>
                    <a:pt x="1" y="0"/>
                  </a:moveTo>
                  <a:lnTo>
                    <a:pt x="1" y="645"/>
                  </a:lnTo>
                  <a:lnTo>
                    <a:pt x="8071" y="645"/>
                  </a:lnTo>
                  <a:lnTo>
                    <a:pt x="807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0"/>
            <p:cNvSpPr/>
            <p:nvPr/>
          </p:nvSpPr>
          <p:spPr>
            <a:xfrm>
              <a:off x="1807388" y="2757250"/>
              <a:ext cx="92850" cy="16150"/>
            </a:xfrm>
            <a:custGeom>
              <a:rect b="b" l="l" r="r" t="t"/>
              <a:pathLst>
                <a:path extrusionOk="0" h="646" w="3714">
                  <a:moveTo>
                    <a:pt x="1" y="1"/>
                  </a:moveTo>
                  <a:lnTo>
                    <a:pt x="1" y="646"/>
                  </a:lnTo>
                  <a:lnTo>
                    <a:pt x="3714" y="646"/>
                  </a:lnTo>
                  <a:lnTo>
                    <a:pt x="371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0"/>
            <p:cNvSpPr/>
            <p:nvPr/>
          </p:nvSpPr>
          <p:spPr>
            <a:xfrm>
              <a:off x="1807388" y="2788200"/>
              <a:ext cx="216175" cy="16150"/>
            </a:xfrm>
            <a:custGeom>
              <a:rect b="b" l="l" r="r" t="t"/>
              <a:pathLst>
                <a:path extrusionOk="0" h="646" w="8647">
                  <a:moveTo>
                    <a:pt x="1" y="0"/>
                  </a:moveTo>
                  <a:lnTo>
                    <a:pt x="1" y="645"/>
                  </a:lnTo>
                  <a:lnTo>
                    <a:pt x="8647" y="645"/>
                  </a:lnTo>
                  <a:lnTo>
                    <a:pt x="86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0"/>
            <p:cNvSpPr/>
            <p:nvPr/>
          </p:nvSpPr>
          <p:spPr>
            <a:xfrm>
              <a:off x="2085413" y="2818700"/>
              <a:ext cx="92425" cy="92850"/>
            </a:xfrm>
            <a:custGeom>
              <a:rect b="b" l="l" r="r" t="t"/>
              <a:pathLst>
                <a:path extrusionOk="0" h="3714" w="3697">
                  <a:moveTo>
                    <a:pt x="1883" y="663"/>
                  </a:moveTo>
                  <a:cubicBezTo>
                    <a:pt x="2546" y="663"/>
                    <a:pt x="3121" y="1169"/>
                    <a:pt x="3121" y="1901"/>
                  </a:cubicBezTo>
                  <a:cubicBezTo>
                    <a:pt x="3121" y="2546"/>
                    <a:pt x="2546" y="3138"/>
                    <a:pt x="1883" y="3138"/>
                  </a:cubicBezTo>
                  <a:cubicBezTo>
                    <a:pt x="1151" y="3138"/>
                    <a:pt x="646" y="2546"/>
                    <a:pt x="646" y="1901"/>
                  </a:cubicBezTo>
                  <a:cubicBezTo>
                    <a:pt x="646" y="1169"/>
                    <a:pt x="1151" y="663"/>
                    <a:pt x="1883" y="663"/>
                  </a:cubicBezTo>
                  <a:close/>
                  <a:moveTo>
                    <a:pt x="1883" y="1"/>
                  </a:moveTo>
                  <a:cubicBezTo>
                    <a:pt x="872" y="1"/>
                    <a:pt x="1" y="872"/>
                    <a:pt x="1" y="1901"/>
                  </a:cubicBezTo>
                  <a:cubicBezTo>
                    <a:pt x="1" y="2912"/>
                    <a:pt x="872" y="3713"/>
                    <a:pt x="1883" y="3713"/>
                  </a:cubicBezTo>
                  <a:cubicBezTo>
                    <a:pt x="2894" y="3713"/>
                    <a:pt x="3696" y="2912"/>
                    <a:pt x="3696" y="1901"/>
                  </a:cubicBezTo>
                  <a:cubicBezTo>
                    <a:pt x="3696" y="872"/>
                    <a:pt x="2894" y="1"/>
                    <a:pt x="1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0"/>
            <p:cNvSpPr/>
            <p:nvPr/>
          </p:nvSpPr>
          <p:spPr>
            <a:xfrm>
              <a:off x="2101538" y="2897150"/>
              <a:ext cx="60175" cy="148625"/>
            </a:xfrm>
            <a:custGeom>
              <a:rect b="b" l="l" r="r" t="t"/>
              <a:pathLst>
                <a:path extrusionOk="0" h="5945" w="2407">
                  <a:moveTo>
                    <a:pt x="1" y="0"/>
                  </a:moveTo>
                  <a:lnTo>
                    <a:pt x="1" y="5944"/>
                  </a:lnTo>
                  <a:lnTo>
                    <a:pt x="1238" y="5508"/>
                  </a:lnTo>
                  <a:lnTo>
                    <a:pt x="2406" y="5944"/>
                  </a:lnTo>
                  <a:lnTo>
                    <a:pt x="2406" y="0"/>
                  </a:lnTo>
                  <a:lnTo>
                    <a:pt x="1814" y="0"/>
                  </a:lnTo>
                  <a:lnTo>
                    <a:pt x="1814" y="5073"/>
                  </a:lnTo>
                  <a:lnTo>
                    <a:pt x="1238" y="4933"/>
                  </a:lnTo>
                  <a:lnTo>
                    <a:pt x="593" y="5073"/>
                  </a:lnTo>
                  <a:lnTo>
                    <a:pt x="5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0"/>
            <p:cNvSpPr/>
            <p:nvPr/>
          </p:nvSpPr>
          <p:spPr>
            <a:xfrm>
              <a:off x="2123338" y="2849650"/>
              <a:ext cx="16575" cy="30950"/>
            </a:xfrm>
            <a:custGeom>
              <a:rect b="b" l="l" r="r" t="t"/>
              <a:pathLst>
                <a:path extrusionOk="0" h="1238" w="663">
                  <a:moveTo>
                    <a:pt x="0" y="0"/>
                  </a:moveTo>
                  <a:lnTo>
                    <a:pt x="0" y="1238"/>
                  </a:lnTo>
                  <a:lnTo>
                    <a:pt x="663" y="1238"/>
                  </a:lnTo>
                  <a:lnTo>
                    <a:pt x="6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0"/>
            <p:cNvSpPr/>
            <p:nvPr/>
          </p:nvSpPr>
          <p:spPr>
            <a:xfrm>
              <a:off x="1961663" y="2880575"/>
              <a:ext cx="78450" cy="16600"/>
            </a:xfrm>
            <a:custGeom>
              <a:rect b="b" l="l" r="r" t="t"/>
              <a:pathLst>
                <a:path extrusionOk="0" h="664" w="3138">
                  <a:moveTo>
                    <a:pt x="0" y="1"/>
                  </a:moveTo>
                  <a:lnTo>
                    <a:pt x="0" y="663"/>
                  </a:lnTo>
                  <a:lnTo>
                    <a:pt x="3138" y="663"/>
                  </a:lnTo>
                  <a:lnTo>
                    <a:pt x="31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0"/>
            <p:cNvSpPr/>
            <p:nvPr/>
          </p:nvSpPr>
          <p:spPr>
            <a:xfrm>
              <a:off x="1807388" y="2880575"/>
              <a:ext cx="78025" cy="16600"/>
            </a:xfrm>
            <a:custGeom>
              <a:rect b="b" l="l" r="r" t="t"/>
              <a:pathLst>
                <a:path extrusionOk="0" h="664" w="3121">
                  <a:moveTo>
                    <a:pt x="1" y="1"/>
                  </a:moveTo>
                  <a:lnTo>
                    <a:pt x="1" y="663"/>
                  </a:lnTo>
                  <a:lnTo>
                    <a:pt x="3121" y="663"/>
                  </a:lnTo>
                  <a:lnTo>
                    <a:pt x="312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0"/>
            <p:cNvSpPr/>
            <p:nvPr/>
          </p:nvSpPr>
          <p:spPr>
            <a:xfrm>
              <a:off x="2061888" y="2726325"/>
              <a:ext cx="115950" cy="78025"/>
            </a:xfrm>
            <a:custGeom>
              <a:rect b="b" l="l" r="r" t="t"/>
              <a:pathLst>
                <a:path extrusionOk="0" h="3121" w="4638">
                  <a:moveTo>
                    <a:pt x="4062" y="645"/>
                  </a:moveTo>
                  <a:lnTo>
                    <a:pt x="4062" y="2475"/>
                  </a:lnTo>
                  <a:lnTo>
                    <a:pt x="645" y="2475"/>
                  </a:lnTo>
                  <a:lnTo>
                    <a:pt x="645" y="645"/>
                  </a:lnTo>
                  <a:close/>
                  <a:moveTo>
                    <a:pt x="1" y="0"/>
                  </a:moveTo>
                  <a:lnTo>
                    <a:pt x="1" y="3120"/>
                  </a:lnTo>
                  <a:lnTo>
                    <a:pt x="4637" y="3120"/>
                  </a:lnTo>
                  <a:lnTo>
                    <a:pt x="46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0"/>
            <p:cNvSpPr/>
            <p:nvPr/>
          </p:nvSpPr>
          <p:spPr>
            <a:xfrm>
              <a:off x="2085413" y="2757250"/>
              <a:ext cx="68875" cy="16150"/>
            </a:xfrm>
            <a:custGeom>
              <a:rect b="b" l="l" r="r" t="t"/>
              <a:pathLst>
                <a:path extrusionOk="0" h="646" w="2755">
                  <a:moveTo>
                    <a:pt x="1" y="1"/>
                  </a:moveTo>
                  <a:lnTo>
                    <a:pt x="1" y="646"/>
                  </a:lnTo>
                  <a:lnTo>
                    <a:pt x="2755" y="646"/>
                  </a:lnTo>
                  <a:lnTo>
                    <a:pt x="27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0"/>
            <p:cNvSpPr/>
            <p:nvPr/>
          </p:nvSpPr>
          <p:spPr>
            <a:xfrm>
              <a:off x="1776463" y="2695375"/>
              <a:ext cx="432300" cy="232300"/>
            </a:xfrm>
            <a:custGeom>
              <a:rect b="b" l="l" r="r" t="t"/>
              <a:pathLst>
                <a:path extrusionOk="0" h="9292" w="17292">
                  <a:moveTo>
                    <a:pt x="0" y="1"/>
                  </a:moveTo>
                  <a:lnTo>
                    <a:pt x="0" y="9291"/>
                  </a:lnTo>
                  <a:lnTo>
                    <a:pt x="12638" y="9291"/>
                  </a:lnTo>
                  <a:lnTo>
                    <a:pt x="12638" y="8646"/>
                  </a:lnTo>
                  <a:lnTo>
                    <a:pt x="662" y="8646"/>
                  </a:lnTo>
                  <a:lnTo>
                    <a:pt x="662" y="663"/>
                  </a:lnTo>
                  <a:lnTo>
                    <a:pt x="16717" y="663"/>
                  </a:lnTo>
                  <a:lnTo>
                    <a:pt x="16717" y="8646"/>
                  </a:lnTo>
                  <a:lnTo>
                    <a:pt x="15775" y="8646"/>
                  </a:lnTo>
                  <a:lnTo>
                    <a:pt x="15775" y="9291"/>
                  </a:lnTo>
                  <a:lnTo>
                    <a:pt x="17292" y="9291"/>
                  </a:lnTo>
                  <a:lnTo>
                    <a:pt x="172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0"/>
            <p:cNvSpPr/>
            <p:nvPr/>
          </p:nvSpPr>
          <p:spPr>
            <a:xfrm>
              <a:off x="1807388" y="2818700"/>
              <a:ext cx="216175" cy="16600"/>
            </a:xfrm>
            <a:custGeom>
              <a:rect b="b" l="l" r="r" t="t"/>
              <a:pathLst>
                <a:path extrusionOk="0" h="664" w="8647">
                  <a:moveTo>
                    <a:pt x="1" y="1"/>
                  </a:moveTo>
                  <a:lnTo>
                    <a:pt x="1" y="663"/>
                  </a:lnTo>
                  <a:lnTo>
                    <a:pt x="8647" y="663"/>
                  </a:lnTo>
                  <a:lnTo>
                    <a:pt x="864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 name="Google Shape;1540;p50"/>
          <p:cNvGrpSpPr/>
          <p:nvPr/>
        </p:nvGrpSpPr>
        <p:grpSpPr>
          <a:xfrm>
            <a:off x="1745938" y="3456800"/>
            <a:ext cx="493775" cy="346475"/>
            <a:chOff x="1745938" y="3409175"/>
            <a:chExt cx="493775" cy="346475"/>
          </a:xfrm>
        </p:grpSpPr>
        <p:sp>
          <p:nvSpPr>
            <p:cNvPr id="1541" name="Google Shape;1541;p50"/>
            <p:cNvSpPr/>
            <p:nvPr/>
          </p:nvSpPr>
          <p:spPr>
            <a:xfrm>
              <a:off x="1861863" y="3585225"/>
              <a:ext cx="30975" cy="30975"/>
            </a:xfrm>
            <a:custGeom>
              <a:rect b="b" l="l" r="r" t="t"/>
              <a:pathLst>
                <a:path extrusionOk="0" h="1239" w="1239">
                  <a:moveTo>
                    <a:pt x="593" y="1"/>
                  </a:moveTo>
                  <a:cubicBezTo>
                    <a:pt x="297" y="1"/>
                    <a:pt x="1" y="280"/>
                    <a:pt x="1" y="646"/>
                  </a:cubicBezTo>
                  <a:cubicBezTo>
                    <a:pt x="1" y="942"/>
                    <a:pt x="297" y="1239"/>
                    <a:pt x="593" y="1239"/>
                  </a:cubicBezTo>
                  <a:cubicBezTo>
                    <a:pt x="942" y="1239"/>
                    <a:pt x="1238" y="942"/>
                    <a:pt x="1238" y="646"/>
                  </a:cubicBezTo>
                  <a:cubicBezTo>
                    <a:pt x="1238" y="280"/>
                    <a:pt x="942" y="1"/>
                    <a:pt x="5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0"/>
            <p:cNvSpPr/>
            <p:nvPr/>
          </p:nvSpPr>
          <p:spPr>
            <a:xfrm>
              <a:off x="1907188" y="3585225"/>
              <a:ext cx="30975" cy="30975"/>
            </a:xfrm>
            <a:custGeom>
              <a:rect b="b" l="l" r="r" t="t"/>
              <a:pathLst>
                <a:path extrusionOk="0" h="1239" w="1239">
                  <a:moveTo>
                    <a:pt x="663" y="1"/>
                  </a:moveTo>
                  <a:cubicBezTo>
                    <a:pt x="297" y="1"/>
                    <a:pt x="0" y="280"/>
                    <a:pt x="0" y="646"/>
                  </a:cubicBezTo>
                  <a:cubicBezTo>
                    <a:pt x="0" y="942"/>
                    <a:pt x="297" y="1239"/>
                    <a:pt x="663" y="1239"/>
                  </a:cubicBezTo>
                  <a:cubicBezTo>
                    <a:pt x="1029" y="1239"/>
                    <a:pt x="1238" y="942"/>
                    <a:pt x="1238" y="646"/>
                  </a:cubicBezTo>
                  <a:cubicBezTo>
                    <a:pt x="1238" y="280"/>
                    <a:pt x="1029" y="1"/>
                    <a:pt x="6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0"/>
            <p:cNvSpPr/>
            <p:nvPr/>
          </p:nvSpPr>
          <p:spPr>
            <a:xfrm>
              <a:off x="1954688" y="3585225"/>
              <a:ext cx="30975" cy="30975"/>
            </a:xfrm>
            <a:custGeom>
              <a:rect b="b" l="l" r="r" t="t"/>
              <a:pathLst>
                <a:path extrusionOk="0" h="1239" w="1239">
                  <a:moveTo>
                    <a:pt x="576" y="1"/>
                  </a:moveTo>
                  <a:cubicBezTo>
                    <a:pt x="279" y="1"/>
                    <a:pt x="0" y="280"/>
                    <a:pt x="0" y="646"/>
                  </a:cubicBezTo>
                  <a:cubicBezTo>
                    <a:pt x="0" y="942"/>
                    <a:pt x="279" y="1239"/>
                    <a:pt x="576" y="1239"/>
                  </a:cubicBezTo>
                  <a:cubicBezTo>
                    <a:pt x="942" y="1239"/>
                    <a:pt x="1238" y="942"/>
                    <a:pt x="1238" y="646"/>
                  </a:cubicBezTo>
                  <a:cubicBezTo>
                    <a:pt x="1238" y="280"/>
                    <a:pt x="942" y="1"/>
                    <a:pt x="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0"/>
            <p:cNvSpPr/>
            <p:nvPr/>
          </p:nvSpPr>
          <p:spPr>
            <a:xfrm>
              <a:off x="2000013" y="3585225"/>
              <a:ext cx="30950" cy="30975"/>
            </a:xfrm>
            <a:custGeom>
              <a:rect b="b" l="l" r="r" t="t"/>
              <a:pathLst>
                <a:path extrusionOk="0" h="1239" w="1238">
                  <a:moveTo>
                    <a:pt x="645" y="1"/>
                  </a:moveTo>
                  <a:cubicBezTo>
                    <a:pt x="297" y="1"/>
                    <a:pt x="0" y="280"/>
                    <a:pt x="0" y="646"/>
                  </a:cubicBezTo>
                  <a:cubicBezTo>
                    <a:pt x="0" y="942"/>
                    <a:pt x="297" y="1239"/>
                    <a:pt x="645" y="1239"/>
                  </a:cubicBezTo>
                  <a:cubicBezTo>
                    <a:pt x="1011" y="1239"/>
                    <a:pt x="1238" y="942"/>
                    <a:pt x="1238" y="646"/>
                  </a:cubicBezTo>
                  <a:cubicBezTo>
                    <a:pt x="1238" y="280"/>
                    <a:pt x="1011" y="1"/>
                    <a:pt x="6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0"/>
            <p:cNvSpPr/>
            <p:nvPr/>
          </p:nvSpPr>
          <p:spPr>
            <a:xfrm>
              <a:off x="2047063" y="3585225"/>
              <a:ext cx="30975" cy="30975"/>
            </a:xfrm>
            <a:custGeom>
              <a:rect b="b" l="l" r="r" t="t"/>
              <a:pathLst>
                <a:path extrusionOk="0" h="1239" w="1239">
                  <a:moveTo>
                    <a:pt x="594" y="1"/>
                  </a:moveTo>
                  <a:cubicBezTo>
                    <a:pt x="297" y="1"/>
                    <a:pt x="1" y="280"/>
                    <a:pt x="1" y="646"/>
                  </a:cubicBezTo>
                  <a:cubicBezTo>
                    <a:pt x="1" y="942"/>
                    <a:pt x="297" y="1239"/>
                    <a:pt x="594" y="1239"/>
                  </a:cubicBezTo>
                  <a:cubicBezTo>
                    <a:pt x="942" y="1239"/>
                    <a:pt x="1238" y="942"/>
                    <a:pt x="1238" y="646"/>
                  </a:cubicBezTo>
                  <a:cubicBezTo>
                    <a:pt x="1238" y="280"/>
                    <a:pt x="942" y="1"/>
                    <a:pt x="5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0"/>
            <p:cNvSpPr/>
            <p:nvPr/>
          </p:nvSpPr>
          <p:spPr>
            <a:xfrm>
              <a:off x="2123338" y="3585225"/>
              <a:ext cx="30950" cy="30975"/>
            </a:xfrm>
            <a:custGeom>
              <a:rect b="b" l="l" r="r" t="t"/>
              <a:pathLst>
                <a:path extrusionOk="0" h="1239" w="1238">
                  <a:moveTo>
                    <a:pt x="663" y="1"/>
                  </a:moveTo>
                  <a:cubicBezTo>
                    <a:pt x="297" y="1"/>
                    <a:pt x="0" y="280"/>
                    <a:pt x="0" y="646"/>
                  </a:cubicBezTo>
                  <a:cubicBezTo>
                    <a:pt x="0" y="942"/>
                    <a:pt x="297" y="1239"/>
                    <a:pt x="663" y="1239"/>
                  </a:cubicBezTo>
                  <a:cubicBezTo>
                    <a:pt x="942" y="1239"/>
                    <a:pt x="1238" y="942"/>
                    <a:pt x="1238" y="646"/>
                  </a:cubicBezTo>
                  <a:cubicBezTo>
                    <a:pt x="1238" y="280"/>
                    <a:pt x="942" y="1"/>
                    <a:pt x="6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0"/>
            <p:cNvSpPr/>
            <p:nvPr/>
          </p:nvSpPr>
          <p:spPr>
            <a:xfrm>
              <a:off x="1769488" y="3677625"/>
              <a:ext cx="47075" cy="30950"/>
            </a:xfrm>
            <a:custGeom>
              <a:rect b="b" l="l" r="r" t="t"/>
              <a:pathLst>
                <a:path extrusionOk="0" h="1238" w="1883">
                  <a:moveTo>
                    <a:pt x="0" y="0"/>
                  </a:moveTo>
                  <a:lnTo>
                    <a:pt x="0" y="1238"/>
                  </a:lnTo>
                  <a:lnTo>
                    <a:pt x="1883" y="1238"/>
                  </a:lnTo>
                  <a:lnTo>
                    <a:pt x="188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0"/>
            <p:cNvSpPr/>
            <p:nvPr/>
          </p:nvSpPr>
          <p:spPr>
            <a:xfrm>
              <a:off x="2170838" y="3677625"/>
              <a:ext cx="45350" cy="30950"/>
            </a:xfrm>
            <a:custGeom>
              <a:rect b="b" l="l" r="r" t="t"/>
              <a:pathLst>
                <a:path extrusionOk="0" h="1238" w="1814">
                  <a:moveTo>
                    <a:pt x="0" y="0"/>
                  </a:moveTo>
                  <a:lnTo>
                    <a:pt x="0" y="1238"/>
                  </a:lnTo>
                  <a:lnTo>
                    <a:pt x="1813" y="1238"/>
                  </a:lnTo>
                  <a:lnTo>
                    <a:pt x="181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0"/>
            <p:cNvSpPr/>
            <p:nvPr/>
          </p:nvSpPr>
          <p:spPr>
            <a:xfrm>
              <a:off x="1754663" y="3708550"/>
              <a:ext cx="477650" cy="38375"/>
            </a:xfrm>
            <a:custGeom>
              <a:rect b="b" l="l" r="r" t="t"/>
              <a:pathLst>
                <a:path extrusionOk="0" h="1535" w="19106">
                  <a:moveTo>
                    <a:pt x="1" y="1"/>
                  </a:moveTo>
                  <a:lnTo>
                    <a:pt x="1" y="1535"/>
                  </a:lnTo>
                  <a:lnTo>
                    <a:pt x="19105" y="1535"/>
                  </a:lnTo>
                  <a:lnTo>
                    <a:pt x="1910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0"/>
            <p:cNvSpPr/>
            <p:nvPr/>
          </p:nvSpPr>
          <p:spPr>
            <a:xfrm>
              <a:off x="1754663" y="3708550"/>
              <a:ext cx="130750" cy="38375"/>
            </a:xfrm>
            <a:custGeom>
              <a:rect b="b" l="l" r="r" t="t"/>
              <a:pathLst>
                <a:path extrusionOk="0" h="1535" w="5230">
                  <a:moveTo>
                    <a:pt x="1" y="1"/>
                  </a:moveTo>
                  <a:lnTo>
                    <a:pt x="1" y="1535"/>
                  </a:lnTo>
                  <a:lnTo>
                    <a:pt x="5230" y="1535"/>
                  </a:lnTo>
                  <a:lnTo>
                    <a:pt x="52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0"/>
            <p:cNvSpPr/>
            <p:nvPr/>
          </p:nvSpPr>
          <p:spPr>
            <a:xfrm>
              <a:off x="1745938" y="3409175"/>
              <a:ext cx="493775" cy="346475"/>
            </a:xfrm>
            <a:custGeom>
              <a:rect b="b" l="l" r="r" t="t"/>
              <a:pathLst>
                <a:path extrusionOk="0" h="13859" w="19751">
                  <a:moveTo>
                    <a:pt x="15759" y="7252"/>
                  </a:moveTo>
                  <a:cubicBezTo>
                    <a:pt x="15828" y="7252"/>
                    <a:pt x="15898" y="7252"/>
                    <a:pt x="15968" y="7322"/>
                  </a:cubicBezTo>
                  <a:cubicBezTo>
                    <a:pt x="16038" y="7322"/>
                    <a:pt x="16038" y="7409"/>
                    <a:pt x="16125" y="7479"/>
                  </a:cubicBezTo>
                  <a:cubicBezTo>
                    <a:pt x="16125" y="7618"/>
                    <a:pt x="16125" y="7688"/>
                    <a:pt x="16038" y="7758"/>
                  </a:cubicBezTo>
                  <a:cubicBezTo>
                    <a:pt x="15968" y="7845"/>
                    <a:pt x="15898" y="7845"/>
                    <a:pt x="15828" y="7845"/>
                  </a:cubicBezTo>
                  <a:cubicBezTo>
                    <a:pt x="15805" y="7868"/>
                    <a:pt x="15782" y="7876"/>
                    <a:pt x="15758" y="7876"/>
                  </a:cubicBezTo>
                  <a:cubicBezTo>
                    <a:pt x="15710" y="7876"/>
                    <a:pt x="15660" y="7845"/>
                    <a:pt x="15602" y="7845"/>
                  </a:cubicBezTo>
                  <a:cubicBezTo>
                    <a:pt x="15532" y="7758"/>
                    <a:pt x="15462" y="7688"/>
                    <a:pt x="15462" y="7618"/>
                  </a:cubicBezTo>
                  <a:cubicBezTo>
                    <a:pt x="15462" y="7548"/>
                    <a:pt x="15462" y="7479"/>
                    <a:pt x="15532" y="7409"/>
                  </a:cubicBezTo>
                  <a:cubicBezTo>
                    <a:pt x="15602" y="7322"/>
                    <a:pt x="15689" y="7252"/>
                    <a:pt x="15759" y="7252"/>
                  </a:cubicBezTo>
                  <a:close/>
                  <a:moveTo>
                    <a:pt x="5230" y="7322"/>
                  </a:moveTo>
                  <a:cubicBezTo>
                    <a:pt x="5439" y="7322"/>
                    <a:pt x="5579" y="7479"/>
                    <a:pt x="5579" y="7688"/>
                  </a:cubicBezTo>
                  <a:cubicBezTo>
                    <a:pt x="5579" y="7845"/>
                    <a:pt x="5439" y="7984"/>
                    <a:pt x="5230" y="7984"/>
                  </a:cubicBezTo>
                  <a:cubicBezTo>
                    <a:pt x="5073" y="7984"/>
                    <a:pt x="4934" y="7845"/>
                    <a:pt x="4934" y="7688"/>
                  </a:cubicBezTo>
                  <a:cubicBezTo>
                    <a:pt x="4934" y="7479"/>
                    <a:pt x="5073" y="7322"/>
                    <a:pt x="5230" y="7322"/>
                  </a:cubicBezTo>
                  <a:close/>
                  <a:moveTo>
                    <a:pt x="7113" y="7322"/>
                  </a:moveTo>
                  <a:cubicBezTo>
                    <a:pt x="7252" y="7322"/>
                    <a:pt x="7409" y="7479"/>
                    <a:pt x="7409" y="7688"/>
                  </a:cubicBezTo>
                  <a:cubicBezTo>
                    <a:pt x="7409" y="7845"/>
                    <a:pt x="7252" y="7984"/>
                    <a:pt x="7113" y="7984"/>
                  </a:cubicBezTo>
                  <a:cubicBezTo>
                    <a:pt x="6973" y="7984"/>
                    <a:pt x="6817" y="7845"/>
                    <a:pt x="6817" y="7688"/>
                  </a:cubicBezTo>
                  <a:cubicBezTo>
                    <a:pt x="6817" y="7479"/>
                    <a:pt x="6973" y="7322"/>
                    <a:pt x="7113" y="7322"/>
                  </a:cubicBezTo>
                  <a:close/>
                  <a:moveTo>
                    <a:pt x="8926" y="7322"/>
                  </a:moveTo>
                  <a:cubicBezTo>
                    <a:pt x="9152" y="7322"/>
                    <a:pt x="9292" y="7479"/>
                    <a:pt x="9292" y="7688"/>
                  </a:cubicBezTo>
                  <a:cubicBezTo>
                    <a:pt x="9292" y="7845"/>
                    <a:pt x="9152" y="7984"/>
                    <a:pt x="8926" y="7984"/>
                  </a:cubicBezTo>
                  <a:cubicBezTo>
                    <a:pt x="8786" y="7984"/>
                    <a:pt x="8629" y="7845"/>
                    <a:pt x="8629" y="7688"/>
                  </a:cubicBezTo>
                  <a:cubicBezTo>
                    <a:pt x="8629" y="7479"/>
                    <a:pt x="8786" y="7322"/>
                    <a:pt x="8926" y="7322"/>
                  </a:cubicBezTo>
                  <a:close/>
                  <a:moveTo>
                    <a:pt x="10808" y="7322"/>
                  </a:moveTo>
                  <a:cubicBezTo>
                    <a:pt x="10965" y="7322"/>
                    <a:pt x="11105" y="7479"/>
                    <a:pt x="11105" y="7688"/>
                  </a:cubicBezTo>
                  <a:cubicBezTo>
                    <a:pt x="11105" y="7845"/>
                    <a:pt x="10965" y="7984"/>
                    <a:pt x="10808" y="7984"/>
                  </a:cubicBezTo>
                  <a:cubicBezTo>
                    <a:pt x="10669" y="7984"/>
                    <a:pt x="10529" y="7845"/>
                    <a:pt x="10529" y="7688"/>
                  </a:cubicBezTo>
                  <a:cubicBezTo>
                    <a:pt x="10529" y="7479"/>
                    <a:pt x="10669" y="7322"/>
                    <a:pt x="10808" y="7322"/>
                  </a:cubicBezTo>
                  <a:close/>
                  <a:moveTo>
                    <a:pt x="12639" y="7322"/>
                  </a:moveTo>
                  <a:cubicBezTo>
                    <a:pt x="12848" y="7322"/>
                    <a:pt x="12987" y="7479"/>
                    <a:pt x="12987" y="7688"/>
                  </a:cubicBezTo>
                  <a:cubicBezTo>
                    <a:pt x="12987" y="7845"/>
                    <a:pt x="12848" y="7984"/>
                    <a:pt x="12639" y="7984"/>
                  </a:cubicBezTo>
                  <a:cubicBezTo>
                    <a:pt x="12482" y="7984"/>
                    <a:pt x="12342" y="7845"/>
                    <a:pt x="12342" y="7688"/>
                  </a:cubicBezTo>
                  <a:cubicBezTo>
                    <a:pt x="12342" y="7479"/>
                    <a:pt x="12482" y="7322"/>
                    <a:pt x="12639" y="7322"/>
                  </a:cubicBezTo>
                  <a:close/>
                  <a:moveTo>
                    <a:pt x="2459" y="11035"/>
                  </a:moveTo>
                  <a:lnTo>
                    <a:pt x="2459" y="11680"/>
                  </a:lnTo>
                  <a:lnTo>
                    <a:pt x="1221" y="11680"/>
                  </a:lnTo>
                  <a:lnTo>
                    <a:pt x="1221" y="11035"/>
                  </a:lnTo>
                  <a:close/>
                  <a:moveTo>
                    <a:pt x="15898" y="576"/>
                  </a:moveTo>
                  <a:cubicBezTo>
                    <a:pt x="16839" y="576"/>
                    <a:pt x="17572" y="1378"/>
                    <a:pt x="17572" y="2319"/>
                  </a:cubicBezTo>
                  <a:lnTo>
                    <a:pt x="17572" y="10459"/>
                  </a:lnTo>
                  <a:lnTo>
                    <a:pt x="16700" y="10459"/>
                  </a:lnTo>
                  <a:lnTo>
                    <a:pt x="16700" y="11680"/>
                  </a:lnTo>
                  <a:lnTo>
                    <a:pt x="3121" y="11680"/>
                  </a:lnTo>
                  <a:lnTo>
                    <a:pt x="3121" y="10459"/>
                  </a:lnTo>
                  <a:lnTo>
                    <a:pt x="2180" y="10459"/>
                  </a:lnTo>
                  <a:lnTo>
                    <a:pt x="2180" y="2319"/>
                  </a:lnTo>
                  <a:cubicBezTo>
                    <a:pt x="2180" y="1378"/>
                    <a:pt x="2964" y="576"/>
                    <a:pt x="3923" y="576"/>
                  </a:cubicBezTo>
                  <a:lnTo>
                    <a:pt x="4934" y="576"/>
                  </a:lnTo>
                  <a:lnTo>
                    <a:pt x="4934" y="6816"/>
                  </a:lnTo>
                  <a:cubicBezTo>
                    <a:pt x="4568" y="6886"/>
                    <a:pt x="4359" y="7252"/>
                    <a:pt x="4359" y="7688"/>
                  </a:cubicBezTo>
                  <a:cubicBezTo>
                    <a:pt x="4359" y="8193"/>
                    <a:pt x="4707" y="8559"/>
                    <a:pt x="5230" y="8559"/>
                  </a:cubicBezTo>
                  <a:cubicBezTo>
                    <a:pt x="5736" y="8559"/>
                    <a:pt x="6172" y="8193"/>
                    <a:pt x="6172" y="7688"/>
                  </a:cubicBezTo>
                  <a:cubicBezTo>
                    <a:pt x="6172" y="7252"/>
                    <a:pt x="5945" y="6886"/>
                    <a:pt x="5579" y="6816"/>
                  </a:cubicBezTo>
                  <a:lnTo>
                    <a:pt x="5579" y="576"/>
                  </a:lnTo>
                  <a:lnTo>
                    <a:pt x="6817" y="576"/>
                  </a:lnTo>
                  <a:lnTo>
                    <a:pt x="6817" y="6816"/>
                  </a:lnTo>
                  <a:cubicBezTo>
                    <a:pt x="6450" y="6886"/>
                    <a:pt x="6172" y="7252"/>
                    <a:pt x="6172" y="7688"/>
                  </a:cubicBezTo>
                  <a:cubicBezTo>
                    <a:pt x="6172" y="8193"/>
                    <a:pt x="6607" y="8559"/>
                    <a:pt x="7113" y="8559"/>
                  </a:cubicBezTo>
                  <a:cubicBezTo>
                    <a:pt x="7618" y="8559"/>
                    <a:pt x="8054" y="8193"/>
                    <a:pt x="8054" y="7688"/>
                  </a:cubicBezTo>
                  <a:cubicBezTo>
                    <a:pt x="8054" y="7252"/>
                    <a:pt x="7758" y="6886"/>
                    <a:pt x="7409" y="6816"/>
                  </a:cubicBezTo>
                  <a:lnTo>
                    <a:pt x="7409" y="576"/>
                  </a:lnTo>
                  <a:lnTo>
                    <a:pt x="8629" y="576"/>
                  </a:lnTo>
                  <a:lnTo>
                    <a:pt x="8629" y="6816"/>
                  </a:lnTo>
                  <a:cubicBezTo>
                    <a:pt x="8281" y="6886"/>
                    <a:pt x="8054" y="7252"/>
                    <a:pt x="8054" y="7688"/>
                  </a:cubicBezTo>
                  <a:cubicBezTo>
                    <a:pt x="8054" y="8193"/>
                    <a:pt x="8420" y="8559"/>
                    <a:pt x="8926" y="8559"/>
                  </a:cubicBezTo>
                  <a:cubicBezTo>
                    <a:pt x="9431" y="8559"/>
                    <a:pt x="9867" y="8193"/>
                    <a:pt x="9867" y="7688"/>
                  </a:cubicBezTo>
                  <a:cubicBezTo>
                    <a:pt x="9867" y="7252"/>
                    <a:pt x="9658" y="6886"/>
                    <a:pt x="9292" y="6816"/>
                  </a:cubicBezTo>
                  <a:lnTo>
                    <a:pt x="9292" y="576"/>
                  </a:lnTo>
                  <a:lnTo>
                    <a:pt x="10529" y="576"/>
                  </a:lnTo>
                  <a:lnTo>
                    <a:pt x="10529" y="6816"/>
                  </a:lnTo>
                  <a:cubicBezTo>
                    <a:pt x="10163" y="6886"/>
                    <a:pt x="9867" y="7252"/>
                    <a:pt x="9867" y="7688"/>
                  </a:cubicBezTo>
                  <a:cubicBezTo>
                    <a:pt x="9867" y="8193"/>
                    <a:pt x="10303" y="8559"/>
                    <a:pt x="10808" y="8559"/>
                  </a:cubicBezTo>
                  <a:cubicBezTo>
                    <a:pt x="11331" y="8559"/>
                    <a:pt x="11767" y="8193"/>
                    <a:pt x="11767" y="7688"/>
                  </a:cubicBezTo>
                  <a:cubicBezTo>
                    <a:pt x="11767" y="7252"/>
                    <a:pt x="11471" y="6886"/>
                    <a:pt x="11105" y="6816"/>
                  </a:cubicBezTo>
                  <a:lnTo>
                    <a:pt x="11105" y="576"/>
                  </a:lnTo>
                  <a:lnTo>
                    <a:pt x="12342" y="576"/>
                  </a:lnTo>
                  <a:lnTo>
                    <a:pt x="12342" y="6816"/>
                  </a:lnTo>
                  <a:cubicBezTo>
                    <a:pt x="11976" y="6886"/>
                    <a:pt x="11767" y="7252"/>
                    <a:pt x="11767" y="7688"/>
                  </a:cubicBezTo>
                  <a:cubicBezTo>
                    <a:pt x="11767" y="8193"/>
                    <a:pt x="12116" y="8559"/>
                    <a:pt x="12639" y="8559"/>
                  </a:cubicBezTo>
                  <a:cubicBezTo>
                    <a:pt x="13144" y="8559"/>
                    <a:pt x="13580" y="8193"/>
                    <a:pt x="13580" y="7688"/>
                  </a:cubicBezTo>
                  <a:cubicBezTo>
                    <a:pt x="13580" y="7252"/>
                    <a:pt x="13353" y="6886"/>
                    <a:pt x="12987" y="6816"/>
                  </a:cubicBezTo>
                  <a:lnTo>
                    <a:pt x="12987" y="576"/>
                  </a:lnTo>
                  <a:lnTo>
                    <a:pt x="14225" y="576"/>
                  </a:lnTo>
                  <a:lnTo>
                    <a:pt x="15323" y="6747"/>
                  </a:lnTo>
                  <a:cubicBezTo>
                    <a:pt x="15253" y="6816"/>
                    <a:pt x="15096" y="6886"/>
                    <a:pt x="15027" y="7043"/>
                  </a:cubicBezTo>
                  <a:cubicBezTo>
                    <a:pt x="14887" y="7252"/>
                    <a:pt x="14817" y="7479"/>
                    <a:pt x="14887" y="7688"/>
                  </a:cubicBezTo>
                  <a:cubicBezTo>
                    <a:pt x="14957" y="7984"/>
                    <a:pt x="15027" y="8193"/>
                    <a:pt x="15253" y="8350"/>
                  </a:cubicBezTo>
                  <a:cubicBezTo>
                    <a:pt x="15393" y="8420"/>
                    <a:pt x="15602" y="8490"/>
                    <a:pt x="15759" y="8490"/>
                  </a:cubicBezTo>
                  <a:lnTo>
                    <a:pt x="15968" y="8490"/>
                  </a:lnTo>
                  <a:cubicBezTo>
                    <a:pt x="16195" y="8420"/>
                    <a:pt x="16404" y="8281"/>
                    <a:pt x="16561" y="8054"/>
                  </a:cubicBezTo>
                  <a:cubicBezTo>
                    <a:pt x="16700" y="7915"/>
                    <a:pt x="16770" y="7618"/>
                    <a:pt x="16700" y="7409"/>
                  </a:cubicBezTo>
                  <a:cubicBezTo>
                    <a:pt x="16630" y="7182"/>
                    <a:pt x="16561" y="6973"/>
                    <a:pt x="16334" y="6816"/>
                  </a:cubicBezTo>
                  <a:cubicBezTo>
                    <a:pt x="16195" y="6747"/>
                    <a:pt x="16038" y="6677"/>
                    <a:pt x="15968" y="6677"/>
                  </a:cubicBezTo>
                  <a:lnTo>
                    <a:pt x="14887" y="576"/>
                  </a:lnTo>
                  <a:close/>
                  <a:moveTo>
                    <a:pt x="18513" y="11035"/>
                  </a:moveTo>
                  <a:lnTo>
                    <a:pt x="18513" y="11680"/>
                  </a:lnTo>
                  <a:lnTo>
                    <a:pt x="17275" y="11680"/>
                  </a:lnTo>
                  <a:lnTo>
                    <a:pt x="17275" y="11035"/>
                  </a:lnTo>
                  <a:close/>
                  <a:moveTo>
                    <a:pt x="19088" y="12272"/>
                  </a:moveTo>
                  <a:lnTo>
                    <a:pt x="19088" y="13214"/>
                  </a:lnTo>
                  <a:lnTo>
                    <a:pt x="646" y="13214"/>
                  </a:lnTo>
                  <a:lnTo>
                    <a:pt x="646" y="12272"/>
                  </a:lnTo>
                  <a:close/>
                  <a:moveTo>
                    <a:pt x="3923" y="1"/>
                  </a:moveTo>
                  <a:cubicBezTo>
                    <a:pt x="2616" y="1"/>
                    <a:pt x="1587" y="1012"/>
                    <a:pt x="1587" y="2319"/>
                  </a:cubicBezTo>
                  <a:lnTo>
                    <a:pt x="1587" y="10459"/>
                  </a:lnTo>
                  <a:lnTo>
                    <a:pt x="646" y="10459"/>
                  </a:lnTo>
                  <a:lnTo>
                    <a:pt x="646" y="11680"/>
                  </a:lnTo>
                  <a:lnTo>
                    <a:pt x="1" y="11680"/>
                  </a:lnTo>
                  <a:lnTo>
                    <a:pt x="1" y="13859"/>
                  </a:lnTo>
                  <a:lnTo>
                    <a:pt x="19750" y="13859"/>
                  </a:lnTo>
                  <a:lnTo>
                    <a:pt x="19750" y="11680"/>
                  </a:lnTo>
                  <a:lnTo>
                    <a:pt x="19088" y="11680"/>
                  </a:lnTo>
                  <a:lnTo>
                    <a:pt x="19088" y="10459"/>
                  </a:lnTo>
                  <a:lnTo>
                    <a:pt x="18217" y="10459"/>
                  </a:lnTo>
                  <a:lnTo>
                    <a:pt x="18217" y="2319"/>
                  </a:lnTo>
                  <a:cubicBezTo>
                    <a:pt x="18217" y="1012"/>
                    <a:pt x="17136" y="1"/>
                    <a:pt x="158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 name="Google Shape;1552;p50"/>
          <p:cNvGrpSpPr/>
          <p:nvPr/>
        </p:nvGrpSpPr>
        <p:grpSpPr>
          <a:xfrm>
            <a:off x="1745938" y="4115150"/>
            <a:ext cx="493775" cy="385250"/>
            <a:chOff x="1745938" y="4115150"/>
            <a:chExt cx="493775" cy="385250"/>
          </a:xfrm>
        </p:grpSpPr>
        <p:sp>
          <p:nvSpPr>
            <p:cNvPr id="1553" name="Google Shape;1553;p50"/>
            <p:cNvSpPr/>
            <p:nvPr/>
          </p:nvSpPr>
          <p:spPr>
            <a:xfrm>
              <a:off x="1752913" y="4169625"/>
              <a:ext cx="479400" cy="323350"/>
            </a:xfrm>
            <a:custGeom>
              <a:rect b="b" l="l" r="r" t="t"/>
              <a:pathLst>
                <a:path extrusionOk="0" h="12934" w="19176">
                  <a:moveTo>
                    <a:pt x="1" y="0"/>
                  </a:moveTo>
                  <a:lnTo>
                    <a:pt x="1" y="12934"/>
                  </a:lnTo>
                  <a:lnTo>
                    <a:pt x="19175" y="12934"/>
                  </a:lnTo>
                  <a:lnTo>
                    <a:pt x="191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0"/>
            <p:cNvSpPr/>
            <p:nvPr/>
          </p:nvSpPr>
          <p:spPr>
            <a:xfrm>
              <a:off x="1752913" y="4460275"/>
              <a:ext cx="479400" cy="32700"/>
            </a:xfrm>
            <a:custGeom>
              <a:rect b="b" l="l" r="r" t="t"/>
              <a:pathLst>
                <a:path extrusionOk="0" h="1308" w="19176">
                  <a:moveTo>
                    <a:pt x="1" y="1"/>
                  </a:moveTo>
                  <a:lnTo>
                    <a:pt x="1" y="1308"/>
                  </a:lnTo>
                  <a:lnTo>
                    <a:pt x="19175" y="1308"/>
                  </a:lnTo>
                  <a:lnTo>
                    <a:pt x="19175" y="1"/>
                  </a:lnTo>
                  <a:close/>
                </a:path>
              </a:pathLst>
            </a:custGeom>
            <a:solidFill>
              <a:srgbClr val="A4C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0"/>
            <p:cNvSpPr/>
            <p:nvPr/>
          </p:nvSpPr>
          <p:spPr>
            <a:xfrm>
              <a:off x="1793013" y="4331275"/>
              <a:ext cx="176075" cy="69325"/>
            </a:xfrm>
            <a:custGeom>
              <a:rect b="b" l="l" r="r" t="t"/>
              <a:pathLst>
                <a:path extrusionOk="0" h="2773" w="7043">
                  <a:moveTo>
                    <a:pt x="0" y="1"/>
                  </a:moveTo>
                  <a:lnTo>
                    <a:pt x="0" y="2773"/>
                  </a:lnTo>
                  <a:lnTo>
                    <a:pt x="7043" y="2773"/>
                  </a:lnTo>
                  <a:lnTo>
                    <a:pt x="70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0"/>
            <p:cNvSpPr/>
            <p:nvPr/>
          </p:nvSpPr>
          <p:spPr>
            <a:xfrm>
              <a:off x="2016138" y="4331275"/>
              <a:ext cx="178250" cy="69325"/>
            </a:xfrm>
            <a:custGeom>
              <a:rect b="b" l="l" r="r" t="t"/>
              <a:pathLst>
                <a:path extrusionOk="0" h="2773" w="7130">
                  <a:moveTo>
                    <a:pt x="0" y="1"/>
                  </a:moveTo>
                  <a:lnTo>
                    <a:pt x="0" y="2773"/>
                  </a:lnTo>
                  <a:lnTo>
                    <a:pt x="7130" y="2773"/>
                  </a:lnTo>
                  <a:lnTo>
                    <a:pt x="71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0"/>
            <p:cNvSpPr/>
            <p:nvPr/>
          </p:nvSpPr>
          <p:spPr>
            <a:xfrm>
              <a:off x="1793013" y="4400575"/>
              <a:ext cx="176075" cy="30525"/>
            </a:xfrm>
            <a:custGeom>
              <a:rect b="b" l="l" r="r" t="t"/>
              <a:pathLst>
                <a:path extrusionOk="0" h="1221" w="7043">
                  <a:moveTo>
                    <a:pt x="0" y="1"/>
                  </a:moveTo>
                  <a:lnTo>
                    <a:pt x="0" y="1221"/>
                  </a:lnTo>
                  <a:lnTo>
                    <a:pt x="7043" y="1221"/>
                  </a:lnTo>
                  <a:lnTo>
                    <a:pt x="704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0"/>
            <p:cNvSpPr/>
            <p:nvPr/>
          </p:nvSpPr>
          <p:spPr>
            <a:xfrm>
              <a:off x="2016138" y="4400575"/>
              <a:ext cx="178250" cy="30525"/>
            </a:xfrm>
            <a:custGeom>
              <a:rect b="b" l="l" r="r" t="t"/>
              <a:pathLst>
                <a:path extrusionOk="0" h="1221" w="7130">
                  <a:moveTo>
                    <a:pt x="0" y="1"/>
                  </a:moveTo>
                  <a:lnTo>
                    <a:pt x="0" y="1221"/>
                  </a:lnTo>
                  <a:lnTo>
                    <a:pt x="7130" y="1221"/>
                  </a:lnTo>
                  <a:lnTo>
                    <a:pt x="713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0"/>
            <p:cNvSpPr/>
            <p:nvPr/>
          </p:nvSpPr>
          <p:spPr>
            <a:xfrm>
              <a:off x="1752913" y="4169625"/>
              <a:ext cx="479400" cy="152525"/>
            </a:xfrm>
            <a:custGeom>
              <a:rect b="b" l="l" r="r" t="t"/>
              <a:pathLst>
                <a:path extrusionOk="0" h="6101" w="19176">
                  <a:moveTo>
                    <a:pt x="1" y="0"/>
                  </a:moveTo>
                  <a:lnTo>
                    <a:pt x="1" y="1238"/>
                  </a:lnTo>
                  <a:lnTo>
                    <a:pt x="942" y="1238"/>
                  </a:lnTo>
                  <a:lnTo>
                    <a:pt x="942" y="6101"/>
                  </a:lnTo>
                  <a:lnTo>
                    <a:pt x="18234" y="6101"/>
                  </a:lnTo>
                  <a:lnTo>
                    <a:pt x="18234" y="1238"/>
                  </a:lnTo>
                  <a:lnTo>
                    <a:pt x="19175" y="1238"/>
                  </a:lnTo>
                  <a:lnTo>
                    <a:pt x="191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0"/>
            <p:cNvSpPr/>
            <p:nvPr/>
          </p:nvSpPr>
          <p:spPr>
            <a:xfrm>
              <a:off x="1776463" y="4300350"/>
              <a:ext cx="432300" cy="30950"/>
            </a:xfrm>
            <a:custGeom>
              <a:rect b="b" l="l" r="r" t="t"/>
              <a:pathLst>
                <a:path extrusionOk="0" h="1238" w="17292">
                  <a:moveTo>
                    <a:pt x="0" y="0"/>
                  </a:moveTo>
                  <a:lnTo>
                    <a:pt x="0" y="1238"/>
                  </a:lnTo>
                  <a:lnTo>
                    <a:pt x="17292" y="1238"/>
                  </a:lnTo>
                  <a:lnTo>
                    <a:pt x="1729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0"/>
            <p:cNvSpPr/>
            <p:nvPr/>
          </p:nvSpPr>
          <p:spPr>
            <a:xfrm>
              <a:off x="1961663" y="4293375"/>
              <a:ext cx="61900" cy="14400"/>
            </a:xfrm>
            <a:custGeom>
              <a:rect b="b" l="l" r="r" t="t"/>
              <a:pathLst>
                <a:path extrusionOk="0" h="576" w="2476">
                  <a:moveTo>
                    <a:pt x="0" y="0"/>
                  </a:moveTo>
                  <a:lnTo>
                    <a:pt x="0" y="576"/>
                  </a:lnTo>
                  <a:lnTo>
                    <a:pt x="2476" y="576"/>
                  </a:lnTo>
                  <a:lnTo>
                    <a:pt x="24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0"/>
            <p:cNvSpPr/>
            <p:nvPr/>
          </p:nvSpPr>
          <p:spPr>
            <a:xfrm>
              <a:off x="1785613" y="4346100"/>
              <a:ext cx="192625" cy="92425"/>
            </a:xfrm>
            <a:custGeom>
              <a:rect b="b" l="l" r="r" t="t"/>
              <a:pathLst>
                <a:path extrusionOk="0" h="3697" w="7705">
                  <a:moveTo>
                    <a:pt x="0" y="1"/>
                  </a:moveTo>
                  <a:lnTo>
                    <a:pt x="0" y="3696"/>
                  </a:lnTo>
                  <a:lnTo>
                    <a:pt x="7705" y="3696"/>
                  </a:lnTo>
                  <a:lnTo>
                    <a:pt x="7705" y="1"/>
                  </a:lnTo>
                  <a:lnTo>
                    <a:pt x="7042" y="1"/>
                  </a:lnTo>
                  <a:lnTo>
                    <a:pt x="7042" y="3121"/>
                  </a:lnTo>
                  <a:lnTo>
                    <a:pt x="593" y="3121"/>
                  </a:lnTo>
                  <a:lnTo>
                    <a:pt x="5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0"/>
            <p:cNvSpPr/>
            <p:nvPr/>
          </p:nvSpPr>
          <p:spPr>
            <a:xfrm>
              <a:off x="2009163" y="4346100"/>
              <a:ext cx="192200" cy="92425"/>
            </a:xfrm>
            <a:custGeom>
              <a:rect b="b" l="l" r="r" t="t"/>
              <a:pathLst>
                <a:path extrusionOk="0" h="3697" w="7688">
                  <a:moveTo>
                    <a:pt x="0" y="1"/>
                  </a:moveTo>
                  <a:lnTo>
                    <a:pt x="0" y="3696"/>
                  </a:lnTo>
                  <a:lnTo>
                    <a:pt x="7688" y="3696"/>
                  </a:lnTo>
                  <a:lnTo>
                    <a:pt x="7688" y="1"/>
                  </a:lnTo>
                  <a:lnTo>
                    <a:pt x="7043" y="1"/>
                  </a:lnTo>
                  <a:lnTo>
                    <a:pt x="7043" y="3121"/>
                  </a:lnTo>
                  <a:lnTo>
                    <a:pt x="576" y="3121"/>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0"/>
            <p:cNvSpPr/>
            <p:nvPr/>
          </p:nvSpPr>
          <p:spPr>
            <a:xfrm>
              <a:off x="1814813" y="4393175"/>
              <a:ext cx="132500" cy="14400"/>
            </a:xfrm>
            <a:custGeom>
              <a:rect b="b" l="l" r="r" t="t"/>
              <a:pathLst>
                <a:path extrusionOk="0" h="576" w="5300">
                  <a:moveTo>
                    <a:pt x="0" y="0"/>
                  </a:moveTo>
                  <a:lnTo>
                    <a:pt x="0" y="575"/>
                  </a:lnTo>
                  <a:lnTo>
                    <a:pt x="5299" y="575"/>
                  </a:lnTo>
                  <a:lnTo>
                    <a:pt x="529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0"/>
            <p:cNvSpPr/>
            <p:nvPr/>
          </p:nvSpPr>
          <p:spPr>
            <a:xfrm>
              <a:off x="2040088" y="4393175"/>
              <a:ext cx="130775" cy="14400"/>
            </a:xfrm>
            <a:custGeom>
              <a:rect b="b" l="l" r="r" t="t"/>
              <a:pathLst>
                <a:path extrusionOk="0" h="576" w="5231">
                  <a:moveTo>
                    <a:pt x="1" y="0"/>
                  </a:moveTo>
                  <a:lnTo>
                    <a:pt x="1" y="575"/>
                  </a:lnTo>
                  <a:lnTo>
                    <a:pt x="5230" y="575"/>
                  </a:lnTo>
                  <a:lnTo>
                    <a:pt x="523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0"/>
            <p:cNvSpPr/>
            <p:nvPr/>
          </p:nvSpPr>
          <p:spPr>
            <a:xfrm>
              <a:off x="1931163" y="4115150"/>
              <a:ext cx="123350" cy="14825"/>
            </a:xfrm>
            <a:custGeom>
              <a:rect b="b" l="l" r="r" t="t"/>
              <a:pathLst>
                <a:path extrusionOk="0" h="593" w="4934">
                  <a:moveTo>
                    <a:pt x="0" y="0"/>
                  </a:moveTo>
                  <a:lnTo>
                    <a:pt x="0" y="593"/>
                  </a:lnTo>
                  <a:lnTo>
                    <a:pt x="4933" y="593"/>
                  </a:lnTo>
                  <a:lnTo>
                    <a:pt x="49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0"/>
            <p:cNvSpPr/>
            <p:nvPr/>
          </p:nvSpPr>
          <p:spPr>
            <a:xfrm>
              <a:off x="1745938" y="4115150"/>
              <a:ext cx="493775" cy="385250"/>
            </a:xfrm>
            <a:custGeom>
              <a:rect b="b" l="l" r="r" t="t"/>
              <a:pathLst>
                <a:path extrusionOk="0" h="15410" w="19751">
                  <a:moveTo>
                    <a:pt x="19175" y="2475"/>
                  </a:moveTo>
                  <a:lnTo>
                    <a:pt x="19175" y="3051"/>
                  </a:lnTo>
                  <a:lnTo>
                    <a:pt x="18217" y="3051"/>
                  </a:lnTo>
                  <a:lnTo>
                    <a:pt x="18217" y="8367"/>
                  </a:lnTo>
                  <a:lnTo>
                    <a:pt x="1517" y="8367"/>
                  </a:lnTo>
                  <a:lnTo>
                    <a:pt x="1517" y="3051"/>
                  </a:lnTo>
                  <a:lnTo>
                    <a:pt x="646" y="3051"/>
                  </a:lnTo>
                  <a:lnTo>
                    <a:pt x="646" y="2475"/>
                  </a:lnTo>
                  <a:close/>
                  <a:moveTo>
                    <a:pt x="19175" y="3713"/>
                  </a:moveTo>
                  <a:lnTo>
                    <a:pt x="19175" y="13596"/>
                  </a:lnTo>
                  <a:lnTo>
                    <a:pt x="646" y="13596"/>
                  </a:lnTo>
                  <a:lnTo>
                    <a:pt x="646" y="3713"/>
                  </a:lnTo>
                  <a:lnTo>
                    <a:pt x="942" y="3713"/>
                  </a:lnTo>
                  <a:lnTo>
                    <a:pt x="942" y="8942"/>
                  </a:lnTo>
                  <a:lnTo>
                    <a:pt x="18809" y="8942"/>
                  </a:lnTo>
                  <a:lnTo>
                    <a:pt x="18809" y="3713"/>
                  </a:lnTo>
                  <a:close/>
                  <a:moveTo>
                    <a:pt x="19175" y="14172"/>
                  </a:moveTo>
                  <a:lnTo>
                    <a:pt x="19175" y="14817"/>
                  </a:lnTo>
                  <a:lnTo>
                    <a:pt x="646" y="14817"/>
                  </a:lnTo>
                  <a:lnTo>
                    <a:pt x="646" y="14172"/>
                  </a:lnTo>
                  <a:close/>
                  <a:moveTo>
                    <a:pt x="6172" y="0"/>
                  </a:moveTo>
                  <a:lnTo>
                    <a:pt x="6172" y="1830"/>
                  </a:lnTo>
                  <a:lnTo>
                    <a:pt x="1" y="1830"/>
                  </a:lnTo>
                  <a:lnTo>
                    <a:pt x="1" y="15409"/>
                  </a:lnTo>
                  <a:lnTo>
                    <a:pt x="19750" y="15409"/>
                  </a:lnTo>
                  <a:lnTo>
                    <a:pt x="19750" y="14172"/>
                  </a:lnTo>
                  <a:lnTo>
                    <a:pt x="19750" y="13875"/>
                  </a:lnTo>
                  <a:lnTo>
                    <a:pt x="19750" y="1830"/>
                  </a:lnTo>
                  <a:lnTo>
                    <a:pt x="13580" y="1830"/>
                  </a:lnTo>
                  <a:lnTo>
                    <a:pt x="13580" y="0"/>
                  </a:lnTo>
                  <a:lnTo>
                    <a:pt x="12639" y="0"/>
                  </a:lnTo>
                  <a:lnTo>
                    <a:pt x="12639" y="593"/>
                  </a:lnTo>
                  <a:lnTo>
                    <a:pt x="12987" y="593"/>
                  </a:lnTo>
                  <a:lnTo>
                    <a:pt x="12987" y="1830"/>
                  </a:lnTo>
                  <a:lnTo>
                    <a:pt x="6817" y="1830"/>
                  </a:lnTo>
                  <a:lnTo>
                    <a:pt x="6817" y="593"/>
                  </a:lnTo>
                  <a:lnTo>
                    <a:pt x="7113" y="593"/>
                  </a:lnTo>
                  <a:lnTo>
                    <a:pt x="71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 name="Google Shape;1568;p50"/>
          <p:cNvGrpSpPr/>
          <p:nvPr/>
        </p:nvGrpSpPr>
        <p:grpSpPr>
          <a:xfrm>
            <a:off x="2611838" y="1348025"/>
            <a:ext cx="236225" cy="492000"/>
            <a:chOff x="2611838" y="1157525"/>
            <a:chExt cx="236225" cy="492000"/>
          </a:xfrm>
        </p:grpSpPr>
        <p:sp>
          <p:nvSpPr>
            <p:cNvPr id="1569" name="Google Shape;1569;p50"/>
            <p:cNvSpPr/>
            <p:nvPr/>
          </p:nvSpPr>
          <p:spPr>
            <a:xfrm>
              <a:off x="2619263" y="1166675"/>
              <a:ext cx="223125" cy="473700"/>
            </a:xfrm>
            <a:custGeom>
              <a:rect b="b" l="l" r="r" t="t"/>
              <a:pathLst>
                <a:path extrusionOk="0" h="18948" w="8925">
                  <a:moveTo>
                    <a:pt x="4428" y="0"/>
                  </a:moveTo>
                  <a:lnTo>
                    <a:pt x="1883" y="2685"/>
                  </a:lnTo>
                  <a:lnTo>
                    <a:pt x="0" y="7914"/>
                  </a:lnTo>
                  <a:lnTo>
                    <a:pt x="279" y="12847"/>
                  </a:lnTo>
                  <a:lnTo>
                    <a:pt x="1883" y="16264"/>
                  </a:lnTo>
                  <a:lnTo>
                    <a:pt x="4428" y="18948"/>
                  </a:lnTo>
                  <a:lnTo>
                    <a:pt x="7112" y="15967"/>
                  </a:lnTo>
                  <a:lnTo>
                    <a:pt x="8925" y="11034"/>
                  </a:lnTo>
                  <a:lnTo>
                    <a:pt x="8646" y="6380"/>
                  </a:lnTo>
                  <a:lnTo>
                    <a:pt x="7112" y="3051"/>
                  </a:lnTo>
                  <a:lnTo>
                    <a:pt x="44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0"/>
            <p:cNvSpPr/>
            <p:nvPr/>
          </p:nvSpPr>
          <p:spPr>
            <a:xfrm>
              <a:off x="2619263" y="1166675"/>
              <a:ext cx="110700" cy="473700"/>
            </a:xfrm>
            <a:custGeom>
              <a:rect b="b" l="l" r="r" t="t"/>
              <a:pathLst>
                <a:path extrusionOk="0" h="18948" w="4428">
                  <a:moveTo>
                    <a:pt x="4428" y="0"/>
                  </a:moveTo>
                  <a:lnTo>
                    <a:pt x="1883" y="2685"/>
                  </a:lnTo>
                  <a:lnTo>
                    <a:pt x="0" y="7914"/>
                  </a:lnTo>
                  <a:lnTo>
                    <a:pt x="279" y="12847"/>
                  </a:lnTo>
                  <a:lnTo>
                    <a:pt x="1883" y="16264"/>
                  </a:lnTo>
                  <a:lnTo>
                    <a:pt x="4428" y="18948"/>
                  </a:lnTo>
                  <a:lnTo>
                    <a:pt x="44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0"/>
            <p:cNvSpPr/>
            <p:nvPr/>
          </p:nvSpPr>
          <p:spPr>
            <a:xfrm>
              <a:off x="2666313" y="1565850"/>
              <a:ext cx="130775" cy="76275"/>
            </a:xfrm>
            <a:custGeom>
              <a:rect b="b" l="l" r="r" t="t"/>
              <a:pathLst>
                <a:path extrusionOk="0" h="3051" w="5231">
                  <a:moveTo>
                    <a:pt x="1" y="0"/>
                  </a:moveTo>
                  <a:lnTo>
                    <a:pt x="2406" y="3051"/>
                  </a:lnTo>
                  <a:lnTo>
                    <a:pt x="523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0"/>
            <p:cNvSpPr/>
            <p:nvPr/>
          </p:nvSpPr>
          <p:spPr>
            <a:xfrm>
              <a:off x="2666313" y="1164925"/>
              <a:ext cx="130775" cy="78025"/>
            </a:xfrm>
            <a:custGeom>
              <a:rect b="b" l="l" r="r" t="t"/>
              <a:pathLst>
                <a:path extrusionOk="0" h="3121" w="5231">
                  <a:moveTo>
                    <a:pt x="2406" y="1"/>
                  </a:moveTo>
                  <a:lnTo>
                    <a:pt x="1" y="3121"/>
                  </a:lnTo>
                  <a:lnTo>
                    <a:pt x="5230" y="3121"/>
                  </a:lnTo>
                  <a:lnTo>
                    <a:pt x="240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0"/>
            <p:cNvSpPr/>
            <p:nvPr/>
          </p:nvSpPr>
          <p:spPr>
            <a:xfrm>
              <a:off x="2611838" y="1157525"/>
              <a:ext cx="236225" cy="492000"/>
            </a:xfrm>
            <a:custGeom>
              <a:rect b="b" l="l" r="r" t="t"/>
              <a:pathLst>
                <a:path extrusionOk="0" h="19680" w="9449">
                  <a:moveTo>
                    <a:pt x="4725" y="802"/>
                  </a:moveTo>
                  <a:cubicBezTo>
                    <a:pt x="7339" y="3051"/>
                    <a:pt x="8786" y="6397"/>
                    <a:pt x="8786" y="9884"/>
                  </a:cubicBezTo>
                  <a:cubicBezTo>
                    <a:pt x="8786" y="13370"/>
                    <a:pt x="7339" y="16630"/>
                    <a:pt x="4725" y="18878"/>
                  </a:cubicBezTo>
                  <a:cubicBezTo>
                    <a:pt x="2110" y="16630"/>
                    <a:pt x="576" y="13370"/>
                    <a:pt x="576" y="9884"/>
                  </a:cubicBezTo>
                  <a:cubicBezTo>
                    <a:pt x="576" y="6397"/>
                    <a:pt x="2110" y="3051"/>
                    <a:pt x="4725" y="802"/>
                  </a:cubicBezTo>
                  <a:close/>
                  <a:moveTo>
                    <a:pt x="4725" y="0"/>
                  </a:moveTo>
                  <a:lnTo>
                    <a:pt x="4498" y="140"/>
                  </a:lnTo>
                  <a:cubicBezTo>
                    <a:pt x="1674" y="2545"/>
                    <a:pt x="1" y="6101"/>
                    <a:pt x="1" y="9884"/>
                  </a:cubicBezTo>
                  <a:cubicBezTo>
                    <a:pt x="1" y="13579"/>
                    <a:pt x="1674" y="17135"/>
                    <a:pt x="4498" y="19541"/>
                  </a:cubicBezTo>
                  <a:lnTo>
                    <a:pt x="4725" y="19680"/>
                  </a:lnTo>
                  <a:lnTo>
                    <a:pt x="4934" y="19541"/>
                  </a:lnTo>
                  <a:cubicBezTo>
                    <a:pt x="7775" y="17135"/>
                    <a:pt x="9448" y="13579"/>
                    <a:pt x="9448" y="9884"/>
                  </a:cubicBezTo>
                  <a:cubicBezTo>
                    <a:pt x="9448" y="6101"/>
                    <a:pt x="7775" y="2545"/>
                    <a:pt x="4934" y="140"/>
                  </a:cubicBezTo>
                  <a:lnTo>
                    <a:pt x="47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0"/>
            <p:cNvSpPr/>
            <p:nvPr/>
          </p:nvSpPr>
          <p:spPr>
            <a:xfrm>
              <a:off x="2684613" y="1233775"/>
              <a:ext cx="92425" cy="16150"/>
            </a:xfrm>
            <a:custGeom>
              <a:rect b="b" l="l" r="r" t="t"/>
              <a:pathLst>
                <a:path extrusionOk="0" h="646" w="3697">
                  <a:moveTo>
                    <a:pt x="1" y="1"/>
                  </a:moveTo>
                  <a:lnTo>
                    <a:pt x="1" y="646"/>
                  </a:lnTo>
                  <a:lnTo>
                    <a:pt x="3696" y="646"/>
                  </a:lnTo>
                  <a:lnTo>
                    <a:pt x="369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0"/>
            <p:cNvSpPr/>
            <p:nvPr/>
          </p:nvSpPr>
          <p:spPr>
            <a:xfrm>
              <a:off x="2684613" y="1557125"/>
              <a:ext cx="92425" cy="16150"/>
            </a:xfrm>
            <a:custGeom>
              <a:rect b="b" l="l" r="r" t="t"/>
              <a:pathLst>
                <a:path extrusionOk="0" h="646" w="3697">
                  <a:moveTo>
                    <a:pt x="1" y="1"/>
                  </a:moveTo>
                  <a:lnTo>
                    <a:pt x="1" y="646"/>
                  </a:lnTo>
                  <a:lnTo>
                    <a:pt x="3696" y="646"/>
                  </a:lnTo>
                  <a:lnTo>
                    <a:pt x="369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0"/>
            <p:cNvSpPr/>
            <p:nvPr/>
          </p:nvSpPr>
          <p:spPr>
            <a:xfrm>
              <a:off x="2706413" y="1288250"/>
              <a:ext cx="47075" cy="230550"/>
            </a:xfrm>
            <a:custGeom>
              <a:rect b="b" l="l" r="r" t="t"/>
              <a:pathLst>
                <a:path extrusionOk="0" h="9222" w="1883">
                  <a:moveTo>
                    <a:pt x="645" y="1"/>
                  </a:moveTo>
                  <a:lnTo>
                    <a:pt x="645" y="646"/>
                  </a:lnTo>
                  <a:lnTo>
                    <a:pt x="0" y="646"/>
                  </a:lnTo>
                  <a:lnTo>
                    <a:pt x="0" y="1238"/>
                  </a:lnTo>
                  <a:lnTo>
                    <a:pt x="645" y="1238"/>
                  </a:lnTo>
                  <a:lnTo>
                    <a:pt x="645" y="1813"/>
                  </a:lnTo>
                  <a:lnTo>
                    <a:pt x="0" y="1813"/>
                  </a:lnTo>
                  <a:lnTo>
                    <a:pt x="0" y="2476"/>
                  </a:lnTo>
                  <a:lnTo>
                    <a:pt x="645" y="2476"/>
                  </a:lnTo>
                  <a:lnTo>
                    <a:pt x="645" y="3051"/>
                  </a:lnTo>
                  <a:lnTo>
                    <a:pt x="0" y="3051"/>
                  </a:lnTo>
                  <a:lnTo>
                    <a:pt x="0" y="3696"/>
                  </a:lnTo>
                  <a:lnTo>
                    <a:pt x="645" y="3696"/>
                  </a:lnTo>
                  <a:lnTo>
                    <a:pt x="645" y="4289"/>
                  </a:lnTo>
                  <a:lnTo>
                    <a:pt x="0" y="4289"/>
                  </a:lnTo>
                  <a:lnTo>
                    <a:pt x="0" y="4934"/>
                  </a:lnTo>
                  <a:lnTo>
                    <a:pt x="645" y="4934"/>
                  </a:lnTo>
                  <a:lnTo>
                    <a:pt x="645" y="5526"/>
                  </a:lnTo>
                  <a:lnTo>
                    <a:pt x="0" y="5526"/>
                  </a:lnTo>
                  <a:lnTo>
                    <a:pt x="0" y="6171"/>
                  </a:lnTo>
                  <a:lnTo>
                    <a:pt x="645" y="6171"/>
                  </a:lnTo>
                  <a:lnTo>
                    <a:pt x="645" y="6746"/>
                  </a:lnTo>
                  <a:lnTo>
                    <a:pt x="0" y="6746"/>
                  </a:lnTo>
                  <a:lnTo>
                    <a:pt x="0" y="7409"/>
                  </a:lnTo>
                  <a:lnTo>
                    <a:pt x="645" y="7409"/>
                  </a:lnTo>
                  <a:lnTo>
                    <a:pt x="645" y="7984"/>
                  </a:lnTo>
                  <a:lnTo>
                    <a:pt x="0" y="7984"/>
                  </a:lnTo>
                  <a:lnTo>
                    <a:pt x="0" y="8646"/>
                  </a:lnTo>
                  <a:lnTo>
                    <a:pt x="645" y="8646"/>
                  </a:lnTo>
                  <a:lnTo>
                    <a:pt x="645" y="9222"/>
                  </a:lnTo>
                  <a:lnTo>
                    <a:pt x="1238" y="9222"/>
                  </a:lnTo>
                  <a:lnTo>
                    <a:pt x="1238" y="8646"/>
                  </a:lnTo>
                  <a:lnTo>
                    <a:pt x="1883" y="8646"/>
                  </a:lnTo>
                  <a:lnTo>
                    <a:pt x="1883" y="7984"/>
                  </a:lnTo>
                  <a:lnTo>
                    <a:pt x="1238" y="7984"/>
                  </a:lnTo>
                  <a:lnTo>
                    <a:pt x="1238" y="7409"/>
                  </a:lnTo>
                  <a:lnTo>
                    <a:pt x="1883" y="7409"/>
                  </a:lnTo>
                  <a:lnTo>
                    <a:pt x="1883" y="6746"/>
                  </a:lnTo>
                  <a:lnTo>
                    <a:pt x="1238" y="6746"/>
                  </a:lnTo>
                  <a:lnTo>
                    <a:pt x="1238" y="6171"/>
                  </a:lnTo>
                  <a:lnTo>
                    <a:pt x="1883" y="6171"/>
                  </a:lnTo>
                  <a:lnTo>
                    <a:pt x="1883" y="5526"/>
                  </a:lnTo>
                  <a:lnTo>
                    <a:pt x="1238" y="5526"/>
                  </a:lnTo>
                  <a:lnTo>
                    <a:pt x="1238" y="4934"/>
                  </a:lnTo>
                  <a:lnTo>
                    <a:pt x="1883" y="4934"/>
                  </a:lnTo>
                  <a:lnTo>
                    <a:pt x="1883" y="4289"/>
                  </a:lnTo>
                  <a:lnTo>
                    <a:pt x="1238" y="4289"/>
                  </a:lnTo>
                  <a:lnTo>
                    <a:pt x="1238" y="3696"/>
                  </a:lnTo>
                  <a:lnTo>
                    <a:pt x="1883" y="3696"/>
                  </a:lnTo>
                  <a:lnTo>
                    <a:pt x="1883" y="3051"/>
                  </a:lnTo>
                  <a:lnTo>
                    <a:pt x="1238" y="3051"/>
                  </a:lnTo>
                  <a:lnTo>
                    <a:pt x="1238" y="2476"/>
                  </a:lnTo>
                  <a:lnTo>
                    <a:pt x="1883" y="2476"/>
                  </a:lnTo>
                  <a:lnTo>
                    <a:pt x="1883" y="1813"/>
                  </a:lnTo>
                  <a:lnTo>
                    <a:pt x="1238" y="1813"/>
                  </a:lnTo>
                  <a:lnTo>
                    <a:pt x="1238" y="1238"/>
                  </a:lnTo>
                  <a:lnTo>
                    <a:pt x="1883" y="1238"/>
                  </a:lnTo>
                  <a:lnTo>
                    <a:pt x="1883" y="646"/>
                  </a:lnTo>
                  <a:lnTo>
                    <a:pt x="1238" y="646"/>
                  </a:lnTo>
                  <a:lnTo>
                    <a:pt x="12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 name="Google Shape;1577;p50"/>
          <p:cNvGrpSpPr/>
          <p:nvPr/>
        </p:nvGrpSpPr>
        <p:grpSpPr>
          <a:xfrm>
            <a:off x="2482863" y="2026825"/>
            <a:ext cx="492000" cy="492025"/>
            <a:chOff x="2482863" y="1883950"/>
            <a:chExt cx="492000" cy="492025"/>
          </a:xfrm>
        </p:grpSpPr>
        <p:sp>
          <p:nvSpPr>
            <p:cNvPr id="1578" name="Google Shape;1578;p50"/>
            <p:cNvSpPr/>
            <p:nvPr/>
          </p:nvSpPr>
          <p:spPr>
            <a:xfrm>
              <a:off x="2651938" y="2261350"/>
              <a:ext cx="47075" cy="21800"/>
            </a:xfrm>
            <a:custGeom>
              <a:rect b="b" l="l" r="r" t="t"/>
              <a:pathLst>
                <a:path extrusionOk="0" h="872" w="1883">
                  <a:moveTo>
                    <a:pt x="0" y="0"/>
                  </a:moveTo>
                  <a:lnTo>
                    <a:pt x="0" y="872"/>
                  </a:lnTo>
                  <a:lnTo>
                    <a:pt x="1883" y="872"/>
                  </a:lnTo>
                  <a:lnTo>
                    <a:pt x="18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0"/>
            <p:cNvSpPr/>
            <p:nvPr/>
          </p:nvSpPr>
          <p:spPr>
            <a:xfrm>
              <a:off x="2492013" y="1952825"/>
              <a:ext cx="475900" cy="239700"/>
            </a:xfrm>
            <a:custGeom>
              <a:rect b="b" l="l" r="r" t="t"/>
              <a:pathLst>
                <a:path extrusionOk="0" h="9588" w="19036">
                  <a:moveTo>
                    <a:pt x="0" y="0"/>
                  </a:moveTo>
                  <a:lnTo>
                    <a:pt x="0" y="9587"/>
                  </a:lnTo>
                  <a:lnTo>
                    <a:pt x="19035" y="9587"/>
                  </a:lnTo>
                  <a:lnTo>
                    <a:pt x="190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0"/>
            <p:cNvSpPr/>
            <p:nvPr/>
          </p:nvSpPr>
          <p:spPr>
            <a:xfrm>
              <a:off x="2606613" y="2175925"/>
              <a:ext cx="246675" cy="30975"/>
            </a:xfrm>
            <a:custGeom>
              <a:rect b="b" l="l" r="r" t="t"/>
              <a:pathLst>
                <a:path extrusionOk="0" h="1239" w="9867">
                  <a:moveTo>
                    <a:pt x="1" y="1"/>
                  </a:moveTo>
                  <a:lnTo>
                    <a:pt x="1" y="1238"/>
                  </a:lnTo>
                  <a:lnTo>
                    <a:pt x="9867" y="1238"/>
                  </a:lnTo>
                  <a:lnTo>
                    <a:pt x="986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0"/>
            <p:cNvSpPr/>
            <p:nvPr/>
          </p:nvSpPr>
          <p:spPr>
            <a:xfrm>
              <a:off x="2637113" y="2023400"/>
              <a:ext cx="185250" cy="111150"/>
            </a:xfrm>
            <a:custGeom>
              <a:rect b="b" l="l" r="r" t="t"/>
              <a:pathLst>
                <a:path extrusionOk="0" h="4446" w="7410">
                  <a:moveTo>
                    <a:pt x="1" y="1"/>
                  </a:moveTo>
                  <a:lnTo>
                    <a:pt x="1" y="594"/>
                  </a:lnTo>
                  <a:lnTo>
                    <a:pt x="733" y="594"/>
                  </a:lnTo>
                  <a:lnTo>
                    <a:pt x="1831" y="4446"/>
                  </a:lnTo>
                  <a:lnTo>
                    <a:pt x="2981" y="594"/>
                  </a:lnTo>
                  <a:lnTo>
                    <a:pt x="7409" y="594"/>
                  </a:lnTo>
                  <a:lnTo>
                    <a:pt x="7409" y="1"/>
                  </a:lnTo>
                  <a:lnTo>
                    <a:pt x="2546" y="1"/>
                  </a:lnTo>
                  <a:lnTo>
                    <a:pt x="1831" y="2337"/>
                  </a:lnTo>
                  <a:lnTo>
                    <a:pt x="11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0"/>
            <p:cNvSpPr/>
            <p:nvPr/>
          </p:nvSpPr>
          <p:spPr>
            <a:xfrm>
              <a:off x="2729938" y="2058275"/>
              <a:ext cx="57975" cy="59725"/>
            </a:xfrm>
            <a:custGeom>
              <a:rect b="b" l="l" r="r" t="t"/>
              <a:pathLst>
                <a:path extrusionOk="0" h="2389" w="2319">
                  <a:moveTo>
                    <a:pt x="367" y="0"/>
                  </a:moveTo>
                  <a:lnTo>
                    <a:pt x="1" y="436"/>
                  </a:lnTo>
                  <a:lnTo>
                    <a:pt x="733" y="1151"/>
                  </a:lnTo>
                  <a:lnTo>
                    <a:pt x="1" y="1953"/>
                  </a:lnTo>
                  <a:lnTo>
                    <a:pt x="367" y="2388"/>
                  </a:lnTo>
                  <a:lnTo>
                    <a:pt x="1168" y="1587"/>
                  </a:lnTo>
                  <a:lnTo>
                    <a:pt x="1953" y="2388"/>
                  </a:lnTo>
                  <a:lnTo>
                    <a:pt x="2319" y="1953"/>
                  </a:lnTo>
                  <a:lnTo>
                    <a:pt x="1604" y="1151"/>
                  </a:lnTo>
                  <a:lnTo>
                    <a:pt x="2319" y="436"/>
                  </a:lnTo>
                  <a:lnTo>
                    <a:pt x="1953" y="0"/>
                  </a:lnTo>
                  <a:lnTo>
                    <a:pt x="1168" y="785"/>
                  </a:lnTo>
                  <a:lnTo>
                    <a:pt x="36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0"/>
            <p:cNvSpPr/>
            <p:nvPr/>
          </p:nvSpPr>
          <p:spPr>
            <a:xfrm>
              <a:off x="2586563" y="2168950"/>
              <a:ext cx="285025" cy="207025"/>
            </a:xfrm>
            <a:custGeom>
              <a:rect b="b" l="l" r="r" t="t"/>
              <a:pathLst>
                <a:path extrusionOk="0" h="8281" w="11401">
                  <a:moveTo>
                    <a:pt x="10303" y="576"/>
                  </a:moveTo>
                  <a:lnTo>
                    <a:pt x="10303" y="1238"/>
                  </a:lnTo>
                  <a:lnTo>
                    <a:pt x="1081" y="1238"/>
                  </a:lnTo>
                  <a:lnTo>
                    <a:pt x="1081" y="576"/>
                  </a:lnTo>
                  <a:close/>
                  <a:moveTo>
                    <a:pt x="9222" y="1814"/>
                  </a:moveTo>
                  <a:lnTo>
                    <a:pt x="9588" y="4289"/>
                  </a:lnTo>
                  <a:lnTo>
                    <a:pt x="1814" y="4289"/>
                  </a:lnTo>
                  <a:lnTo>
                    <a:pt x="2249" y="1814"/>
                  </a:lnTo>
                  <a:close/>
                  <a:moveTo>
                    <a:pt x="506" y="1"/>
                  </a:moveTo>
                  <a:lnTo>
                    <a:pt x="506" y="1814"/>
                  </a:lnTo>
                  <a:lnTo>
                    <a:pt x="1587" y="1814"/>
                  </a:lnTo>
                  <a:lnTo>
                    <a:pt x="715" y="7688"/>
                  </a:lnTo>
                  <a:lnTo>
                    <a:pt x="1" y="7688"/>
                  </a:lnTo>
                  <a:lnTo>
                    <a:pt x="1" y="8281"/>
                  </a:lnTo>
                  <a:lnTo>
                    <a:pt x="1883" y="8281"/>
                  </a:lnTo>
                  <a:lnTo>
                    <a:pt x="1883" y="7688"/>
                  </a:lnTo>
                  <a:lnTo>
                    <a:pt x="1308" y="7688"/>
                  </a:lnTo>
                  <a:lnTo>
                    <a:pt x="1744" y="4934"/>
                  </a:lnTo>
                  <a:lnTo>
                    <a:pt x="9727" y="4934"/>
                  </a:lnTo>
                  <a:lnTo>
                    <a:pt x="10163" y="7688"/>
                  </a:lnTo>
                  <a:lnTo>
                    <a:pt x="9588" y="7688"/>
                  </a:lnTo>
                  <a:lnTo>
                    <a:pt x="9588" y="8281"/>
                  </a:lnTo>
                  <a:lnTo>
                    <a:pt x="11401" y="8281"/>
                  </a:lnTo>
                  <a:lnTo>
                    <a:pt x="11401" y="7688"/>
                  </a:lnTo>
                  <a:lnTo>
                    <a:pt x="10738" y="7688"/>
                  </a:lnTo>
                  <a:lnTo>
                    <a:pt x="9797" y="1814"/>
                  </a:lnTo>
                  <a:lnTo>
                    <a:pt x="10965" y="1814"/>
                  </a:lnTo>
                  <a:lnTo>
                    <a:pt x="1096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0"/>
            <p:cNvSpPr/>
            <p:nvPr/>
          </p:nvSpPr>
          <p:spPr>
            <a:xfrm>
              <a:off x="2668063" y="2237800"/>
              <a:ext cx="14850" cy="23575"/>
            </a:xfrm>
            <a:custGeom>
              <a:rect b="b" l="l" r="r" t="t"/>
              <a:pathLst>
                <a:path extrusionOk="0" h="943" w="594">
                  <a:moveTo>
                    <a:pt x="0" y="1"/>
                  </a:moveTo>
                  <a:lnTo>
                    <a:pt x="0" y="942"/>
                  </a:lnTo>
                  <a:lnTo>
                    <a:pt x="593" y="942"/>
                  </a:lnTo>
                  <a:lnTo>
                    <a:pt x="5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0"/>
            <p:cNvSpPr/>
            <p:nvPr/>
          </p:nvSpPr>
          <p:spPr>
            <a:xfrm>
              <a:off x="2737338" y="2254375"/>
              <a:ext cx="37950" cy="14400"/>
            </a:xfrm>
            <a:custGeom>
              <a:rect b="b" l="l" r="r" t="t"/>
              <a:pathLst>
                <a:path extrusionOk="0" h="576" w="1518">
                  <a:moveTo>
                    <a:pt x="1" y="0"/>
                  </a:moveTo>
                  <a:lnTo>
                    <a:pt x="1" y="576"/>
                  </a:lnTo>
                  <a:lnTo>
                    <a:pt x="1517" y="576"/>
                  </a:lnTo>
                  <a:lnTo>
                    <a:pt x="15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0"/>
            <p:cNvSpPr/>
            <p:nvPr/>
          </p:nvSpPr>
          <p:spPr>
            <a:xfrm>
              <a:off x="2482863" y="1883950"/>
              <a:ext cx="492000" cy="315975"/>
            </a:xfrm>
            <a:custGeom>
              <a:rect b="b" l="l" r="r" t="t"/>
              <a:pathLst>
                <a:path extrusionOk="0" h="12639" w="19680">
                  <a:moveTo>
                    <a:pt x="11487" y="1517"/>
                  </a:moveTo>
                  <a:lnTo>
                    <a:pt x="11627" y="2459"/>
                  </a:lnTo>
                  <a:lnTo>
                    <a:pt x="8071" y="2459"/>
                  </a:lnTo>
                  <a:lnTo>
                    <a:pt x="8210" y="1517"/>
                  </a:lnTo>
                  <a:close/>
                  <a:moveTo>
                    <a:pt x="7844" y="1"/>
                  </a:moveTo>
                  <a:lnTo>
                    <a:pt x="7478" y="2459"/>
                  </a:lnTo>
                  <a:lnTo>
                    <a:pt x="0" y="2459"/>
                  </a:lnTo>
                  <a:lnTo>
                    <a:pt x="0" y="12638"/>
                  </a:lnTo>
                  <a:lnTo>
                    <a:pt x="4358" y="12638"/>
                  </a:lnTo>
                  <a:lnTo>
                    <a:pt x="4358" y="12046"/>
                  </a:lnTo>
                  <a:lnTo>
                    <a:pt x="662" y="12046"/>
                  </a:lnTo>
                  <a:lnTo>
                    <a:pt x="662" y="3121"/>
                  </a:lnTo>
                  <a:lnTo>
                    <a:pt x="19105" y="3121"/>
                  </a:lnTo>
                  <a:lnTo>
                    <a:pt x="19105" y="12046"/>
                  </a:lnTo>
                  <a:lnTo>
                    <a:pt x="15409" y="12046"/>
                  </a:lnTo>
                  <a:lnTo>
                    <a:pt x="15409" y="12638"/>
                  </a:lnTo>
                  <a:lnTo>
                    <a:pt x="19680" y="12638"/>
                  </a:lnTo>
                  <a:lnTo>
                    <a:pt x="19680" y="2459"/>
                  </a:lnTo>
                  <a:lnTo>
                    <a:pt x="12272" y="2459"/>
                  </a:lnTo>
                  <a:lnTo>
                    <a:pt x="11836" y="1"/>
                  </a:lnTo>
                  <a:lnTo>
                    <a:pt x="11261" y="71"/>
                  </a:lnTo>
                  <a:lnTo>
                    <a:pt x="11400" y="942"/>
                  </a:lnTo>
                  <a:lnTo>
                    <a:pt x="8350" y="942"/>
                  </a:lnTo>
                  <a:lnTo>
                    <a:pt x="8507" y="71"/>
                  </a:lnTo>
                  <a:lnTo>
                    <a:pt x="78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 name="Google Shape;1587;p50"/>
          <p:cNvGrpSpPr/>
          <p:nvPr/>
        </p:nvGrpSpPr>
        <p:grpSpPr>
          <a:xfrm>
            <a:off x="2482863" y="2703475"/>
            <a:ext cx="494200" cy="493750"/>
            <a:chOff x="2482863" y="2608225"/>
            <a:chExt cx="494200" cy="493750"/>
          </a:xfrm>
        </p:grpSpPr>
        <p:sp>
          <p:nvSpPr>
            <p:cNvPr id="1588" name="Google Shape;1588;p50"/>
            <p:cNvSpPr/>
            <p:nvPr/>
          </p:nvSpPr>
          <p:spPr>
            <a:xfrm>
              <a:off x="2915138" y="2802575"/>
              <a:ext cx="61925" cy="23550"/>
            </a:xfrm>
            <a:custGeom>
              <a:rect b="b" l="l" r="r" t="t"/>
              <a:pathLst>
                <a:path extrusionOk="0" h="942" w="2477">
                  <a:moveTo>
                    <a:pt x="1" y="1"/>
                  </a:moveTo>
                  <a:lnTo>
                    <a:pt x="1" y="942"/>
                  </a:lnTo>
                  <a:lnTo>
                    <a:pt x="2476" y="942"/>
                  </a:lnTo>
                  <a:lnTo>
                    <a:pt x="2476" y="1"/>
                  </a:lnTo>
                  <a:close/>
                </a:path>
              </a:pathLst>
            </a:custGeom>
            <a:solidFill>
              <a:srgbClr val="A4C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0"/>
            <p:cNvSpPr/>
            <p:nvPr/>
          </p:nvSpPr>
          <p:spPr>
            <a:xfrm>
              <a:off x="2875063" y="2639175"/>
              <a:ext cx="47525" cy="92400"/>
            </a:xfrm>
            <a:custGeom>
              <a:rect b="b" l="l" r="r" t="t"/>
              <a:pathLst>
                <a:path extrusionOk="0" h="3696" w="1901">
                  <a:moveTo>
                    <a:pt x="663" y="0"/>
                  </a:moveTo>
                  <a:cubicBezTo>
                    <a:pt x="297" y="0"/>
                    <a:pt x="0" y="296"/>
                    <a:pt x="0" y="645"/>
                  </a:cubicBezTo>
                  <a:lnTo>
                    <a:pt x="0" y="3190"/>
                  </a:lnTo>
                  <a:cubicBezTo>
                    <a:pt x="0" y="3486"/>
                    <a:pt x="297" y="3695"/>
                    <a:pt x="593" y="3695"/>
                  </a:cubicBezTo>
                  <a:lnTo>
                    <a:pt x="1377" y="3695"/>
                  </a:lnTo>
                  <a:cubicBezTo>
                    <a:pt x="1674" y="3695"/>
                    <a:pt x="1900" y="3486"/>
                    <a:pt x="1900" y="3190"/>
                  </a:cubicBezTo>
                  <a:lnTo>
                    <a:pt x="1900" y="645"/>
                  </a:lnTo>
                  <a:cubicBezTo>
                    <a:pt x="1900" y="296"/>
                    <a:pt x="1604" y="0"/>
                    <a:pt x="12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0"/>
            <p:cNvSpPr/>
            <p:nvPr/>
          </p:nvSpPr>
          <p:spPr>
            <a:xfrm>
              <a:off x="2506388" y="2748100"/>
              <a:ext cx="30950" cy="76300"/>
            </a:xfrm>
            <a:custGeom>
              <a:rect b="b" l="l" r="r" t="t"/>
              <a:pathLst>
                <a:path extrusionOk="0" h="3052" w="1238">
                  <a:moveTo>
                    <a:pt x="0" y="1"/>
                  </a:moveTo>
                  <a:lnTo>
                    <a:pt x="0" y="3051"/>
                  </a:lnTo>
                  <a:lnTo>
                    <a:pt x="1238" y="3051"/>
                  </a:lnTo>
                  <a:lnTo>
                    <a:pt x="123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0"/>
            <p:cNvSpPr/>
            <p:nvPr/>
          </p:nvSpPr>
          <p:spPr>
            <a:xfrm>
              <a:off x="2568263" y="2731550"/>
              <a:ext cx="30975" cy="92850"/>
            </a:xfrm>
            <a:custGeom>
              <a:rect b="b" l="l" r="r" t="t"/>
              <a:pathLst>
                <a:path extrusionOk="0" h="3714" w="1239">
                  <a:moveTo>
                    <a:pt x="1" y="0"/>
                  </a:moveTo>
                  <a:lnTo>
                    <a:pt x="1" y="3713"/>
                  </a:lnTo>
                  <a:lnTo>
                    <a:pt x="1238" y="3713"/>
                  </a:lnTo>
                  <a:lnTo>
                    <a:pt x="123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0"/>
            <p:cNvSpPr/>
            <p:nvPr/>
          </p:nvSpPr>
          <p:spPr>
            <a:xfrm>
              <a:off x="2537338" y="2717175"/>
              <a:ext cx="30950" cy="107225"/>
            </a:xfrm>
            <a:custGeom>
              <a:rect b="b" l="l" r="r" t="t"/>
              <a:pathLst>
                <a:path extrusionOk="0" h="4289" w="1238">
                  <a:moveTo>
                    <a:pt x="0" y="0"/>
                  </a:moveTo>
                  <a:lnTo>
                    <a:pt x="0" y="4288"/>
                  </a:lnTo>
                  <a:lnTo>
                    <a:pt x="1238" y="4288"/>
                  </a:lnTo>
                  <a:lnTo>
                    <a:pt x="12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0"/>
            <p:cNvSpPr/>
            <p:nvPr/>
          </p:nvSpPr>
          <p:spPr>
            <a:xfrm>
              <a:off x="2637113" y="2864450"/>
              <a:ext cx="185250" cy="28800"/>
            </a:xfrm>
            <a:custGeom>
              <a:rect b="b" l="l" r="r" t="t"/>
              <a:pathLst>
                <a:path extrusionOk="0" h="1152" w="7410">
                  <a:moveTo>
                    <a:pt x="1" y="1"/>
                  </a:moveTo>
                  <a:lnTo>
                    <a:pt x="1" y="1151"/>
                  </a:lnTo>
                  <a:lnTo>
                    <a:pt x="7409" y="1151"/>
                  </a:lnTo>
                  <a:lnTo>
                    <a:pt x="740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0"/>
            <p:cNvSpPr/>
            <p:nvPr/>
          </p:nvSpPr>
          <p:spPr>
            <a:xfrm>
              <a:off x="2637113" y="2670100"/>
              <a:ext cx="185250" cy="146875"/>
            </a:xfrm>
            <a:custGeom>
              <a:rect b="b" l="l" r="r" t="t"/>
              <a:pathLst>
                <a:path extrusionOk="0" h="5875" w="7410">
                  <a:moveTo>
                    <a:pt x="1" y="1"/>
                  </a:moveTo>
                  <a:lnTo>
                    <a:pt x="1" y="5875"/>
                  </a:lnTo>
                  <a:lnTo>
                    <a:pt x="7409" y="5875"/>
                  </a:lnTo>
                  <a:lnTo>
                    <a:pt x="740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0"/>
            <p:cNvSpPr/>
            <p:nvPr/>
          </p:nvSpPr>
          <p:spPr>
            <a:xfrm>
              <a:off x="2637113" y="2670100"/>
              <a:ext cx="185250" cy="30975"/>
            </a:xfrm>
            <a:custGeom>
              <a:rect b="b" l="l" r="r" t="t"/>
              <a:pathLst>
                <a:path extrusionOk="0" h="1239" w="7410">
                  <a:moveTo>
                    <a:pt x="1" y="1"/>
                  </a:moveTo>
                  <a:lnTo>
                    <a:pt x="1" y="1238"/>
                  </a:lnTo>
                  <a:lnTo>
                    <a:pt x="7409" y="1238"/>
                  </a:lnTo>
                  <a:lnTo>
                    <a:pt x="74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0"/>
            <p:cNvSpPr/>
            <p:nvPr/>
          </p:nvSpPr>
          <p:spPr>
            <a:xfrm>
              <a:off x="2606613" y="2947700"/>
              <a:ext cx="246675" cy="30950"/>
            </a:xfrm>
            <a:custGeom>
              <a:rect b="b" l="l" r="r" t="t"/>
              <a:pathLst>
                <a:path extrusionOk="0" h="1238" w="9867">
                  <a:moveTo>
                    <a:pt x="1" y="0"/>
                  </a:moveTo>
                  <a:lnTo>
                    <a:pt x="1" y="1238"/>
                  </a:lnTo>
                  <a:lnTo>
                    <a:pt x="9867" y="1238"/>
                  </a:lnTo>
                  <a:lnTo>
                    <a:pt x="986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0"/>
            <p:cNvSpPr/>
            <p:nvPr/>
          </p:nvSpPr>
          <p:spPr>
            <a:xfrm>
              <a:off x="2490263" y="2824375"/>
              <a:ext cx="477650" cy="40100"/>
            </a:xfrm>
            <a:custGeom>
              <a:rect b="b" l="l" r="r" t="t"/>
              <a:pathLst>
                <a:path extrusionOk="0" h="1604" w="19106">
                  <a:moveTo>
                    <a:pt x="0" y="0"/>
                  </a:moveTo>
                  <a:lnTo>
                    <a:pt x="0" y="1604"/>
                  </a:lnTo>
                  <a:lnTo>
                    <a:pt x="19105" y="1604"/>
                  </a:lnTo>
                  <a:lnTo>
                    <a:pt x="19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0"/>
            <p:cNvSpPr/>
            <p:nvPr/>
          </p:nvSpPr>
          <p:spPr>
            <a:xfrm>
              <a:off x="2490263" y="2824375"/>
              <a:ext cx="185225" cy="40100"/>
            </a:xfrm>
            <a:custGeom>
              <a:rect b="b" l="l" r="r" t="t"/>
              <a:pathLst>
                <a:path extrusionOk="0" h="1604" w="7409">
                  <a:moveTo>
                    <a:pt x="0" y="0"/>
                  </a:moveTo>
                  <a:lnTo>
                    <a:pt x="0" y="1604"/>
                  </a:lnTo>
                  <a:lnTo>
                    <a:pt x="7409" y="1604"/>
                  </a:lnTo>
                  <a:lnTo>
                    <a:pt x="74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0"/>
            <p:cNvSpPr/>
            <p:nvPr/>
          </p:nvSpPr>
          <p:spPr>
            <a:xfrm>
              <a:off x="2637113" y="2631750"/>
              <a:ext cx="185250" cy="23550"/>
            </a:xfrm>
            <a:custGeom>
              <a:rect b="b" l="l" r="r" t="t"/>
              <a:pathLst>
                <a:path extrusionOk="0" h="942" w="7410">
                  <a:moveTo>
                    <a:pt x="1" y="1"/>
                  </a:moveTo>
                  <a:lnTo>
                    <a:pt x="1" y="942"/>
                  </a:lnTo>
                  <a:lnTo>
                    <a:pt x="593" y="942"/>
                  </a:lnTo>
                  <a:lnTo>
                    <a:pt x="593" y="663"/>
                  </a:lnTo>
                  <a:lnTo>
                    <a:pt x="6764" y="663"/>
                  </a:lnTo>
                  <a:lnTo>
                    <a:pt x="6764" y="942"/>
                  </a:lnTo>
                  <a:lnTo>
                    <a:pt x="7409" y="942"/>
                  </a:lnTo>
                  <a:lnTo>
                    <a:pt x="740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0"/>
            <p:cNvSpPr/>
            <p:nvPr/>
          </p:nvSpPr>
          <p:spPr>
            <a:xfrm>
              <a:off x="2630138" y="2878850"/>
              <a:ext cx="199625" cy="23550"/>
            </a:xfrm>
            <a:custGeom>
              <a:rect b="b" l="l" r="r" t="t"/>
              <a:pathLst>
                <a:path extrusionOk="0" h="942" w="7985">
                  <a:moveTo>
                    <a:pt x="1" y="0"/>
                  </a:moveTo>
                  <a:lnTo>
                    <a:pt x="1" y="941"/>
                  </a:lnTo>
                  <a:lnTo>
                    <a:pt x="7984" y="941"/>
                  </a:lnTo>
                  <a:lnTo>
                    <a:pt x="7984" y="0"/>
                  </a:lnTo>
                  <a:lnTo>
                    <a:pt x="7409" y="0"/>
                  </a:lnTo>
                  <a:lnTo>
                    <a:pt x="7409" y="296"/>
                  </a:lnTo>
                  <a:lnTo>
                    <a:pt x="576" y="296"/>
                  </a:lnTo>
                  <a:lnTo>
                    <a:pt x="5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0"/>
            <p:cNvSpPr/>
            <p:nvPr/>
          </p:nvSpPr>
          <p:spPr>
            <a:xfrm>
              <a:off x="2651938" y="2909775"/>
              <a:ext cx="16150" cy="23575"/>
            </a:xfrm>
            <a:custGeom>
              <a:rect b="b" l="l" r="r" t="t"/>
              <a:pathLst>
                <a:path extrusionOk="0" h="943" w="646">
                  <a:moveTo>
                    <a:pt x="0" y="1"/>
                  </a:moveTo>
                  <a:lnTo>
                    <a:pt x="0" y="942"/>
                  </a:lnTo>
                  <a:lnTo>
                    <a:pt x="645" y="942"/>
                  </a:lnTo>
                  <a:lnTo>
                    <a:pt x="6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0"/>
            <p:cNvSpPr/>
            <p:nvPr/>
          </p:nvSpPr>
          <p:spPr>
            <a:xfrm>
              <a:off x="2791813" y="2909775"/>
              <a:ext cx="14425" cy="23575"/>
            </a:xfrm>
            <a:custGeom>
              <a:rect b="b" l="l" r="r" t="t"/>
              <a:pathLst>
                <a:path extrusionOk="0" h="943" w="577">
                  <a:moveTo>
                    <a:pt x="1" y="1"/>
                  </a:moveTo>
                  <a:lnTo>
                    <a:pt x="1" y="942"/>
                  </a:lnTo>
                  <a:lnTo>
                    <a:pt x="576" y="942"/>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0"/>
            <p:cNvSpPr/>
            <p:nvPr/>
          </p:nvSpPr>
          <p:spPr>
            <a:xfrm>
              <a:off x="2599213" y="2940725"/>
              <a:ext cx="261475" cy="45350"/>
            </a:xfrm>
            <a:custGeom>
              <a:rect b="b" l="l" r="r" t="t"/>
              <a:pathLst>
                <a:path extrusionOk="0" h="1814" w="10459">
                  <a:moveTo>
                    <a:pt x="9884" y="576"/>
                  </a:moveTo>
                  <a:lnTo>
                    <a:pt x="9884" y="1221"/>
                  </a:lnTo>
                  <a:lnTo>
                    <a:pt x="575" y="1221"/>
                  </a:lnTo>
                  <a:lnTo>
                    <a:pt x="575" y="576"/>
                  </a:lnTo>
                  <a:close/>
                  <a:moveTo>
                    <a:pt x="0" y="0"/>
                  </a:moveTo>
                  <a:lnTo>
                    <a:pt x="0" y="1813"/>
                  </a:lnTo>
                  <a:lnTo>
                    <a:pt x="10459" y="1813"/>
                  </a:lnTo>
                  <a:lnTo>
                    <a:pt x="104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0"/>
            <p:cNvSpPr/>
            <p:nvPr/>
          </p:nvSpPr>
          <p:spPr>
            <a:xfrm>
              <a:off x="2482863" y="2878850"/>
              <a:ext cx="30950" cy="223125"/>
            </a:xfrm>
            <a:custGeom>
              <a:rect b="b" l="l" r="r" t="t"/>
              <a:pathLst>
                <a:path extrusionOk="0" h="8925" w="1238">
                  <a:moveTo>
                    <a:pt x="296" y="0"/>
                  </a:moveTo>
                  <a:lnTo>
                    <a:pt x="296" y="8350"/>
                  </a:lnTo>
                  <a:lnTo>
                    <a:pt x="0" y="8350"/>
                  </a:lnTo>
                  <a:lnTo>
                    <a:pt x="0" y="8925"/>
                  </a:lnTo>
                  <a:lnTo>
                    <a:pt x="1238" y="8925"/>
                  </a:lnTo>
                  <a:lnTo>
                    <a:pt x="1238" y="8350"/>
                  </a:lnTo>
                  <a:lnTo>
                    <a:pt x="941" y="8350"/>
                  </a:lnTo>
                  <a:lnTo>
                    <a:pt x="94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0"/>
            <p:cNvSpPr/>
            <p:nvPr/>
          </p:nvSpPr>
          <p:spPr>
            <a:xfrm>
              <a:off x="2946088" y="2878850"/>
              <a:ext cx="30975" cy="223125"/>
            </a:xfrm>
            <a:custGeom>
              <a:rect b="b" l="l" r="r" t="t"/>
              <a:pathLst>
                <a:path extrusionOk="0" h="8925" w="1239">
                  <a:moveTo>
                    <a:pt x="279" y="0"/>
                  </a:moveTo>
                  <a:lnTo>
                    <a:pt x="279" y="8350"/>
                  </a:lnTo>
                  <a:lnTo>
                    <a:pt x="0" y="8350"/>
                  </a:lnTo>
                  <a:lnTo>
                    <a:pt x="0" y="8925"/>
                  </a:lnTo>
                  <a:lnTo>
                    <a:pt x="1238" y="8925"/>
                  </a:lnTo>
                  <a:lnTo>
                    <a:pt x="1238" y="8350"/>
                  </a:lnTo>
                  <a:lnTo>
                    <a:pt x="872" y="8350"/>
                  </a:lnTo>
                  <a:lnTo>
                    <a:pt x="8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0"/>
            <p:cNvSpPr/>
            <p:nvPr/>
          </p:nvSpPr>
          <p:spPr>
            <a:xfrm>
              <a:off x="2606613" y="2995200"/>
              <a:ext cx="30525" cy="106775"/>
            </a:xfrm>
            <a:custGeom>
              <a:rect b="b" l="l" r="r" t="t"/>
              <a:pathLst>
                <a:path extrusionOk="0" h="4271" w="1221">
                  <a:moveTo>
                    <a:pt x="279" y="0"/>
                  </a:moveTo>
                  <a:lnTo>
                    <a:pt x="279" y="3696"/>
                  </a:lnTo>
                  <a:lnTo>
                    <a:pt x="1" y="3696"/>
                  </a:lnTo>
                  <a:lnTo>
                    <a:pt x="1" y="4271"/>
                  </a:lnTo>
                  <a:lnTo>
                    <a:pt x="1221" y="4271"/>
                  </a:lnTo>
                  <a:lnTo>
                    <a:pt x="1221" y="3696"/>
                  </a:lnTo>
                  <a:lnTo>
                    <a:pt x="942" y="3696"/>
                  </a:lnTo>
                  <a:lnTo>
                    <a:pt x="9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0"/>
            <p:cNvSpPr/>
            <p:nvPr/>
          </p:nvSpPr>
          <p:spPr>
            <a:xfrm>
              <a:off x="2822338" y="2995200"/>
              <a:ext cx="30950" cy="106775"/>
            </a:xfrm>
            <a:custGeom>
              <a:rect b="b" l="l" r="r" t="t"/>
              <a:pathLst>
                <a:path extrusionOk="0" h="4271" w="1238">
                  <a:moveTo>
                    <a:pt x="296" y="0"/>
                  </a:moveTo>
                  <a:lnTo>
                    <a:pt x="296" y="3696"/>
                  </a:lnTo>
                  <a:lnTo>
                    <a:pt x="0" y="3696"/>
                  </a:lnTo>
                  <a:lnTo>
                    <a:pt x="0" y="4271"/>
                  </a:lnTo>
                  <a:lnTo>
                    <a:pt x="1238" y="4271"/>
                  </a:lnTo>
                  <a:lnTo>
                    <a:pt x="1238" y="3696"/>
                  </a:lnTo>
                  <a:lnTo>
                    <a:pt x="872" y="3696"/>
                  </a:lnTo>
                  <a:lnTo>
                    <a:pt x="8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0"/>
            <p:cNvSpPr/>
            <p:nvPr/>
          </p:nvSpPr>
          <p:spPr>
            <a:xfrm>
              <a:off x="2642788" y="2995200"/>
              <a:ext cx="32700" cy="106775"/>
            </a:xfrm>
            <a:custGeom>
              <a:rect b="b" l="l" r="r" t="t"/>
              <a:pathLst>
                <a:path extrusionOk="0" h="4271" w="1308">
                  <a:moveTo>
                    <a:pt x="366" y="0"/>
                  </a:moveTo>
                  <a:lnTo>
                    <a:pt x="366" y="3696"/>
                  </a:lnTo>
                  <a:lnTo>
                    <a:pt x="0" y="3696"/>
                  </a:lnTo>
                  <a:lnTo>
                    <a:pt x="0" y="4271"/>
                  </a:lnTo>
                  <a:lnTo>
                    <a:pt x="1308" y="4271"/>
                  </a:lnTo>
                  <a:lnTo>
                    <a:pt x="1308" y="3696"/>
                  </a:lnTo>
                  <a:lnTo>
                    <a:pt x="1011" y="3696"/>
                  </a:lnTo>
                  <a:lnTo>
                    <a:pt x="101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0"/>
            <p:cNvSpPr/>
            <p:nvPr/>
          </p:nvSpPr>
          <p:spPr>
            <a:xfrm>
              <a:off x="2782663" y="2995200"/>
              <a:ext cx="30975" cy="106775"/>
            </a:xfrm>
            <a:custGeom>
              <a:rect b="b" l="l" r="r" t="t"/>
              <a:pathLst>
                <a:path extrusionOk="0" h="4271" w="1239">
                  <a:moveTo>
                    <a:pt x="367" y="0"/>
                  </a:moveTo>
                  <a:lnTo>
                    <a:pt x="367" y="3696"/>
                  </a:lnTo>
                  <a:lnTo>
                    <a:pt x="1" y="3696"/>
                  </a:lnTo>
                  <a:lnTo>
                    <a:pt x="1" y="4271"/>
                  </a:lnTo>
                  <a:lnTo>
                    <a:pt x="1238" y="4271"/>
                  </a:lnTo>
                  <a:lnTo>
                    <a:pt x="1238" y="3696"/>
                  </a:lnTo>
                  <a:lnTo>
                    <a:pt x="942" y="3696"/>
                  </a:lnTo>
                  <a:lnTo>
                    <a:pt x="9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0"/>
            <p:cNvSpPr/>
            <p:nvPr/>
          </p:nvSpPr>
          <p:spPr>
            <a:xfrm>
              <a:off x="2868088" y="2631750"/>
              <a:ext cx="61475" cy="108975"/>
            </a:xfrm>
            <a:custGeom>
              <a:rect b="b" l="l" r="r" t="t"/>
              <a:pathLst>
                <a:path extrusionOk="0" h="4359" w="2459">
                  <a:moveTo>
                    <a:pt x="1220" y="663"/>
                  </a:moveTo>
                  <a:cubicBezTo>
                    <a:pt x="1587" y="663"/>
                    <a:pt x="1883" y="872"/>
                    <a:pt x="1883" y="1238"/>
                  </a:cubicBezTo>
                  <a:lnTo>
                    <a:pt x="1883" y="3714"/>
                  </a:lnTo>
                  <a:lnTo>
                    <a:pt x="645" y="3714"/>
                  </a:lnTo>
                  <a:lnTo>
                    <a:pt x="645" y="1238"/>
                  </a:lnTo>
                  <a:cubicBezTo>
                    <a:pt x="645" y="872"/>
                    <a:pt x="872" y="663"/>
                    <a:pt x="1220" y="663"/>
                  </a:cubicBezTo>
                  <a:close/>
                  <a:moveTo>
                    <a:pt x="1220" y="1"/>
                  </a:moveTo>
                  <a:cubicBezTo>
                    <a:pt x="576" y="1"/>
                    <a:pt x="0" y="593"/>
                    <a:pt x="0" y="1238"/>
                  </a:cubicBezTo>
                  <a:lnTo>
                    <a:pt x="0" y="4358"/>
                  </a:lnTo>
                  <a:lnTo>
                    <a:pt x="2458" y="4358"/>
                  </a:lnTo>
                  <a:lnTo>
                    <a:pt x="2458" y="1238"/>
                  </a:lnTo>
                  <a:cubicBezTo>
                    <a:pt x="2458" y="593"/>
                    <a:pt x="1953" y="1"/>
                    <a:pt x="12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0"/>
            <p:cNvSpPr/>
            <p:nvPr/>
          </p:nvSpPr>
          <p:spPr>
            <a:xfrm>
              <a:off x="2891613" y="2608225"/>
              <a:ext cx="14400" cy="16575"/>
            </a:xfrm>
            <a:custGeom>
              <a:rect b="b" l="l" r="r" t="t"/>
              <a:pathLst>
                <a:path extrusionOk="0" h="663" w="576">
                  <a:moveTo>
                    <a:pt x="1" y="0"/>
                  </a:moveTo>
                  <a:lnTo>
                    <a:pt x="1" y="663"/>
                  </a:lnTo>
                  <a:lnTo>
                    <a:pt x="576" y="663"/>
                  </a:lnTo>
                  <a:lnTo>
                    <a:pt x="5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0"/>
            <p:cNvSpPr/>
            <p:nvPr/>
          </p:nvSpPr>
          <p:spPr>
            <a:xfrm>
              <a:off x="2929538" y="2631750"/>
              <a:ext cx="23550" cy="16600"/>
            </a:xfrm>
            <a:custGeom>
              <a:rect b="b" l="l" r="r" t="t"/>
              <a:pathLst>
                <a:path extrusionOk="0" h="664" w="942">
                  <a:moveTo>
                    <a:pt x="0" y="1"/>
                  </a:moveTo>
                  <a:lnTo>
                    <a:pt x="0" y="663"/>
                  </a:lnTo>
                  <a:lnTo>
                    <a:pt x="941" y="663"/>
                  </a:lnTo>
                  <a:lnTo>
                    <a:pt x="94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0"/>
            <p:cNvSpPr/>
            <p:nvPr/>
          </p:nvSpPr>
          <p:spPr>
            <a:xfrm>
              <a:off x="2960463" y="2631750"/>
              <a:ext cx="16600" cy="16600"/>
            </a:xfrm>
            <a:custGeom>
              <a:rect b="b" l="l" r="r" t="t"/>
              <a:pathLst>
                <a:path extrusionOk="0" h="664" w="664">
                  <a:moveTo>
                    <a:pt x="1" y="1"/>
                  </a:moveTo>
                  <a:lnTo>
                    <a:pt x="1" y="663"/>
                  </a:lnTo>
                  <a:lnTo>
                    <a:pt x="663" y="663"/>
                  </a:lnTo>
                  <a:lnTo>
                    <a:pt x="6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0"/>
            <p:cNvSpPr/>
            <p:nvPr/>
          </p:nvSpPr>
          <p:spPr>
            <a:xfrm>
              <a:off x="2922563" y="2771650"/>
              <a:ext cx="14400" cy="14400"/>
            </a:xfrm>
            <a:custGeom>
              <a:rect b="b" l="l" r="r" t="t"/>
              <a:pathLst>
                <a:path extrusionOk="0" h="576" w="576">
                  <a:moveTo>
                    <a:pt x="0" y="0"/>
                  </a:moveTo>
                  <a:lnTo>
                    <a:pt x="0" y="575"/>
                  </a:lnTo>
                  <a:lnTo>
                    <a:pt x="575" y="575"/>
                  </a:lnTo>
                  <a:lnTo>
                    <a:pt x="5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0"/>
            <p:cNvSpPr/>
            <p:nvPr/>
          </p:nvSpPr>
          <p:spPr>
            <a:xfrm>
              <a:off x="2661088" y="2693625"/>
              <a:ext cx="137725" cy="16150"/>
            </a:xfrm>
            <a:custGeom>
              <a:rect b="b" l="l" r="r" t="t"/>
              <a:pathLst>
                <a:path extrusionOk="0" h="646" w="5509">
                  <a:moveTo>
                    <a:pt x="0" y="1"/>
                  </a:moveTo>
                  <a:lnTo>
                    <a:pt x="0" y="646"/>
                  </a:lnTo>
                  <a:lnTo>
                    <a:pt x="5509" y="646"/>
                  </a:lnTo>
                  <a:lnTo>
                    <a:pt x="55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0"/>
            <p:cNvSpPr/>
            <p:nvPr/>
          </p:nvSpPr>
          <p:spPr>
            <a:xfrm>
              <a:off x="2630138" y="2662700"/>
              <a:ext cx="199625" cy="147325"/>
            </a:xfrm>
            <a:custGeom>
              <a:rect b="b" l="l" r="r" t="t"/>
              <a:pathLst>
                <a:path extrusionOk="0" h="5893" w="7985">
                  <a:moveTo>
                    <a:pt x="1" y="0"/>
                  </a:moveTo>
                  <a:lnTo>
                    <a:pt x="1" y="5892"/>
                  </a:lnTo>
                  <a:lnTo>
                    <a:pt x="576" y="5892"/>
                  </a:lnTo>
                  <a:lnTo>
                    <a:pt x="576" y="1883"/>
                  </a:lnTo>
                  <a:lnTo>
                    <a:pt x="872" y="1883"/>
                  </a:lnTo>
                  <a:lnTo>
                    <a:pt x="872" y="1238"/>
                  </a:lnTo>
                  <a:lnTo>
                    <a:pt x="576" y="1238"/>
                  </a:lnTo>
                  <a:lnTo>
                    <a:pt x="576" y="663"/>
                  </a:lnTo>
                  <a:lnTo>
                    <a:pt x="7409" y="663"/>
                  </a:lnTo>
                  <a:lnTo>
                    <a:pt x="7409" y="1238"/>
                  </a:lnTo>
                  <a:lnTo>
                    <a:pt x="7043" y="1238"/>
                  </a:lnTo>
                  <a:lnTo>
                    <a:pt x="7043" y="1883"/>
                  </a:lnTo>
                  <a:lnTo>
                    <a:pt x="7409" y="1883"/>
                  </a:lnTo>
                  <a:lnTo>
                    <a:pt x="7409" y="5892"/>
                  </a:lnTo>
                  <a:lnTo>
                    <a:pt x="7984" y="5892"/>
                  </a:lnTo>
                  <a:lnTo>
                    <a:pt x="798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0"/>
            <p:cNvSpPr/>
            <p:nvPr/>
          </p:nvSpPr>
          <p:spPr>
            <a:xfrm>
              <a:off x="2482863" y="2655275"/>
              <a:ext cx="494200" cy="216175"/>
            </a:xfrm>
            <a:custGeom>
              <a:rect b="b" l="l" r="r" t="t"/>
              <a:pathLst>
                <a:path extrusionOk="0" h="8647" w="19768">
                  <a:moveTo>
                    <a:pt x="1900" y="4010"/>
                  </a:moveTo>
                  <a:lnTo>
                    <a:pt x="1900" y="6468"/>
                  </a:lnTo>
                  <a:lnTo>
                    <a:pt x="1238" y="6468"/>
                  </a:lnTo>
                  <a:lnTo>
                    <a:pt x="1238" y="4010"/>
                  </a:lnTo>
                  <a:close/>
                  <a:moveTo>
                    <a:pt x="3120" y="2773"/>
                  </a:moveTo>
                  <a:lnTo>
                    <a:pt x="3120" y="6468"/>
                  </a:lnTo>
                  <a:lnTo>
                    <a:pt x="2475" y="6468"/>
                  </a:lnTo>
                  <a:lnTo>
                    <a:pt x="2475" y="3714"/>
                  </a:lnTo>
                  <a:lnTo>
                    <a:pt x="2475" y="3417"/>
                  </a:lnTo>
                  <a:lnTo>
                    <a:pt x="2475" y="2773"/>
                  </a:lnTo>
                  <a:close/>
                  <a:moveTo>
                    <a:pt x="4358" y="3417"/>
                  </a:moveTo>
                  <a:lnTo>
                    <a:pt x="4358" y="6468"/>
                  </a:lnTo>
                  <a:lnTo>
                    <a:pt x="3713" y="6468"/>
                  </a:lnTo>
                  <a:lnTo>
                    <a:pt x="3713" y="3417"/>
                  </a:lnTo>
                  <a:close/>
                  <a:moveTo>
                    <a:pt x="19105" y="7061"/>
                  </a:moveTo>
                  <a:lnTo>
                    <a:pt x="19105" y="8002"/>
                  </a:lnTo>
                  <a:lnTo>
                    <a:pt x="593" y="8002"/>
                  </a:lnTo>
                  <a:lnTo>
                    <a:pt x="593" y="7061"/>
                  </a:lnTo>
                  <a:close/>
                  <a:moveTo>
                    <a:pt x="19105" y="1"/>
                  </a:moveTo>
                  <a:lnTo>
                    <a:pt x="19105" y="5527"/>
                  </a:lnTo>
                  <a:lnTo>
                    <a:pt x="16996" y="5527"/>
                  </a:lnTo>
                  <a:lnTo>
                    <a:pt x="16996" y="6468"/>
                  </a:lnTo>
                  <a:lnTo>
                    <a:pt x="4951" y="6468"/>
                  </a:lnTo>
                  <a:lnTo>
                    <a:pt x="4951" y="2773"/>
                  </a:lnTo>
                  <a:lnTo>
                    <a:pt x="3713" y="2773"/>
                  </a:lnTo>
                  <a:lnTo>
                    <a:pt x="3713" y="2180"/>
                  </a:lnTo>
                  <a:lnTo>
                    <a:pt x="1900" y="2180"/>
                  </a:lnTo>
                  <a:lnTo>
                    <a:pt x="1900" y="3417"/>
                  </a:lnTo>
                  <a:lnTo>
                    <a:pt x="662" y="3417"/>
                  </a:lnTo>
                  <a:lnTo>
                    <a:pt x="662" y="6468"/>
                  </a:lnTo>
                  <a:lnTo>
                    <a:pt x="0" y="6468"/>
                  </a:lnTo>
                  <a:lnTo>
                    <a:pt x="0" y="8647"/>
                  </a:lnTo>
                  <a:lnTo>
                    <a:pt x="19767" y="8647"/>
                  </a:lnTo>
                  <a:lnTo>
                    <a:pt x="19767" y="6468"/>
                  </a:lnTo>
                  <a:lnTo>
                    <a:pt x="17588" y="6468"/>
                  </a:lnTo>
                  <a:lnTo>
                    <a:pt x="17588" y="6189"/>
                  </a:lnTo>
                  <a:lnTo>
                    <a:pt x="19767" y="6189"/>
                  </a:lnTo>
                  <a:lnTo>
                    <a:pt x="1976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 name="Google Shape;1618;p50"/>
          <p:cNvGrpSpPr/>
          <p:nvPr/>
        </p:nvGrpSpPr>
        <p:grpSpPr>
          <a:xfrm>
            <a:off x="2559113" y="3382300"/>
            <a:ext cx="339500" cy="493750"/>
            <a:chOff x="2559113" y="3334675"/>
            <a:chExt cx="339500" cy="493750"/>
          </a:xfrm>
        </p:grpSpPr>
        <p:sp>
          <p:nvSpPr>
            <p:cNvPr id="1619" name="Google Shape;1619;p50"/>
            <p:cNvSpPr/>
            <p:nvPr/>
          </p:nvSpPr>
          <p:spPr>
            <a:xfrm>
              <a:off x="2582638" y="3341625"/>
              <a:ext cx="54500" cy="479400"/>
            </a:xfrm>
            <a:custGeom>
              <a:rect b="b" l="l" r="r" t="t"/>
              <a:pathLst>
                <a:path extrusionOk="0" h="19176" w="2180">
                  <a:moveTo>
                    <a:pt x="1" y="1"/>
                  </a:moveTo>
                  <a:lnTo>
                    <a:pt x="1" y="19175"/>
                  </a:lnTo>
                  <a:lnTo>
                    <a:pt x="2180" y="19175"/>
                  </a:lnTo>
                  <a:lnTo>
                    <a:pt x="21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0"/>
            <p:cNvSpPr/>
            <p:nvPr/>
          </p:nvSpPr>
          <p:spPr>
            <a:xfrm>
              <a:off x="2637113" y="3341625"/>
              <a:ext cx="254525" cy="479400"/>
            </a:xfrm>
            <a:custGeom>
              <a:rect b="b" l="l" r="r" t="t"/>
              <a:pathLst>
                <a:path extrusionOk="0" h="19176" w="10181">
                  <a:moveTo>
                    <a:pt x="1" y="1"/>
                  </a:moveTo>
                  <a:lnTo>
                    <a:pt x="1" y="19175"/>
                  </a:lnTo>
                  <a:lnTo>
                    <a:pt x="10181" y="19175"/>
                  </a:lnTo>
                  <a:lnTo>
                    <a:pt x="1018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0"/>
            <p:cNvSpPr/>
            <p:nvPr/>
          </p:nvSpPr>
          <p:spPr>
            <a:xfrm>
              <a:off x="2661088" y="3389125"/>
              <a:ext cx="207025" cy="123350"/>
            </a:xfrm>
            <a:custGeom>
              <a:rect b="b" l="l" r="r" t="t"/>
              <a:pathLst>
                <a:path extrusionOk="0" h="4934" w="8281">
                  <a:moveTo>
                    <a:pt x="0" y="1"/>
                  </a:moveTo>
                  <a:lnTo>
                    <a:pt x="0" y="4934"/>
                  </a:lnTo>
                  <a:lnTo>
                    <a:pt x="8280" y="4934"/>
                  </a:lnTo>
                  <a:lnTo>
                    <a:pt x="82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0"/>
            <p:cNvSpPr/>
            <p:nvPr/>
          </p:nvSpPr>
          <p:spPr>
            <a:xfrm>
              <a:off x="2559113" y="3334675"/>
              <a:ext cx="339500" cy="493750"/>
            </a:xfrm>
            <a:custGeom>
              <a:rect b="b" l="l" r="r" t="t"/>
              <a:pathLst>
                <a:path extrusionOk="0" h="19750" w="13580">
                  <a:moveTo>
                    <a:pt x="13004" y="645"/>
                  </a:moveTo>
                  <a:lnTo>
                    <a:pt x="13004" y="19174"/>
                  </a:lnTo>
                  <a:lnTo>
                    <a:pt x="1238" y="19174"/>
                  </a:lnTo>
                  <a:lnTo>
                    <a:pt x="1238" y="17867"/>
                  </a:lnTo>
                  <a:lnTo>
                    <a:pt x="1901" y="17867"/>
                  </a:lnTo>
                  <a:lnTo>
                    <a:pt x="1901" y="17274"/>
                  </a:lnTo>
                  <a:lnTo>
                    <a:pt x="1238" y="17274"/>
                  </a:lnTo>
                  <a:lnTo>
                    <a:pt x="1238" y="16333"/>
                  </a:lnTo>
                  <a:lnTo>
                    <a:pt x="1901" y="16333"/>
                  </a:lnTo>
                  <a:lnTo>
                    <a:pt x="1901" y="15758"/>
                  </a:lnTo>
                  <a:lnTo>
                    <a:pt x="1238" y="15758"/>
                  </a:lnTo>
                  <a:lnTo>
                    <a:pt x="1238" y="14816"/>
                  </a:lnTo>
                  <a:lnTo>
                    <a:pt x="1901" y="14816"/>
                  </a:lnTo>
                  <a:lnTo>
                    <a:pt x="1901" y="14224"/>
                  </a:lnTo>
                  <a:lnTo>
                    <a:pt x="1238" y="14224"/>
                  </a:lnTo>
                  <a:lnTo>
                    <a:pt x="1238" y="13283"/>
                  </a:lnTo>
                  <a:lnTo>
                    <a:pt x="1901" y="13283"/>
                  </a:lnTo>
                  <a:lnTo>
                    <a:pt x="1901" y="12638"/>
                  </a:lnTo>
                  <a:lnTo>
                    <a:pt x="1238" y="12638"/>
                  </a:lnTo>
                  <a:lnTo>
                    <a:pt x="1238" y="11766"/>
                  </a:lnTo>
                  <a:lnTo>
                    <a:pt x="1901" y="11766"/>
                  </a:lnTo>
                  <a:lnTo>
                    <a:pt x="1901" y="11104"/>
                  </a:lnTo>
                  <a:lnTo>
                    <a:pt x="1238" y="11104"/>
                  </a:lnTo>
                  <a:lnTo>
                    <a:pt x="1238" y="10162"/>
                  </a:lnTo>
                  <a:lnTo>
                    <a:pt x="1901" y="10162"/>
                  </a:lnTo>
                  <a:lnTo>
                    <a:pt x="1901" y="9587"/>
                  </a:lnTo>
                  <a:lnTo>
                    <a:pt x="1238" y="9587"/>
                  </a:lnTo>
                  <a:lnTo>
                    <a:pt x="1238" y="8646"/>
                  </a:lnTo>
                  <a:lnTo>
                    <a:pt x="1901" y="8646"/>
                  </a:lnTo>
                  <a:lnTo>
                    <a:pt x="1901" y="8053"/>
                  </a:lnTo>
                  <a:lnTo>
                    <a:pt x="1238" y="8053"/>
                  </a:lnTo>
                  <a:lnTo>
                    <a:pt x="1238" y="7112"/>
                  </a:lnTo>
                  <a:lnTo>
                    <a:pt x="1901" y="7112"/>
                  </a:lnTo>
                  <a:lnTo>
                    <a:pt x="1901" y="6467"/>
                  </a:lnTo>
                  <a:lnTo>
                    <a:pt x="1238" y="6467"/>
                  </a:lnTo>
                  <a:lnTo>
                    <a:pt x="1238" y="5595"/>
                  </a:lnTo>
                  <a:lnTo>
                    <a:pt x="1901" y="5595"/>
                  </a:lnTo>
                  <a:lnTo>
                    <a:pt x="1901" y="4933"/>
                  </a:lnTo>
                  <a:lnTo>
                    <a:pt x="1238" y="4933"/>
                  </a:lnTo>
                  <a:lnTo>
                    <a:pt x="1238" y="3992"/>
                  </a:lnTo>
                  <a:lnTo>
                    <a:pt x="1901" y="3992"/>
                  </a:lnTo>
                  <a:lnTo>
                    <a:pt x="1901" y="3417"/>
                  </a:lnTo>
                  <a:lnTo>
                    <a:pt x="1238" y="3417"/>
                  </a:lnTo>
                  <a:lnTo>
                    <a:pt x="1238" y="2458"/>
                  </a:lnTo>
                  <a:lnTo>
                    <a:pt x="1901" y="2458"/>
                  </a:lnTo>
                  <a:lnTo>
                    <a:pt x="1901" y="1883"/>
                  </a:lnTo>
                  <a:lnTo>
                    <a:pt x="1238" y="1883"/>
                  </a:lnTo>
                  <a:lnTo>
                    <a:pt x="1238" y="645"/>
                  </a:lnTo>
                  <a:close/>
                  <a:moveTo>
                    <a:pt x="663" y="0"/>
                  </a:moveTo>
                  <a:lnTo>
                    <a:pt x="663" y="1883"/>
                  </a:lnTo>
                  <a:lnTo>
                    <a:pt x="1" y="1883"/>
                  </a:lnTo>
                  <a:lnTo>
                    <a:pt x="1" y="2458"/>
                  </a:lnTo>
                  <a:lnTo>
                    <a:pt x="663" y="2458"/>
                  </a:lnTo>
                  <a:lnTo>
                    <a:pt x="663" y="3417"/>
                  </a:lnTo>
                  <a:lnTo>
                    <a:pt x="1" y="3417"/>
                  </a:lnTo>
                  <a:lnTo>
                    <a:pt x="1" y="3992"/>
                  </a:lnTo>
                  <a:lnTo>
                    <a:pt x="663" y="3992"/>
                  </a:lnTo>
                  <a:lnTo>
                    <a:pt x="663" y="4933"/>
                  </a:lnTo>
                  <a:lnTo>
                    <a:pt x="1" y="4933"/>
                  </a:lnTo>
                  <a:lnTo>
                    <a:pt x="1" y="5595"/>
                  </a:lnTo>
                  <a:lnTo>
                    <a:pt x="663" y="5595"/>
                  </a:lnTo>
                  <a:lnTo>
                    <a:pt x="663" y="6467"/>
                  </a:lnTo>
                  <a:lnTo>
                    <a:pt x="1" y="6467"/>
                  </a:lnTo>
                  <a:lnTo>
                    <a:pt x="1" y="7112"/>
                  </a:lnTo>
                  <a:lnTo>
                    <a:pt x="663" y="7112"/>
                  </a:lnTo>
                  <a:lnTo>
                    <a:pt x="663" y="8053"/>
                  </a:lnTo>
                  <a:lnTo>
                    <a:pt x="1" y="8053"/>
                  </a:lnTo>
                  <a:lnTo>
                    <a:pt x="1" y="8646"/>
                  </a:lnTo>
                  <a:lnTo>
                    <a:pt x="663" y="8646"/>
                  </a:lnTo>
                  <a:lnTo>
                    <a:pt x="663" y="9587"/>
                  </a:lnTo>
                  <a:lnTo>
                    <a:pt x="1" y="9587"/>
                  </a:lnTo>
                  <a:lnTo>
                    <a:pt x="1" y="10162"/>
                  </a:lnTo>
                  <a:lnTo>
                    <a:pt x="663" y="10162"/>
                  </a:lnTo>
                  <a:lnTo>
                    <a:pt x="663" y="11104"/>
                  </a:lnTo>
                  <a:lnTo>
                    <a:pt x="1" y="11104"/>
                  </a:lnTo>
                  <a:lnTo>
                    <a:pt x="1" y="11766"/>
                  </a:lnTo>
                  <a:lnTo>
                    <a:pt x="663" y="11766"/>
                  </a:lnTo>
                  <a:lnTo>
                    <a:pt x="663" y="12638"/>
                  </a:lnTo>
                  <a:lnTo>
                    <a:pt x="1" y="12638"/>
                  </a:lnTo>
                  <a:lnTo>
                    <a:pt x="1" y="13283"/>
                  </a:lnTo>
                  <a:lnTo>
                    <a:pt x="663" y="13283"/>
                  </a:lnTo>
                  <a:lnTo>
                    <a:pt x="663" y="14224"/>
                  </a:lnTo>
                  <a:lnTo>
                    <a:pt x="1" y="14224"/>
                  </a:lnTo>
                  <a:lnTo>
                    <a:pt x="1" y="14816"/>
                  </a:lnTo>
                  <a:lnTo>
                    <a:pt x="663" y="14816"/>
                  </a:lnTo>
                  <a:lnTo>
                    <a:pt x="663" y="15758"/>
                  </a:lnTo>
                  <a:lnTo>
                    <a:pt x="1" y="15758"/>
                  </a:lnTo>
                  <a:lnTo>
                    <a:pt x="1" y="16333"/>
                  </a:lnTo>
                  <a:lnTo>
                    <a:pt x="663" y="16333"/>
                  </a:lnTo>
                  <a:lnTo>
                    <a:pt x="663" y="17274"/>
                  </a:lnTo>
                  <a:lnTo>
                    <a:pt x="1" y="17274"/>
                  </a:lnTo>
                  <a:lnTo>
                    <a:pt x="1" y="17867"/>
                  </a:lnTo>
                  <a:lnTo>
                    <a:pt x="663" y="17867"/>
                  </a:lnTo>
                  <a:lnTo>
                    <a:pt x="663" y="19750"/>
                  </a:lnTo>
                  <a:lnTo>
                    <a:pt x="13579" y="19750"/>
                  </a:lnTo>
                  <a:lnTo>
                    <a:pt x="135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0"/>
            <p:cNvSpPr/>
            <p:nvPr/>
          </p:nvSpPr>
          <p:spPr>
            <a:xfrm>
              <a:off x="2630138" y="3365600"/>
              <a:ext cx="14425" cy="431875"/>
            </a:xfrm>
            <a:custGeom>
              <a:rect b="b" l="l" r="r" t="t"/>
              <a:pathLst>
                <a:path extrusionOk="0" h="17275" w="577">
                  <a:moveTo>
                    <a:pt x="1" y="1"/>
                  </a:moveTo>
                  <a:lnTo>
                    <a:pt x="1" y="17275"/>
                  </a:lnTo>
                  <a:lnTo>
                    <a:pt x="576" y="17275"/>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0"/>
            <p:cNvSpPr/>
            <p:nvPr/>
          </p:nvSpPr>
          <p:spPr>
            <a:xfrm>
              <a:off x="2682888" y="3412675"/>
              <a:ext cx="163425" cy="14400"/>
            </a:xfrm>
            <a:custGeom>
              <a:rect b="b" l="l" r="r" t="t"/>
              <a:pathLst>
                <a:path extrusionOk="0" h="576" w="6537">
                  <a:moveTo>
                    <a:pt x="0" y="0"/>
                  </a:moveTo>
                  <a:lnTo>
                    <a:pt x="0" y="575"/>
                  </a:lnTo>
                  <a:lnTo>
                    <a:pt x="6537" y="575"/>
                  </a:lnTo>
                  <a:lnTo>
                    <a:pt x="65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0"/>
            <p:cNvSpPr/>
            <p:nvPr/>
          </p:nvSpPr>
          <p:spPr>
            <a:xfrm>
              <a:off x="2682888" y="3443600"/>
              <a:ext cx="163425" cy="14425"/>
            </a:xfrm>
            <a:custGeom>
              <a:rect b="b" l="l" r="r" t="t"/>
              <a:pathLst>
                <a:path extrusionOk="0" h="577" w="6537">
                  <a:moveTo>
                    <a:pt x="0" y="1"/>
                  </a:moveTo>
                  <a:lnTo>
                    <a:pt x="0" y="576"/>
                  </a:lnTo>
                  <a:lnTo>
                    <a:pt x="6537" y="576"/>
                  </a:lnTo>
                  <a:lnTo>
                    <a:pt x="653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0"/>
            <p:cNvSpPr/>
            <p:nvPr/>
          </p:nvSpPr>
          <p:spPr>
            <a:xfrm>
              <a:off x="2722538" y="3474550"/>
              <a:ext cx="83700" cy="14400"/>
            </a:xfrm>
            <a:custGeom>
              <a:rect b="b" l="l" r="r" t="t"/>
              <a:pathLst>
                <a:path extrusionOk="0" h="576" w="3348">
                  <a:moveTo>
                    <a:pt x="0" y="0"/>
                  </a:moveTo>
                  <a:lnTo>
                    <a:pt x="0" y="576"/>
                  </a:lnTo>
                  <a:lnTo>
                    <a:pt x="3347" y="576"/>
                  </a:lnTo>
                  <a:lnTo>
                    <a:pt x="334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0"/>
            <p:cNvSpPr/>
            <p:nvPr/>
          </p:nvSpPr>
          <p:spPr>
            <a:xfrm>
              <a:off x="2787888" y="3752150"/>
              <a:ext cx="14850" cy="14400"/>
            </a:xfrm>
            <a:custGeom>
              <a:rect b="b" l="l" r="r" t="t"/>
              <a:pathLst>
                <a:path extrusionOk="0" h="576" w="594">
                  <a:moveTo>
                    <a:pt x="1" y="0"/>
                  </a:moveTo>
                  <a:lnTo>
                    <a:pt x="1" y="575"/>
                  </a:lnTo>
                  <a:lnTo>
                    <a:pt x="594" y="575"/>
                  </a:lnTo>
                  <a:lnTo>
                    <a:pt x="5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0"/>
            <p:cNvSpPr/>
            <p:nvPr/>
          </p:nvSpPr>
          <p:spPr>
            <a:xfrm>
              <a:off x="2756963" y="3752150"/>
              <a:ext cx="14825" cy="14400"/>
            </a:xfrm>
            <a:custGeom>
              <a:rect b="b" l="l" r="r" t="t"/>
              <a:pathLst>
                <a:path extrusionOk="0" h="576" w="593">
                  <a:moveTo>
                    <a:pt x="0" y="0"/>
                  </a:moveTo>
                  <a:lnTo>
                    <a:pt x="0" y="575"/>
                  </a:lnTo>
                  <a:lnTo>
                    <a:pt x="593" y="575"/>
                  </a:lnTo>
                  <a:lnTo>
                    <a:pt x="5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0"/>
            <p:cNvSpPr/>
            <p:nvPr/>
          </p:nvSpPr>
          <p:spPr>
            <a:xfrm>
              <a:off x="2726463" y="3752150"/>
              <a:ext cx="14400" cy="14400"/>
            </a:xfrm>
            <a:custGeom>
              <a:rect b="b" l="l" r="r" t="t"/>
              <a:pathLst>
                <a:path extrusionOk="0" h="576" w="576">
                  <a:moveTo>
                    <a:pt x="0" y="0"/>
                  </a:moveTo>
                  <a:lnTo>
                    <a:pt x="0" y="575"/>
                  </a:lnTo>
                  <a:lnTo>
                    <a:pt x="575" y="575"/>
                  </a:lnTo>
                  <a:lnTo>
                    <a:pt x="57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 name="Google Shape;1630;p50"/>
          <p:cNvGrpSpPr/>
          <p:nvPr/>
        </p:nvGrpSpPr>
        <p:grpSpPr>
          <a:xfrm>
            <a:off x="2482863" y="4064600"/>
            <a:ext cx="494200" cy="486350"/>
            <a:chOff x="2482863" y="4064600"/>
            <a:chExt cx="494200" cy="486350"/>
          </a:xfrm>
        </p:grpSpPr>
        <p:sp>
          <p:nvSpPr>
            <p:cNvPr id="1631" name="Google Shape;1631;p50"/>
            <p:cNvSpPr/>
            <p:nvPr/>
          </p:nvSpPr>
          <p:spPr>
            <a:xfrm>
              <a:off x="2495488" y="4142600"/>
              <a:ext cx="468500" cy="61900"/>
            </a:xfrm>
            <a:custGeom>
              <a:rect b="b" l="l" r="r" t="t"/>
              <a:pathLst>
                <a:path extrusionOk="0" h="2476" w="18740">
                  <a:moveTo>
                    <a:pt x="1168" y="0"/>
                  </a:moveTo>
                  <a:lnTo>
                    <a:pt x="1" y="2476"/>
                  </a:lnTo>
                  <a:lnTo>
                    <a:pt x="18739" y="2476"/>
                  </a:lnTo>
                  <a:lnTo>
                    <a:pt x="17519" y="0"/>
                  </a:lnTo>
                  <a:close/>
                </a:path>
              </a:pathLst>
            </a:custGeom>
            <a:solidFill>
              <a:srgbClr val="1E72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0"/>
            <p:cNvSpPr/>
            <p:nvPr/>
          </p:nvSpPr>
          <p:spPr>
            <a:xfrm>
              <a:off x="2510313" y="4075475"/>
              <a:ext cx="439275" cy="157775"/>
            </a:xfrm>
            <a:custGeom>
              <a:rect b="b" l="l" r="r" t="t"/>
              <a:pathLst>
                <a:path extrusionOk="0" h="6311" w="17571">
                  <a:moveTo>
                    <a:pt x="8786" y="1"/>
                  </a:moveTo>
                  <a:lnTo>
                    <a:pt x="6676" y="2389"/>
                  </a:lnTo>
                  <a:lnTo>
                    <a:pt x="6676" y="5161"/>
                  </a:lnTo>
                  <a:lnTo>
                    <a:pt x="0" y="5161"/>
                  </a:lnTo>
                  <a:lnTo>
                    <a:pt x="0" y="6311"/>
                  </a:lnTo>
                  <a:lnTo>
                    <a:pt x="17571" y="6311"/>
                  </a:lnTo>
                  <a:lnTo>
                    <a:pt x="17571" y="5161"/>
                  </a:lnTo>
                  <a:lnTo>
                    <a:pt x="10895" y="5161"/>
                  </a:lnTo>
                  <a:lnTo>
                    <a:pt x="10895" y="2389"/>
                  </a:lnTo>
                  <a:lnTo>
                    <a:pt x="87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0"/>
            <p:cNvSpPr/>
            <p:nvPr/>
          </p:nvSpPr>
          <p:spPr>
            <a:xfrm>
              <a:off x="2517288" y="4233225"/>
              <a:ext cx="424900" cy="310750"/>
            </a:xfrm>
            <a:custGeom>
              <a:rect b="b" l="l" r="r" t="t"/>
              <a:pathLst>
                <a:path extrusionOk="0" h="12430" w="16996">
                  <a:moveTo>
                    <a:pt x="0" y="1"/>
                  </a:moveTo>
                  <a:lnTo>
                    <a:pt x="0" y="12429"/>
                  </a:lnTo>
                  <a:lnTo>
                    <a:pt x="16996" y="12429"/>
                  </a:lnTo>
                  <a:lnTo>
                    <a:pt x="169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0"/>
            <p:cNvSpPr/>
            <p:nvPr/>
          </p:nvSpPr>
          <p:spPr>
            <a:xfrm>
              <a:off x="2517288" y="4233225"/>
              <a:ext cx="310725" cy="310750"/>
            </a:xfrm>
            <a:custGeom>
              <a:rect b="b" l="l" r="r" t="t"/>
              <a:pathLst>
                <a:path extrusionOk="0" h="12430" w="12429">
                  <a:moveTo>
                    <a:pt x="0" y="1"/>
                  </a:moveTo>
                  <a:lnTo>
                    <a:pt x="0" y="12429"/>
                  </a:lnTo>
                  <a:lnTo>
                    <a:pt x="12429" y="12429"/>
                  </a:lnTo>
                  <a:lnTo>
                    <a:pt x="1242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0"/>
            <p:cNvSpPr/>
            <p:nvPr/>
          </p:nvSpPr>
          <p:spPr>
            <a:xfrm>
              <a:off x="2661088" y="4498625"/>
              <a:ext cx="136000" cy="52325"/>
            </a:xfrm>
            <a:custGeom>
              <a:rect b="b" l="l" r="r" t="t"/>
              <a:pathLst>
                <a:path extrusionOk="0" h="2093" w="5440">
                  <a:moveTo>
                    <a:pt x="1517" y="1"/>
                  </a:moveTo>
                  <a:lnTo>
                    <a:pt x="0" y="2092"/>
                  </a:lnTo>
                  <a:lnTo>
                    <a:pt x="5439" y="2092"/>
                  </a:lnTo>
                  <a:lnTo>
                    <a:pt x="399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0"/>
            <p:cNvSpPr/>
            <p:nvPr/>
          </p:nvSpPr>
          <p:spPr>
            <a:xfrm>
              <a:off x="2555638" y="4271575"/>
              <a:ext cx="37925" cy="205275"/>
            </a:xfrm>
            <a:custGeom>
              <a:rect b="b" l="l" r="r" t="t"/>
              <a:pathLst>
                <a:path extrusionOk="0" h="8211" w="1517">
                  <a:moveTo>
                    <a:pt x="0" y="1"/>
                  </a:moveTo>
                  <a:lnTo>
                    <a:pt x="0" y="8211"/>
                  </a:lnTo>
                  <a:lnTo>
                    <a:pt x="1517" y="8211"/>
                  </a:lnTo>
                  <a:lnTo>
                    <a:pt x="151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0"/>
            <p:cNvSpPr/>
            <p:nvPr/>
          </p:nvSpPr>
          <p:spPr>
            <a:xfrm>
              <a:off x="2624488" y="4271575"/>
              <a:ext cx="36625" cy="205275"/>
            </a:xfrm>
            <a:custGeom>
              <a:rect b="b" l="l" r="r" t="t"/>
              <a:pathLst>
                <a:path extrusionOk="0" h="8211" w="1465">
                  <a:moveTo>
                    <a:pt x="0" y="1"/>
                  </a:moveTo>
                  <a:lnTo>
                    <a:pt x="0" y="8211"/>
                  </a:lnTo>
                  <a:lnTo>
                    <a:pt x="1464" y="8211"/>
                  </a:lnTo>
                  <a:lnTo>
                    <a:pt x="146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0"/>
            <p:cNvSpPr/>
            <p:nvPr/>
          </p:nvSpPr>
          <p:spPr>
            <a:xfrm>
              <a:off x="2555638" y="4271575"/>
              <a:ext cx="37925" cy="143400"/>
            </a:xfrm>
            <a:custGeom>
              <a:rect b="b" l="l" r="r" t="t"/>
              <a:pathLst>
                <a:path extrusionOk="0" h="5736" w="1517">
                  <a:moveTo>
                    <a:pt x="0" y="1"/>
                  </a:moveTo>
                  <a:lnTo>
                    <a:pt x="0" y="5736"/>
                  </a:lnTo>
                  <a:lnTo>
                    <a:pt x="1517" y="5736"/>
                  </a:lnTo>
                  <a:lnTo>
                    <a:pt x="15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0"/>
            <p:cNvSpPr/>
            <p:nvPr/>
          </p:nvSpPr>
          <p:spPr>
            <a:xfrm>
              <a:off x="2624488" y="4271575"/>
              <a:ext cx="36625" cy="83275"/>
            </a:xfrm>
            <a:custGeom>
              <a:rect b="b" l="l" r="r" t="t"/>
              <a:pathLst>
                <a:path extrusionOk="0" h="3331" w="1465">
                  <a:moveTo>
                    <a:pt x="0" y="1"/>
                  </a:moveTo>
                  <a:lnTo>
                    <a:pt x="0" y="3330"/>
                  </a:lnTo>
                  <a:lnTo>
                    <a:pt x="1464" y="3330"/>
                  </a:lnTo>
                  <a:lnTo>
                    <a:pt x="14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0"/>
            <p:cNvSpPr/>
            <p:nvPr/>
          </p:nvSpPr>
          <p:spPr>
            <a:xfrm>
              <a:off x="2797063" y="4271575"/>
              <a:ext cx="38350" cy="205275"/>
            </a:xfrm>
            <a:custGeom>
              <a:rect b="b" l="l" r="r" t="t"/>
              <a:pathLst>
                <a:path extrusionOk="0" h="8211" w="1534">
                  <a:moveTo>
                    <a:pt x="0" y="1"/>
                  </a:moveTo>
                  <a:lnTo>
                    <a:pt x="0" y="8211"/>
                  </a:lnTo>
                  <a:lnTo>
                    <a:pt x="1534" y="8211"/>
                  </a:lnTo>
                  <a:lnTo>
                    <a:pt x="15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0"/>
            <p:cNvSpPr/>
            <p:nvPr/>
          </p:nvSpPr>
          <p:spPr>
            <a:xfrm>
              <a:off x="2865913" y="4271575"/>
              <a:ext cx="38375" cy="205275"/>
            </a:xfrm>
            <a:custGeom>
              <a:rect b="b" l="l" r="r" t="t"/>
              <a:pathLst>
                <a:path extrusionOk="0" h="8211" w="1535">
                  <a:moveTo>
                    <a:pt x="0" y="1"/>
                  </a:moveTo>
                  <a:lnTo>
                    <a:pt x="0" y="8211"/>
                  </a:lnTo>
                  <a:lnTo>
                    <a:pt x="1534" y="8211"/>
                  </a:lnTo>
                  <a:lnTo>
                    <a:pt x="15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0"/>
            <p:cNvSpPr/>
            <p:nvPr/>
          </p:nvSpPr>
          <p:spPr>
            <a:xfrm>
              <a:off x="2797063" y="4271575"/>
              <a:ext cx="38350" cy="37950"/>
            </a:xfrm>
            <a:custGeom>
              <a:rect b="b" l="l" r="r" t="t"/>
              <a:pathLst>
                <a:path extrusionOk="0" h="1518" w="1534">
                  <a:moveTo>
                    <a:pt x="0" y="1"/>
                  </a:moveTo>
                  <a:lnTo>
                    <a:pt x="0" y="1517"/>
                  </a:lnTo>
                  <a:lnTo>
                    <a:pt x="1534" y="1517"/>
                  </a:lnTo>
                  <a:lnTo>
                    <a:pt x="15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0"/>
            <p:cNvSpPr/>
            <p:nvPr/>
          </p:nvSpPr>
          <p:spPr>
            <a:xfrm>
              <a:off x="2865913" y="4271575"/>
              <a:ext cx="38375" cy="143400"/>
            </a:xfrm>
            <a:custGeom>
              <a:rect b="b" l="l" r="r" t="t"/>
              <a:pathLst>
                <a:path extrusionOk="0" h="5736" w="1535">
                  <a:moveTo>
                    <a:pt x="0" y="1"/>
                  </a:moveTo>
                  <a:lnTo>
                    <a:pt x="0" y="5736"/>
                  </a:lnTo>
                  <a:lnTo>
                    <a:pt x="1534" y="5736"/>
                  </a:lnTo>
                  <a:lnTo>
                    <a:pt x="15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0"/>
            <p:cNvSpPr/>
            <p:nvPr/>
          </p:nvSpPr>
          <p:spPr>
            <a:xfrm>
              <a:off x="2698988" y="4324325"/>
              <a:ext cx="61925" cy="174325"/>
            </a:xfrm>
            <a:custGeom>
              <a:rect b="b" l="l" r="r" t="t"/>
              <a:pathLst>
                <a:path extrusionOk="0" h="6973" w="2477">
                  <a:moveTo>
                    <a:pt x="1" y="0"/>
                  </a:moveTo>
                  <a:lnTo>
                    <a:pt x="1" y="6973"/>
                  </a:lnTo>
                  <a:lnTo>
                    <a:pt x="2476" y="6973"/>
                  </a:lnTo>
                  <a:lnTo>
                    <a:pt x="24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0"/>
            <p:cNvSpPr/>
            <p:nvPr/>
          </p:nvSpPr>
          <p:spPr>
            <a:xfrm>
              <a:off x="2510313" y="4249800"/>
              <a:ext cx="14400" cy="279350"/>
            </a:xfrm>
            <a:custGeom>
              <a:rect b="b" l="l" r="r" t="t"/>
              <a:pathLst>
                <a:path extrusionOk="0" h="11174" w="576">
                  <a:moveTo>
                    <a:pt x="0" y="0"/>
                  </a:moveTo>
                  <a:lnTo>
                    <a:pt x="0" y="11174"/>
                  </a:lnTo>
                  <a:lnTo>
                    <a:pt x="575" y="11174"/>
                  </a:lnTo>
                  <a:lnTo>
                    <a:pt x="5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0"/>
            <p:cNvSpPr/>
            <p:nvPr/>
          </p:nvSpPr>
          <p:spPr>
            <a:xfrm>
              <a:off x="2933438" y="4249800"/>
              <a:ext cx="16150" cy="279350"/>
            </a:xfrm>
            <a:custGeom>
              <a:rect b="b" l="l" r="r" t="t"/>
              <a:pathLst>
                <a:path extrusionOk="0" h="11174" w="646">
                  <a:moveTo>
                    <a:pt x="1" y="0"/>
                  </a:moveTo>
                  <a:lnTo>
                    <a:pt x="1" y="11174"/>
                  </a:lnTo>
                  <a:lnTo>
                    <a:pt x="646" y="11174"/>
                  </a:lnTo>
                  <a:lnTo>
                    <a:pt x="64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0"/>
            <p:cNvSpPr/>
            <p:nvPr/>
          </p:nvSpPr>
          <p:spPr>
            <a:xfrm>
              <a:off x="2722538" y="4142600"/>
              <a:ext cx="14825" cy="45350"/>
            </a:xfrm>
            <a:custGeom>
              <a:rect b="b" l="l" r="r" t="t"/>
              <a:pathLst>
                <a:path extrusionOk="0" h="1814" w="593">
                  <a:moveTo>
                    <a:pt x="0" y="0"/>
                  </a:moveTo>
                  <a:lnTo>
                    <a:pt x="0" y="1813"/>
                  </a:lnTo>
                  <a:lnTo>
                    <a:pt x="593" y="1813"/>
                  </a:lnTo>
                  <a:lnTo>
                    <a:pt x="5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0"/>
            <p:cNvSpPr/>
            <p:nvPr/>
          </p:nvSpPr>
          <p:spPr>
            <a:xfrm>
              <a:off x="2482863" y="4064600"/>
              <a:ext cx="494200" cy="146875"/>
            </a:xfrm>
            <a:custGeom>
              <a:rect b="b" l="l" r="r" t="t"/>
              <a:pathLst>
                <a:path extrusionOk="0" h="5875" w="19768">
                  <a:moveTo>
                    <a:pt x="9884" y="0"/>
                  </a:moveTo>
                  <a:lnTo>
                    <a:pt x="7478" y="2754"/>
                  </a:lnTo>
                  <a:lnTo>
                    <a:pt x="7478" y="5299"/>
                  </a:lnTo>
                  <a:lnTo>
                    <a:pt x="941" y="5299"/>
                  </a:lnTo>
                  <a:lnTo>
                    <a:pt x="1900" y="3417"/>
                  </a:lnTo>
                  <a:lnTo>
                    <a:pt x="7129" y="3417"/>
                  </a:lnTo>
                  <a:lnTo>
                    <a:pt x="7129" y="2824"/>
                  </a:lnTo>
                  <a:lnTo>
                    <a:pt x="1534" y="2824"/>
                  </a:lnTo>
                  <a:lnTo>
                    <a:pt x="0" y="5874"/>
                  </a:lnTo>
                  <a:lnTo>
                    <a:pt x="8071" y="5874"/>
                  </a:lnTo>
                  <a:lnTo>
                    <a:pt x="8071" y="2981"/>
                  </a:lnTo>
                  <a:lnTo>
                    <a:pt x="9884" y="872"/>
                  </a:lnTo>
                  <a:lnTo>
                    <a:pt x="11696" y="2981"/>
                  </a:lnTo>
                  <a:lnTo>
                    <a:pt x="11696" y="5874"/>
                  </a:lnTo>
                  <a:lnTo>
                    <a:pt x="19767" y="5874"/>
                  </a:lnTo>
                  <a:lnTo>
                    <a:pt x="18233" y="2824"/>
                  </a:lnTo>
                  <a:lnTo>
                    <a:pt x="12568" y="2824"/>
                  </a:lnTo>
                  <a:lnTo>
                    <a:pt x="12568" y="3417"/>
                  </a:lnTo>
                  <a:lnTo>
                    <a:pt x="17867" y="3417"/>
                  </a:lnTo>
                  <a:lnTo>
                    <a:pt x="18739" y="5299"/>
                  </a:lnTo>
                  <a:lnTo>
                    <a:pt x="12272" y="5299"/>
                  </a:lnTo>
                  <a:lnTo>
                    <a:pt x="12272" y="2754"/>
                  </a:lnTo>
                  <a:lnTo>
                    <a:pt x="988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0"/>
            <p:cNvSpPr/>
            <p:nvPr/>
          </p:nvSpPr>
          <p:spPr>
            <a:xfrm>
              <a:off x="2502888" y="4218850"/>
              <a:ext cx="454125" cy="21825"/>
            </a:xfrm>
            <a:custGeom>
              <a:rect b="b" l="l" r="r" t="t"/>
              <a:pathLst>
                <a:path extrusionOk="0" h="873" w="18165">
                  <a:moveTo>
                    <a:pt x="1" y="1"/>
                  </a:moveTo>
                  <a:lnTo>
                    <a:pt x="1" y="872"/>
                  </a:lnTo>
                  <a:lnTo>
                    <a:pt x="18164" y="872"/>
                  </a:lnTo>
                  <a:lnTo>
                    <a:pt x="18164" y="1"/>
                  </a:lnTo>
                  <a:lnTo>
                    <a:pt x="17572" y="1"/>
                  </a:lnTo>
                  <a:lnTo>
                    <a:pt x="17572" y="297"/>
                  </a:lnTo>
                  <a:lnTo>
                    <a:pt x="576" y="297"/>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0"/>
            <p:cNvSpPr/>
            <p:nvPr/>
          </p:nvSpPr>
          <p:spPr>
            <a:xfrm>
              <a:off x="2661088" y="4536550"/>
              <a:ext cx="136000" cy="14400"/>
            </a:xfrm>
            <a:custGeom>
              <a:rect b="b" l="l" r="r" t="t"/>
              <a:pathLst>
                <a:path extrusionOk="0" h="576" w="5440">
                  <a:moveTo>
                    <a:pt x="0" y="0"/>
                  </a:moveTo>
                  <a:lnTo>
                    <a:pt x="0" y="575"/>
                  </a:lnTo>
                  <a:lnTo>
                    <a:pt x="5439" y="575"/>
                  </a:lnTo>
                  <a:lnTo>
                    <a:pt x="543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0"/>
            <p:cNvSpPr/>
            <p:nvPr/>
          </p:nvSpPr>
          <p:spPr>
            <a:xfrm>
              <a:off x="2806213" y="4536550"/>
              <a:ext cx="165175" cy="14400"/>
            </a:xfrm>
            <a:custGeom>
              <a:rect b="b" l="l" r="r" t="t"/>
              <a:pathLst>
                <a:path extrusionOk="0" h="576" w="6607">
                  <a:moveTo>
                    <a:pt x="0" y="0"/>
                  </a:moveTo>
                  <a:lnTo>
                    <a:pt x="0" y="575"/>
                  </a:lnTo>
                  <a:lnTo>
                    <a:pt x="6606" y="575"/>
                  </a:lnTo>
                  <a:lnTo>
                    <a:pt x="660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0"/>
            <p:cNvSpPr/>
            <p:nvPr/>
          </p:nvSpPr>
          <p:spPr>
            <a:xfrm>
              <a:off x="2488513" y="4536550"/>
              <a:ext cx="165200" cy="14400"/>
            </a:xfrm>
            <a:custGeom>
              <a:rect b="b" l="l" r="r" t="t"/>
              <a:pathLst>
                <a:path extrusionOk="0" h="576" w="6608">
                  <a:moveTo>
                    <a:pt x="1" y="0"/>
                  </a:moveTo>
                  <a:lnTo>
                    <a:pt x="1" y="575"/>
                  </a:lnTo>
                  <a:lnTo>
                    <a:pt x="6607" y="575"/>
                  </a:lnTo>
                  <a:lnTo>
                    <a:pt x="660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0"/>
            <p:cNvSpPr/>
            <p:nvPr/>
          </p:nvSpPr>
          <p:spPr>
            <a:xfrm>
              <a:off x="2691588" y="4316900"/>
              <a:ext cx="76300" cy="166925"/>
            </a:xfrm>
            <a:custGeom>
              <a:rect b="b" l="l" r="r" t="t"/>
              <a:pathLst>
                <a:path extrusionOk="0" h="6677" w="3052">
                  <a:moveTo>
                    <a:pt x="1" y="1"/>
                  </a:moveTo>
                  <a:lnTo>
                    <a:pt x="1" y="6677"/>
                  </a:lnTo>
                  <a:lnTo>
                    <a:pt x="593" y="6677"/>
                  </a:lnTo>
                  <a:lnTo>
                    <a:pt x="593" y="576"/>
                  </a:lnTo>
                  <a:lnTo>
                    <a:pt x="2406" y="576"/>
                  </a:lnTo>
                  <a:lnTo>
                    <a:pt x="2406" y="6677"/>
                  </a:lnTo>
                  <a:lnTo>
                    <a:pt x="3051" y="6677"/>
                  </a:lnTo>
                  <a:lnTo>
                    <a:pt x="30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0"/>
            <p:cNvSpPr/>
            <p:nvPr/>
          </p:nvSpPr>
          <p:spPr>
            <a:xfrm>
              <a:off x="2548213" y="4264175"/>
              <a:ext cx="52750" cy="219650"/>
            </a:xfrm>
            <a:custGeom>
              <a:rect b="b" l="l" r="r" t="t"/>
              <a:pathLst>
                <a:path extrusionOk="0" h="8786" w="2110">
                  <a:moveTo>
                    <a:pt x="1535" y="576"/>
                  </a:moveTo>
                  <a:lnTo>
                    <a:pt x="1535" y="5735"/>
                  </a:lnTo>
                  <a:lnTo>
                    <a:pt x="593" y="5735"/>
                  </a:lnTo>
                  <a:lnTo>
                    <a:pt x="593" y="576"/>
                  </a:lnTo>
                  <a:close/>
                  <a:moveTo>
                    <a:pt x="1535" y="6328"/>
                  </a:moveTo>
                  <a:lnTo>
                    <a:pt x="1535" y="8211"/>
                  </a:lnTo>
                  <a:lnTo>
                    <a:pt x="593" y="8211"/>
                  </a:lnTo>
                  <a:lnTo>
                    <a:pt x="593" y="6328"/>
                  </a:lnTo>
                  <a:close/>
                  <a:moveTo>
                    <a:pt x="1" y="1"/>
                  </a:moveTo>
                  <a:lnTo>
                    <a:pt x="1" y="8786"/>
                  </a:lnTo>
                  <a:lnTo>
                    <a:pt x="2110" y="8786"/>
                  </a:lnTo>
                  <a:lnTo>
                    <a:pt x="211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0"/>
            <p:cNvSpPr/>
            <p:nvPr/>
          </p:nvSpPr>
          <p:spPr>
            <a:xfrm>
              <a:off x="2615338" y="4264175"/>
              <a:ext cx="52750" cy="219650"/>
            </a:xfrm>
            <a:custGeom>
              <a:rect b="b" l="l" r="r" t="t"/>
              <a:pathLst>
                <a:path extrusionOk="0" h="8786" w="2110">
                  <a:moveTo>
                    <a:pt x="1534" y="576"/>
                  </a:moveTo>
                  <a:lnTo>
                    <a:pt x="1534" y="3347"/>
                  </a:lnTo>
                  <a:lnTo>
                    <a:pt x="663" y="3347"/>
                  </a:lnTo>
                  <a:lnTo>
                    <a:pt x="663" y="576"/>
                  </a:lnTo>
                  <a:close/>
                  <a:moveTo>
                    <a:pt x="1534" y="3923"/>
                  </a:moveTo>
                  <a:lnTo>
                    <a:pt x="1534" y="8211"/>
                  </a:lnTo>
                  <a:lnTo>
                    <a:pt x="663" y="8211"/>
                  </a:lnTo>
                  <a:lnTo>
                    <a:pt x="663" y="3923"/>
                  </a:lnTo>
                  <a:close/>
                  <a:moveTo>
                    <a:pt x="0" y="1"/>
                  </a:moveTo>
                  <a:lnTo>
                    <a:pt x="0" y="8786"/>
                  </a:lnTo>
                  <a:lnTo>
                    <a:pt x="2109" y="8786"/>
                  </a:lnTo>
                  <a:lnTo>
                    <a:pt x="210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0"/>
            <p:cNvSpPr/>
            <p:nvPr/>
          </p:nvSpPr>
          <p:spPr>
            <a:xfrm>
              <a:off x="2789638" y="4264175"/>
              <a:ext cx="52750" cy="219650"/>
            </a:xfrm>
            <a:custGeom>
              <a:rect b="b" l="l" r="r" t="t"/>
              <a:pathLst>
                <a:path extrusionOk="0" h="8786" w="2110">
                  <a:moveTo>
                    <a:pt x="1535" y="576"/>
                  </a:moveTo>
                  <a:lnTo>
                    <a:pt x="1535" y="1535"/>
                  </a:lnTo>
                  <a:lnTo>
                    <a:pt x="593" y="1535"/>
                  </a:lnTo>
                  <a:lnTo>
                    <a:pt x="593" y="576"/>
                  </a:lnTo>
                  <a:close/>
                  <a:moveTo>
                    <a:pt x="1535" y="2110"/>
                  </a:moveTo>
                  <a:lnTo>
                    <a:pt x="1535" y="8211"/>
                  </a:lnTo>
                  <a:lnTo>
                    <a:pt x="593" y="8211"/>
                  </a:lnTo>
                  <a:lnTo>
                    <a:pt x="593" y="2110"/>
                  </a:lnTo>
                  <a:close/>
                  <a:moveTo>
                    <a:pt x="1" y="1"/>
                  </a:moveTo>
                  <a:lnTo>
                    <a:pt x="1" y="8786"/>
                  </a:lnTo>
                  <a:lnTo>
                    <a:pt x="2110" y="8786"/>
                  </a:lnTo>
                  <a:lnTo>
                    <a:pt x="211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0"/>
            <p:cNvSpPr/>
            <p:nvPr/>
          </p:nvSpPr>
          <p:spPr>
            <a:xfrm>
              <a:off x="2858938" y="4264175"/>
              <a:ext cx="52750" cy="219650"/>
            </a:xfrm>
            <a:custGeom>
              <a:rect b="b" l="l" r="r" t="t"/>
              <a:pathLst>
                <a:path extrusionOk="0" h="8786" w="2110">
                  <a:moveTo>
                    <a:pt x="1517" y="576"/>
                  </a:moveTo>
                  <a:lnTo>
                    <a:pt x="1517" y="5735"/>
                  </a:lnTo>
                  <a:lnTo>
                    <a:pt x="575" y="5735"/>
                  </a:lnTo>
                  <a:lnTo>
                    <a:pt x="575" y="576"/>
                  </a:lnTo>
                  <a:close/>
                  <a:moveTo>
                    <a:pt x="1517" y="6328"/>
                  </a:moveTo>
                  <a:lnTo>
                    <a:pt x="1517" y="8211"/>
                  </a:lnTo>
                  <a:lnTo>
                    <a:pt x="575" y="8211"/>
                  </a:lnTo>
                  <a:lnTo>
                    <a:pt x="575" y="6328"/>
                  </a:lnTo>
                  <a:close/>
                  <a:moveTo>
                    <a:pt x="0" y="1"/>
                  </a:moveTo>
                  <a:lnTo>
                    <a:pt x="0" y="8786"/>
                  </a:lnTo>
                  <a:lnTo>
                    <a:pt x="2109" y="8786"/>
                  </a:lnTo>
                  <a:lnTo>
                    <a:pt x="210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0"/>
            <p:cNvSpPr/>
            <p:nvPr/>
          </p:nvSpPr>
          <p:spPr>
            <a:xfrm>
              <a:off x="2715563" y="4414950"/>
              <a:ext cx="14400" cy="16150"/>
            </a:xfrm>
            <a:custGeom>
              <a:rect b="b" l="l" r="r" t="t"/>
              <a:pathLst>
                <a:path extrusionOk="0" h="646" w="576">
                  <a:moveTo>
                    <a:pt x="0" y="1"/>
                  </a:moveTo>
                  <a:lnTo>
                    <a:pt x="0" y="646"/>
                  </a:lnTo>
                  <a:lnTo>
                    <a:pt x="576" y="646"/>
                  </a:lnTo>
                  <a:lnTo>
                    <a:pt x="57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0"/>
            <p:cNvSpPr/>
            <p:nvPr/>
          </p:nvSpPr>
          <p:spPr>
            <a:xfrm>
              <a:off x="2691588" y="4491225"/>
              <a:ext cx="76300" cy="14400"/>
            </a:xfrm>
            <a:custGeom>
              <a:rect b="b" l="l" r="r" t="t"/>
              <a:pathLst>
                <a:path extrusionOk="0" h="576" w="3052">
                  <a:moveTo>
                    <a:pt x="1" y="0"/>
                  </a:moveTo>
                  <a:lnTo>
                    <a:pt x="1" y="575"/>
                  </a:lnTo>
                  <a:lnTo>
                    <a:pt x="3051" y="575"/>
                  </a:lnTo>
                  <a:lnTo>
                    <a:pt x="305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 name="Google Shape;1660;p50"/>
          <p:cNvGrpSpPr/>
          <p:nvPr/>
        </p:nvGrpSpPr>
        <p:grpSpPr>
          <a:xfrm>
            <a:off x="3232838" y="1348025"/>
            <a:ext cx="466750" cy="492000"/>
            <a:chOff x="3232838" y="1348025"/>
            <a:chExt cx="466750" cy="492000"/>
          </a:xfrm>
        </p:grpSpPr>
        <p:sp>
          <p:nvSpPr>
            <p:cNvPr id="1661" name="Google Shape;1661;p50"/>
            <p:cNvSpPr/>
            <p:nvPr/>
          </p:nvSpPr>
          <p:spPr>
            <a:xfrm>
              <a:off x="3238488" y="1424275"/>
              <a:ext cx="76300" cy="76300"/>
            </a:xfrm>
            <a:custGeom>
              <a:rect b="b" l="l" r="r" t="t"/>
              <a:pathLst>
                <a:path extrusionOk="0" h="3052" w="3052">
                  <a:moveTo>
                    <a:pt x="1517" y="1"/>
                  </a:moveTo>
                  <a:cubicBezTo>
                    <a:pt x="716" y="1"/>
                    <a:pt x="1" y="646"/>
                    <a:pt x="1" y="1517"/>
                  </a:cubicBezTo>
                  <a:cubicBezTo>
                    <a:pt x="1" y="2389"/>
                    <a:pt x="716" y="3051"/>
                    <a:pt x="1517" y="3051"/>
                  </a:cubicBezTo>
                  <a:cubicBezTo>
                    <a:pt x="2389" y="3051"/>
                    <a:pt x="3051" y="2389"/>
                    <a:pt x="3051" y="1517"/>
                  </a:cubicBezTo>
                  <a:cubicBezTo>
                    <a:pt x="3051" y="646"/>
                    <a:pt x="2389" y="1"/>
                    <a:pt x="15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0"/>
            <p:cNvSpPr/>
            <p:nvPr/>
          </p:nvSpPr>
          <p:spPr>
            <a:xfrm>
              <a:off x="3262038" y="1438650"/>
              <a:ext cx="37925" cy="40125"/>
            </a:xfrm>
            <a:custGeom>
              <a:rect b="b" l="l" r="r" t="t"/>
              <a:pathLst>
                <a:path extrusionOk="0" h="1605" w="1517">
                  <a:moveTo>
                    <a:pt x="715" y="1"/>
                  </a:moveTo>
                  <a:cubicBezTo>
                    <a:pt x="279" y="1"/>
                    <a:pt x="0" y="367"/>
                    <a:pt x="0" y="803"/>
                  </a:cubicBezTo>
                  <a:cubicBezTo>
                    <a:pt x="0" y="1239"/>
                    <a:pt x="279" y="1605"/>
                    <a:pt x="715" y="1605"/>
                  </a:cubicBezTo>
                  <a:cubicBezTo>
                    <a:pt x="1151" y="1605"/>
                    <a:pt x="1517" y="1239"/>
                    <a:pt x="1517" y="803"/>
                  </a:cubicBezTo>
                  <a:cubicBezTo>
                    <a:pt x="1517" y="367"/>
                    <a:pt x="1151" y="1"/>
                    <a:pt x="7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0"/>
            <p:cNvSpPr/>
            <p:nvPr/>
          </p:nvSpPr>
          <p:spPr>
            <a:xfrm>
              <a:off x="3572313" y="1358925"/>
              <a:ext cx="110700" cy="110700"/>
            </a:xfrm>
            <a:custGeom>
              <a:rect b="b" l="l" r="r" t="t"/>
              <a:pathLst>
                <a:path extrusionOk="0" h="4428" w="4428">
                  <a:moveTo>
                    <a:pt x="2179" y="0"/>
                  </a:moveTo>
                  <a:cubicBezTo>
                    <a:pt x="941" y="0"/>
                    <a:pt x="0" y="941"/>
                    <a:pt x="0" y="2179"/>
                  </a:cubicBezTo>
                  <a:cubicBezTo>
                    <a:pt x="0" y="3486"/>
                    <a:pt x="941" y="4428"/>
                    <a:pt x="2179" y="4428"/>
                  </a:cubicBezTo>
                  <a:cubicBezTo>
                    <a:pt x="3486" y="4428"/>
                    <a:pt x="4428" y="3486"/>
                    <a:pt x="4428" y="2179"/>
                  </a:cubicBezTo>
                  <a:cubicBezTo>
                    <a:pt x="4428" y="941"/>
                    <a:pt x="3486" y="0"/>
                    <a:pt x="21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0"/>
            <p:cNvSpPr/>
            <p:nvPr/>
          </p:nvSpPr>
          <p:spPr>
            <a:xfrm>
              <a:off x="3583188" y="1723650"/>
              <a:ext cx="108975" cy="107225"/>
            </a:xfrm>
            <a:custGeom>
              <a:rect b="b" l="l" r="r" t="t"/>
              <a:pathLst>
                <a:path extrusionOk="0" h="4289" w="4359">
                  <a:moveTo>
                    <a:pt x="2180" y="1"/>
                  </a:moveTo>
                  <a:cubicBezTo>
                    <a:pt x="1029" y="1"/>
                    <a:pt x="1" y="960"/>
                    <a:pt x="1" y="2180"/>
                  </a:cubicBezTo>
                  <a:cubicBezTo>
                    <a:pt x="1" y="3348"/>
                    <a:pt x="1029" y="4289"/>
                    <a:pt x="2180" y="4289"/>
                  </a:cubicBezTo>
                  <a:cubicBezTo>
                    <a:pt x="3348" y="4289"/>
                    <a:pt x="4359" y="3348"/>
                    <a:pt x="4359" y="2180"/>
                  </a:cubicBezTo>
                  <a:cubicBezTo>
                    <a:pt x="4359" y="960"/>
                    <a:pt x="3348" y="1"/>
                    <a:pt x="21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0"/>
            <p:cNvSpPr/>
            <p:nvPr/>
          </p:nvSpPr>
          <p:spPr>
            <a:xfrm>
              <a:off x="3276413" y="1738475"/>
              <a:ext cx="76275" cy="78025"/>
            </a:xfrm>
            <a:custGeom>
              <a:rect b="b" l="l" r="r" t="t"/>
              <a:pathLst>
                <a:path extrusionOk="0" h="3121" w="3051">
                  <a:moveTo>
                    <a:pt x="1534" y="1"/>
                  </a:moveTo>
                  <a:cubicBezTo>
                    <a:pt x="663" y="1"/>
                    <a:pt x="0" y="715"/>
                    <a:pt x="0" y="1587"/>
                  </a:cubicBezTo>
                  <a:cubicBezTo>
                    <a:pt x="0" y="2389"/>
                    <a:pt x="663" y="3121"/>
                    <a:pt x="1534" y="3121"/>
                  </a:cubicBezTo>
                  <a:cubicBezTo>
                    <a:pt x="2406" y="3121"/>
                    <a:pt x="3051" y="2389"/>
                    <a:pt x="3051" y="1587"/>
                  </a:cubicBezTo>
                  <a:cubicBezTo>
                    <a:pt x="3051" y="715"/>
                    <a:pt x="2406" y="1"/>
                    <a:pt x="15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0"/>
            <p:cNvSpPr/>
            <p:nvPr/>
          </p:nvSpPr>
          <p:spPr>
            <a:xfrm>
              <a:off x="3361813" y="1509700"/>
              <a:ext cx="168675" cy="168675"/>
            </a:xfrm>
            <a:custGeom>
              <a:rect b="b" l="l" r="r" t="t"/>
              <a:pathLst>
                <a:path extrusionOk="0" h="6747" w="6747">
                  <a:moveTo>
                    <a:pt x="3348" y="0"/>
                  </a:moveTo>
                  <a:cubicBezTo>
                    <a:pt x="1517" y="0"/>
                    <a:pt x="1" y="1447"/>
                    <a:pt x="1" y="3330"/>
                  </a:cubicBezTo>
                  <a:cubicBezTo>
                    <a:pt x="1" y="5230"/>
                    <a:pt x="1517" y="6746"/>
                    <a:pt x="3348" y="6746"/>
                  </a:cubicBezTo>
                  <a:cubicBezTo>
                    <a:pt x="5230" y="6746"/>
                    <a:pt x="6747" y="5230"/>
                    <a:pt x="6747" y="3330"/>
                  </a:cubicBezTo>
                  <a:cubicBezTo>
                    <a:pt x="6747" y="1447"/>
                    <a:pt x="5230" y="0"/>
                    <a:pt x="33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0"/>
            <p:cNvSpPr/>
            <p:nvPr/>
          </p:nvSpPr>
          <p:spPr>
            <a:xfrm>
              <a:off x="3399738" y="1524075"/>
              <a:ext cx="107225" cy="107225"/>
            </a:xfrm>
            <a:custGeom>
              <a:rect b="b" l="l" r="r" t="t"/>
              <a:pathLst>
                <a:path extrusionOk="0" h="4289" w="4289">
                  <a:moveTo>
                    <a:pt x="2110" y="0"/>
                  </a:moveTo>
                  <a:cubicBezTo>
                    <a:pt x="959" y="0"/>
                    <a:pt x="0" y="942"/>
                    <a:pt x="0" y="2179"/>
                  </a:cubicBezTo>
                  <a:cubicBezTo>
                    <a:pt x="0" y="3347"/>
                    <a:pt x="959" y="4288"/>
                    <a:pt x="2110" y="4288"/>
                  </a:cubicBezTo>
                  <a:cubicBezTo>
                    <a:pt x="3347" y="4288"/>
                    <a:pt x="4288" y="3347"/>
                    <a:pt x="4288" y="2179"/>
                  </a:cubicBezTo>
                  <a:cubicBezTo>
                    <a:pt x="4288" y="942"/>
                    <a:pt x="3347" y="0"/>
                    <a:pt x="21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0"/>
            <p:cNvSpPr/>
            <p:nvPr/>
          </p:nvSpPr>
          <p:spPr>
            <a:xfrm>
              <a:off x="3438088" y="1531475"/>
              <a:ext cx="68875" cy="68875"/>
            </a:xfrm>
            <a:custGeom>
              <a:rect b="b" l="l" r="r" t="t"/>
              <a:pathLst>
                <a:path extrusionOk="0" h="2755" w="2755">
                  <a:moveTo>
                    <a:pt x="1377" y="1"/>
                  </a:moveTo>
                  <a:cubicBezTo>
                    <a:pt x="645" y="1"/>
                    <a:pt x="0" y="646"/>
                    <a:pt x="0" y="1378"/>
                  </a:cubicBezTo>
                  <a:cubicBezTo>
                    <a:pt x="0" y="2180"/>
                    <a:pt x="645" y="2755"/>
                    <a:pt x="1377" y="2755"/>
                  </a:cubicBezTo>
                  <a:cubicBezTo>
                    <a:pt x="2179" y="2755"/>
                    <a:pt x="2754" y="2180"/>
                    <a:pt x="2754" y="1378"/>
                  </a:cubicBezTo>
                  <a:cubicBezTo>
                    <a:pt x="2754" y="646"/>
                    <a:pt x="2179" y="1"/>
                    <a:pt x="13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0"/>
            <p:cNvSpPr/>
            <p:nvPr/>
          </p:nvSpPr>
          <p:spPr>
            <a:xfrm>
              <a:off x="3232838" y="1348025"/>
              <a:ext cx="466750" cy="492000"/>
            </a:xfrm>
            <a:custGeom>
              <a:rect b="b" l="l" r="r" t="t"/>
              <a:pathLst>
                <a:path extrusionOk="0" h="19680" w="18670">
                  <a:moveTo>
                    <a:pt x="15758" y="576"/>
                  </a:moveTo>
                  <a:cubicBezTo>
                    <a:pt x="16856" y="576"/>
                    <a:pt x="17658" y="1447"/>
                    <a:pt x="17658" y="2475"/>
                  </a:cubicBezTo>
                  <a:cubicBezTo>
                    <a:pt x="17658" y="3556"/>
                    <a:pt x="16856" y="4428"/>
                    <a:pt x="15758" y="4428"/>
                  </a:cubicBezTo>
                  <a:cubicBezTo>
                    <a:pt x="14747" y="4428"/>
                    <a:pt x="13875" y="3556"/>
                    <a:pt x="13875" y="2475"/>
                  </a:cubicBezTo>
                  <a:cubicBezTo>
                    <a:pt x="13875" y="1447"/>
                    <a:pt x="14747" y="576"/>
                    <a:pt x="15758" y="576"/>
                  </a:cubicBezTo>
                  <a:close/>
                  <a:moveTo>
                    <a:pt x="1813" y="3556"/>
                  </a:moveTo>
                  <a:cubicBezTo>
                    <a:pt x="2475" y="3556"/>
                    <a:pt x="2981" y="4062"/>
                    <a:pt x="2981" y="4724"/>
                  </a:cubicBezTo>
                  <a:cubicBezTo>
                    <a:pt x="2981" y="5369"/>
                    <a:pt x="2475" y="5875"/>
                    <a:pt x="1813" y="5875"/>
                  </a:cubicBezTo>
                  <a:cubicBezTo>
                    <a:pt x="1168" y="5875"/>
                    <a:pt x="663" y="5369"/>
                    <a:pt x="663" y="4724"/>
                  </a:cubicBezTo>
                  <a:cubicBezTo>
                    <a:pt x="663" y="4062"/>
                    <a:pt x="1168" y="3556"/>
                    <a:pt x="1813" y="3556"/>
                  </a:cubicBezTo>
                  <a:close/>
                  <a:moveTo>
                    <a:pt x="8420" y="6833"/>
                  </a:moveTo>
                  <a:cubicBezTo>
                    <a:pt x="10093" y="6833"/>
                    <a:pt x="11400" y="8210"/>
                    <a:pt x="11400" y="9884"/>
                  </a:cubicBezTo>
                  <a:cubicBezTo>
                    <a:pt x="11400" y="11470"/>
                    <a:pt x="10093" y="12847"/>
                    <a:pt x="8420" y="12847"/>
                  </a:cubicBezTo>
                  <a:cubicBezTo>
                    <a:pt x="6764" y="12847"/>
                    <a:pt x="5456" y="11470"/>
                    <a:pt x="5456" y="9884"/>
                  </a:cubicBezTo>
                  <a:cubicBezTo>
                    <a:pt x="5456" y="8210"/>
                    <a:pt x="6764" y="6833"/>
                    <a:pt x="8420" y="6833"/>
                  </a:cubicBezTo>
                  <a:close/>
                  <a:moveTo>
                    <a:pt x="3277" y="16054"/>
                  </a:moveTo>
                  <a:cubicBezTo>
                    <a:pt x="3922" y="16054"/>
                    <a:pt x="4428" y="16560"/>
                    <a:pt x="4428" y="17205"/>
                  </a:cubicBezTo>
                  <a:cubicBezTo>
                    <a:pt x="4428" y="17867"/>
                    <a:pt x="3922" y="18373"/>
                    <a:pt x="3277" y="18373"/>
                  </a:cubicBezTo>
                  <a:cubicBezTo>
                    <a:pt x="2615" y="18373"/>
                    <a:pt x="2109" y="17867"/>
                    <a:pt x="2109" y="17205"/>
                  </a:cubicBezTo>
                  <a:cubicBezTo>
                    <a:pt x="2109" y="16560"/>
                    <a:pt x="2615" y="16054"/>
                    <a:pt x="3277" y="16054"/>
                  </a:cubicBezTo>
                  <a:close/>
                  <a:moveTo>
                    <a:pt x="16124" y="15322"/>
                  </a:moveTo>
                  <a:cubicBezTo>
                    <a:pt x="17222" y="15322"/>
                    <a:pt x="18007" y="16124"/>
                    <a:pt x="18007" y="17205"/>
                  </a:cubicBezTo>
                  <a:cubicBezTo>
                    <a:pt x="18007" y="18233"/>
                    <a:pt x="17222" y="19105"/>
                    <a:pt x="16124" y="19105"/>
                  </a:cubicBezTo>
                  <a:cubicBezTo>
                    <a:pt x="15113" y="19105"/>
                    <a:pt x="14242" y="18233"/>
                    <a:pt x="14242" y="17205"/>
                  </a:cubicBezTo>
                  <a:cubicBezTo>
                    <a:pt x="14242" y="16124"/>
                    <a:pt x="15113" y="15322"/>
                    <a:pt x="16124" y="15322"/>
                  </a:cubicBezTo>
                  <a:close/>
                  <a:moveTo>
                    <a:pt x="15758" y="0"/>
                  </a:moveTo>
                  <a:cubicBezTo>
                    <a:pt x="14381" y="0"/>
                    <a:pt x="13300" y="1081"/>
                    <a:pt x="13300" y="2475"/>
                  </a:cubicBezTo>
                  <a:cubicBezTo>
                    <a:pt x="13300" y="3120"/>
                    <a:pt x="13509" y="3626"/>
                    <a:pt x="13806" y="4062"/>
                  </a:cubicBezTo>
                  <a:lnTo>
                    <a:pt x="10755" y="7112"/>
                  </a:lnTo>
                  <a:cubicBezTo>
                    <a:pt x="10163" y="6537"/>
                    <a:pt x="9291" y="6241"/>
                    <a:pt x="8420" y="6241"/>
                  </a:cubicBezTo>
                  <a:cubicBezTo>
                    <a:pt x="7408" y="6241"/>
                    <a:pt x="6467" y="6676"/>
                    <a:pt x="5805" y="7339"/>
                  </a:cubicBezTo>
                  <a:lnTo>
                    <a:pt x="3417" y="5439"/>
                  </a:lnTo>
                  <a:cubicBezTo>
                    <a:pt x="3486" y="5230"/>
                    <a:pt x="3556" y="4933"/>
                    <a:pt x="3556" y="4724"/>
                  </a:cubicBezTo>
                  <a:cubicBezTo>
                    <a:pt x="3556" y="3696"/>
                    <a:pt x="2754" y="2911"/>
                    <a:pt x="1813" y="2911"/>
                  </a:cubicBezTo>
                  <a:cubicBezTo>
                    <a:pt x="802" y="2911"/>
                    <a:pt x="0" y="3696"/>
                    <a:pt x="0" y="4724"/>
                  </a:cubicBezTo>
                  <a:cubicBezTo>
                    <a:pt x="0" y="5665"/>
                    <a:pt x="802" y="6467"/>
                    <a:pt x="1813" y="6467"/>
                  </a:cubicBezTo>
                  <a:cubicBezTo>
                    <a:pt x="2249" y="6467"/>
                    <a:pt x="2754" y="6241"/>
                    <a:pt x="3051" y="5962"/>
                  </a:cubicBezTo>
                  <a:lnTo>
                    <a:pt x="5456" y="7775"/>
                  </a:lnTo>
                  <a:cubicBezTo>
                    <a:pt x="5020" y="8350"/>
                    <a:pt x="4794" y="9082"/>
                    <a:pt x="4794" y="9884"/>
                  </a:cubicBezTo>
                  <a:cubicBezTo>
                    <a:pt x="4794" y="10895"/>
                    <a:pt x="5299" y="11906"/>
                    <a:pt x="6031" y="12568"/>
                  </a:cubicBezTo>
                  <a:lnTo>
                    <a:pt x="3992" y="15619"/>
                  </a:lnTo>
                  <a:cubicBezTo>
                    <a:pt x="3783" y="15462"/>
                    <a:pt x="3556" y="15392"/>
                    <a:pt x="3277" y="15392"/>
                  </a:cubicBezTo>
                  <a:cubicBezTo>
                    <a:pt x="2319" y="15392"/>
                    <a:pt x="1534" y="16194"/>
                    <a:pt x="1534" y="17205"/>
                  </a:cubicBezTo>
                  <a:cubicBezTo>
                    <a:pt x="1534" y="18163"/>
                    <a:pt x="2319" y="18948"/>
                    <a:pt x="3277" y="18948"/>
                  </a:cubicBezTo>
                  <a:cubicBezTo>
                    <a:pt x="4219" y="18948"/>
                    <a:pt x="5020" y="18163"/>
                    <a:pt x="5020" y="17205"/>
                  </a:cubicBezTo>
                  <a:cubicBezTo>
                    <a:pt x="5020" y="16699"/>
                    <a:pt x="4864" y="16263"/>
                    <a:pt x="4497" y="15897"/>
                  </a:cubicBezTo>
                  <a:lnTo>
                    <a:pt x="6537" y="12934"/>
                  </a:lnTo>
                  <a:cubicBezTo>
                    <a:pt x="7042" y="13283"/>
                    <a:pt x="7705" y="13440"/>
                    <a:pt x="8420" y="13440"/>
                  </a:cubicBezTo>
                  <a:cubicBezTo>
                    <a:pt x="9291" y="13440"/>
                    <a:pt x="10023" y="13143"/>
                    <a:pt x="10686" y="12638"/>
                  </a:cubicBezTo>
                  <a:lnTo>
                    <a:pt x="14085" y="15758"/>
                  </a:lnTo>
                  <a:cubicBezTo>
                    <a:pt x="13806" y="16124"/>
                    <a:pt x="13649" y="16630"/>
                    <a:pt x="13649" y="17205"/>
                  </a:cubicBezTo>
                  <a:cubicBezTo>
                    <a:pt x="13649" y="18599"/>
                    <a:pt x="14747" y="19680"/>
                    <a:pt x="16124" y="19680"/>
                  </a:cubicBezTo>
                  <a:cubicBezTo>
                    <a:pt x="17501" y="19680"/>
                    <a:pt x="18669" y="18599"/>
                    <a:pt x="18669" y="17205"/>
                  </a:cubicBezTo>
                  <a:cubicBezTo>
                    <a:pt x="18669" y="15828"/>
                    <a:pt x="17501" y="14677"/>
                    <a:pt x="16124" y="14677"/>
                  </a:cubicBezTo>
                  <a:cubicBezTo>
                    <a:pt x="15549" y="14677"/>
                    <a:pt x="14956" y="14886"/>
                    <a:pt x="14520" y="15322"/>
                  </a:cubicBezTo>
                  <a:lnTo>
                    <a:pt x="11121" y="12272"/>
                  </a:lnTo>
                  <a:cubicBezTo>
                    <a:pt x="11697" y="11627"/>
                    <a:pt x="12063" y="10755"/>
                    <a:pt x="12063" y="9884"/>
                  </a:cubicBezTo>
                  <a:cubicBezTo>
                    <a:pt x="12063" y="9012"/>
                    <a:pt x="11697" y="8210"/>
                    <a:pt x="11191" y="7548"/>
                  </a:cubicBezTo>
                  <a:lnTo>
                    <a:pt x="14242" y="4498"/>
                  </a:lnTo>
                  <a:cubicBezTo>
                    <a:pt x="14677" y="4794"/>
                    <a:pt x="15183" y="5003"/>
                    <a:pt x="15758" y="5003"/>
                  </a:cubicBezTo>
                  <a:cubicBezTo>
                    <a:pt x="17135" y="5003"/>
                    <a:pt x="18303" y="3853"/>
                    <a:pt x="18303" y="2475"/>
                  </a:cubicBezTo>
                  <a:cubicBezTo>
                    <a:pt x="18303" y="1081"/>
                    <a:pt x="17135" y="0"/>
                    <a:pt x="157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0"/>
            <p:cNvSpPr/>
            <p:nvPr/>
          </p:nvSpPr>
          <p:spPr>
            <a:xfrm>
              <a:off x="3614138" y="1369800"/>
              <a:ext cx="54500" cy="54500"/>
            </a:xfrm>
            <a:custGeom>
              <a:rect b="b" l="l" r="r" t="t"/>
              <a:pathLst>
                <a:path extrusionOk="0" h="2180" w="2180">
                  <a:moveTo>
                    <a:pt x="1099" y="1"/>
                  </a:moveTo>
                  <a:cubicBezTo>
                    <a:pt x="506" y="1"/>
                    <a:pt x="1" y="506"/>
                    <a:pt x="1" y="1082"/>
                  </a:cubicBezTo>
                  <a:cubicBezTo>
                    <a:pt x="1" y="1674"/>
                    <a:pt x="506" y="2180"/>
                    <a:pt x="1099" y="2180"/>
                  </a:cubicBezTo>
                  <a:cubicBezTo>
                    <a:pt x="1674" y="2180"/>
                    <a:pt x="2179" y="1674"/>
                    <a:pt x="2179" y="1082"/>
                  </a:cubicBezTo>
                  <a:cubicBezTo>
                    <a:pt x="2179" y="506"/>
                    <a:pt x="1674" y="1"/>
                    <a:pt x="10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0"/>
            <p:cNvSpPr/>
            <p:nvPr/>
          </p:nvSpPr>
          <p:spPr>
            <a:xfrm>
              <a:off x="3623288" y="1738475"/>
              <a:ext cx="52750" cy="54500"/>
            </a:xfrm>
            <a:custGeom>
              <a:rect b="b" l="l" r="r" t="t"/>
              <a:pathLst>
                <a:path extrusionOk="0" h="2180" w="2110">
                  <a:moveTo>
                    <a:pt x="1012" y="1"/>
                  </a:moveTo>
                  <a:cubicBezTo>
                    <a:pt x="436" y="1"/>
                    <a:pt x="1" y="506"/>
                    <a:pt x="1" y="1081"/>
                  </a:cubicBezTo>
                  <a:cubicBezTo>
                    <a:pt x="1" y="1674"/>
                    <a:pt x="436" y="2179"/>
                    <a:pt x="1012" y="2179"/>
                  </a:cubicBezTo>
                  <a:cubicBezTo>
                    <a:pt x="1674" y="2179"/>
                    <a:pt x="2110" y="1674"/>
                    <a:pt x="2110" y="1081"/>
                  </a:cubicBezTo>
                  <a:cubicBezTo>
                    <a:pt x="2110" y="506"/>
                    <a:pt x="1674" y="1"/>
                    <a:pt x="10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0"/>
            <p:cNvSpPr/>
            <p:nvPr/>
          </p:nvSpPr>
          <p:spPr>
            <a:xfrm>
              <a:off x="3307338" y="1754600"/>
              <a:ext cx="30975" cy="30975"/>
            </a:xfrm>
            <a:custGeom>
              <a:rect b="b" l="l" r="r" t="t"/>
              <a:pathLst>
                <a:path extrusionOk="0" h="1239" w="1239">
                  <a:moveTo>
                    <a:pt x="646" y="0"/>
                  </a:moveTo>
                  <a:cubicBezTo>
                    <a:pt x="297" y="0"/>
                    <a:pt x="1" y="297"/>
                    <a:pt x="1" y="593"/>
                  </a:cubicBezTo>
                  <a:cubicBezTo>
                    <a:pt x="1" y="942"/>
                    <a:pt x="297" y="1238"/>
                    <a:pt x="646" y="1238"/>
                  </a:cubicBezTo>
                  <a:cubicBezTo>
                    <a:pt x="942" y="1238"/>
                    <a:pt x="1239" y="942"/>
                    <a:pt x="1239" y="593"/>
                  </a:cubicBezTo>
                  <a:cubicBezTo>
                    <a:pt x="1239" y="297"/>
                    <a:pt x="942" y="0"/>
                    <a:pt x="6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 name="Google Shape;1673;p50"/>
          <p:cNvGrpSpPr/>
          <p:nvPr/>
        </p:nvGrpSpPr>
        <p:grpSpPr>
          <a:xfrm>
            <a:off x="3303863" y="2026825"/>
            <a:ext cx="324675" cy="492025"/>
            <a:chOff x="3303863" y="1883950"/>
            <a:chExt cx="324675" cy="492025"/>
          </a:xfrm>
        </p:grpSpPr>
        <p:sp>
          <p:nvSpPr>
            <p:cNvPr id="1674" name="Google Shape;1674;p50"/>
            <p:cNvSpPr/>
            <p:nvPr/>
          </p:nvSpPr>
          <p:spPr>
            <a:xfrm>
              <a:off x="3312588" y="1914475"/>
              <a:ext cx="307250" cy="454100"/>
            </a:xfrm>
            <a:custGeom>
              <a:rect b="b" l="l" r="r" t="t"/>
              <a:pathLst>
                <a:path extrusionOk="0" h="18164" w="12290">
                  <a:moveTo>
                    <a:pt x="0" y="0"/>
                  </a:moveTo>
                  <a:lnTo>
                    <a:pt x="0" y="18163"/>
                  </a:lnTo>
                  <a:lnTo>
                    <a:pt x="12289" y="18163"/>
                  </a:lnTo>
                  <a:lnTo>
                    <a:pt x="122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0"/>
            <p:cNvSpPr/>
            <p:nvPr/>
          </p:nvSpPr>
          <p:spPr>
            <a:xfrm>
              <a:off x="3374463" y="1890925"/>
              <a:ext cx="185225" cy="61925"/>
            </a:xfrm>
            <a:custGeom>
              <a:rect b="b" l="l" r="r" t="t"/>
              <a:pathLst>
                <a:path extrusionOk="0" h="2477" w="7409">
                  <a:moveTo>
                    <a:pt x="0" y="1"/>
                  </a:moveTo>
                  <a:lnTo>
                    <a:pt x="0" y="2476"/>
                  </a:lnTo>
                  <a:lnTo>
                    <a:pt x="7409" y="2476"/>
                  </a:lnTo>
                  <a:lnTo>
                    <a:pt x="74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0"/>
            <p:cNvSpPr/>
            <p:nvPr/>
          </p:nvSpPr>
          <p:spPr>
            <a:xfrm>
              <a:off x="3343513" y="1945400"/>
              <a:ext cx="245375" cy="392225"/>
            </a:xfrm>
            <a:custGeom>
              <a:rect b="b" l="l" r="r" t="t"/>
              <a:pathLst>
                <a:path extrusionOk="0" h="15689" w="9815">
                  <a:moveTo>
                    <a:pt x="1" y="1"/>
                  </a:moveTo>
                  <a:lnTo>
                    <a:pt x="1" y="15689"/>
                  </a:lnTo>
                  <a:lnTo>
                    <a:pt x="9815" y="15689"/>
                  </a:lnTo>
                  <a:lnTo>
                    <a:pt x="981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0"/>
            <p:cNvSpPr/>
            <p:nvPr/>
          </p:nvSpPr>
          <p:spPr>
            <a:xfrm>
              <a:off x="3381863" y="2114475"/>
              <a:ext cx="45350" cy="45350"/>
            </a:xfrm>
            <a:custGeom>
              <a:rect b="b" l="l" r="r" t="t"/>
              <a:pathLst>
                <a:path extrusionOk="0" h="1814" w="1814">
                  <a:moveTo>
                    <a:pt x="1" y="1"/>
                  </a:moveTo>
                  <a:lnTo>
                    <a:pt x="1" y="1814"/>
                  </a:lnTo>
                  <a:lnTo>
                    <a:pt x="1814" y="1814"/>
                  </a:lnTo>
                  <a:lnTo>
                    <a:pt x="181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0"/>
            <p:cNvSpPr/>
            <p:nvPr/>
          </p:nvSpPr>
          <p:spPr>
            <a:xfrm>
              <a:off x="3381863" y="2221700"/>
              <a:ext cx="45350" cy="47075"/>
            </a:xfrm>
            <a:custGeom>
              <a:rect b="b" l="l" r="r" t="t"/>
              <a:pathLst>
                <a:path extrusionOk="0" h="1883" w="1814">
                  <a:moveTo>
                    <a:pt x="1" y="0"/>
                  </a:moveTo>
                  <a:lnTo>
                    <a:pt x="1" y="1883"/>
                  </a:lnTo>
                  <a:lnTo>
                    <a:pt x="1814" y="1883"/>
                  </a:lnTo>
                  <a:lnTo>
                    <a:pt x="18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0"/>
            <p:cNvSpPr/>
            <p:nvPr/>
          </p:nvSpPr>
          <p:spPr>
            <a:xfrm>
              <a:off x="3365313" y="1883950"/>
              <a:ext cx="201775" cy="76300"/>
            </a:xfrm>
            <a:custGeom>
              <a:rect b="b" l="l" r="r" t="t"/>
              <a:pathLst>
                <a:path extrusionOk="0" h="3052" w="8071">
                  <a:moveTo>
                    <a:pt x="7409" y="576"/>
                  </a:moveTo>
                  <a:lnTo>
                    <a:pt x="7409" y="2459"/>
                  </a:lnTo>
                  <a:lnTo>
                    <a:pt x="663" y="2459"/>
                  </a:lnTo>
                  <a:lnTo>
                    <a:pt x="663" y="576"/>
                  </a:lnTo>
                  <a:close/>
                  <a:moveTo>
                    <a:pt x="0" y="1"/>
                  </a:moveTo>
                  <a:lnTo>
                    <a:pt x="0" y="3051"/>
                  </a:lnTo>
                  <a:lnTo>
                    <a:pt x="8071" y="3051"/>
                  </a:lnTo>
                  <a:lnTo>
                    <a:pt x="80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0"/>
            <p:cNvSpPr/>
            <p:nvPr/>
          </p:nvSpPr>
          <p:spPr>
            <a:xfrm>
              <a:off x="3303863" y="1905750"/>
              <a:ext cx="324675" cy="470225"/>
            </a:xfrm>
            <a:custGeom>
              <a:rect b="b" l="l" r="r" t="t"/>
              <a:pathLst>
                <a:path extrusionOk="0" h="18809" w="12987">
                  <a:moveTo>
                    <a:pt x="1" y="0"/>
                  </a:moveTo>
                  <a:lnTo>
                    <a:pt x="1" y="18809"/>
                  </a:lnTo>
                  <a:lnTo>
                    <a:pt x="12987" y="18809"/>
                  </a:lnTo>
                  <a:lnTo>
                    <a:pt x="12987" y="0"/>
                  </a:lnTo>
                  <a:lnTo>
                    <a:pt x="10808" y="0"/>
                  </a:lnTo>
                  <a:lnTo>
                    <a:pt x="10808" y="645"/>
                  </a:lnTo>
                  <a:lnTo>
                    <a:pt x="12342" y="645"/>
                  </a:lnTo>
                  <a:lnTo>
                    <a:pt x="12342" y="18216"/>
                  </a:lnTo>
                  <a:lnTo>
                    <a:pt x="645" y="18216"/>
                  </a:lnTo>
                  <a:lnTo>
                    <a:pt x="645" y="645"/>
                  </a:lnTo>
                  <a:lnTo>
                    <a:pt x="2179" y="645"/>
                  </a:lnTo>
                  <a:lnTo>
                    <a:pt x="21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0"/>
            <p:cNvSpPr/>
            <p:nvPr/>
          </p:nvSpPr>
          <p:spPr>
            <a:xfrm>
              <a:off x="3396238" y="1914475"/>
              <a:ext cx="16600" cy="14825"/>
            </a:xfrm>
            <a:custGeom>
              <a:rect b="b" l="l" r="r" t="t"/>
              <a:pathLst>
                <a:path extrusionOk="0" h="593" w="664">
                  <a:moveTo>
                    <a:pt x="1" y="0"/>
                  </a:moveTo>
                  <a:lnTo>
                    <a:pt x="1" y="593"/>
                  </a:lnTo>
                  <a:lnTo>
                    <a:pt x="663" y="593"/>
                  </a:lnTo>
                  <a:lnTo>
                    <a:pt x="6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0"/>
            <p:cNvSpPr/>
            <p:nvPr/>
          </p:nvSpPr>
          <p:spPr>
            <a:xfrm>
              <a:off x="3519563" y="1914475"/>
              <a:ext cx="16600" cy="14825"/>
            </a:xfrm>
            <a:custGeom>
              <a:rect b="b" l="l" r="r" t="t"/>
              <a:pathLst>
                <a:path extrusionOk="0" h="593" w="664">
                  <a:moveTo>
                    <a:pt x="1" y="0"/>
                  </a:moveTo>
                  <a:lnTo>
                    <a:pt x="1" y="593"/>
                  </a:lnTo>
                  <a:lnTo>
                    <a:pt x="663" y="593"/>
                  </a:lnTo>
                  <a:lnTo>
                    <a:pt x="6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0"/>
            <p:cNvSpPr/>
            <p:nvPr/>
          </p:nvSpPr>
          <p:spPr>
            <a:xfrm>
              <a:off x="3334363" y="1936250"/>
              <a:ext cx="263675" cy="408800"/>
            </a:xfrm>
            <a:custGeom>
              <a:rect b="b" l="l" r="r" t="t"/>
              <a:pathLst>
                <a:path extrusionOk="0" h="16352" w="10547">
                  <a:moveTo>
                    <a:pt x="1" y="1"/>
                  </a:moveTo>
                  <a:lnTo>
                    <a:pt x="1" y="16351"/>
                  </a:lnTo>
                  <a:lnTo>
                    <a:pt x="10547" y="16351"/>
                  </a:lnTo>
                  <a:lnTo>
                    <a:pt x="10547" y="1"/>
                  </a:lnTo>
                  <a:lnTo>
                    <a:pt x="9588" y="1"/>
                  </a:lnTo>
                  <a:lnTo>
                    <a:pt x="9588" y="663"/>
                  </a:lnTo>
                  <a:lnTo>
                    <a:pt x="9884" y="663"/>
                  </a:lnTo>
                  <a:lnTo>
                    <a:pt x="9884" y="15776"/>
                  </a:lnTo>
                  <a:lnTo>
                    <a:pt x="663" y="15776"/>
                  </a:lnTo>
                  <a:lnTo>
                    <a:pt x="663" y="663"/>
                  </a:lnTo>
                  <a:lnTo>
                    <a:pt x="959" y="663"/>
                  </a:lnTo>
                  <a:lnTo>
                    <a:pt x="9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0"/>
            <p:cNvSpPr/>
            <p:nvPr/>
          </p:nvSpPr>
          <p:spPr>
            <a:xfrm>
              <a:off x="3376213" y="2009025"/>
              <a:ext cx="56225" cy="47100"/>
            </a:xfrm>
            <a:custGeom>
              <a:rect b="b" l="l" r="r" t="t"/>
              <a:pathLst>
                <a:path extrusionOk="0" h="1884" w="2249">
                  <a:moveTo>
                    <a:pt x="1813" y="1"/>
                  </a:moveTo>
                  <a:lnTo>
                    <a:pt x="802" y="1012"/>
                  </a:lnTo>
                  <a:lnTo>
                    <a:pt x="436" y="576"/>
                  </a:lnTo>
                  <a:lnTo>
                    <a:pt x="0" y="1012"/>
                  </a:lnTo>
                  <a:lnTo>
                    <a:pt x="802" y="1883"/>
                  </a:lnTo>
                  <a:lnTo>
                    <a:pt x="2249" y="436"/>
                  </a:lnTo>
                  <a:lnTo>
                    <a:pt x="18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0"/>
            <p:cNvSpPr/>
            <p:nvPr/>
          </p:nvSpPr>
          <p:spPr>
            <a:xfrm>
              <a:off x="3458138" y="2014700"/>
              <a:ext cx="54500" cy="14400"/>
            </a:xfrm>
            <a:custGeom>
              <a:rect b="b" l="l" r="r" t="t"/>
              <a:pathLst>
                <a:path extrusionOk="0" h="576" w="2180">
                  <a:moveTo>
                    <a:pt x="0" y="0"/>
                  </a:moveTo>
                  <a:lnTo>
                    <a:pt x="0" y="575"/>
                  </a:lnTo>
                  <a:lnTo>
                    <a:pt x="2179" y="575"/>
                  </a:lnTo>
                  <a:lnTo>
                    <a:pt x="21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0"/>
            <p:cNvSpPr/>
            <p:nvPr/>
          </p:nvSpPr>
          <p:spPr>
            <a:xfrm>
              <a:off x="3458138" y="2045200"/>
              <a:ext cx="101550" cy="14850"/>
            </a:xfrm>
            <a:custGeom>
              <a:rect b="b" l="l" r="r" t="t"/>
              <a:pathLst>
                <a:path extrusionOk="0" h="594" w="4062">
                  <a:moveTo>
                    <a:pt x="0" y="0"/>
                  </a:moveTo>
                  <a:lnTo>
                    <a:pt x="0" y="593"/>
                  </a:lnTo>
                  <a:lnTo>
                    <a:pt x="4062" y="593"/>
                  </a:lnTo>
                  <a:lnTo>
                    <a:pt x="40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0"/>
            <p:cNvSpPr/>
            <p:nvPr/>
          </p:nvSpPr>
          <p:spPr>
            <a:xfrm>
              <a:off x="3458138" y="2121450"/>
              <a:ext cx="54500" cy="16600"/>
            </a:xfrm>
            <a:custGeom>
              <a:rect b="b" l="l" r="r" t="t"/>
              <a:pathLst>
                <a:path extrusionOk="0" h="664" w="2180">
                  <a:moveTo>
                    <a:pt x="0" y="1"/>
                  </a:moveTo>
                  <a:lnTo>
                    <a:pt x="0" y="663"/>
                  </a:lnTo>
                  <a:lnTo>
                    <a:pt x="2179" y="663"/>
                  </a:lnTo>
                  <a:lnTo>
                    <a:pt x="21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0"/>
            <p:cNvSpPr/>
            <p:nvPr/>
          </p:nvSpPr>
          <p:spPr>
            <a:xfrm>
              <a:off x="3458138" y="2152400"/>
              <a:ext cx="101550" cy="16575"/>
            </a:xfrm>
            <a:custGeom>
              <a:rect b="b" l="l" r="r" t="t"/>
              <a:pathLst>
                <a:path extrusionOk="0" h="663" w="4062">
                  <a:moveTo>
                    <a:pt x="0" y="0"/>
                  </a:moveTo>
                  <a:lnTo>
                    <a:pt x="0" y="663"/>
                  </a:lnTo>
                  <a:lnTo>
                    <a:pt x="4062" y="663"/>
                  </a:lnTo>
                  <a:lnTo>
                    <a:pt x="40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0"/>
            <p:cNvSpPr/>
            <p:nvPr/>
          </p:nvSpPr>
          <p:spPr>
            <a:xfrm>
              <a:off x="3458138" y="2230400"/>
              <a:ext cx="54500" cy="14850"/>
            </a:xfrm>
            <a:custGeom>
              <a:rect b="b" l="l" r="r" t="t"/>
              <a:pathLst>
                <a:path extrusionOk="0" h="594" w="2180">
                  <a:moveTo>
                    <a:pt x="0" y="1"/>
                  </a:moveTo>
                  <a:lnTo>
                    <a:pt x="0" y="593"/>
                  </a:lnTo>
                  <a:lnTo>
                    <a:pt x="2179" y="593"/>
                  </a:lnTo>
                  <a:lnTo>
                    <a:pt x="21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0"/>
            <p:cNvSpPr/>
            <p:nvPr/>
          </p:nvSpPr>
          <p:spPr>
            <a:xfrm>
              <a:off x="3458138" y="2261350"/>
              <a:ext cx="101550" cy="14825"/>
            </a:xfrm>
            <a:custGeom>
              <a:rect b="b" l="l" r="r" t="t"/>
              <a:pathLst>
                <a:path extrusionOk="0" h="593" w="4062">
                  <a:moveTo>
                    <a:pt x="0" y="0"/>
                  </a:moveTo>
                  <a:lnTo>
                    <a:pt x="0" y="593"/>
                  </a:lnTo>
                  <a:lnTo>
                    <a:pt x="4062" y="593"/>
                  </a:lnTo>
                  <a:lnTo>
                    <a:pt x="40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0"/>
            <p:cNvSpPr/>
            <p:nvPr/>
          </p:nvSpPr>
          <p:spPr>
            <a:xfrm>
              <a:off x="3374463" y="2107075"/>
              <a:ext cx="61900" cy="61900"/>
            </a:xfrm>
            <a:custGeom>
              <a:rect b="b" l="l" r="r" t="t"/>
              <a:pathLst>
                <a:path extrusionOk="0" h="2476" w="2476">
                  <a:moveTo>
                    <a:pt x="1813" y="576"/>
                  </a:moveTo>
                  <a:lnTo>
                    <a:pt x="1813" y="1813"/>
                  </a:lnTo>
                  <a:lnTo>
                    <a:pt x="576" y="1813"/>
                  </a:lnTo>
                  <a:lnTo>
                    <a:pt x="576" y="576"/>
                  </a:lnTo>
                  <a:close/>
                  <a:moveTo>
                    <a:pt x="0" y="1"/>
                  </a:moveTo>
                  <a:lnTo>
                    <a:pt x="0" y="2476"/>
                  </a:lnTo>
                  <a:lnTo>
                    <a:pt x="2476" y="2476"/>
                  </a:lnTo>
                  <a:lnTo>
                    <a:pt x="24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0"/>
            <p:cNvSpPr/>
            <p:nvPr/>
          </p:nvSpPr>
          <p:spPr>
            <a:xfrm>
              <a:off x="3374463" y="2214275"/>
              <a:ext cx="61900" cy="61900"/>
            </a:xfrm>
            <a:custGeom>
              <a:rect b="b" l="l" r="r" t="t"/>
              <a:pathLst>
                <a:path extrusionOk="0" h="2476" w="2476">
                  <a:moveTo>
                    <a:pt x="1813" y="646"/>
                  </a:moveTo>
                  <a:lnTo>
                    <a:pt x="1813" y="1883"/>
                  </a:lnTo>
                  <a:lnTo>
                    <a:pt x="576" y="1883"/>
                  </a:lnTo>
                  <a:lnTo>
                    <a:pt x="576" y="646"/>
                  </a:lnTo>
                  <a:close/>
                  <a:moveTo>
                    <a:pt x="0" y="1"/>
                  </a:moveTo>
                  <a:lnTo>
                    <a:pt x="0" y="2476"/>
                  </a:lnTo>
                  <a:lnTo>
                    <a:pt x="2476" y="2476"/>
                  </a:lnTo>
                  <a:lnTo>
                    <a:pt x="24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 name="Google Shape;1693;p50"/>
          <p:cNvGrpSpPr/>
          <p:nvPr/>
        </p:nvGrpSpPr>
        <p:grpSpPr>
          <a:xfrm>
            <a:off x="3220188" y="2852500"/>
            <a:ext cx="492025" cy="197875"/>
            <a:chOff x="3220188" y="2757250"/>
            <a:chExt cx="492025" cy="197875"/>
          </a:xfrm>
        </p:grpSpPr>
        <p:sp>
          <p:nvSpPr>
            <p:cNvPr id="1694" name="Google Shape;1694;p50"/>
            <p:cNvSpPr/>
            <p:nvPr/>
          </p:nvSpPr>
          <p:spPr>
            <a:xfrm>
              <a:off x="3258113" y="2871425"/>
              <a:ext cx="169100" cy="76300"/>
            </a:xfrm>
            <a:custGeom>
              <a:rect b="b" l="l" r="r" t="t"/>
              <a:pathLst>
                <a:path extrusionOk="0" h="3052" w="6764">
                  <a:moveTo>
                    <a:pt x="0" y="1"/>
                  </a:moveTo>
                  <a:lnTo>
                    <a:pt x="0" y="3051"/>
                  </a:lnTo>
                  <a:lnTo>
                    <a:pt x="6764" y="3051"/>
                  </a:lnTo>
                  <a:lnTo>
                    <a:pt x="676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0"/>
            <p:cNvSpPr/>
            <p:nvPr/>
          </p:nvSpPr>
          <p:spPr>
            <a:xfrm>
              <a:off x="3505188" y="2871425"/>
              <a:ext cx="169125" cy="76300"/>
            </a:xfrm>
            <a:custGeom>
              <a:rect b="b" l="l" r="r" t="t"/>
              <a:pathLst>
                <a:path extrusionOk="0" h="3052" w="6765">
                  <a:moveTo>
                    <a:pt x="1" y="1"/>
                  </a:moveTo>
                  <a:lnTo>
                    <a:pt x="1" y="3051"/>
                  </a:lnTo>
                  <a:lnTo>
                    <a:pt x="6764" y="3051"/>
                  </a:lnTo>
                  <a:lnTo>
                    <a:pt x="676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0"/>
            <p:cNvSpPr/>
            <p:nvPr/>
          </p:nvSpPr>
          <p:spPr>
            <a:xfrm>
              <a:off x="3258113" y="2871425"/>
              <a:ext cx="76275" cy="76300"/>
            </a:xfrm>
            <a:custGeom>
              <a:rect b="b" l="l" r="r" t="t"/>
              <a:pathLst>
                <a:path extrusionOk="0" h="3052" w="3051">
                  <a:moveTo>
                    <a:pt x="0" y="1"/>
                  </a:moveTo>
                  <a:lnTo>
                    <a:pt x="0" y="3051"/>
                  </a:lnTo>
                  <a:lnTo>
                    <a:pt x="3051" y="3051"/>
                  </a:lnTo>
                  <a:lnTo>
                    <a:pt x="30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0"/>
            <p:cNvSpPr/>
            <p:nvPr/>
          </p:nvSpPr>
          <p:spPr>
            <a:xfrm>
              <a:off x="3505188" y="2871425"/>
              <a:ext cx="76300" cy="76300"/>
            </a:xfrm>
            <a:custGeom>
              <a:rect b="b" l="l" r="r" t="t"/>
              <a:pathLst>
                <a:path extrusionOk="0" h="3052" w="3052">
                  <a:moveTo>
                    <a:pt x="1" y="1"/>
                  </a:moveTo>
                  <a:lnTo>
                    <a:pt x="1" y="3051"/>
                  </a:lnTo>
                  <a:lnTo>
                    <a:pt x="3051" y="3051"/>
                  </a:lnTo>
                  <a:lnTo>
                    <a:pt x="30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0"/>
            <p:cNvSpPr/>
            <p:nvPr/>
          </p:nvSpPr>
          <p:spPr>
            <a:xfrm>
              <a:off x="3220188" y="2864450"/>
              <a:ext cx="37950" cy="12675"/>
            </a:xfrm>
            <a:custGeom>
              <a:rect b="b" l="l" r="r" t="t"/>
              <a:pathLst>
                <a:path extrusionOk="0" h="507" w="1518">
                  <a:moveTo>
                    <a:pt x="1" y="1"/>
                  </a:moveTo>
                  <a:lnTo>
                    <a:pt x="1" y="506"/>
                  </a:lnTo>
                  <a:lnTo>
                    <a:pt x="1517" y="50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0"/>
            <p:cNvSpPr/>
            <p:nvPr/>
          </p:nvSpPr>
          <p:spPr>
            <a:xfrm>
              <a:off x="3674288" y="2864450"/>
              <a:ext cx="37925" cy="12675"/>
            </a:xfrm>
            <a:custGeom>
              <a:rect b="b" l="l" r="r" t="t"/>
              <a:pathLst>
                <a:path extrusionOk="0" h="507" w="1517">
                  <a:moveTo>
                    <a:pt x="0" y="1"/>
                  </a:moveTo>
                  <a:lnTo>
                    <a:pt x="0" y="506"/>
                  </a:lnTo>
                  <a:lnTo>
                    <a:pt x="1517" y="50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0"/>
            <p:cNvSpPr/>
            <p:nvPr/>
          </p:nvSpPr>
          <p:spPr>
            <a:xfrm>
              <a:off x="3251138" y="2864450"/>
              <a:ext cx="430125" cy="90675"/>
            </a:xfrm>
            <a:custGeom>
              <a:rect b="b" l="l" r="r" t="t"/>
              <a:pathLst>
                <a:path extrusionOk="0" h="3627" w="17205">
                  <a:moveTo>
                    <a:pt x="6816" y="506"/>
                  </a:moveTo>
                  <a:lnTo>
                    <a:pt x="6816" y="3121"/>
                  </a:lnTo>
                  <a:lnTo>
                    <a:pt x="576" y="3121"/>
                  </a:lnTo>
                  <a:lnTo>
                    <a:pt x="576" y="506"/>
                  </a:lnTo>
                  <a:close/>
                  <a:moveTo>
                    <a:pt x="16699" y="506"/>
                  </a:moveTo>
                  <a:lnTo>
                    <a:pt x="16699" y="3121"/>
                  </a:lnTo>
                  <a:lnTo>
                    <a:pt x="10389" y="3121"/>
                  </a:lnTo>
                  <a:lnTo>
                    <a:pt x="10389" y="506"/>
                  </a:lnTo>
                  <a:close/>
                  <a:moveTo>
                    <a:pt x="0" y="1"/>
                  </a:moveTo>
                  <a:lnTo>
                    <a:pt x="0" y="3627"/>
                  </a:lnTo>
                  <a:lnTo>
                    <a:pt x="7339" y="3627"/>
                  </a:lnTo>
                  <a:lnTo>
                    <a:pt x="7339" y="1814"/>
                  </a:lnTo>
                  <a:cubicBezTo>
                    <a:pt x="7339" y="1082"/>
                    <a:pt x="7914" y="506"/>
                    <a:pt x="8646" y="506"/>
                  </a:cubicBezTo>
                  <a:cubicBezTo>
                    <a:pt x="9291" y="506"/>
                    <a:pt x="9866" y="1082"/>
                    <a:pt x="9866" y="1814"/>
                  </a:cubicBezTo>
                  <a:lnTo>
                    <a:pt x="9866" y="3627"/>
                  </a:lnTo>
                  <a:lnTo>
                    <a:pt x="17205" y="3627"/>
                  </a:lnTo>
                  <a:lnTo>
                    <a:pt x="17205" y="1"/>
                  </a:lnTo>
                  <a:lnTo>
                    <a:pt x="9866" y="1"/>
                  </a:lnTo>
                  <a:lnTo>
                    <a:pt x="9866" y="506"/>
                  </a:lnTo>
                  <a:cubicBezTo>
                    <a:pt x="9588" y="210"/>
                    <a:pt x="9082" y="1"/>
                    <a:pt x="8646" y="1"/>
                  </a:cubicBezTo>
                  <a:cubicBezTo>
                    <a:pt x="8123" y="1"/>
                    <a:pt x="7618" y="210"/>
                    <a:pt x="7339" y="506"/>
                  </a:cubicBezTo>
                  <a:lnTo>
                    <a:pt x="73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0"/>
            <p:cNvSpPr/>
            <p:nvPr/>
          </p:nvSpPr>
          <p:spPr>
            <a:xfrm>
              <a:off x="3221938" y="2757250"/>
              <a:ext cx="159950" cy="118125"/>
            </a:xfrm>
            <a:custGeom>
              <a:rect b="b" l="l" r="r" t="t"/>
              <a:pathLst>
                <a:path extrusionOk="0" h="4725" w="6398">
                  <a:moveTo>
                    <a:pt x="4428" y="1"/>
                  </a:moveTo>
                  <a:lnTo>
                    <a:pt x="0" y="4359"/>
                  </a:lnTo>
                  <a:lnTo>
                    <a:pt x="436" y="4725"/>
                  </a:lnTo>
                  <a:lnTo>
                    <a:pt x="4655" y="506"/>
                  </a:lnTo>
                  <a:lnTo>
                    <a:pt x="6398" y="506"/>
                  </a:lnTo>
                  <a:lnTo>
                    <a:pt x="63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0"/>
            <p:cNvSpPr/>
            <p:nvPr/>
          </p:nvSpPr>
          <p:spPr>
            <a:xfrm>
              <a:off x="3550513" y="2757250"/>
              <a:ext cx="159950" cy="118125"/>
            </a:xfrm>
            <a:custGeom>
              <a:rect b="b" l="l" r="r" t="t"/>
              <a:pathLst>
                <a:path extrusionOk="0" h="4725" w="6398">
                  <a:moveTo>
                    <a:pt x="1" y="1"/>
                  </a:moveTo>
                  <a:lnTo>
                    <a:pt x="1" y="506"/>
                  </a:lnTo>
                  <a:lnTo>
                    <a:pt x="1744" y="506"/>
                  </a:lnTo>
                  <a:lnTo>
                    <a:pt x="6032" y="4725"/>
                  </a:lnTo>
                  <a:lnTo>
                    <a:pt x="6398" y="4359"/>
                  </a:lnTo>
                  <a:lnTo>
                    <a:pt x="197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0"/>
            <p:cNvSpPr/>
            <p:nvPr/>
          </p:nvSpPr>
          <p:spPr>
            <a:xfrm>
              <a:off x="3276413" y="2886250"/>
              <a:ext cx="43600" cy="43600"/>
            </a:xfrm>
            <a:custGeom>
              <a:rect b="b" l="l" r="r" t="t"/>
              <a:pathLst>
                <a:path extrusionOk="0" h="1744" w="1744">
                  <a:moveTo>
                    <a:pt x="1377" y="0"/>
                  </a:moveTo>
                  <a:lnTo>
                    <a:pt x="0" y="1378"/>
                  </a:lnTo>
                  <a:lnTo>
                    <a:pt x="366" y="1744"/>
                  </a:lnTo>
                  <a:lnTo>
                    <a:pt x="1743" y="349"/>
                  </a:lnTo>
                  <a:lnTo>
                    <a:pt x="13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0"/>
            <p:cNvSpPr/>
            <p:nvPr/>
          </p:nvSpPr>
          <p:spPr>
            <a:xfrm>
              <a:off x="3318238" y="2886250"/>
              <a:ext cx="45350" cy="43600"/>
            </a:xfrm>
            <a:custGeom>
              <a:rect b="b" l="l" r="r" t="t"/>
              <a:pathLst>
                <a:path extrusionOk="0" h="1744" w="1814">
                  <a:moveTo>
                    <a:pt x="1448" y="0"/>
                  </a:moveTo>
                  <a:lnTo>
                    <a:pt x="1" y="1378"/>
                  </a:lnTo>
                  <a:lnTo>
                    <a:pt x="437" y="1744"/>
                  </a:lnTo>
                  <a:lnTo>
                    <a:pt x="1814" y="349"/>
                  </a:lnTo>
                  <a:lnTo>
                    <a:pt x="144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0"/>
            <p:cNvSpPr/>
            <p:nvPr/>
          </p:nvSpPr>
          <p:spPr>
            <a:xfrm>
              <a:off x="3523488" y="2886250"/>
              <a:ext cx="43600" cy="43600"/>
            </a:xfrm>
            <a:custGeom>
              <a:rect b="b" l="l" r="r" t="t"/>
              <a:pathLst>
                <a:path extrusionOk="0" h="1744" w="1744">
                  <a:moveTo>
                    <a:pt x="1378" y="0"/>
                  </a:moveTo>
                  <a:lnTo>
                    <a:pt x="1" y="1378"/>
                  </a:lnTo>
                  <a:lnTo>
                    <a:pt x="367" y="1744"/>
                  </a:lnTo>
                  <a:lnTo>
                    <a:pt x="1744" y="349"/>
                  </a:lnTo>
                  <a:lnTo>
                    <a:pt x="137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0"/>
            <p:cNvSpPr/>
            <p:nvPr/>
          </p:nvSpPr>
          <p:spPr>
            <a:xfrm>
              <a:off x="3565338" y="2886250"/>
              <a:ext cx="45350" cy="43600"/>
            </a:xfrm>
            <a:custGeom>
              <a:rect b="b" l="l" r="r" t="t"/>
              <a:pathLst>
                <a:path extrusionOk="0" h="1744" w="1814">
                  <a:moveTo>
                    <a:pt x="1377" y="0"/>
                  </a:moveTo>
                  <a:lnTo>
                    <a:pt x="0" y="1378"/>
                  </a:lnTo>
                  <a:lnTo>
                    <a:pt x="349" y="1744"/>
                  </a:lnTo>
                  <a:lnTo>
                    <a:pt x="1813" y="349"/>
                  </a:lnTo>
                  <a:lnTo>
                    <a:pt x="13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 name="Google Shape;1707;p50"/>
          <p:cNvGrpSpPr/>
          <p:nvPr/>
        </p:nvGrpSpPr>
        <p:grpSpPr>
          <a:xfrm>
            <a:off x="3220188" y="3443725"/>
            <a:ext cx="492025" cy="370450"/>
            <a:chOff x="3220188" y="3396100"/>
            <a:chExt cx="492025" cy="370450"/>
          </a:xfrm>
        </p:grpSpPr>
        <p:sp>
          <p:nvSpPr>
            <p:cNvPr id="1708" name="Google Shape;1708;p50"/>
            <p:cNvSpPr/>
            <p:nvPr/>
          </p:nvSpPr>
          <p:spPr>
            <a:xfrm>
              <a:off x="3227613" y="3403525"/>
              <a:ext cx="477200" cy="356050"/>
            </a:xfrm>
            <a:custGeom>
              <a:rect b="b" l="l" r="r" t="t"/>
              <a:pathLst>
                <a:path extrusionOk="0" h="14242" w="19088">
                  <a:moveTo>
                    <a:pt x="0" y="0"/>
                  </a:moveTo>
                  <a:lnTo>
                    <a:pt x="0" y="14241"/>
                  </a:lnTo>
                  <a:lnTo>
                    <a:pt x="19087" y="14241"/>
                  </a:lnTo>
                  <a:lnTo>
                    <a:pt x="190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0"/>
            <p:cNvSpPr/>
            <p:nvPr/>
          </p:nvSpPr>
          <p:spPr>
            <a:xfrm>
              <a:off x="3227613" y="3403525"/>
              <a:ext cx="137725" cy="356050"/>
            </a:xfrm>
            <a:custGeom>
              <a:rect b="b" l="l" r="r" t="t"/>
              <a:pathLst>
                <a:path extrusionOk="0" h="14242" w="5509">
                  <a:moveTo>
                    <a:pt x="0" y="0"/>
                  </a:moveTo>
                  <a:lnTo>
                    <a:pt x="0" y="14241"/>
                  </a:lnTo>
                  <a:lnTo>
                    <a:pt x="5508" y="14241"/>
                  </a:lnTo>
                  <a:lnTo>
                    <a:pt x="55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0"/>
            <p:cNvSpPr/>
            <p:nvPr/>
          </p:nvSpPr>
          <p:spPr>
            <a:xfrm>
              <a:off x="3258113" y="3434450"/>
              <a:ext cx="416200" cy="294175"/>
            </a:xfrm>
            <a:custGeom>
              <a:rect b="b" l="l" r="r" t="t"/>
              <a:pathLst>
                <a:path extrusionOk="0" h="11767" w="16648">
                  <a:moveTo>
                    <a:pt x="0" y="1"/>
                  </a:moveTo>
                  <a:lnTo>
                    <a:pt x="0" y="11767"/>
                  </a:lnTo>
                  <a:lnTo>
                    <a:pt x="16647" y="11767"/>
                  </a:lnTo>
                  <a:lnTo>
                    <a:pt x="1664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0"/>
            <p:cNvSpPr/>
            <p:nvPr/>
          </p:nvSpPr>
          <p:spPr>
            <a:xfrm>
              <a:off x="3365313" y="3434450"/>
              <a:ext cx="30950" cy="194400"/>
            </a:xfrm>
            <a:custGeom>
              <a:rect b="b" l="l" r="r" t="t"/>
              <a:pathLst>
                <a:path extrusionOk="0" h="7776" w="1238">
                  <a:moveTo>
                    <a:pt x="0" y="1"/>
                  </a:moveTo>
                  <a:lnTo>
                    <a:pt x="0" y="7775"/>
                  </a:lnTo>
                  <a:lnTo>
                    <a:pt x="1238" y="7775"/>
                  </a:lnTo>
                  <a:lnTo>
                    <a:pt x="12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0"/>
            <p:cNvSpPr/>
            <p:nvPr/>
          </p:nvSpPr>
          <p:spPr>
            <a:xfrm>
              <a:off x="3251138" y="3427050"/>
              <a:ext cx="430125" cy="309000"/>
            </a:xfrm>
            <a:custGeom>
              <a:rect b="b" l="l" r="r" t="t"/>
              <a:pathLst>
                <a:path extrusionOk="0" h="12360" w="17205">
                  <a:moveTo>
                    <a:pt x="0" y="0"/>
                  </a:moveTo>
                  <a:lnTo>
                    <a:pt x="0" y="12359"/>
                  </a:lnTo>
                  <a:lnTo>
                    <a:pt x="17205" y="12359"/>
                  </a:lnTo>
                  <a:lnTo>
                    <a:pt x="17205" y="0"/>
                  </a:lnTo>
                  <a:lnTo>
                    <a:pt x="6467" y="0"/>
                  </a:lnTo>
                  <a:lnTo>
                    <a:pt x="6467" y="663"/>
                  </a:lnTo>
                  <a:lnTo>
                    <a:pt x="16630" y="663"/>
                  </a:lnTo>
                  <a:lnTo>
                    <a:pt x="16630" y="11766"/>
                  </a:lnTo>
                  <a:lnTo>
                    <a:pt x="576" y="11766"/>
                  </a:lnTo>
                  <a:lnTo>
                    <a:pt x="576" y="663"/>
                  </a:lnTo>
                  <a:lnTo>
                    <a:pt x="3992" y="663"/>
                  </a:lnTo>
                  <a:lnTo>
                    <a:pt x="39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0"/>
            <p:cNvSpPr/>
            <p:nvPr/>
          </p:nvSpPr>
          <p:spPr>
            <a:xfrm>
              <a:off x="3458138" y="3450575"/>
              <a:ext cx="16150" cy="261500"/>
            </a:xfrm>
            <a:custGeom>
              <a:rect b="b" l="l" r="r" t="t"/>
              <a:pathLst>
                <a:path extrusionOk="0" h="10460" w="646">
                  <a:moveTo>
                    <a:pt x="0" y="1"/>
                  </a:moveTo>
                  <a:lnTo>
                    <a:pt x="0" y="10459"/>
                  </a:lnTo>
                  <a:lnTo>
                    <a:pt x="645" y="10459"/>
                  </a:lnTo>
                  <a:lnTo>
                    <a:pt x="6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0"/>
            <p:cNvSpPr/>
            <p:nvPr/>
          </p:nvSpPr>
          <p:spPr>
            <a:xfrm>
              <a:off x="3220188" y="3396100"/>
              <a:ext cx="492025" cy="370450"/>
            </a:xfrm>
            <a:custGeom>
              <a:rect b="b" l="l" r="r" t="t"/>
              <a:pathLst>
                <a:path extrusionOk="0" h="14818" w="19681">
                  <a:moveTo>
                    <a:pt x="19105" y="663"/>
                  </a:moveTo>
                  <a:lnTo>
                    <a:pt x="19105" y="14242"/>
                  </a:lnTo>
                  <a:lnTo>
                    <a:pt x="10163" y="14242"/>
                  </a:lnTo>
                  <a:lnTo>
                    <a:pt x="10163" y="13876"/>
                  </a:lnTo>
                  <a:lnTo>
                    <a:pt x="9518" y="13876"/>
                  </a:lnTo>
                  <a:lnTo>
                    <a:pt x="9518" y="14242"/>
                  </a:lnTo>
                  <a:lnTo>
                    <a:pt x="576" y="14242"/>
                  </a:lnTo>
                  <a:lnTo>
                    <a:pt x="576" y="663"/>
                  </a:lnTo>
                  <a:lnTo>
                    <a:pt x="9518" y="663"/>
                  </a:lnTo>
                  <a:lnTo>
                    <a:pt x="9518" y="960"/>
                  </a:lnTo>
                  <a:lnTo>
                    <a:pt x="10163" y="960"/>
                  </a:lnTo>
                  <a:lnTo>
                    <a:pt x="10163" y="663"/>
                  </a:lnTo>
                  <a:close/>
                  <a:moveTo>
                    <a:pt x="1" y="1"/>
                  </a:moveTo>
                  <a:lnTo>
                    <a:pt x="1" y="14817"/>
                  </a:lnTo>
                  <a:lnTo>
                    <a:pt x="19681" y="14817"/>
                  </a:lnTo>
                  <a:lnTo>
                    <a:pt x="1968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0"/>
            <p:cNvSpPr/>
            <p:nvPr/>
          </p:nvSpPr>
          <p:spPr>
            <a:xfrm>
              <a:off x="3358338" y="3427050"/>
              <a:ext cx="47075" cy="227075"/>
            </a:xfrm>
            <a:custGeom>
              <a:rect b="b" l="l" r="r" t="t"/>
              <a:pathLst>
                <a:path extrusionOk="0" h="9083" w="1883">
                  <a:moveTo>
                    <a:pt x="1221" y="663"/>
                  </a:moveTo>
                  <a:lnTo>
                    <a:pt x="1221" y="7635"/>
                  </a:lnTo>
                  <a:lnTo>
                    <a:pt x="942" y="7269"/>
                  </a:lnTo>
                  <a:lnTo>
                    <a:pt x="645" y="7635"/>
                  </a:lnTo>
                  <a:lnTo>
                    <a:pt x="645" y="663"/>
                  </a:lnTo>
                  <a:close/>
                  <a:moveTo>
                    <a:pt x="0" y="0"/>
                  </a:moveTo>
                  <a:lnTo>
                    <a:pt x="0" y="9082"/>
                  </a:lnTo>
                  <a:lnTo>
                    <a:pt x="942" y="8141"/>
                  </a:lnTo>
                  <a:lnTo>
                    <a:pt x="1883" y="9082"/>
                  </a:lnTo>
                  <a:lnTo>
                    <a:pt x="18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0"/>
            <p:cNvSpPr/>
            <p:nvPr/>
          </p:nvSpPr>
          <p:spPr>
            <a:xfrm>
              <a:off x="3289038" y="3465400"/>
              <a:ext cx="61925" cy="16150"/>
            </a:xfrm>
            <a:custGeom>
              <a:rect b="b" l="l" r="r" t="t"/>
              <a:pathLst>
                <a:path extrusionOk="0" h="646" w="2477">
                  <a:moveTo>
                    <a:pt x="1" y="0"/>
                  </a:moveTo>
                  <a:lnTo>
                    <a:pt x="1" y="645"/>
                  </a:lnTo>
                  <a:lnTo>
                    <a:pt x="2476" y="645"/>
                  </a:lnTo>
                  <a:lnTo>
                    <a:pt x="24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0"/>
            <p:cNvSpPr/>
            <p:nvPr/>
          </p:nvSpPr>
          <p:spPr>
            <a:xfrm>
              <a:off x="3412813" y="3465400"/>
              <a:ext cx="23550" cy="16150"/>
            </a:xfrm>
            <a:custGeom>
              <a:rect b="b" l="l" r="r" t="t"/>
              <a:pathLst>
                <a:path extrusionOk="0" h="646" w="942">
                  <a:moveTo>
                    <a:pt x="0" y="0"/>
                  </a:moveTo>
                  <a:lnTo>
                    <a:pt x="0" y="645"/>
                  </a:lnTo>
                  <a:lnTo>
                    <a:pt x="942" y="645"/>
                  </a:lnTo>
                  <a:lnTo>
                    <a:pt x="9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0"/>
            <p:cNvSpPr/>
            <p:nvPr/>
          </p:nvSpPr>
          <p:spPr>
            <a:xfrm>
              <a:off x="3289038" y="3496350"/>
              <a:ext cx="38375" cy="16125"/>
            </a:xfrm>
            <a:custGeom>
              <a:rect b="b" l="l" r="r" t="t"/>
              <a:pathLst>
                <a:path extrusionOk="0" h="645" w="1535">
                  <a:moveTo>
                    <a:pt x="1" y="0"/>
                  </a:moveTo>
                  <a:lnTo>
                    <a:pt x="1" y="645"/>
                  </a:lnTo>
                  <a:lnTo>
                    <a:pt x="1535" y="645"/>
                  </a:lnTo>
                  <a:lnTo>
                    <a:pt x="153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0"/>
            <p:cNvSpPr/>
            <p:nvPr/>
          </p:nvSpPr>
          <p:spPr>
            <a:xfrm>
              <a:off x="3334363" y="3496350"/>
              <a:ext cx="16600" cy="16125"/>
            </a:xfrm>
            <a:custGeom>
              <a:rect b="b" l="l" r="r" t="t"/>
              <a:pathLst>
                <a:path extrusionOk="0" h="645" w="664">
                  <a:moveTo>
                    <a:pt x="1" y="0"/>
                  </a:moveTo>
                  <a:lnTo>
                    <a:pt x="1" y="645"/>
                  </a:lnTo>
                  <a:lnTo>
                    <a:pt x="663" y="645"/>
                  </a:lnTo>
                  <a:lnTo>
                    <a:pt x="66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0"/>
            <p:cNvSpPr/>
            <p:nvPr/>
          </p:nvSpPr>
          <p:spPr>
            <a:xfrm>
              <a:off x="3412813" y="3496350"/>
              <a:ext cx="23550" cy="16125"/>
            </a:xfrm>
            <a:custGeom>
              <a:rect b="b" l="l" r="r" t="t"/>
              <a:pathLst>
                <a:path extrusionOk="0" h="645" w="942">
                  <a:moveTo>
                    <a:pt x="0" y="0"/>
                  </a:moveTo>
                  <a:lnTo>
                    <a:pt x="0" y="645"/>
                  </a:lnTo>
                  <a:lnTo>
                    <a:pt x="942" y="645"/>
                  </a:lnTo>
                  <a:lnTo>
                    <a:pt x="9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0"/>
            <p:cNvSpPr/>
            <p:nvPr/>
          </p:nvSpPr>
          <p:spPr>
            <a:xfrm>
              <a:off x="3289038" y="3526850"/>
              <a:ext cx="61925" cy="16575"/>
            </a:xfrm>
            <a:custGeom>
              <a:rect b="b" l="l" r="r" t="t"/>
              <a:pathLst>
                <a:path extrusionOk="0" h="663" w="2477">
                  <a:moveTo>
                    <a:pt x="1" y="0"/>
                  </a:moveTo>
                  <a:lnTo>
                    <a:pt x="1" y="663"/>
                  </a:lnTo>
                  <a:lnTo>
                    <a:pt x="2476" y="663"/>
                  </a:lnTo>
                  <a:lnTo>
                    <a:pt x="24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0"/>
            <p:cNvSpPr/>
            <p:nvPr/>
          </p:nvSpPr>
          <p:spPr>
            <a:xfrm>
              <a:off x="3289038" y="3557775"/>
              <a:ext cx="14850" cy="16600"/>
            </a:xfrm>
            <a:custGeom>
              <a:rect b="b" l="l" r="r" t="t"/>
              <a:pathLst>
                <a:path extrusionOk="0" h="664" w="594">
                  <a:moveTo>
                    <a:pt x="1" y="1"/>
                  </a:moveTo>
                  <a:lnTo>
                    <a:pt x="1" y="663"/>
                  </a:lnTo>
                  <a:lnTo>
                    <a:pt x="594" y="663"/>
                  </a:lnTo>
                  <a:lnTo>
                    <a:pt x="59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0"/>
            <p:cNvSpPr/>
            <p:nvPr/>
          </p:nvSpPr>
          <p:spPr>
            <a:xfrm>
              <a:off x="3312588" y="3557775"/>
              <a:ext cx="38375" cy="16600"/>
            </a:xfrm>
            <a:custGeom>
              <a:rect b="b" l="l" r="r" t="t"/>
              <a:pathLst>
                <a:path extrusionOk="0" h="664" w="1535">
                  <a:moveTo>
                    <a:pt x="0" y="1"/>
                  </a:moveTo>
                  <a:lnTo>
                    <a:pt x="0" y="663"/>
                  </a:lnTo>
                  <a:lnTo>
                    <a:pt x="1534" y="663"/>
                  </a:lnTo>
                  <a:lnTo>
                    <a:pt x="153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0"/>
            <p:cNvSpPr/>
            <p:nvPr/>
          </p:nvSpPr>
          <p:spPr>
            <a:xfrm>
              <a:off x="3412813" y="3526850"/>
              <a:ext cx="23550" cy="16575"/>
            </a:xfrm>
            <a:custGeom>
              <a:rect b="b" l="l" r="r" t="t"/>
              <a:pathLst>
                <a:path extrusionOk="0" h="663" w="942">
                  <a:moveTo>
                    <a:pt x="0" y="0"/>
                  </a:moveTo>
                  <a:lnTo>
                    <a:pt x="0" y="663"/>
                  </a:lnTo>
                  <a:lnTo>
                    <a:pt x="942" y="663"/>
                  </a:lnTo>
                  <a:lnTo>
                    <a:pt x="9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0"/>
            <p:cNvSpPr/>
            <p:nvPr/>
          </p:nvSpPr>
          <p:spPr>
            <a:xfrm>
              <a:off x="3412813" y="3557775"/>
              <a:ext cx="23550" cy="16600"/>
            </a:xfrm>
            <a:custGeom>
              <a:rect b="b" l="l" r="r" t="t"/>
              <a:pathLst>
                <a:path extrusionOk="0" h="664" w="942">
                  <a:moveTo>
                    <a:pt x="0" y="1"/>
                  </a:moveTo>
                  <a:lnTo>
                    <a:pt x="0" y="663"/>
                  </a:lnTo>
                  <a:lnTo>
                    <a:pt x="942" y="663"/>
                  </a:lnTo>
                  <a:lnTo>
                    <a:pt x="9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0"/>
            <p:cNvSpPr/>
            <p:nvPr/>
          </p:nvSpPr>
          <p:spPr>
            <a:xfrm>
              <a:off x="3289038" y="3588725"/>
              <a:ext cx="61925" cy="16575"/>
            </a:xfrm>
            <a:custGeom>
              <a:rect b="b" l="l" r="r" t="t"/>
              <a:pathLst>
                <a:path extrusionOk="0" h="663" w="2477">
                  <a:moveTo>
                    <a:pt x="1" y="0"/>
                  </a:moveTo>
                  <a:lnTo>
                    <a:pt x="1" y="663"/>
                  </a:lnTo>
                  <a:lnTo>
                    <a:pt x="2476" y="663"/>
                  </a:lnTo>
                  <a:lnTo>
                    <a:pt x="24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0"/>
            <p:cNvSpPr/>
            <p:nvPr/>
          </p:nvSpPr>
          <p:spPr>
            <a:xfrm>
              <a:off x="3289038" y="3619675"/>
              <a:ext cx="61925" cy="16125"/>
            </a:xfrm>
            <a:custGeom>
              <a:rect b="b" l="l" r="r" t="t"/>
              <a:pathLst>
                <a:path extrusionOk="0" h="645" w="2477">
                  <a:moveTo>
                    <a:pt x="1" y="0"/>
                  </a:moveTo>
                  <a:lnTo>
                    <a:pt x="1" y="645"/>
                  </a:lnTo>
                  <a:lnTo>
                    <a:pt x="2476" y="645"/>
                  </a:lnTo>
                  <a:lnTo>
                    <a:pt x="24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0"/>
            <p:cNvSpPr/>
            <p:nvPr/>
          </p:nvSpPr>
          <p:spPr>
            <a:xfrm>
              <a:off x="3289038" y="3650600"/>
              <a:ext cx="61925" cy="16150"/>
            </a:xfrm>
            <a:custGeom>
              <a:rect b="b" l="l" r="r" t="t"/>
              <a:pathLst>
                <a:path extrusionOk="0" h="646" w="2477">
                  <a:moveTo>
                    <a:pt x="1" y="1"/>
                  </a:moveTo>
                  <a:lnTo>
                    <a:pt x="1" y="646"/>
                  </a:lnTo>
                  <a:lnTo>
                    <a:pt x="2476" y="646"/>
                  </a:lnTo>
                  <a:lnTo>
                    <a:pt x="24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0"/>
            <p:cNvSpPr/>
            <p:nvPr/>
          </p:nvSpPr>
          <p:spPr>
            <a:xfrm>
              <a:off x="3374463" y="3650600"/>
              <a:ext cx="14400" cy="16150"/>
            </a:xfrm>
            <a:custGeom>
              <a:rect b="b" l="l" r="r" t="t"/>
              <a:pathLst>
                <a:path extrusionOk="0" h="646" w="576">
                  <a:moveTo>
                    <a:pt x="0" y="1"/>
                  </a:moveTo>
                  <a:lnTo>
                    <a:pt x="0" y="646"/>
                  </a:lnTo>
                  <a:lnTo>
                    <a:pt x="576" y="646"/>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0"/>
            <p:cNvSpPr/>
            <p:nvPr/>
          </p:nvSpPr>
          <p:spPr>
            <a:xfrm>
              <a:off x="3412813" y="3650600"/>
              <a:ext cx="23550" cy="16150"/>
            </a:xfrm>
            <a:custGeom>
              <a:rect b="b" l="l" r="r" t="t"/>
              <a:pathLst>
                <a:path extrusionOk="0" h="646" w="942">
                  <a:moveTo>
                    <a:pt x="0" y="1"/>
                  </a:moveTo>
                  <a:lnTo>
                    <a:pt x="0" y="646"/>
                  </a:lnTo>
                  <a:lnTo>
                    <a:pt x="942" y="646"/>
                  </a:lnTo>
                  <a:lnTo>
                    <a:pt x="9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0"/>
            <p:cNvSpPr/>
            <p:nvPr/>
          </p:nvSpPr>
          <p:spPr>
            <a:xfrm>
              <a:off x="3412813" y="3619675"/>
              <a:ext cx="23550" cy="16125"/>
            </a:xfrm>
            <a:custGeom>
              <a:rect b="b" l="l" r="r" t="t"/>
              <a:pathLst>
                <a:path extrusionOk="0" h="645" w="942">
                  <a:moveTo>
                    <a:pt x="0" y="0"/>
                  </a:moveTo>
                  <a:lnTo>
                    <a:pt x="0" y="645"/>
                  </a:lnTo>
                  <a:lnTo>
                    <a:pt x="942" y="645"/>
                  </a:lnTo>
                  <a:lnTo>
                    <a:pt x="9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0"/>
            <p:cNvSpPr/>
            <p:nvPr/>
          </p:nvSpPr>
          <p:spPr>
            <a:xfrm>
              <a:off x="3412813" y="3588725"/>
              <a:ext cx="23550" cy="16575"/>
            </a:xfrm>
            <a:custGeom>
              <a:rect b="b" l="l" r="r" t="t"/>
              <a:pathLst>
                <a:path extrusionOk="0" h="663" w="942">
                  <a:moveTo>
                    <a:pt x="0" y="0"/>
                  </a:moveTo>
                  <a:lnTo>
                    <a:pt x="0" y="663"/>
                  </a:lnTo>
                  <a:lnTo>
                    <a:pt x="942" y="663"/>
                  </a:lnTo>
                  <a:lnTo>
                    <a:pt x="9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0"/>
            <p:cNvSpPr/>
            <p:nvPr/>
          </p:nvSpPr>
          <p:spPr>
            <a:xfrm>
              <a:off x="3289038" y="3681550"/>
              <a:ext cx="147325" cy="16150"/>
            </a:xfrm>
            <a:custGeom>
              <a:rect b="b" l="l" r="r" t="t"/>
              <a:pathLst>
                <a:path extrusionOk="0" h="646" w="5893">
                  <a:moveTo>
                    <a:pt x="1" y="0"/>
                  </a:moveTo>
                  <a:lnTo>
                    <a:pt x="1" y="645"/>
                  </a:lnTo>
                  <a:lnTo>
                    <a:pt x="5893" y="645"/>
                  </a:lnTo>
                  <a:lnTo>
                    <a:pt x="58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0"/>
            <p:cNvSpPr/>
            <p:nvPr/>
          </p:nvSpPr>
          <p:spPr>
            <a:xfrm>
              <a:off x="3497788" y="3681550"/>
              <a:ext cx="145575" cy="16150"/>
            </a:xfrm>
            <a:custGeom>
              <a:rect b="b" l="l" r="r" t="t"/>
              <a:pathLst>
                <a:path extrusionOk="0" h="646" w="5823">
                  <a:moveTo>
                    <a:pt x="0" y="0"/>
                  </a:moveTo>
                  <a:lnTo>
                    <a:pt x="0" y="645"/>
                  </a:lnTo>
                  <a:lnTo>
                    <a:pt x="5822" y="645"/>
                  </a:lnTo>
                  <a:lnTo>
                    <a:pt x="582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0"/>
            <p:cNvSpPr/>
            <p:nvPr/>
          </p:nvSpPr>
          <p:spPr>
            <a:xfrm>
              <a:off x="3497788" y="3650600"/>
              <a:ext cx="30975" cy="16150"/>
            </a:xfrm>
            <a:custGeom>
              <a:rect b="b" l="l" r="r" t="t"/>
              <a:pathLst>
                <a:path extrusionOk="0" h="646" w="1239">
                  <a:moveTo>
                    <a:pt x="0" y="1"/>
                  </a:moveTo>
                  <a:lnTo>
                    <a:pt x="0" y="646"/>
                  </a:lnTo>
                  <a:lnTo>
                    <a:pt x="1238" y="646"/>
                  </a:lnTo>
                  <a:lnTo>
                    <a:pt x="12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0"/>
            <p:cNvSpPr/>
            <p:nvPr/>
          </p:nvSpPr>
          <p:spPr>
            <a:xfrm>
              <a:off x="3536138" y="3650600"/>
              <a:ext cx="107225" cy="16150"/>
            </a:xfrm>
            <a:custGeom>
              <a:rect b="b" l="l" r="r" t="t"/>
              <a:pathLst>
                <a:path extrusionOk="0" h="646" w="4289">
                  <a:moveTo>
                    <a:pt x="0" y="1"/>
                  </a:moveTo>
                  <a:lnTo>
                    <a:pt x="0" y="646"/>
                  </a:lnTo>
                  <a:lnTo>
                    <a:pt x="4288" y="646"/>
                  </a:lnTo>
                  <a:lnTo>
                    <a:pt x="42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0"/>
            <p:cNvSpPr/>
            <p:nvPr/>
          </p:nvSpPr>
          <p:spPr>
            <a:xfrm>
              <a:off x="3621538" y="3619675"/>
              <a:ext cx="21825" cy="16125"/>
            </a:xfrm>
            <a:custGeom>
              <a:rect b="b" l="l" r="r" t="t"/>
              <a:pathLst>
                <a:path extrusionOk="0" h="645" w="873">
                  <a:moveTo>
                    <a:pt x="1" y="0"/>
                  </a:moveTo>
                  <a:lnTo>
                    <a:pt x="1" y="645"/>
                  </a:lnTo>
                  <a:lnTo>
                    <a:pt x="872" y="645"/>
                  </a:lnTo>
                  <a:lnTo>
                    <a:pt x="8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0"/>
            <p:cNvSpPr/>
            <p:nvPr/>
          </p:nvSpPr>
          <p:spPr>
            <a:xfrm>
              <a:off x="3497788" y="3619675"/>
              <a:ext cx="114625" cy="16125"/>
            </a:xfrm>
            <a:custGeom>
              <a:rect b="b" l="l" r="r" t="t"/>
              <a:pathLst>
                <a:path extrusionOk="0" h="645" w="4585">
                  <a:moveTo>
                    <a:pt x="0" y="0"/>
                  </a:moveTo>
                  <a:lnTo>
                    <a:pt x="0" y="645"/>
                  </a:lnTo>
                  <a:lnTo>
                    <a:pt x="4585" y="645"/>
                  </a:lnTo>
                  <a:lnTo>
                    <a:pt x="45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0"/>
            <p:cNvSpPr/>
            <p:nvPr/>
          </p:nvSpPr>
          <p:spPr>
            <a:xfrm>
              <a:off x="3497788" y="3588725"/>
              <a:ext cx="45775" cy="16575"/>
            </a:xfrm>
            <a:custGeom>
              <a:rect b="b" l="l" r="r" t="t"/>
              <a:pathLst>
                <a:path extrusionOk="0" h="663" w="1831">
                  <a:moveTo>
                    <a:pt x="0" y="0"/>
                  </a:moveTo>
                  <a:lnTo>
                    <a:pt x="0" y="663"/>
                  </a:lnTo>
                  <a:lnTo>
                    <a:pt x="1831" y="663"/>
                  </a:lnTo>
                  <a:lnTo>
                    <a:pt x="18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0"/>
            <p:cNvSpPr/>
            <p:nvPr/>
          </p:nvSpPr>
          <p:spPr>
            <a:xfrm>
              <a:off x="3550513" y="3588725"/>
              <a:ext cx="92850" cy="16575"/>
            </a:xfrm>
            <a:custGeom>
              <a:rect b="b" l="l" r="r" t="t"/>
              <a:pathLst>
                <a:path extrusionOk="0" h="663" w="3714">
                  <a:moveTo>
                    <a:pt x="1" y="0"/>
                  </a:moveTo>
                  <a:lnTo>
                    <a:pt x="1" y="663"/>
                  </a:lnTo>
                  <a:lnTo>
                    <a:pt x="3713" y="663"/>
                  </a:lnTo>
                  <a:lnTo>
                    <a:pt x="37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0"/>
            <p:cNvSpPr/>
            <p:nvPr/>
          </p:nvSpPr>
          <p:spPr>
            <a:xfrm>
              <a:off x="3497788" y="3557775"/>
              <a:ext cx="145575" cy="16600"/>
            </a:xfrm>
            <a:custGeom>
              <a:rect b="b" l="l" r="r" t="t"/>
              <a:pathLst>
                <a:path extrusionOk="0" h="664" w="5823">
                  <a:moveTo>
                    <a:pt x="0" y="1"/>
                  </a:moveTo>
                  <a:lnTo>
                    <a:pt x="0" y="663"/>
                  </a:lnTo>
                  <a:lnTo>
                    <a:pt x="5822" y="663"/>
                  </a:lnTo>
                  <a:lnTo>
                    <a:pt x="58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0"/>
            <p:cNvSpPr/>
            <p:nvPr/>
          </p:nvSpPr>
          <p:spPr>
            <a:xfrm>
              <a:off x="3497788" y="3526850"/>
              <a:ext cx="30975" cy="16575"/>
            </a:xfrm>
            <a:custGeom>
              <a:rect b="b" l="l" r="r" t="t"/>
              <a:pathLst>
                <a:path extrusionOk="0" h="663" w="1239">
                  <a:moveTo>
                    <a:pt x="0" y="0"/>
                  </a:moveTo>
                  <a:lnTo>
                    <a:pt x="0" y="663"/>
                  </a:lnTo>
                  <a:lnTo>
                    <a:pt x="1238" y="663"/>
                  </a:lnTo>
                  <a:lnTo>
                    <a:pt x="12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0"/>
            <p:cNvSpPr/>
            <p:nvPr/>
          </p:nvSpPr>
          <p:spPr>
            <a:xfrm>
              <a:off x="3536138" y="3526850"/>
              <a:ext cx="37925" cy="16575"/>
            </a:xfrm>
            <a:custGeom>
              <a:rect b="b" l="l" r="r" t="t"/>
              <a:pathLst>
                <a:path extrusionOk="0" h="663" w="1517">
                  <a:moveTo>
                    <a:pt x="0" y="0"/>
                  </a:moveTo>
                  <a:lnTo>
                    <a:pt x="0" y="663"/>
                  </a:lnTo>
                  <a:lnTo>
                    <a:pt x="1517" y="663"/>
                  </a:lnTo>
                  <a:lnTo>
                    <a:pt x="15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0"/>
            <p:cNvSpPr/>
            <p:nvPr/>
          </p:nvSpPr>
          <p:spPr>
            <a:xfrm>
              <a:off x="3581463" y="3526850"/>
              <a:ext cx="61900" cy="16575"/>
            </a:xfrm>
            <a:custGeom>
              <a:rect b="b" l="l" r="r" t="t"/>
              <a:pathLst>
                <a:path extrusionOk="0" h="663" w="2476">
                  <a:moveTo>
                    <a:pt x="0" y="0"/>
                  </a:moveTo>
                  <a:lnTo>
                    <a:pt x="0" y="663"/>
                  </a:lnTo>
                  <a:lnTo>
                    <a:pt x="2475" y="663"/>
                  </a:lnTo>
                  <a:lnTo>
                    <a:pt x="24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0"/>
            <p:cNvSpPr/>
            <p:nvPr/>
          </p:nvSpPr>
          <p:spPr>
            <a:xfrm>
              <a:off x="3497788" y="3496350"/>
              <a:ext cx="61900" cy="16125"/>
            </a:xfrm>
            <a:custGeom>
              <a:rect b="b" l="l" r="r" t="t"/>
              <a:pathLst>
                <a:path extrusionOk="0" h="645" w="2476">
                  <a:moveTo>
                    <a:pt x="0" y="0"/>
                  </a:moveTo>
                  <a:lnTo>
                    <a:pt x="0" y="645"/>
                  </a:lnTo>
                  <a:lnTo>
                    <a:pt x="2476" y="645"/>
                  </a:lnTo>
                  <a:lnTo>
                    <a:pt x="24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0"/>
            <p:cNvSpPr/>
            <p:nvPr/>
          </p:nvSpPr>
          <p:spPr>
            <a:xfrm>
              <a:off x="3567063" y="3496350"/>
              <a:ext cx="76300" cy="16125"/>
            </a:xfrm>
            <a:custGeom>
              <a:rect b="b" l="l" r="r" t="t"/>
              <a:pathLst>
                <a:path extrusionOk="0" h="645" w="3052">
                  <a:moveTo>
                    <a:pt x="1" y="0"/>
                  </a:moveTo>
                  <a:lnTo>
                    <a:pt x="1" y="645"/>
                  </a:lnTo>
                  <a:lnTo>
                    <a:pt x="3051" y="645"/>
                  </a:lnTo>
                  <a:lnTo>
                    <a:pt x="305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0"/>
            <p:cNvSpPr/>
            <p:nvPr/>
          </p:nvSpPr>
          <p:spPr>
            <a:xfrm>
              <a:off x="3497788" y="3465400"/>
              <a:ext cx="145575" cy="16150"/>
            </a:xfrm>
            <a:custGeom>
              <a:rect b="b" l="l" r="r" t="t"/>
              <a:pathLst>
                <a:path extrusionOk="0" h="646" w="5823">
                  <a:moveTo>
                    <a:pt x="0" y="0"/>
                  </a:moveTo>
                  <a:lnTo>
                    <a:pt x="0" y="645"/>
                  </a:lnTo>
                  <a:lnTo>
                    <a:pt x="5822" y="645"/>
                  </a:lnTo>
                  <a:lnTo>
                    <a:pt x="58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 name="Google Shape;1748;p50"/>
          <p:cNvGrpSpPr/>
          <p:nvPr/>
        </p:nvGrpSpPr>
        <p:grpSpPr>
          <a:xfrm>
            <a:off x="3227613" y="4060675"/>
            <a:ext cx="477200" cy="494200"/>
            <a:chOff x="3227613" y="4060675"/>
            <a:chExt cx="477200" cy="494200"/>
          </a:xfrm>
        </p:grpSpPr>
        <p:sp>
          <p:nvSpPr>
            <p:cNvPr id="1749" name="Google Shape;1749;p50"/>
            <p:cNvSpPr/>
            <p:nvPr/>
          </p:nvSpPr>
          <p:spPr>
            <a:xfrm>
              <a:off x="3282063" y="4469425"/>
              <a:ext cx="54500" cy="78025"/>
            </a:xfrm>
            <a:custGeom>
              <a:rect b="b" l="l" r="r" t="t"/>
              <a:pathLst>
                <a:path extrusionOk="0" h="3121" w="2180">
                  <a:moveTo>
                    <a:pt x="1" y="1"/>
                  </a:moveTo>
                  <a:lnTo>
                    <a:pt x="1" y="3121"/>
                  </a:lnTo>
                  <a:lnTo>
                    <a:pt x="2180" y="3121"/>
                  </a:lnTo>
                  <a:lnTo>
                    <a:pt x="21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0"/>
            <p:cNvSpPr/>
            <p:nvPr/>
          </p:nvSpPr>
          <p:spPr>
            <a:xfrm>
              <a:off x="3274663" y="4485550"/>
              <a:ext cx="68875" cy="69325"/>
            </a:xfrm>
            <a:custGeom>
              <a:rect b="b" l="l" r="r" t="t"/>
              <a:pathLst>
                <a:path extrusionOk="0" h="2773" w="2755">
                  <a:moveTo>
                    <a:pt x="1" y="1"/>
                  </a:moveTo>
                  <a:lnTo>
                    <a:pt x="1" y="2772"/>
                  </a:lnTo>
                  <a:lnTo>
                    <a:pt x="2755" y="2772"/>
                  </a:lnTo>
                  <a:lnTo>
                    <a:pt x="2755" y="1"/>
                  </a:lnTo>
                  <a:lnTo>
                    <a:pt x="2180" y="1"/>
                  </a:lnTo>
                  <a:lnTo>
                    <a:pt x="2180" y="2110"/>
                  </a:lnTo>
                  <a:lnTo>
                    <a:pt x="576" y="2110"/>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0"/>
            <p:cNvSpPr/>
            <p:nvPr/>
          </p:nvSpPr>
          <p:spPr>
            <a:xfrm>
              <a:off x="3296463" y="4129950"/>
              <a:ext cx="339500" cy="23575"/>
            </a:xfrm>
            <a:custGeom>
              <a:rect b="b" l="l" r="r" t="t"/>
              <a:pathLst>
                <a:path extrusionOk="0" h="943" w="13580">
                  <a:moveTo>
                    <a:pt x="0" y="1"/>
                  </a:moveTo>
                  <a:lnTo>
                    <a:pt x="0" y="942"/>
                  </a:lnTo>
                  <a:lnTo>
                    <a:pt x="13579" y="942"/>
                  </a:lnTo>
                  <a:lnTo>
                    <a:pt x="135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0"/>
            <p:cNvSpPr/>
            <p:nvPr/>
          </p:nvSpPr>
          <p:spPr>
            <a:xfrm>
              <a:off x="3258113" y="4445900"/>
              <a:ext cx="408775" cy="23550"/>
            </a:xfrm>
            <a:custGeom>
              <a:rect b="b" l="l" r="r" t="t"/>
              <a:pathLst>
                <a:path extrusionOk="0" h="942" w="16351">
                  <a:moveTo>
                    <a:pt x="0" y="0"/>
                  </a:moveTo>
                  <a:lnTo>
                    <a:pt x="0" y="942"/>
                  </a:lnTo>
                  <a:lnTo>
                    <a:pt x="16351" y="942"/>
                  </a:lnTo>
                  <a:lnTo>
                    <a:pt x="1635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0"/>
            <p:cNvSpPr/>
            <p:nvPr/>
          </p:nvSpPr>
          <p:spPr>
            <a:xfrm>
              <a:off x="3590613" y="4469425"/>
              <a:ext cx="52750" cy="78025"/>
            </a:xfrm>
            <a:custGeom>
              <a:rect b="b" l="l" r="r" t="t"/>
              <a:pathLst>
                <a:path extrusionOk="0" h="3121" w="2110">
                  <a:moveTo>
                    <a:pt x="0" y="1"/>
                  </a:moveTo>
                  <a:lnTo>
                    <a:pt x="0" y="3121"/>
                  </a:lnTo>
                  <a:lnTo>
                    <a:pt x="2109" y="3121"/>
                  </a:lnTo>
                  <a:lnTo>
                    <a:pt x="21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0"/>
            <p:cNvSpPr/>
            <p:nvPr/>
          </p:nvSpPr>
          <p:spPr>
            <a:xfrm>
              <a:off x="3659463" y="4191400"/>
              <a:ext cx="38375" cy="78475"/>
            </a:xfrm>
            <a:custGeom>
              <a:rect b="b" l="l" r="r" t="t"/>
              <a:pathLst>
                <a:path extrusionOk="0" h="3139" w="1535">
                  <a:moveTo>
                    <a:pt x="0" y="1"/>
                  </a:moveTo>
                  <a:lnTo>
                    <a:pt x="0" y="3138"/>
                  </a:lnTo>
                  <a:lnTo>
                    <a:pt x="1534" y="3138"/>
                  </a:lnTo>
                  <a:lnTo>
                    <a:pt x="15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0"/>
            <p:cNvSpPr/>
            <p:nvPr/>
          </p:nvSpPr>
          <p:spPr>
            <a:xfrm>
              <a:off x="3234563" y="4191400"/>
              <a:ext cx="38375" cy="78475"/>
            </a:xfrm>
            <a:custGeom>
              <a:rect b="b" l="l" r="r" t="t"/>
              <a:pathLst>
                <a:path extrusionOk="0" h="3139" w="1535">
                  <a:moveTo>
                    <a:pt x="1" y="1"/>
                  </a:moveTo>
                  <a:lnTo>
                    <a:pt x="1" y="3138"/>
                  </a:lnTo>
                  <a:lnTo>
                    <a:pt x="1535" y="3138"/>
                  </a:lnTo>
                  <a:lnTo>
                    <a:pt x="15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0"/>
            <p:cNvSpPr/>
            <p:nvPr/>
          </p:nvSpPr>
          <p:spPr>
            <a:xfrm>
              <a:off x="3303863" y="4153500"/>
              <a:ext cx="324675" cy="168650"/>
            </a:xfrm>
            <a:custGeom>
              <a:rect b="b" l="l" r="r" t="t"/>
              <a:pathLst>
                <a:path extrusionOk="0" h="6746" w="12987">
                  <a:moveTo>
                    <a:pt x="1" y="0"/>
                  </a:moveTo>
                  <a:lnTo>
                    <a:pt x="1" y="6746"/>
                  </a:lnTo>
                  <a:lnTo>
                    <a:pt x="12987" y="6746"/>
                  </a:lnTo>
                  <a:lnTo>
                    <a:pt x="1298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0"/>
            <p:cNvSpPr/>
            <p:nvPr/>
          </p:nvSpPr>
          <p:spPr>
            <a:xfrm>
              <a:off x="3443313" y="4200550"/>
              <a:ext cx="45775" cy="21825"/>
            </a:xfrm>
            <a:custGeom>
              <a:rect b="b" l="l" r="r" t="t"/>
              <a:pathLst>
                <a:path extrusionOk="0" h="873" w="1831">
                  <a:moveTo>
                    <a:pt x="1" y="1"/>
                  </a:moveTo>
                  <a:lnTo>
                    <a:pt x="1" y="872"/>
                  </a:lnTo>
                  <a:lnTo>
                    <a:pt x="1831" y="872"/>
                  </a:lnTo>
                  <a:lnTo>
                    <a:pt x="1831" y="1"/>
                  </a:lnTo>
                  <a:close/>
                </a:path>
              </a:pathLst>
            </a:custGeom>
            <a:solidFill>
              <a:srgbClr val="1E72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0"/>
            <p:cNvSpPr/>
            <p:nvPr/>
          </p:nvSpPr>
          <p:spPr>
            <a:xfrm>
              <a:off x="3303863" y="4068075"/>
              <a:ext cx="324675" cy="61900"/>
            </a:xfrm>
            <a:custGeom>
              <a:rect b="b" l="l" r="r" t="t"/>
              <a:pathLst>
                <a:path extrusionOk="0" h="2476" w="12987">
                  <a:moveTo>
                    <a:pt x="1813" y="1"/>
                  </a:moveTo>
                  <a:cubicBezTo>
                    <a:pt x="785" y="1"/>
                    <a:pt x="1" y="802"/>
                    <a:pt x="1" y="1813"/>
                  </a:cubicBezTo>
                  <a:lnTo>
                    <a:pt x="1" y="2476"/>
                  </a:lnTo>
                  <a:lnTo>
                    <a:pt x="12987" y="2476"/>
                  </a:lnTo>
                  <a:lnTo>
                    <a:pt x="12987" y="1813"/>
                  </a:lnTo>
                  <a:cubicBezTo>
                    <a:pt x="12987" y="802"/>
                    <a:pt x="12202" y="1"/>
                    <a:pt x="111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0"/>
            <p:cNvSpPr/>
            <p:nvPr/>
          </p:nvSpPr>
          <p:spPr>
            <a:xfrm>
              <a:off x="3282063" y="4322125"/>
              <a:ext cx="361300" cy="123800"/>
            </a:xfrm>
            <a:custGeom>
              <a:rect b="b" l="l" r="r" t="t"/>
              <a:pathLst>
                <a:path extrusionOk="0" h="4952" w="14452">
                  <a:moveTo>
                    <a:pt x="1" y="1"/>
                  </a:moveTo>
                  <a:lnTo>
                    <a:pt x="1" y="4951"/>
                  </a:lnTo>
                  <a:lnTo>
                    <a:pt x="14451" y="4951"/>
                  </a:lnTo>
                  <a:lnTo>
                    <a:pt x="14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0"/>
            <p:cNvSpPr/>
            <p:nvPr/>
          </p:nvSpPr>
          <p:spPr>
            <a:xfrm>
              <a:off x="3312588" y="4353075"/>
              <a:ext cx="30950" cy="61900"/>
            </a:xfrm>
            <a:custGeom>
              <a:rect b="b" l="l" r="r" t="t"/>
              <a:pathLst>
                <a:path extrusionOk="0" h="2476" w="1238">
                  <a:moveTo>
                    <a:pt x="0" y="1"/>
                  </a:moveTo>
                  <a:lnTo>
                    <a:pt x="0" y="2476"/>
                  </a:lnTo>
                  <a:lnTo>
                    <a:pt x="1238" y="2476"/>
                  </a:lnTo>
                  <a:lnTo>
                    <a:pt x="123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0"/>
            <p:cNvSpPr/>
            <p:nvPr/>
          </p:nvSpPr>
          <p:spPr>
            <a:xfrm>
              <a:off x="3581463" y="4353075"/>
              <a:ext cx="30950" cy="61900"/>
            </a:xfrm>
            <a:custGeom>
              <a:rect b="b" l="l" r="r" t="t"/>
              <a:pathLst>
                <a:path extrusionOk="0" h="2476" w="1238">
                  <a:moveTo>
                    <a:pt x="0" y="1"/>
                  </a:moveTo>
                  <a:lnTo>
                    <a:pt x="0" y="2476"/>
                  </a:lnTo>
                  <a:lnTo>
                    <a:pt x="1238" y="2476"/>
                  </a:lnTo>
                  <a:lnTo>
                    <a:pt x="123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0"/>
            <p:cNvSpPr/>
            <p:nvPr/>
          </p:nvSpPr>
          <p:spPr>
            <a:xfrm>
              <a:off x="3272913" y="4315175"/>
              <a:ext cx="377425" cy="139900"/>
            </a:xfrm>
            <a:custGeom>
              <a:rect b="b" l="l" r="r" t="t"/>
              <a:pathLst>
                <a:path extrusionOk="0" h="5596" w="15097">
                  <a:moveTo>
                    <a:pt x="14521" y="645"/>
                  </a:moveTo>
                  <a:lnTo>
                    <a:pt x="14521" y="4933"/>
                  </a:lnTo>
                  <a:lnTo>
                    <a:pt x="646" y="4933"/>
                  </a:lnTo>
                  <a:lnTo>
                    <a:pt x="646" y="645"/>
                  </a:lnTo>
                  <a:close/>
                  <a:moveTo>
                    <a:pt x="1" y="0"/>
                  </a:moveTo>
                  <a:lnTo>
                    <a:pt x="1" y="5595"/>
                  </a:lnTo>
                  <a:lnTo>
                    <a:pt x="15096" y="5595"/>
                  </a:lnTo>
                  <a:lnTo>
                    <a:pt x="150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0"/>
            <p:cNvSpPr/>
            <p:nvPr/>
          </p:nvSpPr>
          <p:spPr>
            <a:xfrm>
              <a:off x="3258113" y="4462025"/>
              <a:ext cx="408775" cy="14825"/>
            </a:xfrm>
            <a:custGeom>
              <a:rect b="b" l="l" r="r" t="t"/>
              <a:pathLst>
                <a:path extrusionOk="0" h="593" w="16351">
                  <a:moveTo>
                    <a:pt x="0" y="0"/>
                  </a:moveTo>
                  <a:lnTo>
                    <a:pt x="0" y="593"/>
                  </a:lnTo>
                  <a:lnTo>
                    <a:pt x="16351" y="593"/>
                  </a:lnTo>
                  <a:lnTo>
                    <a:pt x="16351" y="0"/>
                  </a:lnTo>
                  <a:close/>
                </a:path>
              </a:pathLst>
            </a:custGeom>
            <a:solidFill>
              <a:srgbClr val="1D1E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0"/>
            <p:cNvSpPr/>
            <p:nvPr/>
          </p:nvSpPr>
          <p:spPr>
            <a:xfrm>
              <a:off x="3303863" y="4346100"/>
              <a:ext cx="47100" cy="78025"/>
            </a:xfrm>
            <a:custGeom>
              <a:rect b="b" l="l" r="r" t="t"/>
              <a:pathLst>
                <a:path extrusionOk="0" h="3121" w="1884">
                  <a:moveTo>
                    <a:pt x="1221" y="646"/>
                  </a:moveTo>
                  <a:lnTo>
                    <a:pt x="1221" y="2458"/>
                  </a:lnTo>
                  <a:lnTo>
                    <a:pt x="645" y="2458"/>
                  </a:lnTo>
                  <a:lnTo>
                    <a:pt x="645" y="646"/>
                  </a:lnTo>
                  <a:close/>
                  <a:moveTo>
                    <a:pt x="1" y="1"/>
                  </a:moveTo>
                  <a:lnTo>
                    <a:pt x="1" y="3121"/>
                  </a:lnTo>
                  <a:lnTo>
                    <a:pt x="1883" y="3121"/>
                  </a:lnTo>
                  <a:lnTo>
                    <a:pt x="188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0"/>
            <p:cNvSpPr/>
            <p:nvPr/>
          </p:nvSpPr>
          <p:spPr>
            <a:xfrm>
              <a:off x="3574038" y="4346100"/>
              <a:ext cx="45800" cy="78025"/>
            </a:xfrm>
            <a:custGeom>
              <a:rect b="b" l="l" r="r" t="t"/>
              <a:pathLst>
                <a:path extrusionOk="0" h="3121" w="1832">
                  <a:moveTo>
                    <a:pt x="1238" y="646"/>
                  </a:moveTo>
                  <a:lnTo>
                    <a:pt x="1238" y="2458"/>
                  </a:lnTo>
                  <a:lnTo>
                    <a:pt x="594" y="2458"/>
                  </a:lnTo>
                  <a:lnTo>
                    <a:pt x="594" y="646"/>
                  </a:lnTo>
                  <a:close/>
                  <a:moveTo>
                    <a:pt x="1" y="1"/>
                  </a:moveTo>
                  <a:lnTo>
                    <a:pt x="1" y="3121"/>
                  </a:lnTo>
                  <a:lnTo>
                    <a:pt x="1831" y="3121"/>
                  </a:lnTo>
                  <a:lnTo>
                    <a:pt x="18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0"/>
            <p:cNvSpPr/>
            <p:nvPr/>
          </p:nvSpPr>
          <p:spPr>
            <a:xfrm>
              <a:off x="3519563" y="4269850"/>
              <a:ext cx="78475" cy="37925"/>
            </a:xfrm>
            <a:custGeom>
              <a:rect b="b" l="l" r="r" t="t"/>
              <a:pathLst>
                <a:path extrusionOk="0" h="1517" w="3139">
                  <a:moveTo>
                    <a:pt x="1605" y="0"/>
                  </a:moveTo>
                  <a:cubicBezTo>
                    <a:pt x="733" y="0"/>
                    <a:pt x="1" y="645"/>
                    <a:pt x="1" y="1517"/>
                  </a:cubicBezTo>
                  <a:lnTo>
                    <a:pt x="663" y="1517"/>
                  </a:lnTo>
                  <a:cubicBezTo>
                    <a:pt x="663" y="1011"/>
                    <a:pt x="1029" y="575"/>
                    <a:pt x="1605" y="575"/>
                  </a:cubicBezTo>
                  <a:cubicBezTo>
                    <a:pt x="2110" y="575"/>
                    <a:pt x="2476" y="1011"/>
                    <a:pt x="2476" y="1517"/>
                  </a:cubicBezTo>
                  <a:lnTo>
                    <a:pt x="3139" y="1517"/>
                  </a:lnTo>
                  <a:cubicBezTo>
                    <a:pt x="3139" y="645"/>
                    <a:pt x="2406" y="0"/>
                    <a:pt x="16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0"/>
            <p:cNvSpPr/>
            <p:nvPr/>
          </p:nvSpPr>
          <p:spPr>
            <a:xfrm>
              <a:off x="3581463" y="4485550"/>
              <a:ext cx="68875" cy="69325"/>
            </a:xfrm>
            <a:custGeom>
              <a:rect b="b" l="l" r="r" t="t"/>
              <a:pathLst>
                <a:path extrusionOk="0" h="2773" w="2755">
                  <a:moveTo>
                    <a:pt x="0" y="1"/>
                  </a:moveTo>
                  <a:lnTo>
                    <a:pt x="0" y="2772"/>
                  </a:lnTo>
                  <a:lnTo>
                    <a:pt x="2754" y="2772"/>
                  </a:lnTo>
                  <a:lnTo>
                    <a:pt x="2754" y="1"/>
                  </a:lnTo>
                  <a:lnTo>
                    <a:pt x="2179" y="1"/>
                  </a:lnTo>
                  <a:lnTo>
                    <a:pt x="2179" y="2110"/>
                  </a:lnTo>
                  <a:lnTo>
                    <a:pt x="663" y="2110"/>
                  </a:lnTo>
                  <a:lnTo>
                    <a:pt x="6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0"/>
            <p:cNvSpPr/>
            <p:nvPr/>
          </p:nvSpPr>
          <p:spPr>
            <a:xfrm>
              <a:off x="3296463" y="4060675"/>
              <a:ext cx="339500" cy="54500"/>
            </a:xfrm>
            <a:custGeom>
              <a:rect b="b" l="l" r="r" t="t"/>
              <a:pathLst>
                <a:path extrusionOk="0" h="2180" w="13580">
                  <a:moveTo>
                    <a:pt x="2179" y="0"/>
                  </a:moveTo>
                  <a:cubicBezTo>
                    <a:pt x="1011" y="0"/>
                    <a:pt x="0" y="959"/>
                    <a:pt x="0" y="2179"/>
                  </a:cubicBezTo>
                  <a:lnTo>
                    <a:pt x="645" y="2179"/>
                  </a:lnTo>
                  <a:cubicBezTo>
                    <a:pt x="645" y="1308"/>
                    <a:pt x="1308" y="663"/>
                    <a:pt x="2179" y="663"/>
                  </a:cubicBezTo>
                  <a:lnTo>
                    <a:pt x="11400" y="663"/>
                  </a:lnTo>
                  <a:cubicBezTo>
                    <a:pt x="12272" y="663"/>
                    <a:pt x="13004" y="1308"/>
                    <a:pt x="13004" y="2179"/>
                  </a:cubicBezTo>
                  <a:lnTo>
                    <a:pt x="13579" y="2179"/>
                  </a:lnTo>
                  <a:cubicBezTo>
                    <a:pt x="13579" y="959"/>
                    <a:pt x="12638" y="0"/>
                    <a:pt x="114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0"/>
            <p:cNvSpPr/>
            <p:nvPr/>
          </p:nvSpPr>
          <p:spPr>
            <a:xfrm>
              <a:off x="3227613" y="4146075"/>
              <a:ext cx="477200" cy="161700"/>
            </a:xfrm>
            <a:custGeom>
              <a:rect b="b" l="l" r="r" t="t"/>
              <a:pathLst>
                <a:path extrusionOk="0" h="6468" w="19088">
                  <a:moveTo>
                    <a:pt x="10162" y="2476"/>
                  </a:moveTo>
                  <a:lnTo>
                    <a:pt x="10162" y="2772"/>
                  </a:lnTo>
                  <a:lnTo>
                    <a:pt x="8925" y="2772"/>
                  </a:lnTo>
                  <a:lnTo>
                    <a:pt x="8925" y="2476"/>
                  </a:lnTo>
                  <a:close/>
                  <a:moveTo>
                    <a:pt x="1517" y="2110"/>
                  </a:moveTo>
                  <a:lnTo>
                    <a:pt x="1517" y="4655"/>
                  </a:lnTo>
                  <a:lnTo>
                    <a:pt x="575" y="4655"/>
                  </a:lnTo>
                  <a:lnTo>
                    <a:pt x="575" y="2110"/>
                  </a:lnTo>
                  <a:close/>
                  <a:moveTo>
                    <a:pt x="18512" y="2110"/>
                  </a:moveTo>
                  <a:lnTo>
                    <a:pt x="18512" y="4655"/>
                  </a:lnTo>
                  <a:lnTo>
                    <a:pt x="17571" y="4655"/>
                  </a:lnTo>
                  <a:lnTo>
                    <a:pt x="17571" y="2110"/>
                  </a:lnTo>
                  <a:close/>
                  <a:moveTo>
                    <a:pt x="2754" y="1"/>
                  </a:moveTo>
                  <a:lnTo>
                    <a:pt x="2754" y="2476"/>
                  </a:lnTo>
                  <a:lnTo>
                    <a:pt x="2179" y="2476"/>
                  </a:lnTo>
                  <a:lnTo>
                    <a:pt x="2179" y="1535"/>
                  </a:lnTo>
                  <a:lnTo>
                    <a:pt x="0" y="1535"/>
                  </a:lnTo>
                  <a:lnTo>
                    <a:pt x="0" y="5230"/>
                  </a:lnTo>
                  <a:lnTo>
                    <a:pt x="2179" y="5230"/>
                  </a:lnTo>
                  <a:lnTo>
                    <a:pt x="2179" y="3051"/>
                  </a:lnTo>
                  <a:lnTo>
                    <a:pt x="2754" y="3051"/>
                  </a:lnTo>
                  <a:lnTo>
                    <a:pt x="2754" y="6468"/>
                  </a:lnTo>
                  <a:lnTo>
                    <a:pt x="3399" y="6468"/>
                  </a:lnTo>
                  <a:lnTo>
                    <a:pt x="3399" y="593"/>
                  </a:lnTo>
                  <a:lnTo>
                    <a:pt x="9221" y="593"/>
                  </a:lnTo>
                  <a:lnTo>
                    <a:pt x="9221" y="1814"/>
                  </a:lnTo>
                  <a:lnTo>
                    <a:pt x="8350" y="1814"/>
                  </a:lnTo>
                  <a:lnTo>
                    <a:pt x="8350" y="3348"/>
                  </a:lnTo>
                  <a:lnTo>
                    <a:pt x="10738" y="3348"/>
                  </a:lnTo>
                  <a:lnTo>
                    <a:pt x="10738" y="1814"/>
                  </a:lnTo>
                  <a:lnTo>
                    <a:pt x="9866" y="1814"/>
                  </a:lnTo>
                  <a:lnTo>
                    <a:pt x="9866" y="593"/>
                  </a:lnTo>
                  <a:lnTo>
                    <a:pt x="15758" y="593"/>
                  </a:lnTo>
                  <a:lnTo>
                    <a:pt x="15758" y="6468"/>
                  </a:lnTo>
                  <a:lnTo>
                    <a:pt x="16333" y="6468"/>
                  </a:lnTo>
                  <a:lnTo>
                    <a:pt x="16333" y="3051"/>
                  </a:lnTo>
                  <a:lnTo>
                    <a:pt x="16995" y="3051"/>
                  </a:lnTo>
                  <a:lnTo>
                    <a:pt x="16995" y="5230"/>
                  </a:lnTo>
                  <a:lnTo>
                    <a:pt x="19087" y="5230"/>
                  </a:lnTo>
                  <a:lnTo>
                    <a:pt x="19087" y="1535"/>
                  </a:lnTo>
                  <a:lnTo>
                    <a:pt x="16995" y="1535"/>
                  </a:lnTo>
                  <a:lnTo>
                    <a:pt x="16995" y="2476"/>
                  </a:lnTo>
                  <a:lnTo>
                    <a:pt x="16333" y="2476"/>
                  </a:lnTo>
                  <a:lnTo>
                    <a:pt x="163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0"/>
            <p:cNvSpPr/>
            <p:nvPr/>
          </p:nvSpPr>
          <p:spPr>
            <a:xfrm>
              <a:off x="3374463" y="4346100"/>
              <a:ext cx="176075" cy="16150"/>
            </a:xfrm>
            <a:custGeom>
              <a:rect b="b" l="l" r="r" t="t"/>
              <a:pathLst>
                <a:path extrusionOk="0" h="646" w="7043">
                  <a:moveTo>
                    <a:pt x="0" y="1"/>
                  </a:moveTo>
                  <a:lnTo>
                    <a:pt x="0" y="646"/>
                  </a:lnTo>
                  <a:lnTo>
                    <a:pt x="7043" y="646"/>
                  </a:lnTo>
                  <a:lnTo>
                    <a:pt x="704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0"/>
            <p:cNvSpPr/>
            <p:nvPr/>
          </p:nvSpPr>
          <p:spPr>
            <a:xfrm>
              <a:off x="3374463" y="4376600"/>
              <a:ext cx="176075" cy="16600"/>
            </a:xfrm>
            <a:custGeom>
              <a:rect b="b" l="l" r="r" t="t"/>
              <a:pathLst>
                <a:path extrusionOk="0" h="664" w="7043">
                  <a:moveTo>
                    <a:pt x="0" y="1"/>
                  </a:moveTo>
                  <a:lnTo>
                    <a:pt x="0" y="663"/>
                  </a:lnTo>
                  <a:lnTo>
                    <a:pt x="7043" y="663"/>
                  </a:lnTo>
                  <a:lnTo>
                    <a:pt x="704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0"/>
            <p:cNvSpPr/>
            <p:nvPr/>
          </p:nvSpPr>
          <p:spPr>
            <a:xfrm>
              <a:off x="3374463" y="4407550"/>
              <a:ext cx="176075" cy="16575"/>
            </a:xfrm>
            <a:custGeom>
              <a:rect b="b" l="l" r="r" t="t"/>
              <a:pathLst>
                <a:path extrusionOk="0" h="663" w="7043">
                  <a:moveTo>
                    <a:pt x="0" y="0"/>
                  </a:moveTo>
                  <a:lnTo>
                    <a:pt x="0" y="663"/>
                  </a:lnTo>
                  <a:lnTo>
                    <a:pt x="7043" y="663"/>
                  </a:lnTo>
                  <a:lnTo>
                    <a:pt x="704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0"/>
            <p:cNvSpPr/>
            <p:nvPr/>
          </p:nvSpPr>
          <p:spPr>
            <a:xfrm>
              <a:off x="3338288" y="4178775"/>
              <a:ext cx="63650" cy="65375"/>
            </a:xfrm>
            <a:custGeom>
              <a:rect b="b" l="l" r="r" t="t"/>
              <a:pathLst>
                <a:path extrusionOk="0" h="2615" w="2546">
                  <a:moveTo>
                    <a:pt x="2110" y="0"/>
                  </a:moveTo>
                  <a:lnTo>
                    <a:pt x="1" y="2179"/>
                  </a:lnTo>
                  <a:lnTo>
                    <a:pt x="436" y="2615"/>
                  </a:lnTo>
                  <a:lnTo>
                    <a:pt x="2546" y="436"/>
                  </a:lnTo>
                  <a:lnTo>
                    <a:pt x="21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0"/>
            <p:cNvSpPr/>
            <p:nvPr/>
          </p:nvSpPr>
          <p:spPr>
            <a:xfrm>
              <a:off x="3345263" y="4237150"/>
              <a:ext cx="38375" cy="37950"/>
            </a:xfrm>
            <a:custGeom>
              <a:rect b="b" l="l" r="r" t="t"/>
              <a:pathLst>
                <a:path extrusionOk="0" h="1518" w="1535">
                  <a:moveTo>
                    <a:pt x="1099" y="1"/>
                  </a:moveTo>
                  <a:lnTo>
                    <a:pt x="0" y="1082"/>
                  </a:lnTo>
                  <a:lnTo>
                    <a:pt x="436" y="1517"/>
                  </a:lnTo>
                  <a:lnTo>
                    <a:pt x="1534" y="437"/>
                  </a:lnTo>
                  <a:lnTo>
                    <a:pt x="109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 name="Google Shape;1775;p50"/>
          <p:cNvGrpSpPr/>
          <p:nvPr/>
        </p:nvGrpSpPr>
        <p:grpSpPr>
          <a:xfrm>
            <a:off x="3955363" y="1348025"/>
            <a:ext cx="494200" cy="492000"/>
            <a:chOff x="3955363" y="1157525"/>
            <a:chExt cx="494200" cy="492000"/>
          </a:xfrm>
        </p:grpSpPr>
        <p:sp>
          <p:nvSpPr>
            <p:cNvPr id="1776" name="Google Shape;1776;p50"/>
            <p:cNvSpPr/>
            <p:nvPr/>
          </p:nvSpPr>
          <p:spPr>
            <a:xfrm>
              <a:off x="4235138" y="1228125"/>
              <a:ext cx="47075" cy="47525"/>
            </a:xfrm>
            <a:custGeom>
              <a:rect b="b" l="l" r="r" t="t"/>
              <a:pathLst>
                <a:path extrusionOk="0" h="1901" w="1883">
                  <a:moveTo>
                    <a:pt x="941" y="0"/>
                  </a:moveTo>
                  <a:cubicBezTo>
                    <a:pt x="436" y="0"/>
                    <a:pt x="0" y="436"/>
                    <a:pt x="0" y="959"/>
                  </a:cubicBezTo>
                  <a:cubicBezTo>
                    <a:pt x="0" y="1464"/>
                    <a:pt x="436" y="1900"/>
                    <a:pt x="941" y="1900"/>
                  </a:cubicBezTo>
                  <a:cubicBezTo>
                    <a:pt x="1447" y="1900"/>
                    <a:pt x="1883" y="1464"/>
                    <a:pt x="1883" y="959"/>
                  </a:cubicBezTo>
                  <a:cubicBezTo>
                    <a:pt x="1883" y="436"/>
                    <a:pt x="1447" y="0"/>
                    <a:pt x="9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0"/>
            <p:cNvSpPr/>
            <p:nvPr/>
          </p:nvSpPr>
          <p:spPr>
            <a:xfrm>
              <a:off x="4331438" y="1435100"/>
              <a:ext cx="47075" cy="47525"/>
            </a:xfrm>
            <a:custGeom>
              <a:rect b="b" l="l" r="r" t="t"/>
              <a:pathLst>
                <a:path extrusionOk="0" h="1901" w="1883">
                  <a:moveTo>
                    <a:pt x="942" y="1"/>
                  </a:moveTo>
                  <a:cubicBezTo>
                    <a:pt x="366" y="1"/>
                    <a:pt x="0" y="437"/>
                    <a:pt x="0" y="960"/>
                  </a:cubicBezTo>
                  <a:cubicBezTo>
                    <a:pt x="0" y="1535"/>
                    <a:pt x="366" y="1901"/>
                    <a:pt x="942" y="1901"/>
                  </a:cubicBezTo>
                  <a:cubicBezTo>
                    <a:pt x="1447" y="1901"/>
                    <a:pt x="1883" y="1535"/>
                    <a:pt x="1883" y="960"/>
                  </a:cubicBezTo>
                  <a:cubicBezTo>
                    <a:pt x="1883" y="437"/>
                    <a:pt x="1447" y="1"/>
                    <a:pt x="9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0"/>
            <p:cNvSpPr/>
            <p:nvPr/>
          </p:nvSpPr>
          <p:spPr>
            <a:xfrm>
              <a:off x="4171513" y="1371925"/>
              <a:ext cx="63650" cy="63200"/>
            </a:xfrm>
            <a:custGeom>
              <a:rect b="b" l="l" r="r" t="t"/>
              <a:pathLst>
                <a:path extrusionOk="0" h="2528" w="2546">
                  <a:moveTo>
                    <a:pt x="1238" y="0"/>
                  </a:moveTo>
                  <a:cubicBezTo>
                    <a:pt x="593" y="0"/>
                    <a:pt x="0" y="576"/>
                    <a:pt x="0" y="1308"/>
                  </a:cubicBezTo>
                  <a:cubicBezTo>
                    <a:pt x="0" y="1953"/>
                    <a:pt x="593" y="2528"/>
                    <a:pt x="1238" y="2528"/>
                  </a:cubicBezTo>
                  <a:cubicBezTo>
                    <a:pt x="1970" y="2528"/>
                    <a:pt x="2545" y="1953"/>
                    <a:pt x="2545" y="1308"/>
                  </a:cubicBezTo>
                  <a:cubicBezTo>
                    <a:pt x="2545" y="576"/>
                    <a:pt x="1970" y="0"/>
                    <a:pt x="12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0"/>
            <p:cNvSpPr/>
            <p:nvPr/>
          </p:nvSpPr>
          <p:spPr>
            <a:xfrm>
              <a:off x="4195038" y="1378900"/>
              <a:ext cx="30950" cy="32700"/>
            </a:xfrm>
            <a:custGeom>
              <a:rect b="b" l="l" r="r" t="t"/>
              <a:pathLst>
                <a:path extrusionOk="0" h="1308" w="1238">
                  <a:moveTo>
                    <a:pt x="663" y="0"/>
                  </a:moveTo>
                  <a:cubicBezTo>
                    <a:pt x="297" y="0"/>
                    <a:pt x="0" y="297"/>
                    <a:pt x="0" y="663"/>
                  </a:cubicBezTo>
                  <a:cubicBezTo>
                    <a:pt x="0" y="1029"/>
                    <a:pt x="297" y="1308"/>
                    <a:pt x="663" y="1308"/>
                  </a:cubicBezTo>
                  <a:cubicBezTo>
                    <a:pt x="1029" y="1308"/>
                    <a:pt x="1238" y="1029"/>
                    <a:pt x="1238" y="663"/>
                  </a:cubicBezTo>
                  <a:cubicBezTo>
                    <a:pt x="1238" y="297"/>
                    <a:pt x="1029" y="0"/>
                    <a:pt x="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0"/>
            <p:cNvSpPr/>
            <p:nvPr/>
          </p:nvSpPr>
          <p:spPr>
            <a:xfrm>
              <a:off x="4164538" y="1364525"/>
              <a:ext cx="78025" cy="78025"/>
            </a:xfrm>
            <a:custGeom>
              <a:rect b="b" l="l" r="r" t="t"/>
              <a:pathLst>
                <a:path extrusionOk="0" h="3121" w="3121">
                  <a:moveTo>
                    <a:pt x="1517" y="575"/>
                  </a:moveTo>
                  <a:cubicBezTo>
                    <a:pt x="2092" y="575"/>
                    <a:pt x="2528" y="1011"/>
                    <a:pt x="2528" y="1604"/>
                  </a:cubicBezTo>
                  <a:cubicBezTo>
                    <a:pt x="2528" y="2109"/>
                    <a:pt x="2092" y="2545"/>
                    <a:pt x="1517" y="2545"/>
                  </a:cubicBezTo>
                  <a:cubicBezTo>
                    <a:pt x="1011" y="2545"/>
                    <a:pt x="575" y="2109"/>
                    <a:pt x="575" y="1604"/>
                  </a:cubicBezTo>
                  <a:cubicBezTo>
                    <a:pt x="575" y="1011"/>
                    <a:pt x="1011" y="575"/>
                    <a:pt x="1517" y="575"/>
                  </a:cubicBezTo>
                  <a:close/>
                  <a:moveTo>
                    <a:pt x="1517" y="0"/>
                  </a:moveTo>
                  <a:cubicBezTo>
                    <a:pt x="645" y="0"/>
                    <a:pt x="0" y="732"/>
                    <a:pt x="0" y="1604"/>
                  </a:cubicBezTo>
                  <a:cubicBezTo>
                    <a:pt x="0" y="2475"/>
                    <a:pt x="645" y="3120"/>
                    <a:pt x="1517" y="3120"/>
                  </a:cubicBezTo>
                  <a:cubicBezTo>
                    <a:pt x="2388" y="3120"/>
                    <a:pt x="3120" y="2475"/>
                    <a:pt x="3120" y="1604"/>
                  </a:cubicBezTo>
                  <a:cubicBezTo>
                    <a:pt x="3120" y="732"/>
                    <a:pt x="2388" y="0"/>
                    <a:pt x="15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0"/>
            <p:cNvSpPr/>
            <p:nvPr/>
          </p:nvSpPr>
          <p:spPr>
            <a:xfrm>
              <a:off x="3955363" y="1324425"/>
              <a:ext cx="494200" cy="158200"/>
            </a:xfrm>
            <a:custGeom>
              <a:rect b="b" l="l" r="r" t="t"/>
              <a:pathLst>
                <a:path extrusionOk="0" h="6328" w="19768">
                  <a:moveTo>
                    <a:pt x="9884" y="0"/>
                  </a:moveTo>
                  <a:cubicBezTo>
                    <a:pt x="7339" y="0"/>
                    <a:pt x="4881" y="297"/>
                    <a:pt x="3051" y="872"/>
                  </a:cubicBezTo>
                  <a:cubicBezTo>
                    <a:pt x="1098" y="1465"/>
                    <a:pt x="0" y="2249"/>
                    <a:pt x="0" y="3208"/>
                  </a:cubicBezTo>
                  <a:cubicBezTo>
                    <a:pt x="0" y="4079"/>
                    <a:pt x="1098" y="4864"/>
                    <a:pt x="3051" y="5456"/>
                  </a:cubicBezTo>
                  <a:cubicBezTo>
                    <a:pt x="4881" y="6032"/>
                    <a:pt x="7339" y="6328"/>
                    <a:pt x="9884" y="6328"/>
                  </a:cubicBezTo>
                  <a:cubicBezTo>
                    <a:pt x="11697" y="6328"/>
                    <a:pt x="13509" y="6171"/>
                    <a:pt x="15043" y="5892"/>
                  </a:cubicBezTo>
                  <a:lnTo>
                    <a:pt x="14974" y="5299"/>
                  </a:lnTo>
                  <a:cubicBezTo>
                    <a:pt x="13440" y="5596"/>
                    <a:pt x="11697" y="5735"/>
                    <a:pt x="9884" y="5735"/>
                  </a:cubicBezTo>
                  <a:cubicBezTo>
                    <a:pt x="4445" y="5735"/>
                    <a:pt x="663" y="4358"/>
                    <a:pt x="663" y="3208"/>
                  </a:cubicBezTo>
                  <a:cubicBezTo>
                    <a:pt x="663" y="1970"/>
                    <a:pt x="4445" y="593"/>
                    <a:pt x="9884" y="593"/>
                  </a:cubicBezTo>
                  <a:cubicBezTo>
                    <a:pt x="15340" y="593"/>
                    <a:pt x="19175" y="1970"/>
                    <a:pt x="19175" y="3208"/>
                  </a:cubicBezTo>
                  <a:cubicBezTo>
                    <a:pt x="19175" y="3713"/>
                    <a:pt x="18303" y="4358"/>
                    <a:pt x="16856" y="4794"/>
                  </a:cubicBezTo>
                  <a:lnTo>
                    <a:pt x="16996" y="5387"/>
                  </a:lnTo>
                  <a:cubicBezTo>
                    <a:pt x="18826" y="4794"/>
                    <a:pt x="19767" y="4079"/>
                    <a:pt x="19767" y="3208"/>
                  </a:cubicBezTo>
                  <a:cubicBezTo>
                    <a:pt x="19767" y="2249"/>
                    <a:pt x="18739" y="1465"/>
                    <a:pt x="16786" y="872"/>
                  </a:cubicBezTo>
                  <a:cubicBezTo>
                    <a:pt x="14904" y="297"/>
                    <a:pt x="12498" y="0"/>
                    <a:pt x="9884" y="0"/>
                  </a:cubicBezTo>
                  <a:close/>
                </a:path>
              </a:pathLst>
            </a:custGeom>
            <a:solidFill>
              <a:srgbClr val="1D1E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0"/>
            <p:cNvSpPr/>
            <p:nvPr/>
          </p:nvSpPr>
          <p:spPr>
            <a:xfrm>
              <a:off x="4322288" y="1428125"/>
              <a:ext cx="63650" cy="63650"/>
            </a:xfrm>
            <a:custGeom>
              <a:rect b="b" l="l" r="r" t="t"/>
              <a:pathLst>
                <a:path extrusionOk="0" h="2546" w="2546">
                  <a:moveTo>
                    <a:pt x="1308" y="576"/>
                  </a:moveTo>
                  <a:cubicBezTo>
                    <a:pt x="1674" y="576"/>
                    <a:pt x="1970" y="873"/>
                    <a:pt x="1970" y="1239"/>
                  </a:cubicBezTo>
                  <a:cubicBezTo>
                    <a:pt x="1970" y="1587"/>
                    <a:pt x="1674" y="1884"/>
                    <a:pt x="1308" y="1884"/>
                  </a:cubicBezTo>
                  <a:cubicBezTo>
                    <a:pt x="942" y="1884"/>
                    <a:pt x="663" y="1587"/>
                    <a:pt x="663" y="1239"/>
                  </a:cubicBezTo>
                  <a:cubicBezTo>
                    <a:pt x="663" y="873"/>
                    <a:pt x="942" y="576"/>
                    <a:pt x="1308" y="576"/>
                  </a:cubicBezTo>
                  <a:close/>
                  <a:moveTo>
                    <a:pt x="1308" y="1"/>
                  </a:moveTo>
                  <a:cubicBezTo>
                    <a:pt x="576" y="1"/>
                    <a:pt x="0" y="576"/>
                    <a:pt x="0" y="1239"/>
                  </a:cubicBezTo>
                  <a:cubicBezTo>
                    <a:pt x="0" y="1953"/>
                    <a:pt x="576" y="2546"/>
                    <a:pt x="1308" y="2546"/>
                  </a:cubicBezTo>
                  <a:cubicBezTo>
                    <a:pt x="1970" y="2546"/>
                    <a:pt x="2545" y="1953"/>
                    <a:pt x="2545" y="1239"/>
                  </a:cubicBezTo>
                  <a:cubicBezTo>
                    <a:pt x="2545" y="576"/>
                    <a:pt x="1970" y="1"/>
                    <a:pt x="1308" y="1"/>
                  </a:cubicBezTo>
                  <a:close/>
                </a:path>
              </a:pathLst>
            </a:custGeom>
            <a:solidFill>
              <a:srgbClr val="1D1E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0"/>
            <p:cNvSpPr/>
            <p:nvPr/>
          </p:nvSpPr>
          <p:spPr>
            <a:xfrm>
              <a:off x="3955363" y="1324425"/>
              <a:ext cx="494200" cy="158200"/>
            </a:xfrm>
            <a:custGeom>
              <a:rect b="b" l="l" r="r" t="t"/>
              <a:pathLst>
                <a:path extrusionOk="0" h="6328" w="19768">
                  <a:moveTo>
                    <a:pt x="9884" y="0"/>
                  </a:moveTo>
                  <a:cubicBezTo>
                    <a:pt x="7339" y="0"/>
                    <a:pt x="4881" y="297"/>
                    <a:pt x="3051" y="872"/>
                  </a:cubicBezTo>
                  <a:cubicBezTo>
                    <a:pt x="1098" y="1465"/>
                    <a:pt x="0" y="2249"/>
                    <a:pt x="0" y="3208"/>
                  </a:cubicBezTo>
                  <a:cubicBezTo>
                    <a:pt x="0" y="4079"/>
                    <a:pt x="1098" y="4864"/>
                    <a:pt x="3051" y="5456"/>
                  </a:cubicBezTo>
                  <a:cubicBezTo>
                    <a:pt x="4881" y="6032"/>
                    <a:pt x="7339" y="6328"/>
                    <a:pt x="9884" y="6328"/>
                  </a:cubicBezTo>
                  <a:cubicBezTo>
                    <a:pt x="11697" y="6328"/>
                    <a:pt x="13509" y="6171"/>
                    <a:pt x="15043" y="5892"/>
                  </a:cubicBezTo>
                  <a:lnTo>
                    <a:pt x="14974" y="5299"/>
                  </a:lnTo>
                  <a:cubicBezTo>
                    <a:pt x="13440" y="5596"/>
                    <a:pt x="11697" y="5735"/>
                    <a:pt x="9884" y="5735"/>
                  </a:cubicBezTo>
                  <a:cubicBezTo>
                    <a:pt x="4445" y="5735"/>
                    <a:pt x="663" y="4358"/>
                    <a:pt x="663" y="3208"/>
                  </a:cubicBezTo>
                  <a:cubicBezTo>
                    <a:pt x="663" y="1970"/>
                    <a:pt x="4445" y="593"/>
                    <a:pt x="9884" y="593"/>
                  </a:cubicBezTo>
                  <a:cubicBezTo>
                    <a:pt x="15340" y="593"/>
                    <a:pt x="19175" y="1970"/>
                    <a:pt x="19175" y="3208"/>
                  </a:cubicBezTo>
                  <a:cubicBezTo>
                    <a:pt x="19175" y="3713"/>
                    <a:pt x="18303" y="4358"/>
                    <a:pt x="16856" y="4794"/>
                  </a:cubicBezTo>
                  <a:lnTo>
                    <a:pt x="16996" y="5387"/>
                  </a:lnTo>
                  <a:cubicBezTo>
                    <a:pt x="18826" y="4794"/>
                    <a:pt x="19767" y="4079"/>
                    <a:pt x="19767" y="3208"/>
                  </a:cubicBezTo>
                  <a:cubicBezTo>
                    <a:pt x="19767" y="2249"/>
                    <a:pt x="18739" y="1465"/>
                    <a:pt x="16786" y="872"/>
                  </a:cubicBezTo>
                  <a:cubicBezTo>
                    <a:pt x="14904" y="297"/>
                    <a:pt x="12498" y="0"/>
                    <a:pt x="9884" y="0"/>
                  </a:cubicBezTo>
                  <a:close/>
                </a:path>
              </a:pathLst>
            </a:custGeom>
            <a:solidFill>
              <a:srgbClr val="1D1E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0"/>
            <p:cNvSpPr/>
            <p:nvPr/>
          </p:nvSpPr>
          <p:spPr>
            <a:xfrm>
              <a:off x="4322288" y="1428125"/>
              <a:ext cx="63650" cy="63650"/>
            </a:xfrm>
            <a:custGeom>
              <a:rect b="b" l="l" r="r" t="t"/>
              <a:pathLst>
                <a:path extrusionOk="0" h="2546" w="2546">
                  <a:moveTo>
                    <a:pt x="1308" y="576"/>
                  </a:moveTo>
                  <a:cubicBezTo>
                    <a:pt x="1674" y="576"/>
                    <a:pt x="1970" y="873"/>
                    <a:pt x="1970" y="1239"/>
                  </a:cubicBezTo>
                  <a:cubicBezTo>
                    <a:pt x="1970" y="1587"/>
                    <a:pt x="1674" y="1884"/>
                    <a:pt x="1308" y="1884"/>
                  </a:cubicBezTo>
                  <a:cubicBezTo>
                    <a:pt x="942" y="1884"/>
                    <a:pt x="663" y="1587"/>
                    <a:pt x="663" y="1239"/>
                  </a:cubicBezTo>
                  <a:cubicBezTo>
                    <a:pt x="663" y="873"/>
                    <a:pt x="942" y="576"/>
                    <a:pt x="1308" y="576"/>
                  </a:cubicBezTo>
                  <a:close/>
                  <a:moveTo>
                    <a:pt x="1308" y="1"/>
                  </a:moveTo>
                  <a:cubicBezTo>
                    <a:pt x="576" y="1"/>
                    <a:pt x="0" y="576"/>
                    <a:pt x="0" y="1239"/>
                  </a:cubicBezTo>
                  <a:cubicBezTo>
                    <a:pt x="0" y="1953"/>
                    <a:pt x="576" y="2546"/>
                    <a:pt x="1308" y="2546"/>
                  </a:cubicBezTo>
                  <a:cubicBezTo>
                    <a:pt x="1970" y="2546"/>
                    <a:pt x="2545" y="1953"/>
                    <a:pt x="2545" y="1239"/>
                  </a:cubicBezTo>
                  <a:cubicBezTo>
                    <a:pt x="2545" y="576"/>
                    <a:pt x="1970" y="1"/>
                    <a:pt x="1308" y="1"/>
                  </a:cubicBezTo>
                  <a:close/>
                </a:path>
              </a:pathLst>
            </a:custGeom>
            <a:solidFill>
              <a:srgbClr val="1D1E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0"/>
            <p:cNvSpPr/>
            <p:nvPr/>
          </p:nvSpPr>
          <p:spPr>
            <a:xfrm>
              <a:off x="3955363" y="1157525"/>
              <a:ext cx="494200" cy="492000"/>
            </a:xfrm>
            <a:custGeom>
              <a:rect b="b" l="l" r="r" t="t"/>
              <a:pathLst>
                <a:path extrusionOk="0" h="19680" w="19768">
                  <a:moveTo>
                    <a:pt x="12132" y="3120"/>
                  </a:moveTo>
                  <a:cubicBezTo>
                    <a:pt x="12498" y="3120"/>
                    <a:pt x="12795" y="3417"/>
                    <a:pt x="12795" y="3783"/>
                  </a:cubicBezTo>
                  <a:cubicBezTo>
                    <a:pt x="12795" y="4131"/>
                    <a:pt x="12498" y="4428"/>
                    <a:pt x="12132" y="4428"/>
                  </a:cubicBezTo>
                  <a:cubicBezTo>
                    <a:pt x="11766" y="4428"/>
                    <a:pt x="11487" y="4131"/>
                    <a:pt x="11487" y="3783"/>
                  </a:cubicBezTo>
                  <a:cubicBezTo>
                    <a:pt x="11487" y="3417"/>
                    <a:pt x="11766" y="3120"/>
                    <a:pt x="12132" y="3120"/>
                  </a:cubicBezTo>
                  <a:close/>
                  <a:moveTo>
                    <a:pt x="9884" y="576"/>
                  </a:moveTo>
                  <a:cubicBezTo>
                    <a:pt x="10459" y="576"/>
                    <a:pt x="11052" y="1377"/>
                    <a:pt x="11487" y="2685"/>
                  </a:cubicBezTo>
                  <a:cubicBezTo>
                    <a:pt x="11121" y="2911"/>
                    <a:pt x="10895" y="3347"/>
                    <a:pt x="10895" y="3783"/>
                  </a:cubicBezTo>
                  <a:cubicBezTo>
                    <a:pt x="10895" y="4428"/>
                    <a:pt x="11418" y="5003"/>
                    <a:pt x="12063" y="5003"/>
                  </a:cubicBezTo>
                  <a:cubicBezTo>
                    <a:pt x="12202" y="5596"/>
                    <a:pt x="12289" y="6171"/>
                    <a:pt x="12359" y="6746"/>
                  </a:cubicBezTo>
                  <a:cubicBezTo>
                    <a:pt x="11557" y="6676"/>
                    <a:pt x="10755" y="6676"/>
                    <a:pt x="9884" y="6676"/>
                  </a:cubicBezTo>
                  <a:cubicBezTo>
                    <a:pt x="9082" y="6676"/>
                    <a:pt x="8280" y="6676"/>
                    <a:pt x="7496" y="6746"/>
                  </a:cubicBezTo>
                  <a:cubicBezTo>
                    <a:pt x="7844" y="2981"/>
                    <a:pt x="8942" y="576"/>
                    <a:pt x="9884" y="576"/>
                  </a:cubicBezTo>
                  <a:close/>
                  <a:moveTo>
                    <a:pt x="6833" y="7408"/>
                  </a:moveTo>
                  <a:cubicBezTo>
                    <a:pt x="6764" y="8210"/>
                    <a:pt x="6764" y="9012"/>
                    <a:pt x="6764" y="9884"/>
                  </a:cubicBezTo>
                  <a:cubicBezTo>
                    <a:pt x="6764" y="10668"/>
                    <a:pt x="6764" y="11470"/>
                    <a:pt x="6833" y="12272"/>
                  </a:cubicBezTo>
                  <a:cubicBezTo>
                    <a:pt x="3051" y="11906"/>
                    <a:pt x="663" y="10825"/>
                    <a:pt x="663" y="9884"/>
                  </a:cubicBezTo>
                  <a:cubicBezTo>
                    <a:pt x="663" y="8855"/>
                    <a:pt x="3051" y="7844"/>
                    <a:pt x="6833" y="7408"/>
                  </a:cubicBezTo>
                  <a:close/>
                  <a:moveTo>
                    <a:pt x="13004" y="7408"/>
                  </a:moveTo>
                  <a:lnTo>
                    <a:pt x="13004" y="7408"/>
                  </a:lnTo>
                  <a:cubicBezTo>
                    <a:pt x="16717" y="7844"/>
                    <a:pt x="19175" y="8855"/>
                    <a:pt x="19175" y="9884"/>
                  </a:cubicBezTo>
                  <a:cubicBezTo>
                    <a:pt x="19175" y="10389"/>
                    <a:pt x="18390" y="10964"/>
                    <a:pt x="17083" y="11400"/>
                  </a:cubicBezTo>
                  <a:cubicBezTo>
                    <a:pt x="16856" y="11034"/>
                    <a:pt x="16420" y="10825"/>
                    <a:pt x="15985" y="10825"/>
                  </a:cubicBezTo>
                  <a:cubicBezTo>
                    <a:pt x="15253" y="10825"/>
                    <a:pt x="14747" y="11330"/>
                    <a:pt x="14677" y="12063"/>
                  </a:cubicBezTo>
                  <a:cubicBezTo>
                    <a:pt x="14172" y="12132"/>
                    <a:pt x="13597" y="12202"/>
                    <a:pt x="13004" y="12272"/>
                  </a:cubicBezTo>
                  <a:cubicBezTo>
                    <a:pt x="13074" y="11470"/>
                    <a:pt x="13074" y="10668"/>
                    <a:pt x="13074" y="9884"/>
                  </a:cubicBezTo>
                  <a:cubicBezTo>
                    <a:pt x="13074" y="9012"/>
                    <a:pt x="13074" y="8210"/>
                    <a:pt x="13004" y="7408"/>
                  </a:cubicBezTo>
                  <a:close/>
                  <a:moveTo>
                    <a:pt x="9884" y="7269"/>
                  </a:moveTo>
                  <a:cubicBezTo>
                    <a:pt x="10755" y="7269"/>
                    <a:pt x="11627" y="7339"/>
                    <a:pt x="12359" y="7408"/>
                  </a:cubicBezTo>
                  <a:cubicBezTo>
                    <a:pt x="12429" y="8210"/>
                    <a:pt x="12498" y="9012"/>
                    <a:pt x="12498" y="9884"/>
                  </a:cubicBezTo>
                  <a:cubicBezTo>
                    <a:pt x="12498" y="10755"/>
                    <a:pt x="12429" y="11540"/>
                    <a:pt x="12359" y="12341"/>
                  </a:cubicBezTo>
                  <a:cubicBezTo>
                    <a:pt x="11557" y="12341"/>
                    <a:pt x="10755" y="12411"/>
                    <a:pt x="9884" y="12411"/>
                  </a:cubicBezTo>
                  <a:cubicBezTo>
                    <a:pt x="9012" y="12411"/>
                    <a:pt x="8210" y="12341"/>
                    <a:pt x="7408" y="12341"/>
                  </a:cubicBezTo>
                  <a:cubicBezTo>
                    <a:pt x="7339" y="11540"/>
                    <a:pt x="7339" y="10755"/>
                    <a:pt x="7339" y="9884"/>
                  </a:cubicBezTo>
                  <a:cubicBezTo>
                    <a:pt x="7339" y="9012"/>
                    <a:pt x="7339" y="8141"/>
                    <a:pt x="7408" y="7408"/>
                  </a:cubicBezTo>
                  <a:cubicBezTo>
                    <a:pt x="8210" y="7339"/>
                    <a:pt x="9012" y="7269"/>
                    <a:pt x="9884" y="7269"/>
                  </a:cubicBezTo>
                  <a:close/>
                  <a:moveTo>
                    <a:pt x="15985" y="11400"/>
                  </a:moveTo>
                  <a:cubicBezTo>
                    <a:pt x="16351" y="11400"/>
                    <a:pt x="16647" y="11697"/>
                    <a:pt x="16647" y="12063"/>
                  </a:cubicBezTo>
                  <a:cubicBezTo>
                    <a:pt x="16647" y="12411"/>
                    <a:pt x="16351" y="12708"/>
                    <a:pt x="15985" y="12708"/>
                  </a:cubicBezTo>
                  <a:cubicBezTo>
                    <a:pt x="15619" y="12708"/>
                    <a:pt x="15340" y="12411"/>
                    <a:pt x="15340" y="12063"/>
                  </a:cubicBezTo>
                  <a:cubicBezTo>
                    <a:pt x="15340" y="11697"/>
                    <a:pt x="15619" y="11400"/>
                    <a:pt x="15985" y="11400"/>
                  </a:cubicBezTo>
                  <a:close/>
                  <a:moveTo>
                    <a:pt x="7496" y="12934"/>
                  </a:moveTo>
                  <a:lnTo>
                    <a:pt x="7496" y="12934"/>
                  </a:lnTo>
                  <a:cubicBezTo>
                    <a:pt x="8280" y="13004"/>
                    <a:pt x="9082" y="13004"/>
                    <a:pt x="9884" y="13004"/>
                  </a:cubicBezTo>
                  <a:cubicBezTo>
                    <a:pt x="10755" y="13004"/>
                    <a:pt x="11557" y="13004"/>
                    <a:pt x="12359" y="12934"/>
                  </a:cubicBezTo>
                  <a:lnTo>
                    <a:pt x="12359" y="12934"/>
                  </a:lnTo>
                  <a:cubicBezTo>
                    <a:pt x="11923" y="16699"/>
                    <a:pt x="10895" y="19105"/>
                    <a:pt x="9884" y="19105"/>
                  </a:cubicBezTo>
                  <a:cubicBezTo>
                    <a:pt x="8942" y="19105"/>
                    <a:pt x="7844" y="16699"/>
                    <a:pt x="7496" y="12934"/>
                  </a:cubicBezTo>
                  <a:close/>
                  <a:moveTo>
                    <a:pt x="9884" y="0"/>
                  </a:moveTo>
                  <a:cubicBezTo>
                    <a:pt x="9012" y="0"/>
                    <a:pt x="8210" y="1011"/>
                    <a:pt x="7565" y="2981"/>
                  </a:cubicBezTo>
                  <a:cubicBezTo>
                    <a:pt x="7269" y="4062"/>
                    <a:pt x="7060" y="5369"/>
                    <a:pt x="6903" y="6833"/>
                  </a:cubicBezTo>
                  <a:cubicBezTo>
                    <a:pt x="5456" y="6973"/>
                    <a:pt x="4149" y="7182"/>
                    <a:pt x="3051" y="7548"/>
                  </a:cubicBezTo>
                  <a:cubicBezTo>
                    <a:pt x="1098" y="8141"/>
                    <a:pt x="0" y="8925"/>
                    <a:pt x="0" y="9884"/>
                  </a:cubicBezTo>
                  <a:cubicBezTo>
                    <a:pt x="0" y="10755"/>
                    <a:pt x="1098" y="11540"/>
                    <a:pt x="3051" y="12132"/>
                  </a:cubicBezTo>
                  <a:cubicBezTo>
                    <a:pt x="4149" y="12498"/>
                    <a:pt x="5456" y="12708"/>
                    <a:pt x="6903" y="12847"/>
                  </a:cubicBezTo>
                  <a:cubicBezTo>
                    <a:pt x="7060" y="14311"/>
                    <a:pt x="7269" y="15619"/>
                    <a:pt x="7565" y="16699"/>
                  </a:cubicBezTo>
                  <a:cubicBezTo>
                    <a:pt x="8210" y="18669"/>
                    <a:pt x="9012" y="19680"/>
                    <a:pt x="9884" y="19680"/>
                  </a:cubicBezTo>
                  <a:cubicBezTo>
                    <a:pt x="10825" y="19680"/>
                    <a:pt x="11627" y="18669"/>
                    <a:pt x="12202" y="16699"/>
                  </a:cubicBezTo>
                  <a:cubicBezTo>
                    <a:pt x="12568" y="15619"/>
                    <a:pt x="12795" y="14311"/>
                    <a:pt x="12934" y="12847"/>
                  </a:cubicBezTo>
                  <a:cubicBezTo>
                    <a:pt x="13597" y="12777"/>
                    <a:pt x="14242" y="12708"/>
                    <a:pt x="14817" y="12638"/>
                  </a:cubicBezTo>
                  <a:cubicBezTo>
                    <a:pt x="15043" y="13074"/>
                    <a:pt x="15479" y="13370"/>
                    <a:pt x="15985" y="13370"/>
                  </a:cubicBezTo>
                  <a:cubicBezTo>
                    <a:pt x="16647" y="13370"/>
                    <a:pt x="17222" y="12777"/>
                    <a:pt x="17222" y="12063"/>
                  </a:cubicBezTo>
                  <a:lnTo>
                    <a:pt x="17222" y="11975"/>
                  </a:lnTo>
                  <a:cubicBezTo>
                    <a:pt x="18896" y="11470"/>
                    <a:pt x="19767" y="10668"/>
                    <a:pt x="19767" y="9884"/>
                  </a:cubicBezTo>
                  <a:cubicBezTo>
                    <a:pt x="19767" y="8925"/>
                    <a:pt x="18739" y="8141"/>
                    <a:pt x="16786" y="7548"/>
                  </a:cubicBezTo>
                  <a:cubicBezTo>
                    <a:pt x="15688" y="7182"/>
                    <a:pt x="14381" y="6973"/>
                    <a:pt x="12934" y="6833"/>
                  </a:cubicBezTo>
                  <a:cubicBezTo>
                    <a:pt x="12864" y="6171"/>
                    <a:pt x="12795" y="5526"/>
                    <a:pt x="12638" y="4933"/>
                  </a:cubicBezTo>
                  <a:cubicBezTo>
                    <a:pt x="13074" y="4724"/>
                    <a:pt x="13370" y="4288"/>
                    <a:pt x="13370" y="3783"/>
                  </a:cubicBezTo>
                  <a:cubicBezTo>
                    <a:pt x="13370" y="3120"/>
                    <a:pt x="12864" y="2545"/>
                    <a:pt x="12132" y="2545"/>
                  </a:cubicBezTo>
                  <a:lnTo>
                    <a:pt x="12063" y="2545"/>
                  </a:lnTo>
                  <a:cubicBezTo>
                    <a:pt x="11487" y="872"/>
                    <a:pt x="10755" y="0"/>
                    <a:pt x="98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 name="Google Shape;1786;p50"/>
          <p:cNvGrpSpPr/>
          <p:nvPr/>
        </p:nvGrpSpPr>
        <p:grpSpPr>
          <a:xfrm>
            <a:off x="4086088" y="2026825"/>
            <a:ext cx="232725" cy="492025"/>
            <a:chOff x="4086088" y="1883950"/>
            <a:chExt cx="232725" cy="492025"/>
          </a:xfrm>
        </p:grpSpPr>
        <p:sp>
          <p:nvSpPr>
            <p:cNvPr id="1787" name="Google Shape;1787;p50"/>
            <p:cNvSpPr/>
            <p:nvPr/>
          </p:nvSpPr>
          <p:spPr>
            <a:xfrm>
              <a:off x="4095238" y="2261350"/>
              <a:ext cx="216175" cy="107225"/>
            </a:xfrm>
            <a:custGeom>
              <a:rect b="b" l="l" r="r" t="t"/>
              <a:pathLst>
                <a:path extrusionOk="0" h="4289" w="8647">
                  <a:moveTo>
                    <a:pt x="1535" y="0"/>
                  </a:moveTo>
                  <a:lnTo>
                    <a:pt x="1" y="3347"/>
                  </a:lnTo>
                  <a:lnTo>
                    <a:pt x="593" y="4288"/>
                  </a:lnTo>
                  <a:lnTo>
                    <a:pt x="8002" y="4288"/>
                  </a:lnTo>
                  <a:lnTo>
                    <a:pt x="8647" y="3347"/>
                  </a:lnTo>
                  <a:lnTo>
                    <a:pt x="74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0"/>
            <p:cNvSpPr/>
            <p:nvPr/>
          </p:nvSpPr>
          <p:spPr>
            <a:xfrm>
              <a:off x="4133588" y="2021675"/>
              <a:ext cx="137725" cy="239700"/>
            </a:xfrm>
            <a:custGeom>
              <a:rect b="b" l="l" r="r" t="t"/>
              <a:pathLst>
                <a:path extrusionOk="0" h="9588" w="5509">
                  <a:moveTo>
                    <a:pt x="1238" y="0"/>
                  </a:moveTo>
                  <a:lnTo>
                    <a:pt x="1238" y="6763"/>
                  </a:lnTo>
                  <a:lnTo>
                    <a:pt x="1" y="9587"/>
                  </a:lnTo>
                  <a:lnTo>
                    <a:pt x="5509" y="9587"/>
                  </a:lnTo>
                  <a:lnTo>
                    <a:pt x="4358" y="6763"/>
                  </a:lnTo>
                  <a:lnTo>
                    <a:pt x="435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0"/>
            <p:cNvSpPr/>
            <p:nvPr/>
          </p:nvSpPr>
          <p:spPr>
            <a:xfrm>
              <a:off x="4133588" y="2021675"/>
              <a:ext cx="92400" cy="239700"/>
            </a:xfrm>
            <a:custGeom>
              <a:rect b="b" l="l" r="r" t="t"/>
              <a:pathLst>
                <a:path extrusionOk="0" h="9588" w="3696">
                  <a:moveTo>
                    <a:pt x="1238" y="0"/>
                  </a:moveTo>
                  <a:lnTo>
                    <a:pt x="1238" y="6763"/>
                  </a:lnTo>
                  <a:lnTo>
                    <a:pt x="1" y="9587"/>
                  </a:lnTo>
                  <a:lnTo>
                    <a:pt x="3696" y="9587"/>
                  </a:lnTo>
                  <a:lnTo>
                    <a:pt x="2458" y="6763"/>
                  </a:lnTo>
                  <a:lnTo>
                    <a:pt x="245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0"/>
            <p:cNvSpPr/>
            <p:nvPr/>
          </p:nvSpPr>
          <p:spPr>
            <a:xfrm>
              <a:off x="4140563" y="2014700"/>
              <a:ext cx="123775" cy="14400"/>
            </a:xfrm>
            <a:custGeom>
              <a:rect b="b" l="l" r="r" t="t"/>
              <a:pathLst>
                <a:path extrusionOk="0" h="576" w="4951">
                  <a:moveTo>
                    <a:pt x="0" y="0"/>
                  </a:moveTo>
                  <a:lnTo>
                    <a:pt x="0" y="575"/>
                  </a:lnTo>
                  <a:lnTo>
                    <a:pt x="4951" y="575"/>
                  </a:lnTo>
                  <a:lnTo>
                    <a:pt x="495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0"/>
            <p:cNvSpPr/>
            <p:nvPr/>
          </p:nvSpPr>
          <p:spPr>
            <a:xfrm>
              <a:off x="4086088" y="2038225"/>
              <a:ext cx="232725" cy="337750"/>
            </a:xfrm>
            <a:custGeom>
              <a:rect b="b" l="l" r="r" t="t"/>
              <a:pathLst>
                <a:path extrusionOk="0" h="13510" w="9309">
                  <a:moveTo>
                    <a:pt x="2842" y="1"/>
                  </a:moveTo>
                  <a:lnTo>
                    <a:pt x="2842" y="5735"/>
                  </a:lnTo>
                  <a:lnTo>
                    <a:pt x="157" y="11906"/>
                  </a:lnTo>
                  <a:cubicBezTo>
                    <a:pt x="1" y="12272"/>
                    <a:pt x="88" y="12708"/>
                    <a:pt x="297" y="13004"/>
                  </a:cubicBezTo>
                  <a:cubicBezTo>
                    <a:pt x="593" y="13353"/>
                    <a:pt x="959" y="13510"/>
                    <a:pt x="1308" y="13510"/>
                  </a:cubicBezTo>
                  <a:lnTo>
                    <a:pt x="8071" y="13510"/>
                  </a:lnTo>
                  <a:cubicBezTo>
                    <a:pt x="8437" y="13510"/>
                    <a:pt x="8803" y="13353"/>
                    <a:pt x="9013" y="13004"/>
                  </a:cubicBezTo>
                  <a:cubicBezTo>
                    <a:pt x="9239" y="12708"/>
                    <a:pt x="9309" y="12272"/>
                    <a:pt x="9152" y="11906"/>
                  </a:cubicBezTo>
                  <a:lnTo>
                    <a:pt x="6537" y="5735"/>
                  </a:lnTo>
                  <a:lnTo>
                    <a:pt x="6537" y="1"/>
                  </a:lnTo>
                  <a:lnTo>
                    <a:pt x="5892" y="1"/>
                  </a:lnTo>
                  <a:lnTo>
                    <a:pt x="5892" y="5875"/>
                  </a:lnTo>
                  <a:lnTo>
                    <a:pt x="8646" y="12133"/>
                  </a:lnTo>
                  <a:cubicBezTo>
                    <a:pt x="8646" y="12342"/>
                    <a:pt x="8646" y="12481"/>
                    <a:pt x="8507" y="12638"/>
                  </a:cubicBezTo>
                  <a:cubicBezTo>
                    <a:pt x="8437" y="12847"/>
                    <a:pt x="8211" y="12917"/>
                    <a:pt x="8071" y="12917"/>
                  </a:cubicBezTo>
                  <a:lnTo>
                    <a:pt x="1308" y="12917"/>
                  </a:lnTo>
                  <a:cubicBezTo>
                    <a:pt x="1099" y="12917"/>
                    <a:pt x="959" y="12847"/>
                    <a:pt x="802" y="12638"/>
                  </a:cubicBezTo>
                  <a:cubicBezTo>
                    <a:pt x="733" y="12481"/>
                    <a:pt x="663" y="12342"/>
                    <a:pt x="733" y="12133"/>
                  </a:cubicBezTo>
                  <a:lnTo>
                    <a:pt x="3417" y="5875"/>
                  </a:lnTo>
                  <a:lnTo>
                    <a:pt x="3417" y="4864"/>
                  </a:lnTo>
                  <a:lnTo>
                    <a:pt x="4079" y="4864"/>
                  </a:lnTo>
                  <a:lnTo>
                    <a:pt x="4079" y="4289"/>
                  </a:lnTo>
                  <a:lnTo>
                    <a:pt x="3417" y="4289"/>
                  </a:lnTo>
                  <a:lnTo>
                    <a:pt x="3417" y="3626"/>
                  </a:lnTo>
                  <a:lnTo>
                    <a:pt x="4655" y="3626"/>
                  </a:lnTo>
                  <a:lnTo>
                    <a:pt x="4655" y="3051"/>
                  </a:lnTo>
                  <a:lnTo>
                    <a:pt x="3417" y="3051"/>
                  </a:lnTo>
                  <a:lnTo>
                    <a:pt x="3417" y="2389"/>
                  </a:lnTo>
                  <a:lnTo>
                    <a:pt x="4079" y="2389"/>
                  </a:lnTo>
                  <a:lnTo>
                    <a:pt x="4079" y="1813"/>
                  </a:lnTo>
                  <a:lnTo>
                    <a:pt x="3417" y="1813"/>
                  </a:lnTo>
                  <a:lnTo>
                    <a:pt x="3417" y="1151"/>
                  </a:lnTo>
                  <a:lnTo>
                    <a:pt x="4655" y="1151"/>
                  </a:lnTo>
                  <a:lnTo>
                    <a:pt x="4655" y="576"/>
                  </a:lnTo>
                  <a:lnTo>
                    <a:pt x="3417" y="576"/>
                  </a:lnTo>
                  <a:lnTo>
                    <a:pt x="34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0"/>
            <p:cNvSpPr/>
            <p:nvPr/>
          </p:nvSpPr>
          <p:spPr>
            <a:xfrm>
              <a:off x="4164538" y="1983750"/>
              <a:ext cx="14400" cy="23550"/>
            </a:xfrm>
            <a:custGeom>
              <a:rect b="b" l="l" r="r" t="t"/>
              <a:pathLst>
                <a:path extrusionOk="0" h="942" w="576">
                  <a:moveTo>
                    <a:pt x="0" y="1"/>
                  </a:moveTo>
                  <a:lnTo>
                    <a:pt x="0" y="942"/>
                  </a:lnTo>
                  <a:lnTo>
                    <a:pt x="575" y="942"/>
                  </a:lnTo>
                  <a:lnTo>
                    <a:pt x="5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0"/>
            <p:cNvSpPr/>
            <p:nvPr/>
          </p:nvSpPr>
          <p:spPr>
            <a:xfrm>
              <a:off x="4195038" y="1883950"/>
              <a:ext cx="14850" cy="114200"/>
            </a:xfrm>
            <a:custGeom>
              <a:rect b="b" l="l" r="r" t="t"/>
              <a:pathLst>
                <a:path extrusionOk="0" h="4568" w="594">
                  <a:moveTo>
                    <a:pt x="0" y="1"/>
                  </a:moveTo>
                  <a:lnTo>
                    <a:pt x="0" y="4568"/>
                  </a:lnTo>
                  <a:lnTo>
                    <a:pt x="593" y="4568"/>
                  </a:lnTo>
                  <a:lnTo>
                    <a:pt x="5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0"/>
            <p:cNvSpPr/>
            <p:nvPr/>
          </p:nvSpPr>
          <p:spPr>
            <a:xfrm>
              <a:off x="4164538" y="1929275"/>
              <a:ext cx="14400" cy="37950"/>
            </a:xfrm>
            <a:custGeom>
              <a:rect b="b" l="l" r="r" t="t"/>
              <a:pathLst>
                <a:path extrusionOk="0" h="1518" w="576">
                  <a:moveTo>
                    <a:pt x="0" y="1"/>
                  </a:moveTo>
                  <a:lnTo>
                    <a:pt x="0" y="1517"/>
                  </a:lnTo>
                  <a:lnTo>
                    <a:pt x="575" y="1517"/>
                  </a:lnTo>
                  <a:lnTo>
                    <a:pt x="5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0"/>
            <p:cNvSpPr/>
            <p:nvPr/>
          </p:nvSpPr>
          <p:spPr>
            <a:xfrm>
              <a:off x="4133588" y="1960225"/>
              <a:ext cx="14400" cy="16150"/>
            </a:xfrm>
            <a:custGeom>
              <a:rect b="b" l="l" r="r" t="t"/>
              <a:pathLst>
                <a:path extrusionOk="0" h="646" w="576">
                  <a:moveTo>
                    <a:pt x="1" y="0"/>
                  </a:moveTo>
                  <a:lnTo>
                    <a:pt x="1" y="645"/>
                  </a:lnTo>
                  <a:lnTo>
                    <a:pt x="576" y="645"/>
                  </a:lnTo>
                  <a:lnTo>
                    <a:pt x="5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0"/>
            <p:cNvSpPr/>
            <p:nvPr/>
          </p:nvSpPr>
          <p:spPr>
            <a:xfrm>
              <a:off x="4225963" y="1905750"/>
              <a:ext cx="14850" cy="47100"/>
            </a:xfrm>
            <a:custGeom>
              <a:rect b="b" l="l" r="r" t="t"/>
              <a:pathLst>
                <a:path extrusionOk="0" h="1884" w="594">
                  <a:moveTo>
                    <a:pt x="1" y="0"/>
                  </a:moveTo>
                  <a:lnTo>
                    <a:pt x="1" y="1883"/>
                  </a:lnTo>
                  <a:lnTo>
                    <a:pt x="594" y="1883"/>
                  </a:lnTo>
                  <a:lnTo>
                    <a:pt x="5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0"/>
            <p:cNvSpPr/>
            <p:nvPr/>
          </p:nvSpPr>
          <p:spPr>
            <a:xfrm>
              <a:off x="4225963" y="1967200"/>
              <a:ext cx="14850" cy="40100"/>
            </a:xfrm>
            <a:custGeom>
              <a:rect b="b" l="l" r="r" t="t"/>
              <a:pathLst>
                <a:path extrusionOk="0" h="1604" w="594">
                  <a:moveTo>
                    <a:pt x="1" y="0"/>
                  </a:moveTo>
                  <a:lnTo>
                    <a:pt x="1" y="1604"/>
                  </a:lnTo>
                  <a:lnTo>
                    <a:pt x="594" y="1604"/>
                  </a:lnTo>
                  <a:lnTo>
                    <a:pt x="5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0"/>
            <p:cNvSpPr/>
            <p:nvPr/>
          </p:nvSpPr>
          <p:spPr>
            <a:xfrm>
              <a:off x="4256913" y="1960225"/>
              <a:ext cx="14400" cy="16150"/>
            </a:xfrm>
            <a:custGeom>
              <a:rect b="b" l="l" r="r" t="t"/>
              <a:pathLst>
                <a:path extrusionOk="0" h="646" w="576">
                  <a:moveTo>
                    <a:pt x="1" y="0"/>
                  </a:moveTo>
                  <a:lnTo>
                    <a:pt x="1" y="645"/>
                  </a:lnTo>
                  <a:lnTo>
                    <a:pt x="576" y="645"/>
                  </a:lnTo>
                  <a:lnTo>
                    <a:pt x="5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0"/>
            <p:cNvSpPr/>
            <p:nvPr/>
          </p:nvSpPr>
          <p:spPr>
            <a:xfrm>
              <a:off x="4149713" y="2252200"/>
              <a:ext cx="107225" cy="16575"/>
            </a:xfrm>
            <a:custGeom>
              <a:rect b="b" l="l" r="r" t="t"/>
              <a:pathLst>
                <a:path extrusionOk="0" h="663" w="4289">
                  <a:moveTo>
                    <a:pt x="1" y="0"/>
                  </a:moveTo>
                  <a:lnTo>
                    <a:pt x="1" y="663"/>
                  </a:lnTo>
                  <a:lnTo>
                    <a:pt x="4289" y="663"/>
                  </a:lnTo>
                  <a:lnTo>
                    <a:pt x="42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0"/>
            <p:cNvSpPr/>
            <p:nvPr/>
          </p:nvSpPr>
          <p:spPr>
            <a:xfrm>
              <a:off x="4195038" y="2283125"/>
              <a:ext cx="30950" cy="16600"/>
            </a:xfrm>
            <a:custGeom>
              <a:rect b="b" l="l" r="r" t="t"/>
              <a:pathLst>
                <a:path extrusionOk="0" h="664" w="1238">
                  <a:moveTo>
                    <a:pt x="0" y="1"/>
                  </a:moveTo>
                  <a:lnTo>
                    <a:pt x="0" y="663"/>
                  </a:lnTo>
                  <a:lnTo>
                    <a:pt x="1238" y="663"/>
                  </a:lnTo>
                  <a:lnTo>
                    <a:pt x="12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0"/>
            <p:cNvSpPr/>
            <p:nvPr/>
          </p:nvSpPr>
          <p:spPr>
            <a:xfrm>
              <a:off x="4180663" y="2314075"/>
              <a:ext cx="14400" cy="16575"/>
            </a:xfrm>
            <a:custGeom>
              <a:rect b="b" l="l" r="r" t="t"/>
              <a:pathLst>
                <a:path extrusionOk="0" h="663" w="576">
                  <a:moveTo>
                    <a:pt x="0" y="0"/>
                  </a:moveTo>
                  <a:lnTo>
                    <a:pt x="0" y="663"/>
                  </a:lnTo>
                  <a:lnTo>
                    <a:pt x="575" y="663"/>
                  </a:lnTo>
                  <a:lnTo>
                    <a:pt x="57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0"/>
            <p:cNvSpPr/>
            <p:nvPr/>
          </p:nvSpPr>
          <p:spPr>
            <a:xfrm>
              <a:off x="4225963" y="2330625"/>
              <a:ext cx="38375" cy="14425"/>
            </a:xfrm>
            <a:custGeom>
              <a:rect b="b" l="l" r="r" t="t"/>
              <a:pathLst>
                <a:path extrusionOk="0" h="577" w="1535">
                  <a:moveTo>
                    <a:pt x="1" y="1"/>
                  </a:moveTo>
                  <a:lnTo>
                    <a:pt x="1" y="576"/>
                  </a:lnTo>
                  <a:lnTo>
                    <a:pt x="1535" y="576"/>
                  </a:lnTo>
                  <a:lnTo>
                    <a:pt x="153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0"/>
            <p:cNvSpPr/>
            <p:nvPr/>
          </p:nvSpPr>
          <p:spPr>
            <a:xfrm>
              <a:off x="4140563" y="2292275"/>
              <a:ext cx="30975" cy="14425"/>
            </a:xfrm>
            <a:custGeom>
              <a:rect b="b" l="l" r="r" t="t"/>
              <a:pathLst>
                <a:path extrusionOk="0" h="577" w="1239">
                  <a:moveTo>
                    <a:pt x="0" y="1"/>
                  </a:moveTo>
                  <a:lnTo>
                    <a:pt x="0" y="576"/>
                  </a:lnTo>
                  <a:lnTo>
                    <a:pt x="1238" y="576"/>
                  </a:lnTo>
                  <a:lnTo>
                    <a:pt x="12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 name="Google Shape;1804;p50"/>
          <p:cNvGrpSpPr/>
          <p:nvPr/>
        </p:nvGrpSpPr>
        <p:grpSpPr>
          <a:xfrm>
            <a:off x="4037288" y="2703475"/>
            <a:ext cx="332075" cy="493750"/>
            <a:chOff x="4037288" y="2608225"/>
            <a:chExt cx="332075" cy="493750"/>
          </a:xfrm>
        </p:grpSpPr>
        <p:sp>
          <p:nvSpPr>
            <p:cNvPr id="1805" name="Google Shape;1805;p50"/>
            <p:cNvSpPr/>
            <p:nvPr/>
          </p:nvSpPr>
          <p:spPr>
            <a:xfrm>
              <a:off x="4044688" y="2655275"/>
              <a:ext cx="277625" cy="278075"/>
            </a:xfrm>
            <a:custGeom>
              <a:rect b="b" l="l" r="r" t="t"/>
              <a:pathLst>
                <a:path extrusionOk="0" h="11123" w="11105">
                  <a:moveTo>
                    <a:pt x="5579" y="1"/>
                  </a:moveTo>
                  <a:cubicBezTo>
                    <a:pt x="2458" y="1"/>
                    <a:pt x="1" y="2476"/>
                    <a:pt x="1" y="5527"/>
                  </a:cubicBezTo>
                  <a:cubicBezTo>
                    <a:pt x="1" y="8647"/>
                    <a:pt x="2458" y="11122"/>
                    <a:pt x="5579" y="11122"/>
                  </a:cubicBezTo>
                  <a:cubicBezTo>
                    <a:pt x="8629" y="11122"/>
                    <a:pt x="11104" y="8647"/>
                    <a:pt x="11104" y="5527"/>
                  </a:cubicBezTo>
                  <a:cubicBezTo>
                    <a:pt x="11104" y="2476"/>
                    <a:pt x="8629" y="1"/>
                    <a:pt x="55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0"/>
            <p:cNvSpPr/>
            <p:nvPr/>
          </p:nvSpPr>
          <p:spPr>
            <a:xfrm>
              <a:off x="4129663" y="2878850"/>
              <a:ext cx="107225" cy="54500"/>
            </a:xfrm>
            <a:custGeom>
              <a:rect b="b" l="l" r="r" t="t"/>
              <a:pathLst>
                <a:path extrusionOk="0" h="2180" w="4289">
                  <a:moveTo>
                    <a:pt x="1238" y="0"/>
                  </a:moveTo>
                  <a:lnTo>
                    <a:pt x="297" y="645"/>
                  </a:lnTo>
                  <a:lnTo>
                    <a:pt x="1" y="1238"/>
                  </a:lnTo>
                  <a:lnTo>
                    <a:pt x="1" y="1883"/>
                  </a:lnTo>
                  <a:lnTo>
                    <a:pt x="1831" y="2179"/>
                  </a:lnTo>
                  <a:lnTo>
                    <a:pt x="4289" y="1883"/>
                  </a:lnTo>
                  <a:lnTo>
                    <a:pt x="4289" y="941"/>
                  </a:lnTo>
                  <a:lnTo>
                    <a:pt x="3417" y="941"/>
                  </a:lnTo>
                  <a:lnTo>
                    <a:pt x="34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0"/>
            <p:cNvSpPr/>
            <p:nvPr/>
          </p:nvSpPr>
          <p:spPr>
            <a:xfrm>
              <a:off x="4137088" y="2655275"/>
              <a:ext cx="177800" cy="200050"/>
            </a:xfrm>
            <a:custGeom>
              <a:rect b="b" l="l" r="r" t="t"/>
              <a:pathLst>
                <a:path extrusionOk="0" h="8002" w="7112">
                  <a:moveTo>
                    <a:pt x="2475" y="1"/>
                  </a:moveTo>
                  <a:lnTo>
                    <a:pt x="1883" y="297"/>
                  </a:lnTo>
                  <a:lnTo>
                    <a:pt x="1238" y="960"/>
                  </a:lnTo>
                  <a:lnTo>
                    <a:pt x="1238" y="2180"/>
                  </a:lnTo>
                  <a:lnTo>
                    <a:pt x="2475" y="2180"/>
                  </a:lnTo>
                  <a:cubicBezTo>
                    <a:pt x="2475" y="2180"/>
                    <a:pt x="2960" y="1518"/>
                    <a:pt x="3094" y="1518"/>
                  </a:cubicBezTo>
                  <a:cubicBezTo>
                    <a:pt x="3105" y="1518"/>
                    <a:pt x="3115" y="1524"/>
                    <a:pt x="3120" y="1535"/>
                  </a:cubicBezTo>
                  <a:cubicBezTo>
                    <a:pt x="3120" y="1674"/>
                    <a:pt x="3417" y="2476"/>
                    <a:pt x="3417" y="2476"/>
                  </a:cubicBezTo>
                  <a:lnTo>
                    <a:pt x="2475" y="3714"/>
                  </a:lnTo>
                  <a:lnTo>
                    <a:pt x="662" y="3714"/>
                  </a:lnTo>
                  <a:lnTo>
                    <a:pt x="0" y="4951"/>
                  </a:lnTo>
                  <a:lnTo>
                    <a:pt x="0" y="6764"/>
                  </a:lnTo>
                  <a:lnTo>
                    <a:pt x="941" y="7409"/>
                  </a:lnTo>
                  <a:lnTo>
                    <a:pt x="1238" y="8002"/>
                  </a:lnTo>
                  <a:lnTo>
                    <a:pt x="2179" y="7409"/>
                  </a:lnTo>
                  <a:lnTo>
                    <a:pt x="3120" y="7409"/>
                  </a:lnTo>
                  <a:lnTo>
                    <a:pt x="3992" y="6189"/>
                  </a:lnTo>
                  <a:lnTo>
                    <a:pt x="3992" y="4289"/>
                  </a:lnTo>
                  <a:lnTo>
                    <a:pt x="4933" y="3714"/>
                  </a:lnTo>
                  <a:lnTo>
                    <a:pt x="5892" y="4010"/>
                  </a:lnTo>
                  <a:lnTo>
                    <a:pt x="6833" y="4010"/>
                  </a:lnTo>
                  <a:lnTo>
                    <a:pt x="7112" y="3714"/>
                  </a:lnTo>
                  <a:lnTo>
                    <a:pt x="5229" y="960"/>
                  </a:lnTo>
                  <a:lnTo>
                    <a:pt x="24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0"/>
            <p:cNvSpPr/>
            <p:nvPr/>
          </p:nvSpPr>
          <p:spPr>
            <a:xfrm>
              <a:off x="4106138" y="3033100"/>
              <a:ext cx="154300" cy="30975"/>
            </a:xfrm>
            <a:custGeom>
              <a:rect b="b" l="l" r="r" t="t"/>
              <a:pathLst>
                <a:path extrusionOk="0" h="1239" w="6172">
                  <a:moveTo>
                    <a:pt x="0" y="1"/>
                  </a:moveTo>
                  <a:lnTo>
                    <a:pt x="0" y="1238"/>
                  </a:lnTo>
                  <a:lnTo>
                    <a:pt x="6171" y="1238"/>
                  </a:lnTo>
                  <a:lnTo>
                    <a:pt x="61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0"/>
            <p:cNvSpPr/>
            <p:nvPr/>
          </p:nvSpPr>
          <p:spPr>
            <a:xfrm>
              <a:off x="4091763" y="3064050"/>
              <a:ext cx="185225" cy="30950"/>
            </a:xfrm>
            <a:custGeom>
              <a:rect b="b" l="l" r="r" t="t"/>
              <a:pathLst>
                <a:path extrusionOk="0" h="1238" w="7409">
                  <a:moveTo>
                    <a:pt x="0" y="0"/>
                  </a:moveTo>
                  <a:lnTo>
                    <a:pt x="0" y="1238"/>
                  </a:lnTo>
                  <a:lnTo>
                    <a:pt x="7408" y="1238"/>
                  </a:lnTo>
                  <a:lnTo>
                    <a:pt x="740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0"/>
            <p:cNvSpPr/>
            <p:nvPr/>
          </p:nvSpPr>
          <p:spPr>
            <a:xfrm>
              <a:off x="4084338" y="3056650"/>
              <a:ext cx="200050" cy="45325"/>
            </a:xfrm>
            <a:custGeom>
              <a:rect b="b" l="l" r="r" t="t"/>
              <a:pathLst>
                <a:path extrusionOk="0" h="1813" w="8002">
                  <a:moveTo>
                    <a:pt x="7339" y="593"/>
                  </a:moveTo>
                  <a:lnTo>
                    <a:pt x="7339" y="1238"/>
                  </a:lnTo>
                  <a:lnTo>
                    <a:pt x="593" y="1238"/>
                  </a:lnTo>
                  <a:lnTo>
                    <a:pt x="593" y="593"/>
                  </a:lnTo>
                  <a:close/>
                  <a:moveTo>
                    <a:pt x="1" y="0"/>
                  </a:moveTo>
                  <a:lnTo>
                    <a:pt x="1" y="1813"/>
                  </a:lnTo>
                  <a:lnTo>
                    <a:pt x="8002" y="1813"/>
                  </a:lnTo>
                  <a:lnTo>
                    <a:pt x="800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0"/>
            <p:cNvSpPr/>
            <p:nvPr/>
          </p:nvSpPr>
          <p:spPr>
            <a:xfrm>
              <a:off x="4075188" y="2771650"/>
              <a:ext cx="16600" cy="14400"/>
            </a:xfrm>
            <a:custGeom>
              <a:rect b="b" l="l" r="r" t="t"/>
              <a:pathLst>
                <a:path extrusionOk="0" h="576" w="664">
                  <a:moveTo>
                    <a:pt x="1" y="0"/>
                  </a:moveTo>
                  <a:lnTo>
                    <a:pt x="1" y="575"/>
                  </a:lnTo>
                  <a:lnTo>
                    <a:pt x="663" y="575"/>
                  </a:lnTo>
                  <a:lnTo>
                    <a:pt x="6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0"/>
            <p:cNvSpPr/>
            <p:nvPr/>
          </p:nvSpPr>
          <p:spPr>
            <a:xfrm>
              <a:off x="4091763" y="2793425"/>
              <a:ext cx="14400" cy="16600"/>
            </a:xfrm>
            <a:custGeom>
              <a:rect b="b" l="l" r="r" t="t"/>
              <a:pathLst>
                <a:path extrusionOk="0" h="664" w="576">
                  <a:moveTo>
                    <a:pt x="0" y="1"/>
                  </a:moveTo>
                  <a:lnTo>
                    <a:pt x="0" y="663"/>
                  </a:lnTo>
                  <a:lnTo>
                    <a:pt x="575" y="663"/>
                  </a:lnTo>
                  <a:lnTo>
                    <a:pt x="5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0"/>
            <p:cNvSpPr/>
            <p:nvPr/>
          </p:nvSpPr>
          <p:spPr>
            <a:xfrm>
              <a:off x="4037288" y="2608225"/>
              <a:ext cx="332075" cy="439275"/>
            </a:xfrm>
            <a:custGeom>
              <a:rect b="b" l="l" r="r" t="t"/>
              <a:pathLst>
                <a:path extrusionOk="0" h="17571" w="13283">
                  <a:moveTo>
                    <a:pt x="6241" y="2179"/>
                  </a:moveTo>
                  <a:cubicBezTo>
                    <a:pt x="8350" y="2319"/>
                    <a:pt x="10093" y="3713"/>
                    <a:pt x="10755" y="5596"/>
                  </a:cubicBezTo>
                  <a:lnTo>
                    <a:pt x="9953" y="5596"/>
                  </a:lnTo>
                  <a:lnTo>
                    <a:pt x="8925" y="5230"/>
                  </a:lnTo>
                  <a:lnTo>
                    <a:pt x="7705" y="6032"/>
                  </a:lnTo>
                  <a:lnTo>
                    <a:pt x="7705" y="7914"/>
                  </a:lnTo>
                  <a:lnTo>
                    <a:pt x="6973" y="9012"/>
                  </a:lnTo>
                  <a:lnTo>
                    <a:pt x="6101" y="9012"/>
                  </a:lnTo>
                  <a:lnTo>
                    <a:pt x="5369" y="9448"/>
                  </a:lnTo>
                  <a:lnTo>
                    <a:pt x="5160" y="9082"/>
                  </a:lnTo>
                  <a:lnTo>
                    <a:pt x="4288" y="8507"/>
                  </a:lnTo>
                  <a:lnTo>
                    <a:pt x="4288" y="6903"/>
                  </a:lnTo>
                  <a:lnTo>
                    <a:pt x="4794" y="5892"/>
                  </a:lnTo>
                  <a:lnTo>
                    <a:pt x="6607" y="5892"/>
                  </a:lnTo>
                  <a:lnTo>
                    <a:pt x="7775" y="4428"/>
                  </a:lnTo>
                  <a:lnTo>
                    <a:pt x="7182" y="2842"/>
                  </a:lnTo>
                  <a:lnTo>
                    <a:pt x="6310" y="3713"/>
                  </a:lnTo>
                  <a:lnTo>
                    <a:pt x="5526" y="3713"/>
                  </a:lnTo>
                  <a:lnTo>
                    <a:pt x="5526" y="2911"/>
                  </a:lnTo>
                  <a:lnTo>
                    <a:pt x="6241" y="2179"/>
                  </a:lnTo>
                  <a:close/>
                  <a:moveTo>
                    <a:pt x="5439" y="2179"/>
                  </a:moveTo>
                  <a:lnTo>
                    <a:pt x="4933" y="2685"/>
                  </a:lnTo>
                  <a:lnTo>
                    <a:pt x="4933" y="4358"/>
                  </a:lnTo>
                  <a:lnTo>
                    <a:pt x="6607" y="4358"/>
                  </a:lnTo>
                  <a:lnTo>
                    <a:pt x="6973" y="3992"/>
                  </a:lnTo>
                  <a:lnTo>
                    <a:pt x="7042" y="4288"/>
                  </a:lnTo>
                  <a:lnTo>
                    <a:pt x="6310" y="5299"/>
                  </a:lnTo>
                  <a:lnTo>
                    <a:pt x="4428" y="5299"/>
                  </a:lnTo>
                  <a:lnTo>
                    <a:pt x="3696" y="6764"/>
                  </a:lnTo>
                  <a:lnTo>
                    <a:pt x="3696" y="8855"/>
                  </a:lnTo>
                  <a:lnTo>
                    <a:pt x="4724" y="9518"/>
                  </a:lnTo>
                  <a:lnTo>
                    <a:pt x="5160" y="10320"/>
                  </a:lnTo>
                  <a:lnTo>
                    <a:pt x="6241" y="9588"/>
                  </a:lnTo>
                  <a:lnTo>
                    <a:pt x="7269" y="9588"/>
                  </a:lnTo>
                  <a:lnTo>
                    <a:pt x="8350" y="8141"/>
                  </a:lnTo>
                  <a:lnTo>
                    <a:pt x="8350" y="6398"/>
                  </a:lnTo>
                  <a:lnTo>
                    <a:pt x="9012" y="5892"/>
                  </a:lnTo>
                  <a:lnTo>
                    <a:pt x="9797" y="6171"/>
                  </a:lnTo>
                  <a:lnTo>
                    <a:pt x="10965" y="6171"/>
                  </a:lnTo>
                  <a:cubicBezTo>
                    <a:pt x="11034" y="6607"/>
                    <a:pt x="11104" y="6973"/>
                    <a:pt x="11104" y="7409"/>
                  </a:cubicBezTo>
                  <a:cubicBezTo>
                    <a:pt x="11104" y="9378"/>
                    <a:pt x="10023" y="11034"/>
                    <a:pt x="8489" y="11993"/>
                  </a:cubicBezTo>
                  <a:lnTo>
                    <a:pt x="8210" y="11470"/>
                  </a:lnTo>
                  <a:lnTo>
                    <a:pt x="7409" y="11470"/>
                  </a:lnTo>
                  <a:lnTo>
                    <a:pt x="7409" y="10529"/>
                  </a:lnTo>
                  <a:lnTo>
                    <a:pt x="4864" y="10529"/>
                  </a:lnTo>
                  <a:lnTo>
                    <a:pt x="3783" y="11261"/>
                  </a:lnTo>
                  <a:lnTo>
                    <a:pt x="3260" y="11993"/>
                  </a:lnTo>
                  <a:cubicBezTo>
                    <a:pt x="1674" y="11121"/>
                    <a:pt x="575" y="9378"/>
                    <a:pt x="575" y="7409"/>
                  </a:cubicBezTo>
                  <a:cubicBezTo>
                    <a:pt x="575" y="4655"/>
                    <a:pt x="2754" y="2406"/>
                    <a:pt x="5439" y="2179"/>
                  </a:cubicBezTo>
                  <a:close/>
                  <a:moveTo>
                    <a:pt x="6833" y="11121"/>
                  </a:moveTo>
                  <a:lnTo>
                    <a:pt x="6833" y="12063"/>
                  </a:lnTo>
                  <a:lnTo>
                    <a:pt x="7844" y="12063"/>
                  </a:lnTo>
                  <a:lnTo>
                    <a:pt x="7914" y="12272"/>
                  </a:lnTo>
                  <a:cubicBezTo>
                    <a:pt x="7269" y="12499"/>
                    <a:pt x="6607" y="12708"/>
                    <a:pt x="5875" y="12708"/>
                  </a:cubicBezTo>
                  <a:cubicBezTo>
                    <a:pt x="5160" y="12708"/>
                    <a:pt x="4428" y="12568"/>
                    <a:pt x="3853" y="12272"/>
                  </a:cubicBezTo>
                  <a:lnTo>
                    <a:pt x="4219" y="11697"/>
                  </a:lnTo>
                  <a:lnTo>
                    <a:pt x="5003" y="11121"/>
                  </a:lnTo>
                  <a:close/>
                  <a:moveTo>
                    <a:pt x="8141" y="1011"/>
                  </a:moveTo>
                  <a:cubicBezTo>
                    <a:pt x="10755" y="1970"/>
                    <a:pt x="12638" y="4498"/>
                    <a:pt x="12638" y="7409"/>
                  </a:cubicBezTo>
                  <a:cubicBezTo>
                    <a:pt x="12638" y="11191"/>
                    <a:pt x="9587" y="14242"/>
                    <a:pt x="5875" y="14242"/>
                  </a:cubicBezTo>
                  <a:cubicBezTo>
                    <a:pt x="4567" y="14242"/>
                    <a:pt x="3347" y="13876"/>
                    <a:pt x="2249" y="13143"/>
                  </a:cubicBezTo>
                  <a:lnTo>
                    <a:pt x="2685" y="12342"/>
                  </a:lnTo>
                  <a:cubicBezTo>
                    <a:pt x="3556" y="12934"/>
                    <a:pt x="4654" y="13300"/>
                    <a:pt x="5875" y="13300"/>
                  </a:cubicBezTo>
                  <a:cubicBezTo>
                    <a:pt x="9082" y="13300"/>
                    <a:pt x="11697" y="10686"/>
                    <a:pt x="11697" y="7409"/>
                  </a:cubicBezTo>
                  <a:cubicBezTo>
                    <a:pt x="11697" y="4864"/>
                    <a:pt x="10023" y="2685"/>
                    <a:pt x="7775" y="1883"/>
                  </a:cubicBezTo>
                  <a:lnTo>
                    <a:pt x="8141" y="1011"/>
                  </a:lnTo>
                  <a:close/>
                  <a:moveTo>
                    <a:pt x="5875" y="0"/>
                  </a:moveTo>
                  <a:lnTo>
                    <a:pt x="5875" y="663"/>
                  </a:lnTo>
                  <a:cubicBezTo>
                    <a:pt x="6467" y="663"/>
                    <a:pt x="7042" y="733"/>
                    <a:pt x="7548" y="872"/>
                  </a:cubicBezTo>
                  <a:lnTo>
                    <a:pt x="7182" y="1744"/>
                  </a:lnTo>
                  <a:cubicBezTo>
                    <a:pt x="6746" y="1604"/>
                    <a:pt x="6310" y="1604"/>
                    <a:pt x="5875" y="1604"/>
                  </a:cubicBezTo>
                  <a:cubicBezTo>
                    <a:pt x="2615" y="1604"/>
                    <a:pt x="0" y="4219"/>
                    <a:pt x="0" y="7409"/>
                  </a:cubicBezTo>
                  <a:cubicBezTo>
                    <a:pt x="0" y="9221"/>
                    <a:pt x="872" y="10895"/>
                    <a:pt x="2179" y="11993"/>
                  </a:cubicBezTo>
                  <a:lnTo>
                    <a:pt x="1743" y="12865"/>
                  </a:lnTo>
                  <a:cubicBezTo>
                    <a:pt x="1377" y="12568"/>
                    <a:pt x="1081" y="12272"/>
                    <a:pt x="872" y="11993"/>
                  </a:cubicBezTo>
                  <a:lnTo>
                    <a:pt x="366" y="12429"/>
                  </a:lnTo>
                  <a:cubicBezTo>
                    <a:pt x="1743" y="13876"/>
                    <a:pt x="3556" y="14747"/>
                    <a:pt x="5596" y="14817"/>
                  </a:cubicBezTo>
                  <a:lnTo>
                    <a:pt x="5596" y="16699"/>
                  </a:lnTo>
                  <a:lnTo>
                    <a:pt x="2475" y="16699"/>
                  </a:lnTo>
                  <a:lnTo>
                    <a:pt x="2475" y="17571"/>
                  </a:lnTo>
                  <a:lnTo>
                    <a:pt x="3051" y="17571"/>
                  </a:lnTo>
                  <a:lnTo>
                    <a:pt x="3051" y="17292"/>
                  </a:lnTo>
                  <a:lnTo>
                    <a:pt x="8646" y="17292"/>
                  </a:lnTo>
                  <a:lnTo>
                    <a:pt x="8646" y="17571"/>
                  </a:lnTo>
                  <a:lnTo>
                    <a:pt x="9221" y="17571"/>
                  </a:lnTo>
                  <a:lnTo>
                    <a:pt x="9221" y="16699"/>
                  </a:lnTo>
                  <a:lnTo>
                    <a:pt x="6171" y="16699"/>
                  </a:lnTo>
                  <a:lnTo>
                    <a:pt x="6171" y="14817"/>
                  </a:lnTo>
                  <a:cubicBezTo>
                    <a:pt x="10093" y="14677"/>
                    <a:pt x="13283" y="11400"/>
                    <a:pt x="13283" y="7409"/>
                  </a:cubicBezTo>
                  <a:cubicBezTo>
                    <a:pt x="13283" y="3347"/>
                    <a:pt x="9953" y="0"/>
                    <a:pt x="58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 name="Google Shape;1814;p50"/>
          <p:cNvGrpSpPr/>
          <p:nvPr/>
        </p:nvGrpSpPr>
        <p:grpSpPr>
          <a:xfrm>
            <a:off x="4146238" y="3382300"/>
            <a:ext cx="112450" cy="493750"/>
            <a:chOff x="4146238" y="3334675"/>
            <a:chExt cx="112450" cy="493750"/>
          </a:xfrm>
        </p:grpSpPr>
        <p:sp>
          <p:nvSpPr>
            <p:cNvPr id="1815" name="Google Shape;1815;p50"/>
            <p:cNvSpPr/>
            <p:nvPr/>
          </p:nvSpPr>
          <p:spPr>
            <a:xfrm>
              <a:off x="4149713" y="3352525"/>
              <a:ext cx="105475" cy="141650"/>
            </a:xfrm>
            <a:custGeom>
              <a:rect b="b" l="l" r="r" t="t"/>
              <a:pathLst>
                <a:path extrusionOk="0" h="5666" w="4219">
                  <a:moveTo>
                    <a:pt x="2110" y="1"/>
                  </a:moveTo>
                  <a:cubicBezTo>
                    <a:pt x="2110" y="1"/>
                    <a:pt x="1" y="2476"/>
                    <a:pt x="1" y="3574"/>
                  </a:cubicBezTo>
                  <a:cubicBezTo>
                    <a:pt x="1" y="4725"/>
                    <a:pt x="942" y="5666"/>
                    <a:pt x="2110" y="5666"/>
                  </a:cubicBezTo>
                  <a:cubicBezTo>
                    <a:pt x="3278" y="5666"/>
                    <a:pt x="4219" y="4725"/>
                    <a:pt x="4219" y="3574"/>
                  </a:cubicBezTo>
                  <a:cubicBezTo>
                    <a:pt x="4219" y="2476"/>
                    <a:pt x="2110" y="1"/>
                    <a:pt x="21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0"/>
            <p:cNvSpPr/>
            <p:nvPr/>
          </p:nvSpPr>
          <p:spPr>
            <a:xfrm>
              <a:off x="4197213" y="3454500"/>
              <a:ext cx="34450" cy="43600"/>
            </a:xfrm>
            <a:custGeom>
              <a:rect b="b" l="l" r="r" t="t"/>
              <a:pathLst>
                <a:path extrusionOk="0" h="1744" w="1378">
                  <a:moveTo>
                    <a:pt x="872" y="1"/>
                  </a:moveTo>
                  <a:lnTo>
                    <a:pt x="1" y="1447"/>
                  </a:lnTo>
                  <a:lnTo>
                    <a:pt x="506" y="1744"/>
                  </a:lnTo>
                  <a:lnTo>
                    <a:pt x="1378" y="280"/>
                  </a:lnTo>
                  <a:lnTo>
                    <a:pt x="8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0"/>
            <p:cNvSpPr/>
            <p:nvPr/>
          </p:nvSpPr>
          <p:spPr>
            <a:xfrm>
              <a:off x="4173238" y="3454500"/>
              <a:ext cx="36650" cy="43600"/>
            </a:xfrm>
            <a:custGeom>
              <a:rect b="b" l="l" r="r" t="t"/>
              <a:pathLst>
                <a:path extrusionOk="0" h="1744" w="1466">
                  <a:moveTo>
                    <a:pt x="524" y="1"/>
                  </a:moveTo>
                  <a:lnTo>
                    <a:pt x="1" y="280"/>
                  </a:lnTo>
                  <a:lnTo>
                    <a:pt x="960" y="1744"/>
                  </a:lnTo>
                  <a:lnTo>
                    <a:pt x="1465" y="1447"/>
                  </a:lnTo>
                  <a:lnTo>
                    <a:pt x="52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0"/>
            <p:cNvSpPr/>
            <p:nvPr/>
          </p:nvSpPr>
          <p:spPr>
            <a:xfrm>
              <a:off x="4188063" y="3518125"/>
              <a:ext cx="30975" cy="43600"/>
            </a:xfrm>
            <a:custGeom>
              <a:rect b="b" l="l" r="r" t="t"/>
              <a:pathLst>
                <a:path extrusionOk="0" h="1744" w="1239">
                  <a:moveTo>
                    <a:pt x="0" y="1"/>
                  </a:moveTo>
                  <a:lnTo>
                    <a:pt x="0" y="1744"/>
                  </a:lnTo>
                  <a:lnTo>
                    <a:pt x="1238" y="1744"/>
                  </a:lnTo>
                  <a:lnTo>
                    <a:pt x="12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0"/>
            <p:cNvSpPr/>
            <p:nvPr/>
          </p:nvSpPr>
          <p:spPr>
            <a:xfrm>
              <a:off x="4180663" y="3561700"/>
              <a:ext cx="45325" cy="255825"/>
            </a:xfrm>
            <a:custGeom>
              <a:rect b="b" l="l" r="r" t="t"/>
              <a:pathLst>
                <a:path extrusionOk="0" h="10233" w="1813">
                  <a:moveTo>
                    <a:pt x="1813" y="1"/>
                  </a:moveTo>
                  <a:lnTo>
                    <a:pt x="70" y="70"/>
                  </a:lnTo>
                  <a:lnTo>
                    <a:pt x="0" y="7845"/>
                  </a:lnTo>
                  <a:lnTo>
                    <a:pt x="872" y="10233"/>
                  </a:lnTo>
                  <a:lnTo>
                    <a:pt x="1743" y="8420"/>
                  </a:lnTo>
                  <a:lnTo>
                    <a:pt x="18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0"/>
            <p:cNvSpPr/>
            <p:nvPr/>
          </p:nvSpPr>
          <p:spPr>
            <a:xfrm>
              <a:off x="4146238" y="3334675"/>
              <a:ext cx="112450" cy="166925"/>
            </a:xfrm>
            <a:custGeom>
              <a:rect b="b" l="l" r="r" t="t"/>
              <a:pathLst>
                <a:path extrusionOk="0" h="6677" w="4498">
                  <a:moveTo>
                    <a:pt x="2249" y="1081"/>
                  </a:moveTo>
                  <a:cubicBezTo>
                    <a:pt x="2911" y="2022"/>
                    <a:pt x="3922" y="3695"/>
                    <a:pt x="3922" y="4428"/>
                  </a:cubicBezTo>
                  <a:cubicBezTo>
                    <a:pt x="3922" y="5369"/>
                    <a:pt x="3190" y="6101"/>
                    <a:pt x="2249" y="6101"/>
                  </a:cubicBezTo>
                  <a:cubicBezTo>
                    <a:pt x="1377" y="6101"/>
                    <a:pt x="645" y="5369"/>
                    <a:pt x="645" y="4428"/>
                  </a:cubicBezTo>
                  <a:cubicBezTo>
                    <a:pt x="645" y="3695"/>
                    <a:pt x="1673" y="2022"/>
                    <a:pt x="2249" y="1081"/>
                  </a:cubicBezTo>
                  <a:close/>
                  <a:moveTo>
                    <a:pt x="2249" y="0"/>
                  </a:moveTo>
                  <a:lnTo>
                    <a:pt x="2040" y="366"/>
                  </a:lnTo>
                  <a:cubicBezTo>
                    <a:pt x="1813" y="645"/>
                    <a:pt x="0" y="3260"/>
                    <a:pt x="0" y="4428"/>
                  </a:cubicBezTo>
                  <a:cubicBezTo>
                    <a:pt x="0" y="5665"/>
                    <a:pt x="1011" y="6676"/>
                    <a:pt x="2249" y="6676"/>
                  </a:cubicBezTo>
                  <a:cubicBezTo>
                    <a:pt x="3486" y="6676"/>
                    <a:pt x="4497" y="5665"/>
                    <a:pt x="4497" y="4428"/>
                  </a:cubicBezTo>
                  <a:cubicBezTo>
                    <a:pt x="4497" y="3260"/>
                    <a:pt x="2684" y="645"/>
                    <a:pt x="2545" y="366"/>
                  </a:cubicBezTo>
                  <a:lnTo>
                    <a:pt x="224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0"/>
            <p:cNvSpPr/>
            <p:nvPr/>
          </p:nvSpPr>
          <p:spPr>
            <a:xfrm>
              <a:off x="4168013" y="3507225"/>
              <a:ext cx="68875" cy="63225"/>
            </a:xfrm>
            <a:custGeom>
              <a:rect b="b" l="l" r="r" t="t"/>
              <a:pathLst>
                <a:path extrusionOk="0" h="2529" w="2755">
                  <a:moveTo>
                    <a:pt x="1674" y="576"/>
                  </a:moveTo>
                  <a:lnTo>
                    <a:pt x="1883" y="1953"/>
                  </a:lnTo>
                  <a:lnTo>
                    <a:pt x="942" y="1953"/>
                  </a:lnTo>
                  <a:lnTo>
                    <a:pt x="1081" y="576"/>
                  </a:lnTo>
                  <a:close/>
                  <a:moveTo>
                    <a:pt x="297" y="1"/>
                  </a:moveTo>
                  <a:lnTo>
                    <a:pt x="297" y="576"/>
                  </a:lnTo>
                  <a:lnTo>
                    <a:pt x="506" y="576"/>
                  </a:lnTo>
                  <a:lnTo>
                    <a:pt x="297" y="1953"/>
                  </a:lnTo>
                  <a:lnTo>
                    <a:pt x="1" y="1953"/>
                  </a:lnTo>
                  <a:lnTo>
                    <a:pt x="1" y="2528"/>
                  </a:lnTo>
                  <a:lnTo>
                    <a:pt x="2755" y="2528"/>
                  </a:lnTo>
                  <a:lnTo>
                    <a:pt x="2755" y="1953"/>
                  </a:lnTo>
                  <a:lnTo>
                    <a:pt x="2476" y="1953"/>
                  </a:lnTo>
                  <a:lnTo>
                    <a:pt x="2319" y="576"/>
                  </a:lnTo>
                  <a:lnTo>
                    <a:pt x="2546" y="576"/>
                  </a:lnTo>
                  <a:lnTo>
                    <a:pt x="254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0"/>
            <p:cNvSpPr/>
            <p:nvPr/>
          </p:nvSpPr>
          <p:spPr>
            <a:xfrm>
              <a:off x="4164538" y="3577825"/>
              <a:ext cx="78025" cy="250600"/>
            </a:xfrm>
            <a:custGeom>
              <a:rect b="b" l="l" r="r" t="t"/>
              <a:pathLst>
                <a:path extrusionOk="0" h="10024" w="3121">
                  <a:moveTo>
                    <a:pt x="436" y="1"/>
                  </a:moveTo>
                  <a:cubicBezTo>
                    <a:pt x="349" y="227"/>
                    <a:pt x="0" y="5962"/>
                    <a:pt x="436" y="7845"/>
                  </a:cubicBezTo>
                  <a:cubicBezTo>
                    <a:pt x="506" y="8350"/>
                    <a:pt x="1220" y="9448"/>
                    <a:pt x="1308" y="9588"/>
                  </a:cubicBezTo>
                  <a:lnTo>
                    <a:pt x="1517" y="10024"/>
                  </a:lnTo>
                  <a:lnTo>
                    <a:pt x="1813" y="9588"/>
                  </a:lnTo>
                  <a:cubicBezTo>
                    <a:pt x="1883" y="9448"/>
                    <a:pt x="2528" y="8350"/>
                    <a:pt x="2685" y="7845"/>
                  </a:cubicBezTo>
                  <a:cubicBezTo>
                    <a:pt x="3120" y="5962"/>
                    <a:pt x="2685" y="227"/>
                    <a:pt x="2685" y="1"/>
                  </a:cubicBezTo>
                  <a:lnTo>
                    <a:pt x="2092" y="1"/>
                  </a:lnTo>
                  <a:cubicBezTo>
                    <a:pt x="2092" y="70"/>
                    <a:pt x="2528" y="5892"/>
                    <a:pt x="2092" y="7705"/>
                  </a:cubicBezTo>
                  <a:cubicBezTo>
                    <a:pt x="2022" y="7914"/>
                    <a:pt x="1813" y="8420"/>
                    <a:pt x="1517" y="8856"/>
                  </a:cubicBezTo>
                  <a:cubicBezTo>
                    <a:pt x="1308" y="8420"/>
                    <a:pt x="1081" y="7914"/>
                    <a:pt x="1011" y="7705"/>
                  </a:cubicBezTo>
                  <a:cubicBezTo>
                    <a:pt x="575" y="5892"/>
                    <a:pt x="1011" y="70"/>
                    <a:pt x="10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 name="Google Shape;1823;p50"/>
          <p:cNvGrpSpPr/>
          <p:nvPr/>
        </p:nvGrpSpPr>
        <p:grpSpPr>
          <a:xfrm>
            <a:off x="4075188" y="4060675"/>
            <a:ext cx="254525" cy="494200"/>
            <a:chOff x="4075188" y="4060675"/>
            <a:chExt cx="254525" cy="494200"/>
          </a:xfrm>
        </p:grpSpPr>
        <p:sp>
          <p:nvSpPr>
            <p:cNvPr id="1824" name="Google Shape;1824;p50"/>
            <p:cNvSpPr/>
            <p:nvPr/>
          </p:nvSpPr>
          <p:spPr>
            <a:xfrm>
              <a:off x="4197213" y="4099025"/>
              <a:ext cx="45350" cy="339500"/>
            </a:xfrm>
            <a:custGeom>
              <a:rect b="b" l="l" r="r" t="t"/>
              <a:pathLst>
                <a:path extrusionOk="0" h="13580" w="1814">
                  <a:moveTo>
                    <a:pt x="1" y="0"/>
                  </a:moveTo>
                  <a:lnTo>
                    <a:pt x="1" y="10825"/>
                  </a:lnTo>
                  <a:lnTo>
                    <a:pt x="1813" y="13579"/>
                  </a:lnTo>
                  <a:lnTo>
                    <a:pt x="181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0"/>
            <p:cNvSpPr/>
            <p:nvPr/>
          </p:nvSpPr>
          <p:spPr>
            <a:xfrm>
              <a:off x="4157113" y="4068075"/>
              <a:ext cx="61925" cy="370450"/>
            </a:xfrm>
            <a:custGeom>
              <a:rect b="b" l="l" r="r" t="t"/>
              <a:pathLst>
                <a:path extrusionOk="0" h="14818" w="2477">
                  <a:moveTo>
                    <a:pt x="2476" y="1"/>
                  </a:moveTo>
                  <a:cubicBezTo>
                    <a:pt x="1082" y="1"/>
                    <a:pt x="1" y="1168"/>
                    <a:pt x="1" y="2476"/>
                  </a:cubicBezTo>
                  <a:lnTo>
                    <a:pt x="1" y="14817"/>
                  </a:lnTo>
                  <a:lnTo>
                    <a:pt x="2476" y="10825"/>
                  </a:lnTo>
                  <a:lnTo>
                    <a:pt x="24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0"/>
            <p:cNvSpPr/>
            <p:nvPr/>
          </p:nvSpPr>
          <p:spPr>
            <a:xfrm>
              <a:off x="4184138" y="4269850"/>
              <a:ext cx="14850" cy="14400"/>
            </a:xfrm>
            <a:custGeom>
              <a:rect b="b" l="l" r="r" t="t"/>
              <a:pathLst>
                <a:path extrusionOk="0" h="576" w="594">
                  <a:moveTo>
                    <a:pt x="1" y="0"/>
                  </a:moveTo>
                  <a:lnTo>
                    <a:pt x="1" y="575"/>
                  </a:lnTo>
                  <a:lnTo>
                    <a:pt x="593" y="575"/>
                  </a:lnTo>
                  <a:lnTo>
                    <a:pt x="5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0"/>
            <p:cNvSpPr/>
            <p:nvPr/>
          </p:nvSpPr>
          <p:spPr>
            <a:xfrm>
              <a:off x="4075188" y="4060675"/>
              <a:ext cx="254525" cy="494200"/>
            </a:xfrm>
            <a:custGeom>
              <a:rect b="b" l="l" r="r" t="t"/>
              <a:pathLst>
                <a:path extrusionOk="0" h="19768" w="10181">
                  <a:moveTo>
                    <a:pt x="5596" y="663"/>
                  </a:moveTo>
                  <a:lnTo>
                    <a:pt x="5596" y="11052"/>
                  </a:lnTo>
                  <a:lnTo>
                    <a:pt x="3714" y="14241"/>
                  </a:lnTo>
                  <a:lnTo>
                    <a:pt x="3714" y="2772"/>
                  </a:lnTo>
                  <a:cubicBezTo>
                    <a:pt x="3714" y="1743"/>
                    <a:pt x="4515" y="802"/>
                    <a:pt x="5596" y="663"/>
                  </a:cubicBezTo>
                  <a:close/>
                  <a:moveTo>
                    <a:pt x="1901" y="14817"/>
                  </a:moveTo>
                  <a:cubicBezTo>
                    <a:pt x="2546" y="14817"/>
                    <a:pt x="3138" y="15340"/>
                    <a:pt x="3138" y="16054"/>
                  </a:cubicBezTo>
                  <a:lnTo>
                    <a:pt x="3138" y="16647"/>
                  </a:lnTo>
                  <a:lnTo>
                    <a:pt x="3138" y="17867"/>
                  </a:lnTo>
                  <a:cubicBezTo>
                    <a:pt x="3138" y="18599"/>
                    <a:pt x="2546" y="19105"/>
                    <a:pt x="1901" y="19105"/>
                  </a:cubicBezTo>
                  <a:cubicBezTo>
                    <a:pt x="1169" y="19105"/>
                    <a:pt x="663" y="18599"/>
                    <a:pt x="663" y="17867"/>
                  </a:cubicBezTo>
                  <a:lnTo>
                    <a:pt x="663" y="16054"/>
                  </a:lnTo>
                  <a:cubicBezTo>
                    <a:pt x="663" y="15340"/>
                    <a:pt x="1169" y="14817"/>
                    <a:pt x="1901" y="14817"/>
                  </a:cubicBezTo>
                  <a:close/>
                  <a:moveTo>
                    <a:pt x="8368" y="14817"/>
                  </a:moveTo>
                  <a:cubicBezTo>
                    <a:pt x="9013" y="14817"/>
                    <a:pt x="9588" y="15340"/>
                    <a:pt x="9588" y="16054"/>
                  </a:cubicBezTo>
                  <a:lnTo>
                    <a:pt x="9588" y="17867"/>
                  </a:lnTo>
                  <a:cubicBezTo>
                    <a:pt x="9588" y="18599"/>
                    <a:pt x="9013" y="19105"/>
                    <a:pt x="8368" y="19105"/>
                  </a:cubicBezTo>
                  <a:cubicBezTo>
                    <a:pt x="7705" y="19105"/>
                    <a:pt x="7130" y="18599"/>
                    <a:pt x="7130" y="17867"/>
                  </a:cubicBezTo>
                  <a:lnTo>
                    <a:pt x="7130" y="16560"/>
                  </a:lnTo>
                  <a:lnTo>
                    <a:pt x="7130" y="16054"/>
                  </a:lnTo>
                  <a:cubicBezTo>
                    <a:pt x="7130" y="15340"/>
                    <a:pt x="7705" y="14817"/>
                    <a:pt x="8368" y="14817"/>
                  </a:cubicBezTo>
                  <a:close/>
                  <a:moveTo>
                    <a:pt x="5893" y="0"/>
                  </a:moveTo>
                  <a:cubicBezTo>
                    <a:pt x="4359" y="0"/>
                    <a:pt x="3138" y="1238"/>
                    <a:pt x="3138" y="2772"/>
                  </a:cubicBezTo>
                  <a:lnTo>
                    <a:pt x="3138" y="14677"/>
                  </a:lnTo>
                  <a:cubicBezTo>
                    <a:pt x="2772" y="14381"/>
                    <a:pt x="2337" y="14172"/>
                    <a:pt x="1901" y="14172"/>
                  </a:cubicBezTo>
                  <a:cubicBezTo>
                    <a:pt x="872" y="14172"/>
                    <a:pt x="1" y="15043"/>
                    <a:pt x="1" y="16054"/>
                  </a:cubicBezTo>
                  <a:lnTo>
                    <a:pt x="1" y="17867"/>
                  </a:lnTo>
                  <a:cubicBezTo>
                    <a:pt x="1" y="18896"/>
                    <a:pt x="872" y="19767"/>
                    <a:pt x="1901" y="19767"/>
                  </a:cubicBezTo>
                  <a:cubicBezTo>
                    <a:pt x="2912" y="19767"/>
                    <a:pt x="3714" y="18896"/>
                    <a:pt x="3714" y="17867"/>
                  </a:cubicBezTo>
                  <a:lnTo>
                    <a:pt x="3714" y="16054"/>
                  </a:lnTo>
                  <a:lnTo>
                    <a:pt x="3714" y="15619"/>
                  </a:lnTo>
                  <a:lnTo>
                    <a:pt x="5091" y="13161"/>
                  </a:lnTo>
                  <a:lnTo>
                    <a:pt x="6537" y="15619"/>
                  </a:lnTo>
                  <a:cubicBezTo>
                    <a:pt x="6537" y="15775"/>
                    <a:pt x="6468" y="15915"/>
                    <a:pt x="6468" y="16054"/>
                  </a:cubicBezTo>
                  <a:lnTo>
                    <a:pt x="6468" y="17867"/>
                  </a:lnTo>
                  <a:cubicBezTo>
                    <a:pt x="6468" y="18896"/>
                    <a:pt x="7339" y="19767"/>
                    <a:pt x="8368" y="19767"/>
                  </a:cubicBezTo>
                  <a:cubicBezTo>
                    <a:pt x="9379" y="19767"/>
                    <a:pt x="10181" y="18896"/>
                    <a:pt x="10181" y="17867"/>
                  </a:cubicBezTo>
                  <a:lnTo>
                    <a:pt x="10181" y="16054"/>
                  </a:lnTo>
                  <a:cubicBezTo>
                    <a:pt x="10181" y="15043"/>
                    <a:pt x="9379" y="14172"/>
                    <a:pt x="8368" y="14172"/>
                  </a:cubicBezTo>
                  <a:cubicBezTo>
                    <a:pt x="7845" y="14172"/>
                    <a:pt x="7409" y="14381"/>
                    <a:pt x="7130" y="14677"/>
                  </a:cubicBezTo>
                  <a:lnTo>
                    <a:pt x="7130" y="1534"/>
                  </a:lnTo>
                  <a:lnTo>
                    <a:pt x="6468" y="1534"/>
                  </a:lnTo>
                  <a:lnTo>
                    <a:pt x="6468" y="14311"/>
                  </a:lnTo>
                  <a:lnTo>
                    <a:pt x="5457" y="12498"/>
                  </a:lnTo>
                  <a:lnTo>
                    <a:pt x="6189" y="11191"/>
                  </a:lnTo>
                  <a:lnTo>
                    <a:pt x="61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 name="Google Shape;1828;p50"/>
          <p:cNvGrpSpPr/>
          <p:nvPr/>
        </p:nvGrpSpPr>
        <p:grpSpPr>
          <a:xfrm>
            <a:off x="4739763" y="1348025"/>
            <a:ext cx="399625" cy="492000"/>
            <a:chOff x="4739763" y="1157525"/>
            <a:chExt cx="399625" cy="492000"/>
          </a:xfrm>
        </p:grpSpPr>
        <p:sp>
          <p:nvSpPr>
            <p:cNvPr id="1829" name="Google Shape;1829;p50"/>
            <p:cNvSpPr/>
            <p:nvPr/>
          </p:nvSpPr>
          <p:spPr>
            <a:xfrm>
              <a:off x="4957663" y="1164925"/>
              <a:ext cx="85425" cy="85000"/>
            </a:xfrm>
            <a:custGeom>
              <a:rect b="b" l="l" r="r" t="t"/>
              <a:pathLst>
                <a:path extrusionOk="0" h="3400" w="3417">
                  <a:moveTo>
                    <a:pt x="1673" y="1"/>
                  </a:moveTo>
                  <a:cubicBezTo>
                    <a:pt x="732" y="1"/>
                    <a:pt x="0" y="785"/>
                    <a:pt x="0" y="1744"/>
                  </a:cubicBezTo>
                  <a:lnTo>
                    <a:pt x="0" y="3330"/>
                  </a:lnTo>
                  <a:cubicBezTo>
                    <a:pt x="0" y="3400"/>
                    <a:pt x="0" y="3400"/>
                    <a:pt x="87" y="3400"/>
                  </a:cubicBezTo>
                  <a:lnTo>
                    <a:pt x="1673" y="3400"/>
                  </a:lnTo>
                  <a:cubicBezTo>
                    <a:pt x="2615" y="3400"/>
                    <a:pt x="3417" y="2615"/>
                    <a:pt x="3417" y="1657"/>
                  </a:cubicBezTo>
                  <a:lnTo>
                    <a:pt x="3417" y="70"/>
                  </a:lnTo>
                  <a:lnTo>
                    <a:pt x="334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0"/>
            <p:cNvSpPr/>
            <p:nvPr/>
          </p:nvSpPr>
          <p:spPr>
            <a:xfrm>
              <a:off x="4832588" y="1171900"/>
              <a:ext cx="85425" cy="85425"/>
            </a:xfrm>
            <a:custGeom>
              <a:rect b="b" l="l" r="r" t="t"/>
              <a:pathLst>
                <a:path extrusionOk="0" h="3417" w="3417">
                  <a:moveTo>
                    <a:pt x="140" y="1"/>
                  </a:moveTo>
                  <a:cubicBezTo>
                    <a:pt x="70" y="1"/>
                    <a:pt x="0" y="70"/>
                    <a:pt x="0" y="157"/>
                  </a:cubicBezTo>
                  <a:lnTo>
                    <a:pt x="0" y="1604"/>
                  </a:lnTo>
                  <a:cubicBezTo>
                    <a:pt x="0" y="2615"/>
                    <a:pt x="872" y="3417"/>
                    <a:pt x="1883" y="3417"/>
                  </a:cubicBezTo>
                  <a:lnTo>
                    <a:pt x="3347" y="3417"/>
                  </a:lnTo>
                  <a:cubicBezTo>
                    <a:pt x="3417" y="3417"/>
                    <a:pt x="3417" y="3417"/>
                    <a:pt x="3417" y="3347"/>
                  </a:cubicBezTo>
                  <a:lnTo>
                    <a:pt x="3417" y="1900"/>
                  </a:lnTo>
                  <a:cubicBezTo>
                    <a:pt x="3417" y="872"/>
                    <a:pt x="2615" y="1"/>
                    <a:pt x="16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0"/>
            <p:cNvSpPr/>
            <p:nvPr/>
          </p:nvSpPr>
          <p:spPr>
            <a:xfrm>
              <a:off x="4747163" y="1290000"/>
              <a:ext cx="310750" cy="356050"/>
            </a:xfrm>
            <a:custGeom>
              <a:rect b="b" l="l" r="r" t="t"/>
              <a:pathLst>
                <a:path extrusionOk="0" h="14242" w="12430">
                  <a:moveTo>
                    <a:pt x="6241" y="0"/>
                  </a:moveTo>
                  <a:cubicBezTo>
                    <a:pt x="2842" y="0"/>
                    <a:pt x="1" y="3190"/>
                    <a:pt x="1" y="7112"/>
                  </a:cubicBezTo>
                  <a:cubicBezTo>
                    <a:pt x="1" y="11034"/>
                    <a:pt x="2842" y="14242"/>
                    <a:pt x="6241" y="14242"/>
                  </a:cubicBezTo>
                  <a:cubicBezTo>
                    <a:pt x="9658" y="14242"/>
                    <a:pt x="12429" y="11034"/>
                    <a:pt x="12429" y="7112"/>
                  </a:cubicBezTo>
                  <a:cubicBezTo>
                    <a:pt x="12429" y="3190"/>
                    <a:pt x="9658" y="0"/>
                    <a:pt x="62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0"/>
            <p:cNvSpPr/>
            <p:nvPr/>
          </p:nvSpPr>
          <p:spPr>
            <a:xfrm>
              <a:off x="4801638" y="1288250"/>
              <a:ext cx="334275" cy="357800"/>
            </a:xfrm>
            <a:custGeom>
              <a:rect b="b" l="l" r="r" t="t"/>
              <a:pathLst>
                <a:path extrusionOk="0" h="14312" w="13371">
                  <a:moveTo>
                    <a:pt x="8141" y="1"/>
                  </a:moveTo>
                  <a:cubicBezTo>
                    <a:pt x="3626" y="1"/>
                    <a:pt x="1" y="3626"/>
                    <a:pt x="1" y="8141"/>
                  </a:cubicBezTo>
                  <a:cubicBezTo>
                    <a:pt x="1" y="10459"/>
                    <a:pt x="1012" y="12568"/>
                    <a:pt x="2615" y="14015"/>
                  </a:cubicBezTo>
                  <a:lnTo>
                    <a:pt x="4358" y="14015"/>
                  </a:lnTo>
                  <a:lnTo>
                    <a:pt x="5596" y="13719"/>
                  </a:lnTo>
                  <a:lnTo>
                    <a:pt x="8141" y="14312"/>
                  </a:lnTo>
                  <a:lnTo>
                    <a:pt x="10895" y="12778"/>
                  </a:lnTo>
                  <a:lnTo>
                    <a:pt x="12429" y="10599"/>
                  </a:lnTo>
                  <a:lnTo>
                    <a:pt x="13370" y="7479"/>
                  </a:lnTo>
                  <a:lnTo>
                    <a:pt x="12778" y="4358"/>
                  </a:lnTo>
                  <a:lnTo>
                    <a:pt x="10895" y="1308"/>
                  </a:lnTo>
                  <a:lnTo>
                    <a:pt x="814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0"/>
            <p:cNvSpPr/>
            <p:nvPr/>
          </p:nvSpPr>
          <p:spPr>
            <a:xfrm>
              <a:off x="4927138" y="1213725"/>
              <a:ext cx="16150" cy="65400"/>
            </a:xfrm>
            <a:custGeom>
              <a:rect b="b" l="l" r="r" t="t"/>
              <a:pathLst>
                <a:path extrusionOk="0" h="2616" w="646">
                  <a:moveTo>
                    <a:pt x="1" y="1"/>
                  </a:moveTo>
                  <a:lnTo>
                    <a:pt x="1" y="2616"/>
                  </a:lnTo>
                  <a:lnTo>
                    <a:pt x="646" y="2616"/>
                  </a:lnTo>
                  <a:lnTo>
                    <a:pt x="64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0"/>
            <p:cNvSpPr/>
            <p:nvPr/>
          </p:nvSpPr>
          <p:spPr>
            <a:xfrm>
              <a:off x="4739763" y="1279100"/>
              <a:ext cx="399625" cy="370425"/>
            </a:xfrm>
            <a:custGeom>
              <a:rect b="b" l="l" r="r" t="t"/>
              <a:pathLst>
                <a:path extrusionOk="0" h="14817" w="15985">
                  <a:moveTo>
                    <a:pt x="9884" y="663"/>
                  </a:moveTo>
                  <a:cubicBezTo>
                    <a:pt x="12934" y="663"/>
                    <a:pt x="15340" y="3713"/>
                    <a:pt x="15340" y="7409"/>
                  </a:cubicBezTo>
                  <a:cubicBezTo>
                    <a:pt x="15340" y="11191"/>
                    <a:pt x="12934" y="14242"/>
                    <a:pt x="9884" y="14242"/>
                  </a:cubicBezTo>
                  <a:cubicBezTo>
                    <a:pt x="9309" y="14242"/>
                    <a:pt x="8716" y="14085"/>
                    <a:pt x="8141" y="13876"/>
                  </a:cubicBezTo>
                  <a:lnTo>
                    <a:pt x="8001" y="13806"/>
                  </a:lnTo>
                  <a:lnTo>
                    <a:pt x="7844" y="13876"/>
                  </a:lnTo>
                  <a:cubicBezTo>
                    <a:pt x="7269" y="14085"/>
                    <a:pt x="6694" y="14242"/>
                    <a:pt x="6101" y="14242"/>
                  </a:cubicBezTo>
                  <a:cubicBezTo>
                    <a:pt x="3051" y="14242"/>
                    <a:pt x="663" y="11191"/>
                    <a:pt x="663" y="7409"/>
                  </a:cubicBezTo>
                  <a:cubicBezTo>
                    <a:pt x="663" y="3713"/>
                    <a:pt x="3051" y="663"/>
                    <a:pt x="6101" y="663"/>
                  </a:cubicBezTo>
                  <a:cubicBezTo>
                    <a:pt x="6467" y="663"/>
                    <a:pt x="6903" y="733"/>
                    <a:pt x="7269" y="802"/>
                  </a:cubicBezTo>
                  <a:lnTo>
                    <a:pt x="5753" y="1674"/>
                  </a:lnTo>
                  <a:lnTo>
                    <a:pt x="6032" y="2249"/>
                  </a:lnTo>
                  <a:lnTo>
                    <a:pt x="8141" y="1012"/>
                  </a:lnTo>
                  <a:cubicBezTo>
                    <a:pt x="8716" y="733"/>
                    <a:pt x="9309" y="663"/>
                    <a:pt x="9884" y="663"/>
                  </a:cubicBezTo>
                  <a:close/>
                  <a:moveTo>
                    <a:pt x="6101" y="1"/>
                  </a:moveTo>
                  <a:cubicBezTo>
                    <a:pt x="4445" y="1"/>
                    <a:pt x="2911" y="802"/>
                    <a:pt x="1744" y="2179"/>
                  </a:cubicBezTo>
                  <a:cubicBezTo>
                    <a:pt x="663" y="3626"/>
                    <a:pt x="0" y="5456"/>
                    <a:pt x="0" y="7409"/>
                  </a:cubicBezTo>
                  <a:cubicBezTo>
                    <a:pt x="0" y="9378"/>
                    <a:pt x="663" y="11261"/>
                    <a:pt x="1744" y="12638"/>
                  </a:cubicBezTo>
                  <a:cubicBezTo>
                    <a:pt x="2911" y="14085"/>
                    <a:pt x="4445" y="14817"/>
                    <a:pt x="6101" y="14817"/>
                  </a:cubicBezTo>
                  <a:cubicBezTo>
                    <a:pt x="6764" y="14817"/>
                    <a:pt x="7409" y="14747"/>
                    <a:pt x="8001" y="14451"/>
                  </a:cubicBezTo>
                  <a:cubicBezTo>
                    <a:pt x="8577" y="14747"/>
                    <a:pt x="9239" y="14817"/>
                    <a:pt x="9884" y="14817"/>
                  </a:cubicBezTo>
                  <a:cubicBezTo>
                    <a:pt x="11557" y="14817"/>
                    <a:pt x="13074" y="14085"/>
                    <a:pt x="14242" y="12638"/>
                  </a:cubicBezTo>
                  <a:cubicBezTo>
                    <a:pt x="15340" y="11261"/>
                    <a:pt x="15985" y="9378"/>
                    <a:pt x="15985" y="7409"/>
                  </a:cubicBezTo>
                  <a:cubicBezTo>
                    <a:pt x="15985" y="5456"/>
                    <a:pt x="15340" y="3626"/>
                    <a:pt x="14242" y="2179"/>
                  </a:cubicBezTo>
                  <a:cubicBezTo>
                    <a:pt x="13074" y="802"/>
                    <a:pt x="11557" y="1"/>
                    <a:pt x="9884" y="1"/>
                  </a:cubicBezTo>
                  <a:cubicBezTo>
                    <a:pt x="9239" y="1"/>
                    <a:pt x="8577" y="140"/>
                    <a:pt x="8001" y="367"/>
                  </a:cubicBezTo>
                  <a:cubicBezTo>
                    <a:pt x="7409" y="140"/>
                    <a:pt x="6764" y="1"/>
                    <a:pt x="61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0"/>
            <p:cNvSpPr/>
            <p:nvPr/>
          </p:nvSpPr>
          <p:spPr>
            <a:xfrm>
              <a:off x="4952413" y="1157525"/>
              <a:ext cx="98075" cy="96325"/>
            </a:xfrm>
            <a:custGeom>
              <a:rect b="b" l="l" r="r" t="t"/>
              <a:pathLst>
                <a:path extrusionOk="0" h="3853" w="3923">
                  <a:moveTo>
                    <a:pt x="3260" y="576"/>
                  </a:moveTo>
                  <a:lnTo>
                    <a:pt x="3260" y="1883"/>
                  </a:lnTo>
                  <a:cubicBezTo>
                    <a:pt x="3260" y="2615"/>
                    <a:pt x="2616" y="3260"/>
                    <a:pt x="1883" y="3260"/>
                  </a:cubicBezTo>
                  <a:lnTo>
                    <a:pt x="1082" y="3260"/>
                  </a:lnTo>
                  <a:lnTo>
                    <a:pt x="2546" y="1743"/>
                  </a:lnTo>
                  <a:lnTo>
                    <a:pt x="2110" y="1308"/>
                  </a:lnTo>
                  <a:lnTo>
                    <a:pt x="646" y="2824"/>
                  </a:lnTo>
                  <a:lnTo>
                    <a:pt x="646" y="1953"/>
                  </a:lnTo>
                  <a:cubicBezTo>
                    <a:pt x="646" y="1238"/>
                    <a:pt x="1238" y="576"/>
                    <a:pt x="1953" y="576"/>
                  </a:cubicBezTo>
                  <a:close/>
                  <a:moveTo>
                    <a:pt x="1953" y="0"/>
                  </a:moveTo>
                  <a:cubicBezTo>
                    <a:pt x="872" y="0"/>
                    <a:pt x="1" y="872"/>
                    <a:pt x="1" y="1953"/>
                  </a:cubicBezTo>
                  <a:lnTo>
                    <a:pt x="1" y="3853"/>
                  </a:lnTo>
                  <a:lnTo>
                    <a:pt x="1883" y="3853"/>
                  </a:lnTo>
                  <a:cubicBezTo>
                    <a:pt x="2982" y="3853"/>
                    <a:pt x="3923" y="2981"/>
                    <a:pt x="3923" y="1883"/>
                  </a:cubicBezTo>
                  <a:lnTo>
                    <a:pt x="392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0"/>
            <p:cNvSpPr/>
            <p:nvPr/>
          </p:nvSpPr>
          <p:spPr>
            <a:xfrm>
              <a:off x="4825163" y="1168425"/>
              <a:ext cx="98075" cy="98075"/>
            </a:xfrm>
            <a:custGeom>
              <a:rect b="b" l="l" r="r" t="t"/>
              <a:pathLst>
                <a:path extrusionOk="0" h="3923" w="3923">
                  <a:moveTo>
                    <a:pt x="1901" y="645"/>
                  </a:moveTo>
                  <a:cubicBezTo>
                    <a:pt x="2685" y="645"/>
                    <a:pt x="3278" y="1238"/>
                    <a:pt x="3278" y="2039"/>
                  </a:cubicBezTo>
                  <a:lnTo>
                    <a:pt x="3278" y="2824"/>
                  </a:lnTo>
                  <a:lnTo>
                    <a:pt x="1744" y="1307"/>
                  </a:lnTo>
                  <a:lnTo>
                    <a:pt x="1308" y="1743"/>
                  </a:lnTo>
                  <a:lnTo>
                    <a:pt x="2842" y="3260"/>
                  </a:lnTo>
                  <a:lnTo>
                    <a:pt x="1971" y="3260"/>
                  </a:lnTo>
                  <a:cubicBezTo>
                    <a:pt x="1239" y="3260"/>
                    <a:pt x="663" y="2684"/>
                    <a:pt x="663" y="1883"/>
                  </a:cubicBezTo>
                  <a:lnTo>
                    <a:pt x="663" y="645"/>
                  </a:lnTo>
                  <a:close/>
                  <a:moveTo>
                    <a:pt x="1" y="0"/>
                  </a:moveTo>
                  <a:lnTo>
                    <a:pt x="1" y="1883"/>
                  </a:lnTo>
                  <a:cubicBezTo>
                    <a:pt x="1" y="2981"/>
                    <a:pt x="872" y="3922"/>
                    <a:pt x="1971" y="3922"/>
                  </a:cubicBezTo>
                  <a:lnTo>
                    <a:pt x="3923" y="3922"/>
                  </a:lnTo>
                  <a:lnTo>
                    <a:pt x="3923" y="2039"/>
                  </a:lnTo>
                  <a:cubicBezTo>
                    <a:pt x="3923" y="872"/>
                    <a:pt x="2982" y="0"/>
                    <a:pt x="19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0"/>
            <p:cNvSpPr/>
            <p:nvPr/>
          </p:nvSpPr>
          <p:spPr>
            <a:xfrm>
              <a:off x="4934113" y="1600700"/>
              <a:ext cx="16600" cy="14400"/>
            </a:xfrm>
            <a:custGeom>
              <a:rect b="b" l="l" r="r" t="t"/>
              <a:pathLst>
                <a:path extrusionOk="0" h="576" w="664">
                  <a:moveTo>
                    <a:pt x="1" y="1"/>
                  </a:moveTo>
                  <a:lnTo>
                    <a:pt x="1" y="576"/>
                  </a:lnTo>
                  <a:lnTo>
                    <a:pt x="663" y="576"/>
                  </a:lnTo>
                  <a:lnTo>
                    <a:pt x="66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 name="Google Shape;1838;p50"/>
          <p:cNvGrpSpPr/>
          <p:nvPr/>
        </p:nvGrpSpPr>
        <p:grpSpPr>
          <a:xfrm>
            <a:off x="4816013" y="2026825"/>
            <a:ext cx="247125" cy="484625"/>
            <a:chOff x="4816013" y="1883950"/>
            <a:chExt cx="247125" cy="484625"/>
          </a:xfrm>
        </p:grpSpPr>
        <p:sp>
          <p:nvSpPr>
            <p:cNvPr id="1839" name="Google Shape;1839;p50"/>
            <p:cNvSpPr/>
            <p:nvPr/>
          </p:nvSpPr>
          <p:spPr>
            <a:xfrm>
              <a:off x="4870488" y="2345025"/>
              <a:ext cx="138175" cy="23550"/>
            </a:xfrm>
            <a:custGeom>
              <a:rect b="b" l="l" r="r" t="t"/>
              <a:pathLst>
                <a:path extrusionOk="0" h="942" w="5527">
                  <a:moveTo>
                    <a:pt x="1" y="0"/>
                  </a:moveTo>
                  <a:lnTo>
                    <a:pt x="1" y="941"/>
                  </a:lnTo>
                  <a:lnTo>
                    <a:pt x="5526" y="941"/>
                  </a:lnTo>
                  <a:lnTo>
                    <a:pt x="55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0"/>
            <p:cNvSpPr/>
            <p:nvPr/>
          </p:nvSpPr>
          <p:spPr>
            <a:xfrm>
              <a:off x="4977688" y="1890925"/>
              <a:ext cx="54500" cy="154300"/>
            </a:xfrm>
            <a:custGeom>
              <a:rect b="b" l="l" r="r" t="t"/>
              <a:pathLst>
                <a:path extrusionOk="0" h="6172" w="2180">
                  <a:moveTo>
                    <a:pt x="1" y="1"/>
                  </a:moveTo>
                  <a:lnTo>
                    <a:pt x="1" y="6171"/>
                  </a:lnTo>
                  <a:lnTo>
                    <a:pt x="2180" y="6171"/>
                  </a:lnTo>
                  <a:lnTo>
                    <a:pt x="218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0"/>
            <p:cNvSpPr/>
            <p:nvPr/>
          </p:nvSpPr>
          <p:spPr>
            <a:xfrm>
              <a:off x="4846963" y="1890925"/>
              <a:ext cx="54500" cy="154300"/>
            </a:xfrm>
            <a:custGeom>
              <a:rect b="b" l="l" r="r" t="t"/>
              <a:pathLst>
                <a:path extrusionOk="0" h="6172" w="2180">
                  <a:moveTo>
                    <a:pt x="0" y="1"/>
                  </a:moveTo>
                  <a:lnTo>
                    <a:pt x="0" y="6171"/>
                  </a:lnTo>
                  <a:lnTo>
                    <a:pt x="2179" y="6171"/>
                  </a:lnTo>
                  <a:lnTo>
                    <a:pt x="217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0"/>
            <p:cNvSpPr/>
            <p:nvPr/>
          </p:nvSpPr>
          <p:spPr>
            <a:xfrm>
              <a:off x="4846963" y="2045200"/>
              <a:ext cx="54500" cy="254525"/>
            </a:xfrm>
            <a:custGeom>
              <a:rect b="b" l="l" r="r" t="t"/>
              <a:pathLst>
                <a:path extrusionOk="0" h="10181" w="2180">
                  <a:moveTo>
                    <a:pt x="0" y="0"/>
                  </a:moveTo>
                  <a:lnTo>
                    <a:pt x="0" y="9448"/>
                  </a:lnTo>
                  <a:cubicBezTo>
                    <a:pt x="0" y="9814"/>
                    <a:pt x="367" y="10180"/>
                    <a:pt x="733" y="10180"/>
                  </a:cubicBezTo>
                  <a:lnTo>
                    <a:pt x="1465" y="10180"/>
                  </a:lnTo>
                  <a:cubicBezTo>
                    <a:pt x="1813" y="10180"/>
                    <a:pt x="2179" y="9814"/>
                    <a:pt x="2179" y="9448"/>
                  </a:cubicBezTo>
                  <a:lnTo>
                    <a:pt x="21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0"/>
            <p:cNvSpPr/>
            <p:nvPr/>
          </p:nvSpPr>
          <p:spPr>
            <a:xfrm>
              <a:off x="4977688" y="2045200"/>
              <a:ext cx="54500" cy="254525"/>
            </a:xfrm>
            <a:custGeom>
              <a:rect b="b" l="l" r="r" t="t"/>
              <a:pathLst>
                <a:path extrusionOk="0" h="10181" w="2180">
                  <a:moveTo>
                    <a:pt x="1" y="0"/>
                  </a:moveTo>
                  <a:lnTo>
                    <a:pt x="1" y="9239"/>
                  </a:lnTo>
                  <a:cubicBezTo>
                    <a:pt x="1" y="9744"/>
                    <a:pt x="437" y="10180"/>
                    <a:pt x="942" y="10180"/>
                  </a:cubicBezTo>
                  <a:lnTo>
                    <a:pt x="1238" y="10180"/>
                  </a:lnTo>
                  <a:cubicBezTo>
                    <a:pt x="1744" y="10180"/>
                    <a:pt x="2180" y="9744"/>
                    <a:pt x="2180" y="9239"/>
                  </a:cubicBezTo>
                  <a:lnTo>
                    <a:pt x="21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0"/>
            <p:cNvSpPr/>
            <p:nvPr/>
          </p:nvSpPr>
          <p:spPr>
            <a:xfrm>
              <a:off x="4816013" y="2083550"/>
              <a:ext cx="247125" cy="37925"/>
            </a:xfrm>
            <a:custGeom>
              <a:rect b="b" l="l" r="r" t="t"/>
              <a:pathLst>
                <a:path extrusionOk="0" h="1517" w="9885">
                  <a:moveTo>
                    <a:pt x="1" y="0"/>
                  </a:moveTo>
                  <a:lnTo>
                    <a:pt x="1" y="1517"/>
                  </a:lnTo>
                  <a:lnTo>
                    <a:pt x="9884" y="1517"/>
                  </a:lnTo>
                  <a:lnTo>
                    <a:pt x="98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0"/>
            <p:cNvSpPr/>
            <p:nvPr/>
          </p:nvSpPr>
          <p:spPr>
            <a:xfrm>
              <a:off x="4832588" y="1883950"/>
              <a:ext cx="83700" cy="14425"/>
            </a:xfrm>
            <a:custGeom>
              <a:rect b="b" l="l" r="r" t="t"/>
              <a:pathLst>
                <a:path extrusionOk="0" h="577" w="3348">
                  <a:moveTo>
                    <a:pt x="0" y="1"/>
                  </a:moveTo>
                  <a:lnTo>
                    <a:pt x="0" y="576"/>
                  </a:lnTo>
                  <a:lnTo>
                    <a:pt x="3347" y="576"/>
                  </a:lnTo>
                  <a:lnTo>
                    <a:pt x="334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0"/>
            <p:cNvSpPr/>
            <p:nvPr/>
          </p:nvSpPr>
          <p:spPr>
            <a:xfrm>
              <a:off x="4846963" y="1921875"/>
              <a:ext cx="23550" cy="16575"/>
            </a:xfrm>
            <a:custGeom>
              <a:rect b="b" l="l" r="r" t="t"/>
              <a:pathLst>
                <a:path extrusionOk="0" h="663" w="942">
                  <a:moveTo>
                    <a:pt x="0" y="0"/>
                  </a:moveTo>
                  <a:lnTo>
                    <a:pt x="0" y="663"/>
                  </a:lnTo>
                  <a:lnTo>
                    <a:pt x="942" y="663"/>
                  </a:lnTo>
                  <a:lnTo>
                    <a:pt x="9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0"/>
            <p:cNvSpPr/>
            <p:nvPr/>
          </p:nvSpPr>
          <p:spPr>
            <a:xfrm>
              <a:off x="4846963" y="1960225"/>
              <a:ext cx="30975" cy="16150"/>
            </a:xfrm>
            <a:custGeom>
              <a:rect b="b" l="l" r="r" t="t"/>
              <a:pathLst>
                <a:path extrusionOk="0" h="646" w="1239">
                  <a:moveTo>
                    <a:pt x="0" y="0"/>
                  </a:moveTo>
                  <a:lnTo>
                    <a:pt x="0" y="645"/>
                  </a:lnTo>
                  <a:lnTo>
                    <a:pt x="1238" y="645"/>
                  </a:lnTo>
                  <a:lnTo>
                    <a:pt x="12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0"/>
            <p:cNvSpPr/>
            <p:nvPr/>
          </p:nvSpPr>
          <p:spPr>
            <a:xfrm>
              <a:off x="4846963" y="1998125"/>
              <a:ext cx="23550" cy="16600"/>
            </a:xfrm>
            <a:custGeom>
              <a:rect b="b" l="l" r="r" t="t"/>
              <a:pathLst>
                <a:path extrusionOk="0" h="664" w="942">
                  <a:moveTo>
                    <a:pt x="0" y="1"/>
                  </a:moveTo>
                  <a:lnTo>
                    <a:pt x="0" y="663"/>
                  </a:lnTo>
                  <a:lnTo>
                    <a:pt x="942" y="663"/>
                  </a:lnTo>
                  <a:lnTo>
                    <a:pt x="9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0"/>
            <p:cNvSpPr/>
            <p:nvPr/>
          </p:nvSpPr>
          <p:spPr>
            <a:xfrm>
              <a:off x="4846963" y="2036475"/>
              <a:ext cx="30975" cy="16150"/>
            </a:xfrm>
            <a:custGeom>
              <a:rect b="b" l="l" r="r" t="t"/>
              <a:pathLst>
                <a:path extrusionOk="0" h="646" w="1239">
                  <a:moveTo>
                    <a:pt x="0" y="1"/>
                  </a:moveTo>
                  <a:lnTo>
                    <a:pt x="0" y="646"/>
                  </a:lnTo>
                  <a:lnTo>
                    <a:pt x="1238" y="646"/>
                  </a:lnTo>
                  <a:lnTo>
                    <a:pt x="12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0"/>
            <p:cNvSpPr/>
            <p:nvPr/>
          </p:nvSpPr>
          <p:spPr>
            <a:xfrm>
              <a:off x="4846963" y="2152400"/>
              <a:ext cx="23550" cy="16575"/>
            </a:xfrm>
            <a:custGeom>
              <a:rect b="b" l="l" r="r" t="t"/>
              <a:pathLst>
                <a:path extrusionOk="0" h="663" w="942">
                  <a:moveTo>
                    <a:pt x="0" y="0"/>
                  </a:moveTo>
                  <a:lnTo>
                    <a:pt x="0" y="663"/>
                  </a:lnTo>
                  <a:lnTo>
                    <a:pt x="942" y="663"/>
                  </a:lnTo>
                  <a:lnTo>
                    <a:pt x="9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0"/>
            <p:cNvSpPr/>
            <p:nvPr/>
          </p:nvSpPr>
          <p:spPr>
            <a:xfrm>
              <a:off x="4846963" y="2190750"/>
              <a:ext cx="30975" cy="16150"/>
            </a:xfrm>
            <a:custGeom>
              <a:rect b="b" l="l" r="r" t="t"/>
              <a:pathLst>
                <a:path extrusionOk="0" h="646" w="1239">
                  <a:moveTo>
                    <a:pt x="0" y="0"/>
                  </a:moveTo>
                  <a:lnTo>
                    <a:pt x="0" y="645"/>
                  </a:lnTo>
                  <a:lnTo>
                    <a:pt x="1238" y="645"/>
                  </a:lnTo>
                  <a:lnTo>
                    <a:pt x="12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0"/>
            <p:cNvSpPr/>
            <p:nvPr/>
          </p:nvSpPr>
          <p:spPr>
            <a:xfrm>
              <a:off x="4963313" y="1883950"/>
              <a:ext cx="83700" cy="14425"/>
            </a:xfrm>
            <a:custGeom>
              <a:rect b="b" l="l" r="r" t="t"/>
              <a:pathLst>
                <a:path extrusionOk="0" h="577" w="3348">
                  <a:moveTo>
                    <a:pt x="1" y="1"/>
                  </a:moveTo>
                  <a:lnTo>
                    <a:pt x="1" y="576"/>
                  </a:lnTo>
                  <a:lnTo>
                    <a:pt x="3347" y="576"/>
                  </a:lnTo>
                  <a:lnTo>
                    <a:pt x="334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0"/>
            <p:cNvSpPr/>
            <p:nvPr/>
          </p:nvSpPr>
          <p:spPr>
            <a:xfrm>
              <a:off x="4977688" y="1921875"/>
              <a:ext cx="23575" cy="16575"/>
            </a:xfrm>
            <a:custGeom>
              <a:rect b="b" l="l" r="r" t="t"/>
              <a:pathLst>
                <a:path extrusionOk="0" h="663" w="943">
                  <a:moveTo>
                    <a:pt x="1" y="0"/>
                  </a:moveTo>
                  <a:lnTo>
                    <a:pt x="1" y="663"/>
                  </a:lnTo>
                  <a:lnTo>
                    <a:pt x="942" y="663"/>
                  </a:lnTo>
                  <a:lnTo>
                    <a:pt x="9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0"/>
            <p:cNvSpPr/>
            <p:nvPr/>
          </p:nvSpPr>
          <p:spPr>
            <a:xfrm>
              <a:off x="4977688" y="1960225"/>
              <a:ext cx="30975" cy="16150"/>
            </a:xfrm>
            <a:custGeom>
              <a:rect b="b" l="l" r="r" t="t"/>
              <a:pathLst>
                <a:path extrusionOk="0" h="646" w="1239">
                  <a:moveTo>
                    <a:pt x="1" y="0"/>
                  </a:moveTo>
                  <a:lnTo>
                    <a:pt x="1" y="645"/>
                  </a:lnTo>
                  <a:lnTo>
                    <a:pt x="1238" y="645"/>
                  </a:lnTo>
                  <a:lnTo>
                    <a:pt x="12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0"/>
            <p:cNvSpPr/>
            <p:nvPr/>
          </p:nvSpPr>
          <p:spPr>
            <a:xfrm>
              <a:off x="4977688" y="1998125"/>
              <a:ext cx="23575" cy="16600"/>
            </a:xfrm>
            <a:custGeom>
              <a:rect b="b" l="l" r="r" t="t"/>
              <a:pathLst>
                <a:path extrusionOk="0" h="664" w="943">
                  <a:moveTo>
                    <a:pt x="1" y="1"/>
                  </a:moveTo>
                  <a:lnTo>
                    <a:pt x="1" y="663"/>
                  </a:lnTo>
                  <a:lnTo>
                    <a:pt x="942" y="663"/>
                  </a:lnTo>
                  <a:lnTo>
                    <a:pt x="9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0"/>
            <p:cNvSpPr/>
            <p:nvPr/>
          </p:nvSpPr>
          <p:spPr>
            <a:xfrm>
              <a:off x="4977688" y="2036475"/>
              <a:ext cx="30975" cy="16150"/>
            </a:xfrm>
            <a:custGeom>
              <a:rect b="b" l="l" r="r" t="t"/>
              <a:pathLst>
                <a:path extrusionOk="0" h="646" w="1239">
                  <a:moveTo>
                    <a:pt x="1" y="1"/>
                  </a:moveTo>
                  <a:lnTo>
                    <a:pt x="1" y="646"/>
                  </a:lnTo>
                  <a:lnTo>
                    <a:pt x="1238" y="646"/>
                  </a:lnTo>
                  <a:lnTo>
                    <a:pt x="12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0"/>
            <p:cNvSpPr/>
            <p:nvPr/>
          </p:nvSpPr>
          <p:spPr>
            <a:xfrm>
              <a:off x="4977688" y="2152400"/>
              <a:ext cx="23575" cy="16575"/>
            </a:xfrm>
            <a:custGeom>
              <a:rect b="b" l="l" r="r" t="t"/>
              <a:pathLst>
                <a:path extrusionOk="0" h="663" w="943">
                  <a:moveTo>
                    <a:pt x="1" y="0"/>
                  </a:moveTo>
                  <a:lnTo>
                    <a:pt x="1" y="663"/>
                  </a:lnTo>
                  <a:lnTo>
                    <a:pt x="942" y="663"/>
                  </a:lnTo>
                  <a:lnTo>
                    <a:pt x="9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0"/>
            <p:cNvSpPr/>
            <p:nvPr/>
          </p:nvSpPr>
          <p:spPr>
            <a:xfrm>
              <a:off x="4977688" y="2190750"/>
              <a:ext cx="30975" cy="16150"/>
            </a:xfrm>
            <a:custGeom>
              <a:rect b="b" l="l" r="r" t="t"/>
              <a:pathLst>
                <a:path extrusionOk="0" h="646" w="1239">
                  <a:moveTo>
                    <a:pt x="1" y="0"/>
                  </a:moveTo>
                  <a:lnTo>
                    <a:pt x="1" y="645"/>
                  </a:lnTo>
                  <a:lnTo>
                    <a:pt x="1238" y="645"/>
                  </a:lnTo>
                  <a:lnTo>
                    <a:pt x="12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 name="Google Shape;1859;p50"/>
          <p:cNvGrpSpPr/>
          <p:nvPr/>
        </p:nvGrpSpPr>
        <p:grpSpPr>
          <a:xfrm>
            <a:off x="4794238" y="2703475"/>
            <a:ext cx="290675" cy="493750"/>
            <a:chOff x="4794238" y="2608225"/>
            <a:chExt cx="290675" cy="493750"/>
          </a:xfrm>
        </p:grpSpPr>
        <p:sp>
          <p:nvSpPr>
            <p:cNvPr id="1860" name="Google Shape;1860;p50"/>
            <p:cNvSpPr/>
            <p:nvPr/>
          </p:nvSpPr>
          <p:spPr>
            <a:xfrm>
              <a:off x="4799888" y="2617375"/>
              <a:ext cx="76300" cy="477625"/>
            </a:xfrm>
            <a:custGeom>
              <a:rect b="b" l="l" r="r" t="t"/>
              <a:pathLst>
                <a:path extrusionOk="0" h="19105" w="3052">
                  <a:moveTo>
                    <a:pt x="2825" y="0"/>
                  </a:moveTo>
                  <a:cubicBezTo>
                    <a:pt x="1239" y="0"/>
                    <a:pt x="1" y="1238"/>
                    <a:pt x="1" y="2824"/>
                  </a:cubicBezTo>
                  <a:lnTo>
                    <a:pt x="1" y="16124"/>
                  </a:lnTo>
                  <a:cubicBezTo>
                    <a:pt x="1" y="17728"/>
                    <a:pt x="1308" y="19105"/>
                    <a:pt x="2982" y="19105"/>
                  </a:cubicBezTo>
                  <a:lnTo>
                    <a:pt x="3051" y="19105"/>
                  </a:lnTo>
                  <a:lnTo>
                    <a:pt x="30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0"/>
            <p:cNvSpPr/>
            <p:nvPr/>
          </p:nvSpPr>
          <p:spPr>
            <a:xfrm>
              <a:off x="4801638" y="2855300"/>
              <a:ext cx="87175" cy="237975"/>
            </a:xfrm>
            <a:custGeom>
              <a:rect b="b" l="l" r="r" t="t"/>
              <a:pathLst>
                <a:path extrusionOk="0" h="9519" w="3487">
                  <a:moveTo>
                    <a:pt x="70" y="1"/>
                  </a:moveTo>
                  <a:lnTo>
                    <a:pt x="1" y="7339"/>
                  </a:lnTo>
                  <a:cubicBezTo>
                    <a:pt x="1" y="8560"/>
                    <a:pt x="942" y="9518"/>
                    <a:pt x="2180" y="9518"/>
                  </a:cubicBezTo>
                  <a:lnTo>
                    <a:pt x="3487" y="9518"/>
                  </a:lnTo>
                  <a:lnTo>
                    <a:pt x="34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0"/>
            <p:cNvSpPr/>
            <p:nvPr/>
          </p:nvSpPr>
          <p:spPr>
            <a:xfrm>
              <a:off x="4845213" y="2855300"/>
              <a:ext cx="232300" cy="239700"/>
            </a:xfrm>
            <a:custGeom>
              <a:rect b="b" l="l" r="r" t="t"/>
              <a:pathLst>
                <a:path extrusionOk="0" h="9588" w="9292">
                  <a:moveTo>
                    <a:pt x="1" y="1"/>
                  </a:moveTo>
                  <a:lnTo>
                    <a:pt x="1" y="9292"/>
                  </a:lnTo>
                  <a:cubicBezTo>
                    <a:pt x="1" y="9431"/>
                    <a:pt x="140" y="9588"/>
                    <a:pt x="297" y="9588"/>
                  </a:cubicBezTo>
                  <a:lnTo>
                    <a:pt x="9013" y="9588"/>
                  </a:lnTo>
                  <a:cubicBezTo>
                    <a:pt x="9152" y="9588"/>
                    <a:pt x="9292" y="9431"/>
                    <a:pt x="9292" y="9292"/>
                  </a:cubicBezTo>
                  <a:lnTo>
                    <a:pt x="929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0"/>
            <p:cNvSpPr/>
            <p:nvPr/>
          </p:nvSpPr>
          <p:spPr>
            <a:xfrm>
              <a:off x="4845213" y="2624775"/>
              <a:ext cx="232300" cy="230550"/>
            </a:xfrm>
            <a:custGeom>
              <a:rect b="b" l="l" r="r" t="t"/>
              <a:pathLst>
                <a:path extrusionOk="0" h="9222" w="9292">
                  <a:moveTo>
                    <a:pt x="227" y="1"/>
                  </a:moveTo>
                  <a:cubicBezTo>
                    <a:pt x="140" y="1"/>
                    <a:pt x="1" y="71"/>
                    <a:pt x="1" y="210"/>
                  </a:cubicBezTo>
                  <a:lnTo>
                    <a:pt x="1" y="9222"/>
                  </a:lnTo>
                  <a:lnTo>
                    <a:pt x="9292" y="9222"/>
                  </a:lnTo>
                  <a:lnTo>
                    <a:pt x="9292" y="210"/>
                  </a:lnTo>
                  <a:cubicBezTo>
                    <a:pt x="9292" y="71"/>
                    <a:pt x="9222" y="1"/>
                    <a:pt x="90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0"/>
            <p:cNvSpPr/>
            <p:nvPr/>
          </p:nvSpPr>
          <p:spPr>
            <a:xfrm>
              <a:off x="4794238" y="2608225"/>
              <a:ext cx="290675" cy="493750"/>
            </a:xfrm>
            <a:custGeom>
              <a:rect b="b" l="l" r="r" t="t"/>
              <a:pathLst>
                <a:path extrusionOk="0" h="19750" w="11627">
                  <a:moveTo>
                    <a:pt x="1970" y="942"/>
                  </a:moveTo>
                  <a:lnTo>
                    <a:pt x="1970" y="942"/>
                  </a:lnTo>
                  <a:cubicBezTo>
                    <a:pt x="1831" y="1168"/>
                    <a:pt x="1831" y="1377"/>
                    <a:pt x="1831" y="1604"/>
                  </a:cubicBezTo>
                  <a:lnTo>
                    <a:pt x="1831" y="18164"/>
                  </a:lnTo>
                  <a:cubicBezTo>
                    <a:pt x="1831" y="18443"/>
                    <a:pt x="1831" y="18669"/>
                    <a:pt x="1970" y="18878"/>
                  </a:cubicBezTo>
                  <a:cubicBezTo>
                    <a:pt x="1168" y="18443"/>
                    <a:pt x="593" y="17571"/>
                    <a:pt x="593" y="16630"/>
                  </a:cubicBezTo>
                  <a:lnTo>
                    <a:pt x="593" y="3190"/>
                  </a:lnTo>
                  <a:cubicBezTo>
                    <a:pt x="593" y="2179"/>
                    <a:pt x="1168" y="1377"/>
                    <a:pt x="1970" y="942"/>
                  </a:cubicBezTo>
                  <a:close/>
                  <a:moveTo>
                    <a:pt x="10023" y="663"/>
                  </a:moveTo>
                  <a:cubicBezTo>
                    <a:pt x="10616" y="663"/>
                    <a:pt x="11052" y="1099"/>
                    <a:pt x="11052" y="1604"/>
                  </a:cubicBezTo>
                  <a:lnTo>
                    <a:pt x="11052" y="18164"/>
                  </a:lnTo>
                  <a:cubicBezTo>
                    <a:pt x="11052" y="18739"/>
                    <a:pt x="10616" y="19175"/>
                    <a:pt x="10023" y="19175"/>
                  </a:cubicBezTo>
                  <a:lnTo>
                    <a:pt x="3417" y="19175"/>
                  </a:lnTo>
                  <a:cubicBezTo>
                    <a:pt x="2842" y="19175"/>
                    <a:pt x="2406" y="18739"/>
                    <a:pt x="2406" y="18164"/>
                  </a:cubicBezTo>
                  <a:lnTo>
                    <a:pt x="2406" y="1604"/>
                  </a:lnTo>
                  <a:cubicBezTo>
                    <a:pt x="2406" y="1099"/>
                    <a:pt x="2842" y="663"/>
                    <a:pt x="3417" y="663"/>
                  </a:cubicBezTo>
                  <a:close/>
                  <a:moveTo>
                    <a:pt x="3138" y="0"/>
                  </a:moveTo>
                  <a:cubicBezTo>
                    <a:pt x="1395" y="0"/>
                    <a:pt x="0" y="1447"/>
                    <a:pt x="0" y="3190"/>
                  </a:cubicBezTo>
                  <a:lnTo>
                    <a:pt x="0" y="16630"/>
                  </a:lnTo>
                  <a:cubicBezTo>
                    <a:pt x="0" y="18373"/>
                    <a:pt x="1395" y="19750"/>
                    <a:pt x="3138" y="19750"/>
                  </a:cubicBezTo>
                  <a:lnTo>
                    <a:pt x="10023" y="19750"/>
                  </a:lnTo>
                  <a:cubicBezTo>
                    <a:pt x="10895" y="19750"/>
                    <a:pt x="11627" y="19035"/>
                    <a:pt x="11627" y="18164"/>
                  </a:cubicBezTo>
                  <a:lnTo>
                    <a:pt x="11627" y="1604"/>
                  </a:lnTo>
                  <a:cubicBezTo>
                    <a:pt x="11627" y="733"/>
                    <a:pt x="10895" y="0"/>
                    <a:pt x="100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0"/>
            <p:cNvSpPr/>
            <p:nvPr/>
          </p:nvSpPr>
          <p:spPr>
            <a:xfrm>
              <a:off x="4861788" y="2847900"/>
              <a:ext cx="201350" cy="16575"/>
            </a:xfrm>
            <a:custGeom>
              <a:rect b="b" l="l" r="r" t="t"/>
              <a:pathLst>
                <a:path extrusionOk="0" h="663" w="8054">
                  <a:moveTo>
                    <a:pt x="0" y="1"/>
                  </a:moveTo>
                  <a:lnTo>
                    <a:pt x="0" y="663"/>
                  </a:lnTo>
                  <a:lnTo>
                    <a:pt x="8053" y="663"/>
                  </a:lnTo>
                  <a:lnTo>
                    <a:pt x="80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0"/>
            <p:cNvSpPr/>
            <p:nvPr/>
          </p:nvSpPr>
          <p:spPr>
            <a:xfrm>
              <a:off x="4816013" y="2847900"/>
              <a:ext cx="14850" cy="16575"/>
            </a:xfrm>
            <a:custGeom>
              <a:rect b="b" l="l" r="r" t="t"/>
              <a:pathLst>
                <a:path extrusionOk="0" h="663" w="594">
                  <a:moveTo>
                    <a:pt x="1" y="1"/>
                  </a:moveTo>
                  <a:lnTo>
                    <a:pt x="1" y="663"/>
                  </a:lnTo>
                  <a:lnTo>
                    <a:pt x="594" y="663"/>
                  </a:lnTo>
                  <a:lnTo>
                    <a:pt x="59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 name="Google Shape;1867;p50"/>
          <p:cNvGrpSpPr/>
          <p:nvPr/>
        </p:nvGrpSpPr>
        <p:grpSpPr>
          <a:xfrm>
            <a:off x="4692688" y="3382300"/>
            <a:ext cx="493775" cy="493750"/>
            <a:chOff x="4692688" y="3334675"/>
            <a:chExt cx="493775" cy="493750"/>
          </a:xfrm>
        </p:grpSpPr>
        <p:sp>
          <p:nvSpPr>
            <p:cNvPr id="1868" name="Google Shape;1868;p50"/>
            <p:cNvSpPr/>
            <p:nvPr/>
          </p:nvSpPr>
          <p:spPr>
            <a:xfrm>
              <a:off x="4908838" y="3358200"/>
              <a:ext cx="68875" cy="54500"/>
            </a:xfrm>
            <a:custGeom>
              <a:rect b="b" l="l" r="r" t="t"/>
              <a:pathLst>
                <a:path extrusionOk="0" h="2180" w="2755">
                  <a:moveTo>
                    <a:pt x="297" y="0"/>
                  </a:moveTo>
                  <a:lnTo>
                    <a:pt x="1" y="297"/>
                  </a:lnTo>
                  <a:lnTo>
                    <a:pt x="1238" y="2179"/>
                  </a:lnTo>
                  <a:lnTo>
                    <a:pt x="2755" y="297"/>
                  </a:lnTo>
                  <a:lnTo>
                    <a:pt x="24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0"/>
            <p:cNvSpPr/>
            <p:nvPr/>
          </p:nvSpPr>
          <p:spPr>
            <a:xfrm>
              <a:off x="4770713" y="3343825"/>
              <a:ext cx="169100" cy="90650"/>
            </a:xfrm>
            <a:custGeom>
              <a:rect b="b" l="l" r="r" t="t"/>
              <a:pathLst>
                <a:path extrusionOk="0" h="3626" w="6764">
                  <a:moveTo>
                    <a:pt x="0" y="0"/>
                  </a:moveTo>
                  <a:lnTo>
                    <a:pt x="0" y="3626"/>
                  </a:lnTo>
                  <a:lnTo>
                    <a:pt x="6763" y="3626"/>
                  </a:lnTo>
                  <a:cubicBezTo>
                    <a:pt x="6763" y="1586"/>
                    <a:pt x="5090" y="0"/>
                    <a:pt x="30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0"/>
            <p:cNvSpPr/>
            <p:nvPr/>
          </p:nvSpPr>
          <p:spPr>
            <a:xfrm>
              <a:off x="4939788" y="3343825"/>
              <a:ext cx="168675" cy="90650"/>
            </a:xfrm>
            <a:custGeom>
              <a:rect b="b" l="l" r="r" t="t"/>
              <a:pathLst>
                <a:path extrusionOk="0" h="3626" w="6747">
                  <a:moveTo>
                    <a:pt x="3696" y="0"/>
                  </a:moveTo>
                  <a:cubicBezTo>
                    <a:pt x="1674" y="0"/>
                    <a:pt x="0" y="1586"/>
                    <a:pt x="0" y="3626"/>
                  </a:cubicBezTo>
                  <a:lnTo>
                    <a:pt x="6746" y="3626"/>
                  </a:lnTo>
                  <a:lnTo>
                    <a:pt x="6746" y="0"/>
                  </a:lnTo>
                  <a:close/>
                </a:path>
              </a:pathLst>
            </a:custGeom>
            <a:solidFill>
              <a:srgbClr val="1E72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0"/>
            <p:cNvSpPr/>
            <p:nvPr/>
          </p:nvSpPr>
          <p:spPr>
            <a:xfrm>
              <a:off x="4768963" y="3695925"/>
              <a:ext cx="341225" cy="132500"/>
            </a:xfrm>
            <a:custGeom>
              <a:rect b="b" l="l" r="r" t="t"/>
              <a:pathLst>
                <a:path extrusionOk="0" h="5300" w="13649">
                  <a:moveTo>
                    <a:pt x="13509" y="0"/>
                  </a:moveTo>
                  <a:lnTo>
                    <a:pt x="6833" y="1604"/>
                  </a:lnTo>
                  <a:lnTo>
                    <a:pt x="0" y="210"/>
                  </a:lnTo>
                  <a:lnTo>
                    <a:pt x="70" y="5300"/>
                  </a:lnTo>
                  <a:lnTo>
                    <a:pt x="13649" y="5300"/>
                  </a:lnTo>
                  <a:lnTo>
                    <a:pt x="13509" y="0"/>
                  </a:lnTo>
                  <a:close/>
                </a:path>
              </a:pathLst>
            </a:custGeom>
            <a:solidFill>
              <a:srgbClr val="A4C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0"/>
            <p:cNvSpPr/>
            <p:nvPr/>
          </p:nvSpPr>
          <p:spPr>
            <a:xfrm>
              <a:off x="5039588" y="3619675"/>
              <a:ext cx="139900" cy="208750"/>
            </a:xfrm>
            <a:custGeom>
              <a:rect b="b" l="l" r="r" t="t"/>
              <a:pathLst>
                <a:path extrusionOk="0" h="8350" w="5596">
                  <a:moveTo>
                    <a:pt x="2754" y="0"/>
                  </a:moveTo>
                  <a:cubicBezTo>
                    <a:pt x="1238" y="0"/>
                    <a:pt x="0" y="1238"/>
                    <a:pt x="0" y="2824"/>
                  </a:cubicBezTo>
                  <a:lnTo>
                    <a:pt x="0" y="5595"/>
                  </a:lnTo>
                  <a:lnTo>
                    <a:pt x="1307" y="8350"/>
                  </a:lnTo>
                  <a:lnTo>
                    <a:pt x="5526" y="8350"/>
                  </a:lnTo>
                  <a:lnTo>
                    <a:pt x="5595" y="2824"/>
                  </a:lnTo>
                  <a:cubicBezTo>
                    <a:pt x="5595" y="1238"/>
                    <a:pt x="4358" y="0"/>
                    <a:pt x="27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0"/>
            <p:cNvSpPr/>
            <p:nvPr/>
          </p:nvSpPr>
          <p:spPr>
            <a:xfrm>
              <a:off x="4700113" y="3619675"/>
              <a:ext cx="139900" cy="208750"/>
            </a:xfrm>
            <a:custGeom>
              <a:rect b="b" l="l" r="r" t="t"/>
              <a:pathLst>
                <a:path extrusionOk="0" h="8350" w="5596">
                  <a:moveTo>
                    <a:pt x="2824" y="0"/>
                  </a:moveTo>
                  <a:cubicBezTo>
                    <a:pt x="1307" y="0"/>
                    <a:pt x="0" y="1238"/>
                    <a:pt x="0" y="2824"/>
                  </a:cubicBezTo>
                  <a:lnTo>
                    <a:pt x="70" y="8350"/>
                  </a:lnTo>
                  <a:lnTo>
                    <a:pt x="4288" y="8350"/>
                  </a:lnTo>
                  <a:lnTo>
                    <a:pt x="5596" y="5595"/>
                  </a:lnTo>
                  <a:lnTo>
                    <a:pt x="5596" y="2824"/>
                  </a:lnTo>
                  <a:cubicBezTo>
                    <a:pt x="5596" y="1238"/>
                    <a:pt x="4358" y="0"/>
                    <a:pt x="28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0"/>
            <p:cNvSpPr/>
            <p:nvPr/>
          </p:nvSpPr>
          <p:spPr>
            <a:xfrm>
              <a:off x="4770713" y="3519875"/>
              <a:ext cx="339475" cy="223125"/>
            </a:xfrm>
            <a:custGeom>
              <a:rect b="b" l="l" r="r" t="t"/>
              <a:pathLst>
                <a:path extrusionOk="0" h="8925" w="13579">
                  <a:moveTo>
                    <a:pt x="0" y="0"/>
                  </a:moveTo>
                  <a:lnTo>
                    <a:pt x="70" y="6746"/>
                  </a:lnTo>
                  <a:lnTo>
                    <a:pt x="6763" y="8925"/>
                  </a:lnTo>
                  <a:lnTo>
                    <a:pt x="13579" y="6537"/>
                  </a:lnTo>
                  <a:lnTo>
                    <a:pt x="135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0"/>
            <p:cNvSpPr/>
            <p:nvPr/>
          </p:nvSpPr>
          <p:spPr>
            <a:xfrm>
              <a:off x="4839988" y="3674125"/>
              <a:ext cx="199625" cy="107225"/>
            </a:xfrm>
            <a:custGeom>
              <a:rect b="b" l="l" r="r" t="t"/>
              <a:pathLst>
                <a:path extrusionOk="0" h="4289" w="7985">
                  <a:moveTo>
                    <a:pt x="279" y="1"/>
                  </a:moveTo>
                  <a:lnTo>
                    <a:pt x="1" y="646"/>
                  </a:lnTo>
                  <a:lnTo>
                    <a:pt x="1" y="1517"/>
                  </a:lnTo>
                  <a:lnTo>
                    <a:pt x="279" y="1517"/>
                  </a:lnTo>
                  <a:lnTo>
                    <a:pt x="3992" y="4289"/>
                  </a:lnTo>
                  <a:lnTo>
                    <a:pt x="7688" y="1517"/>
                  </a:lnTo>
                  <a:lnTo>
                    <a:pt x="7984" y="942"/>
                  </a:lnTo>
                  <a:lnTo>
                    <a:pt x="7984" y="297"/>
                  </a:lnTo>
                  <a:lnTo>
                    <a:pt x="7688" y="1"/>
                  </a:lnTo>
                  <a:lnTo>
                    <a:pt x="3992" y="2755"/>
                  </a:lnTo>
                  <a:lnTo>
                    <a:pt x="2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0"/>
            <p:cNvSpPr/>
            <p:nvPr/>
          </p:nvSpPr>
          <p:spPr>
            <a:xfrm>
              <a:off x="4901438" y="3505050"/>
              <a:ext cx="76275" cy="76300"/>
            </a:xfrm>
            <a:custGeom>
              <a:rect b="b" l="l" r="r" t="t"/>
              <a:pathLst>
                <a:path extrusionOk="0" h="3052" w="3051">
                  <a:moveTo>
                    <a:pt x="1534" y="1"/>
                  </a:moveTo>
                  <a:lnTo>
                    <a:pt x="0" y="2110"/>
                  </a:lnTo>
                  <a:lnTo>
                    <a:pt x="0" y="2476"/>
                  </a:lnTo>
                  <a:lnTo>
                    <a:pt x="1534" y="3051"/>
                  </a:lnTo>
                  <a:lnTo>
                    <a:pt x="3051" y="2476"/>
                  </a:lnTo>
                  <a:lnTo>
                    <a:pt x="3051" y="1831"/>
                  </a:lnTo>
                  <a:lnTo>
                    <a:pt x="15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0"/>
            <p:cNvSpPr/>
            <p:nvPr/>
          </p:nvSpPr>
          <p:spPr>
            <a:xfrm>
              <a:off x="4770713" y="3396100"/>
              <a:ext cx="169100" cy="170850"/>
            </a:xfrm>
            <a:custGeom>
              <a:rect b="b" l="l" r="r" t="t"/>
              <a:pathLst>
                <a:path extrusionOk="0" h="6834" w="6764">
                  <a:moveTo>
                    <a:pt x="3347" y="1"/>
                  </a:moveTo>
                  <a:cubicBezTo>
                    <a:pt x="1534" y="1"/>
                    <a:pt x="0" y="1535"/>
                    <a:pt x="0" y="3417"/>
                  </a:cubicBezTo>
                  <a:cubicBezTo>
                    <a:pt x="0" y="5317"/>
                    <a:pt x="1534" y="6834"/>
                    <a:pt x="3347" y="6834"/>
                  </a:cubicBezTo>
                  <a:cubicBezTo>
                    <a:pt x="5229" y="6834"/>
                    <a:pt x="6763" y="5317"/>
                    <a:pt x="6763" y="3417"/>
                  </a:cubicBezTo>
                  <a:cubicBezTo>
                    <a:pt x="6763" y="1535"/>
                    <a:pt x="5229" y="1"/>
                    <a:pt x="33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0"/>
            <p:cNvSpPr/>
            <p:nvPr/>
          </p:nvSpPr>
          <p:spPr>
            <a:xfrm>
              <a:off x="4939788" y="3396100"/>
              <a:ext cx="168675" cy="170850"/>
            </a:xfrm>
            <a:custGeom>
              <a:rect b="b" l="l" r="r" t="t"/>
              <a:pathLst>
                <a:path extrusionOk="0" h="6834" w="6747">
                  <a:moveTo>
                    <a:pt x="3417" y="1"/>
                  </a:moveTo>
                  <a:cubicBezTo>
                    <a:pt x="1517" y="1"/>
                    <a:pt x="0" y="1535"/>
                    <a:pt x="0" y="3417"/>
                  </a:cubicBezTo>
                  <a:cubicBezTo>
                    <a:pt x="0" y="5317"/>
                    <a:pt x="1517" y="6834"/>
                    <a:pt x="3417" y="6834"/>
                  </a:cubicBezTo>
                  <a:cubicBezTo>
                    <a:pt x="5299" y="6834"/>
                    <a:pt x="6746" y="5317"/>
                    <a:pt x="6746" y="3417"/>
                  </a:cubicBezTo>
                  <a:cubicBezTo>
                    <a:pt x="6746" y="1535"/>
                    <a:pt x="5299" y="1"/>
                    <a:pt x="34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0"/>
            <p:cNvSpPr/>
            <p:nvPr/>
          </p:nvSpPr>
          <p:spPr>
            <a:xfrm>
              <a:off x="4970713" y="3427050"/>
              <a:ext cx="106800" cy="108975"/>
            </a:xfrm>
            <a:custGeom>
              <a:rect b="b" l="l" r="r" t="t"/>
              <a:pathLst>
                <a:path extrusionOk="0" h="4359" w="4272">
                  <a:moveTo>
                    <a:pt x="2180" y="0"/>
                  </a:moveTo>
                  <a:cubicBezTo>
                    <a:pt x="942" y="0"/>
                    <a:pt x="1" y="1029"/>
                    <a:pt x="1" y="2179"/>
                  </a:cubicBezTo>
                  <a:cubicBezTo>
                    <a:pt x="1" y="3347"/>
                    <a:pt x="942" y="4358"/>
                    <a:pt x="2180" y="4358"/>
                  </a:cubicBezTo>
                  <a:cubicBezTo>
                    <a:pt x="3330" y="4358"/>
                    <a:pt x="4272" y="3347"/>
                    <a:pt x="4272" y="2179"/>
                  </a:cubicBezTo>
                  <a:cubicBezTo>
                    <a:pt x="4272" y="1029"/>
                    <a:pt x="3330" y="0"/>
                    <a:pt x="21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0"/>
            <p:cNvSpPr/>
            <p:nvPr/>
          </p:nvSpPr>
          <p:spPr>
            <a:xfrm>
              <a:off x="4801638" y="3427050"/>
              <a:ext cx="107225" cy="108975"/>
            </a:xfrm>
            <a:custGeom>
              <a:rect b="b" l="l" r="r" t="t"/>
              <a:pathLst>
                <a:path extrusionOk="0" h="4359" w="4289">
                  <a:moveTo>
                    <a:pt x="2110" y="0"/>
                  </a:moveTo>
                  <a:cubicBezTo>
                    <a:pt x="942" y="0"/>
                    <a:pt x="1" y="1029"/>
                    <a:pt x="1" y="2179"/>
                  </a:cubicBezTo>
                  <a:cubicBezTo>
                    <a:pt x="1" y="3347"/>
                    <a:pt x="942" y="4358"/>
                    <a:pt x="2110" y="4358"/>
                  </a:cubicBezTo>
                  <a:cubicBezTo>
                    <a:pt x="3347" y="4358"/>
                    <a:pt x="4289" y="3347"/>
                    <a:pt x="4289" y="2179"/>
                  </a:cubicBezTo>
                  <a:cubicBezTo>
                    <a:pt x="4289" y="1029"/>
                    <a:pt x="3347" y="0"/>
                    <a:pt x="21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0"/>
            <p:cNvSpPr/>
            <p:nvPr/>
          </p:nvSpPr>
          <p:spPr>
            <a:xfrm>
              <a:off x="4792488" y="3420075"/>
              <a:ext cx="123800" cy="123350"/>
            </a:xfrm>
            <a:custGeom>
              <a:rect b="b" l="l" r="r" t="t"/>
              <a:pathLst>
                <a:path extrusionOk="0" h="4934" w="4952">
                  <a:moveTo>
                    <a:pt x="2476" y="576"/>
                  </a:moveTo>
                  <a:cubicBezTo>
                    <a:pt x="3487" y="576"/>
                    <a:pt x="4358" y="1447"/>
                    <a:pt x="4358" y="2458"/>
                  </a:cubicBezTo>
                  <a:cubicBezTo>
                    <a:pt x="4358" y="3487"/>
                    <a:pt x="3487" y="4271"/>
                    <a:pt x="2476" y="4271"/>
                  </a:cubicBezTo>
                  <a:cubicBezTo>
                    <a:pt x="1465" y="4271"/>
                    <a:pt x="663" y="3487"/>
                    <a:pt x="663" y="2458"/>
                  </a:cubicBezTo>
                  <a:cubicBezTo>
                    <a:pt x="663" y="1447"/>
                    <a:pt x="1465" y="576"/>
                    <a:pt x="2476" y="576"/>
                  </a:cubicBezTo>
                  <a:close/>
                  <a:moveTo>
                    <a:pt x="2476" y="1"/>
                  </a:moveTo>
                  <a:cubicBezTo>
                    <a:pt x="1168" y="1"/>
                    <a:pt x="1" y="1081"/>
                    <a:pt x="1" y="2458"/>
                  </a:cubicBezTo>
                  <a:cubicBezTo>
                    <a:pt x="1" y="3835"/>
                    <a:pt x="1168" y="4934"/>
                    <a:pt x="2476" y="4934"/>
                  </a:cubicBezTo>
                  <a:cubicBezTo>
                    <a:pt x="3853" y="4934"/>
                    <a:pt x="4951" y="3835"/>
                    <a:pt x="4951" y="2458"/>
                  </a:cubicBezTo>
                  <a:cubicBezTo>
                    <a:pt x="4951" y="1081"/>
                    <a:pt x="3853" y="1"/>
                    <a:pt x="24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0"/>
            <p:cNvSpPr/>
            <p:nvPr/>
          </p:nvSpPr>
          <p:spPr>
            <a:xfrm>
              <a:off x="4846963" y="3450575"/>
              <a:ext cx="16575" cy="61900"/>
            </a:xfrm>
            <a:custGeom>
              <a:rect b="b" l="l" r="r" t="t"/>
              <a:pathLst>
                <a:path extrusionOk="0" h="2476" w="663">
                  <a:moveTo>
                    <a:pt x="0" y="1"/>
                  </a:moveTo>
                  <a:lnTo>
                    <a:pt x="0" y="2476"/>
                  </a:lnTo>
                  <a:lnTo>
                    <a:pt x="663" y="2476"/>
                  </a:lnTo>
                  <a:lnTo>
                    <a:pt x="6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0"/>
            <p:cNvSpPr/>
            <p:nvPr/>
          </p:nvSpPr>
          <p:spPr>
            <a:xfrm>
              <a:off x="4963313" y="3420075"/>
              <a:ext cx="123350" cy="123350"/>
            </a:xfrm>
            <a:custGeom>
              <a:rect b="b" l="l" r="r" t="t"/>
              <a:pathLst>
                <a:path extrusionOk="0" h="4934" w="4934">
                  <a:moveTo>
                    <a:pt x="2476" y="576"/>
                  </a:moveTo>
                  <a:cubicBezTo>
                    <a:pt x="3487" y="576"/>
                    <a:pt x="4289" y="1447"/>
                    <a:pt x="4289" y="2458"/>
                  </a:cubicBezTo>
                  <a:cubicBezTo>
                    <a:pt x="4289" y="3487"/>
                    <a:pt x="3487" y="4271"/>
                    <a:pt x="2476" y="4271"/>
                  </a:cubicBezTo>
                  <a:cubicBezTo>
                    <a:pt x="1447" y="4271"/>
                    <a:pt x="576" y="3487"/>
                    <a:pt x="576" y="2458"/>
                  </a:cubicBezTo>
                  <a:cubicBezTo>
                    <a:pt x="576" y="1447"/>
                    <a:pt x="1447" y="576"/>
                    <a:pt x="2476" y="576"/>
                  </a:cubicBezTo>
                  <a:close/>
                  <a:moveTo>
                    <a:pt x="2476" y="1"/>
                  </a:moveTo>
                  <a:cubicBezTo>
                    <a:pt x="1081" y="1"/>
                    <a:pt x="1" y="1081"/>
                    <a:pt x="1" y="2458"/>
                  </a:cubicBezTo>
                  <a:cubicBezTo>
                    <a:pt x="1" y="3835"/>
                    <a:pt x="1081" y="4934"/>
                    <a:pt x="2476" y="4934"/>
                  </a:cubicBezTo>
                  <a:cubicBezTo>
                    <a:pt x="3783" y="4934"/>
                    <a:pt x="4934" y="3835"/>
                    <a:pt x="4934" y="2458"/>
                  </a:cubicBezTo>
                  <a:cubicBezTo>
                    <a:pt x="4934" y="1081"/>
                    <a:pt x="3783" y="1"/>
                    <a:pt x="24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0"/>
            <p:cNvSpPr/>
            <p:nvPr/>
          </p:nvSpPr>
          <p:spPr>
            <a:xfrm>
              <a:off x="5017788" y="3450575"/>
              <a:ext cx="14400" cy="61900"/>
            </a:xfrm>
            <a:custGeom>
              <a:rect b="b" l="l" r="r" t="t"/>
              <a:pathLst>
                <a:path extrusionOk="0" h="2476" w="576">
                  <a:moveTo>
                    <a:pt x="1" y="1"/>
                  </a:moveTo>
                  <a:lnTo>
                    <a:pt x="1" y="2476"/>
                  </a:lnTo>
                  <a:lnTo>
                    <a:pt x="576" y="2476"/>
                  </a:lnTo>
                  <a:lnTo>
                    <a:pt x="5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0"/>
            <p:cNvSpPr/>
            <p:nvPr/>
          </p:nvSpPr>
          <p:spPr>
            <a:xfrm>
              <a:off x="4801638" y="3743000"/>
              <a:ext cx="14400" cy="85425"/>
            </a:xfrm>
            <a:custGeom>
              <a:rect b="b" l="l" r="r" t="t"/>
              <a:pathLst>
                <a:path extrusionOk="0" h="3417" w="576">
                  <a:moveTo>
                    <a:pt x="1" y="0"/>
                  </a:moveTo>
                  <a:lnTo>
                    <a:pt x="1" y="3417"/>
                  </a:lnTo>
                  <a:lnTo>
                    <a:pt x="576" y="3417"/>
                  </a:lnTo>
                  <a:lnTo>
                    <a:pt x="5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0"/>
            <p:cNvSpPr/>
            <p:nvPr/>
          </p:nvSpPr>
          <p:spPr>
            <a:xfrm>
              <a:off x="4761538" y="3773925"/>
              <a:ext cx="16600" cy="54500"/>
            </a:xfrm>
            <a:custGeom>
              <a:rect b="b" l="l" r="r" t="t"/>
              <a:pathLst>
                <a:path extrusionOk="0" h="2180" w="664">
                  <a:moveTo>
                    <a:pt x="1" y="1"/>
                  </a:moveTo>
                  <a:lnTo>
                    <a:pt x="1" y="2180"/>
                  </a:lnTo>
                  <a:lnTo>
                    <a:pt x="663" y="2180"/>
                  </a:lnTo>
                  <a:lnTo>
                    <a:pt x="6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0"/>
            <p:cNvSpPr/>
            <p:nvPr/>
          </p:nvSpPr>
          <p:spPr>
            <a:xfrm>
              <a:off x="4723638" y="3812275"/>
              <a:ext cx="16150" cy="16150"/>
            </a:xfrm>
            <a:custGeom>
              <a:rect b="b" l="l" r="r" t="t"/>
              <a:pathLst>
                <a:path extrusionOk="0" h="646" w="646">
                  <a:moveTo>
                    <a:pt x="0" y="1"/>
                  </a:moveTo>
                  <a:lnTo>
                    <a:pt x="0" y="646"/>
                  </a:lnTo>
                  <a:lnTo>
                    <a:pt x="645" y="646"/>
                  </a:lnTo>
                  <a:lnTo>
                    <a:pt x="6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0"/>
            <p:cNvSpPr/>
            <p:nvPr/>
          </p:nvSpPr>
          <p:spPr>
            <a:xfrm>
              <a:off x="5063113" y="3743000"/>
              <a:ext cx="16575" cy="85425"/>
            </a:xfrm>
            <a:custGeom>
              <a:rect b="b" l="l" r="r" t="t"/>
              <a:pathLst>
                <a:path extrusionOk="0" h="3417" w="663">
                  <a:moveTo>
                    <a:pt x="0" y="0"/>
                  </a:moveTo>
                  <a:lnTo>
                    <a:pt x="0" y="3417"/>
                  </a:lnTo>
                  <a:lnTo>
                    <a:pt x="663" y="3417"/>
                  </a:lnTo>
                  <a:lnTo>
                    <a:pt x="66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0"/>
            <p:cNvSpPr/>
            <p:nvPr/>
          </p:nvSpPr>
          <p:spPr>
            <a:xfrm>
              <a:off x="5103213" y="3773925"/>
              <a:ext cx="14400" cy="54500"/>
            </a:xfrm>
            <a:custGeom>
              <a:rect b="b" l="l" r="r" t="t"/>
              <a:pathLst>
                <a:path extrusionOk="0" h="2180" w="576">
                  <a:moveTo>
                    <a:pt x="0" y="1"/>
                  </a:moveTo>
                  <a:lnTo>
                    <a:pt x="0" y="2180"/>
                  </a:lnTo>
                  <a:lnTo>
                    <a:pt x="575" y="2180"/>
                  </a:lnTo>
                  <a:lnTo>
                    <a:pt x="5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0"/>
            <p:cNvSpPr/>
            <p:nvPr/>
          </p:nvSpPr>
          <p:spPr>
            <a:xfrm>
              <a:off x="5141113" y="3812275"/>
              <a:ext cx="14850" cy="16150"/>
            </a:xfrm>
            <a:custGeom>
              <a:rect b="b" l="l" r="r" t="t"/>
              <a:pathLst>
                <a:path extrusionOk="0" h="646" w="594">
                  <a:moveTo>
                    <a:pt x="1" y="1"/>
                  </a:moveTo>
                  <a:lnTo>
                    <a:pt x="1" y="646"/>
                  </a:lnTo>
                  <a:lnTo>
                    <a:pt x="593" y="646"/>
                  </a:lnTo>
                  <a:lnTo>
                    <a:pt x="5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0"/>
            <p:cNvSpPr/>
            <p:nvPr/>
          </p:nvSpPr>
          <p:spPr>
            <a:xfrm>
              <a:off x="4692688" y="3334675"/>
              <a:ext cx="493775" cy="493750"/>
            </a:xfrm>
            <a:custGeom>
              <a:rect b="b" l="l" r="r" t="t"/>
              <a:pathLst>
                <a:path extrusionOk="0" h="19750" w="19751">
                  <a:moveTo>
                    <a:pt x="10826" y="1238"/>
                  </a:moveTo>
                  <a:cubicBezTo>
                    <a:pt x="10460" y="1673"/>
                    <a:pt x="10093" y="2179"/>
                    <a:pt x="9884" y="2684"/>
                  </a:cubicBezTo>
                  <a:cubicBezTo>
                    <a:pt x="9658" y="2179"/>
                    <a:pt x="9292" y="1673"/>
                    <a:pt x="8943" y="1238"/>
                  </a:cubicBezTo>
                  <a:close/>
                  <a:moveTo>
                    <a:pt x="5962" y="645"/>
                  </a:moveTo>
                  <a:cubicBezTo>
                    <a:pt x="7775" y="645"/>
                    <a:pt x="9292" y="2022"/>
                    <a:pt x="9518" y="3765"/>
                  </a:cubicBezTo>
                  <a:cubicBezTo>
                    <a:pt x="8856" y="2824"/>
                    <a:pt x="7775" y="2179"/>
                    <a:pt x="6468" y="2179"/>
                  </a:cubicBezTo>
                  <a:cubicBezTo>
                    <a:pt x="5230" y="2179"/>
                    <a:pt x="4062" y="2824"/>
                    <a:pt x="3417" y="3852"/>
                  </a:cubicBezTo>
                  <a:lnTo>
                    <a:pt x="3417" y="645"/>
                  </a:lnTo>
                  <a:close/>
                  <a:moveTo>
                    <a:pt x="16351" y="645"/>
                  </a:moveTo>
                  <a:lnTo>
                    <a:pt x="16351" y="3852"/>
                  </a:lnTo>
                  <a:cubicBezTo>
                    <a:pt x="15689" y="2824"/>
                    <a:pt x="14521" y="2179"/>
                    <a:pt x="13301" y="2179"/>
                  </a:cubicBezTo>
                  <a:cubicBezTo>
                    <a:pt x="11994" y="2179"/>
                    <a:pt x="10895" y="2824"/>
                    <a:pt x="10250" y="3765"/>
                  </a:cubicBezTo>
                  <a:cubicBezTo>
                    <a:pt x="10460" y="2022"/>
                    <a:pt x="11994" y="645"/>
                    <a:pt x="13876" y="645"/>
                  </a:cubicBezTo>
                  <a:close/>
                  <a:moveTo>
                    <a:pt x="6468" y="2754"/>
                  </a:moveTo>
                  <a:cubicBezTo>
                    <a:pt x="8211" y="2754"/>
                    <a:pt x="9588" y="4131"/>
                    <a:pt x="9588" y="5874"/>
                  </a:cubicBezTo>
                  <a:cubicBezTo>
                    <a:pt x="9588" y="7548"/>
                    <a:pt x="8211" y="8925"/>
                    <a:pt x="6468" y="8925"/>
                  </a:cubicBezTo>
                  <a:cubicBezTo>
                    <a:pt x="4794" y="8925"/>
                    <a:pt x="3417" y="7548"/>
                    <a:pt x="3417" y="5874"/>
                  </a:cubicBezTo>
                  <a:cubicBezTo>
                    <a:pt x="3417" y="4131"/>
                    <a:pt x="4794" y="2754"/>
                    <a:pt x="6468" y="2754"/>
                  </a:cubicBezTo>
                  <a:close/>
                  <a:moveTo>
                    <a:pt x="13301" y="2754"/>
                  </a:moveTo>
                  <a:cubicBezTo>
                    <a:pt x="14957" y="2754"/>
                    <a:pt x="16351" y="4131"/>
                    <a:pt x="16351" y="5874"/>
                  </a:cubicBezTo>
                  <a:cubicBezTo>
                    <a:pt x="16351" y="7548"/>
                    <a:pt x="14957" y="8925"/>
                    <a:pt x="13301" y="8925"/>
                  </a:cubicBezTo>
                  <a:cubicBezTo>
                    <a:pt x="11558" y="8925"/>
                    <a:pt x="10163" y="7548"/>
                    <a:pt x="10163" y="5874"/>
                  </a:cubicBezTo>
                  <a:cubicBezTo>
                    <a:pt x="10163" y="4131"/>
                    <a:pt x="11558" y="2754"/>
                    <a:pt x="13301" y="2754"/>
                  </a:cubicBezTo>
                  <a:close/>
                  <a:moveTo>
                    <a:pt x="9884" y="7339"/>
                  </a:moveTo>
                  <a:cubicBezTo>
                    <a:pt x="10163" y="7984"/>
                    <a:pt x="10686" y="8559"/>
                    <a:pt x="11261" y="8925"/>
                  </a:cubicBezTo>
                  <a:lnTo>
                    <a:pt x="9884" y="9587"/>
                  </a:lnTo>
                  <a:lnTo>
                    <a:pt x="8507" y="8925"/>
                  </a:lnTo>
                  <a:cubicBezTo>
                    <a:pt x="9082" y="8559"/>
                    <a:pt x="9588" y="7984"/>
                    <a:pt x="9884" y="7339"/>
                  </a:cubicBezTo>
                  <a:close/>
                  <a:moveTo>
                    <a:pt x="16351" y="7914"/>
                  </a:moveTo>
                  <a:lnTo>
                    <a:pt x="16351" y="11104"/>
                  </a:lnTo>
                  <a:cubicBezTo>
                    <a:pt x="15323" y="11261"/>
                    <a:pt x="14382" y="11906"/>
                    <a:pt x="13946" y="12777"/>
                  </a:cubicBezTo>
                  <a:lnTo>
                    <a:pt x="9884" y="15967"/>
                  </a:lnTo>
                  <a:lnTo>
                    <a:pt x="5805" y="12777"/>
                  </a:lnTo>
                  <a:cubicBezTo>
                    <a:pt x="5370" y="11906"/>
                    <a:pt x="4428" y="11261"/>
                    <a:pt x="3417" y="11104"/>
                  </a:cubicBezTo>
                  <a:lnTo>
                    <a:pt x="3417" y="7914"/>
                  </a:lnTo>
                  <a:cubicBezTo>
                    <a:pt x="4062" y="8925"/>
                    <a:pt x="5230" y="9587"/>
                    <a:pt x="6468" y="9587"/>
                  </a:cubicBezTo>
                  <a:cubicBezTo>
                    <a:pt x="6973" y="9587"/>
                    <a:pt x="7409" y="9517"/>
                    <a:pt x="7845" y="9291"/>
                  </a:cubicBezTo>
                  <a:lnTo>
                    <a:pt x="9884" y="10232"/>
                  </a:lnTo>
                  <a:lnTo>
                    <a:pt x="11994" y="9291"/>
                  </a:lnTo>
                  <a:cubicBezTo>
                    <a:pt x="12342" y="9517"/>
                    <a:pt x="12778" y="9587"/>
                    <a:pt x="13301" y="9587"/>
                  </a:cubicBezTo>
                  <a:cubicBezTo>
                    <a:pt x="14521" y="9587"/>
                    <a:pt x="15689" y="8925"/>
                    <a:pt x="16351" y="7914"/>
                  </a:cubicBezTo>
                  <a:close/>
                  <a:moveTo>
                    <a:pt x="13580" y="13788"/>
                  </a:moveTo>
                  <a:lnTo>
                    <a:pt x="13580" y="14224"/>
                  </a:lnTo>
                  <a:lnTo>
                    <a:pt x="13580" y="14660"/>
                  </a:lnTo>
                  <a:lnTo>
                    <a:pt x="9884" y="17501"/>
                  </a:lnTo>
                  <a:lnTo>
                    <a:pt x="6171" y="14660"/>
                  </a:lnTo>
                  <a:lnTo>
                    <a:pt x="6171" y="14224"/>
                  </a:lnTo>
                  <a:lnTo>
                    <a:pt x="6171" y="13788"/>
                  </a:lnTo>
                  <a:lnTo>
                    <a:pt x="9884" y="16769"/>
                  </a:lnTo>
                  <a:lnTo>
                    <a:pt x="13580" y="13788"/>
                  </a:lnTo>
                  <a:close/>
                  <a:moveTo>
                    <a:pt x="2755" y="0"/>
                  </a:moveTo>
                  <a:lnTo>
                    <a:pt x="2755" y="5874"/>
                  </a:lnTo>
                  <a:lnTo>
                    <a:pt x="2755" y="11104"/>
                  </a:lnTo>
                  <a:cubicBezTo>
                    <a:pt x="1238" y="11261"/>
                    <a:pt x="1" y="12638"/>
                    <a:pt x="1" y="14224"/>
                  </a:cubicBezTo>
                  <a:lnTo>
                    <a:pt x="1" y="19750"/>
                  </a:lnTo>
                  <a:lnTo>
                    <a:pt x="663" y="19750"/>
                  </a:lnTo>
                  <a:lnTo>
                    <a:pt x="663" y="14224"/>
                  </a:lnTo>
                  <a:cubicBezTo>
                    <a:pt x="663" y="12847"/>
                    <a:pt x="1744" y="11766"/>
                    <a:pt x="3121" y="11766"/>
                  </a:cubicBezTo>
                  <a:cubicBezTo>
                    <a:pt x="4428" y="11766"/>
                    <a:pt x="5596" y="12847"/>
                    <a:pt x="5596" y="14224"/>
                  </a:cubicBezTo>
                  <a:lnTo>
                    <a:pt x="5596" y="17274"/>
                  </a:lnTo>
                  <a:lnTo>
                    <a:pt x="6171" y="17274"/>
                  </a:lnTo>
                  <a:lnTo>
                    <a:pt x="6171" y="15461"/>
                  </a:lnTo>
                  <a:lnTo>
                    <a:pt x="9884" y="18303"/>
                  </a:lnTo>
                  <a:lnTo>
                    <a:pt x="13580" y="15461"/>
                  </a:lnTo>
                  <a:lnTo>
                    <a:pt x="13580" y="17274"/>
                  </a:lnTo>
                  <a:lnTo>
                    <a:pt x="14172" y="17274"/>
                  </a:lnTo>
                  <a:lnTo>
                    <a:pt x="14172" y="14224"/>
                  </a:lnTo>
                  <a:cubicBezTo>
                    <a:pt x="14172" y="12847"/>
                    <a:pt x="15323" y="11766"/>
                    <a:pt x="16630" y="11766"/>
                  </a:cubicBezTo>
                  <a:cubicBezTo>
                    <a:pt x="18007" y="11766"/>
                    <a:pt x="19105" y="12847"/>
                    <a:pt x="19105" y="14154"/>
                  </a:cubicBezTo>
                  <a:lnTo>
                    <a:pt x="19105" y="19750"/>
                  </a:lnTo>
                  <a:lnTo>
                    <a:pt x="19750" y="19750"/>
                  </a:lnTo>
                  <a:lnTo>
                    <a:pt x="19750" y="14224"/>
                  </a:lnTo>
                  <a:cubicBezTo>
                    <a:pt x="19750" y="12638"/>
                    <a:pt x="18530" y="11261"/>
                    <a:pt x="16996" y="11104"/>
                  </a:cubicBezTo>
                  <a:lnTo>
                    <a:pt x="16996" y="5874"/>
                  </a:lnTo>
                  <a:lnTo>
                    <a:pt x="16996" y="0"/>
                  </a:lnTo>
                  <a:lnTo>
                    <a:pt x="13876" y="0"/>
                  </a:lnTo>
                  <a:cubicBezTo>
                    <a:pt x="13005" y="0"/>
                    <a:pt x="12272" y="209"/>
                    <a:pt x="11627" y="645"/>
                  </a:cubicBezTo>
                  <a:lnTo>
                    <a:pt x="8141" y="645"/>
                  </a:lnTo>
                  <a:cubicBezTo>
                    <a:pt x="7479" y="209"/>
                    <a:pt x="6764" y="0"/>
                    <a:pt x="59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 name="Google Shape;1892;p50"/>
          <p:cNvGrpSpPr/>
          <p:nvPr/>
        </p:nvGrpSpPr>
        <p:grpSpPr>
          <a:xfrm>
            <a:off x="4783338" y="4060675"/>
            <a:ext cx="312475" cy="494200"/>
            <a:chOff x="4783338" y="4060675"/>
            <a:chExt cx="312475" cy="494200"/>
          </a:xfrm>
        </p:grpSpPr>
        <p:sp>
          <p:nvSpPr>
            <p:cNvPr id="1893" name="Google Shape;1893;p50"/>
            <p:cNvSpPr/>
            <p:nvPr/>
          </p:nvSpPr>
          <p:spPr>
            <a:xfrm>
              <a:off x="4796413" y="4086375"/>
              <a:ext cx="292000" cy="461075"/>
            </a:xfrm>
            <a:custGeom>
              <a:rect b="b" l="l" r="r" t="t"/>
              <a:pathLst>
                <a:path extrusionOk="0" h="18443" w="11680">
                  <a:moveTo>
                    <a:pt x="9222" y="7984"/>
                  </a:moveTo>
                  <a:lnTo>
                    <a:pt x="9222" y="16055"/>
                  </a:lnTo>
                  <a:lnTo>
                    <a:pt x="4428" y="16055"/>
                  </a:lnTo>
                  <a:lnTo>
                    <a:pt x="9222" y="7984"/>
                  </a:lnTo>
                  <a:close/>
                  <a:moveTo>
                    <a:pt x="11679" y="1"/>
                  </a:moveTo>
                  <a:lnTo>
                    <a:pt x="0" y="18443"/>
                  </a:lnTo>
                  <a:lnTo>
                    <a:pt x="11679" y="18373"/>
                  </a:lnTo>
                  <a:lnTo>
                    <a:pt x="116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0"/>
            <p:cNvSpPr/>
            <p:nvPr/>
          </p:nvSpPr>
          <p:spPr>
            <a:xfrm>
              <a:off x="4965063" y="4086375"/>
              <a:ext cx="123350" cy="461075"/>
            </a:xfrm>
            <a:custGeom>
              <a:rect b="b" l="l" r="r" t="t"/>
              <a:pathLst>
                <a:path extrusionOk="0" h="18443" w="4934">
                  <a:moveTo>
                    <a:pt x="4933" y="1"/>
                  </a:moveTo>
                  <a:lnTo>
                    <a:pt x="366" y="7043"/>
                  </a:lnTo>
                  <a:lnTo>
                    <a:pt x="227" y="11610"/>
                  </a:lnTo>
                  <a:lnTo>
                    <a:pt x="227" y="11610"/>
                  </a:lnTo>
                  <a:lnTo>
                    <a:pt x="2476" y="7618"/>
                  </a:lnTo>
                  <a:lnTo>
                    <a:pt x="2476" y="16055"/>
                  </a:lnTo>
                  <a:lnTo>
                    <a:pt x="70" y="16055"/>
                  </a:lnTo>
                  <a:lnTo>
                    <a:pt x="0" y="18443"/>
                  </a:lnTo>
                  <a:lnTo>
                    <a:pt x="0" y="18443"/>
                  </a:lnTo>
                  <a:lnTo>
                    <a:pt x="4933" y="18373"/>
                  </a:lnTo>
                  <a:lnTo>
                    <a:pt x="49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0"/>
            <p:cNvSpPr/>
            <p:nvPr/>
          </p:nvSpPr>
          <p:spPr>
            <a:xfrm>
              <a:off x="4783338" y="4060675"/>
              <a:ext cx="312475" cy="494200"/>
            </a:xfrm>
            <a:custGeom>
              <a:rect b="b" l="l" r="r" t="t"/>
              <a:pathLst>
                <a:path extrusionOk="0" h="19768" w="12499">
                  <a:moveTo>
                    <a:pt x="11923" y="2109"/>
                  </a:moveTo>
                  <a:lnTo>
                    <a:pt x="11923" y="4515"/>
                  </a:lnTo>
                  <a:lnTo>
                    <a:pt x="11331" y="4515"/>
                  </a:lnTo>
                  <a:lnTo>
                    <a:pt x="11331" y="5160"/>
                  </a:lnTo>
                  <a:lnTo>
                    <a:pt x="11923" y="5160"/>
                  </a:lnTo>
                  <a:lnTo>
                    <a:pt x="11923" y="6031"/>
                  </a:lnTo>
                  <a:lnTo>
                    <a:pt x="10756" y="6031"/>
                  </a:lnTo>
                  <a:lnTo>
                    <a:pt x="10756" y="6624"/>
                  </a:lnTo>
                  <a:lnTo>
                    <a:pt x="11923" y="6624"/>
                  </a:lnTo>
                  <a:lnTo>
                    <a:pt x="11923" y="7496"/>
                  </a:lnTo>
                  <a:lnTo>
                    <a:pt x="11331" y="7496"/>
                  </a:lnTo>
                  <a:lnTo>
                    <a:pt x="11331" y="8071"/>
                  </a:lnTo>
                  <a:lnTo>
                    <a:pt x="11923" y="8071"/>
                  </a:lnTo>
                  <a:lnTo>
                    <a:pt x="11923" y="8942"/>
                  </a:lnTo>
                  <a:lnTo>
                    <a:pt x="10756" y="8942"/>
                  </a:lnTo>
                  <a:lnTo>
                    <a:pt x="10756" y="9518"/>
                  </a:lnTo>
                  <a:lnTo>
                    <a:pt x="11923" y="9518"/>
                  </a:lnTo>
                  <a:lnTo>
                    <a:pt x="11923" y="10389"/>
                  </a:lnTo>
                  <a:lnTo>
                    <a:pt x="11331" y="10389"/>
                  </a:lnTo>
                  <a:lnTo>
                    <a:pt x="11331" y="10982"/>
                  </a:lnTo>
                  <a:lnTo>
                    <a:pt x="11923" y="10982"/>
                  </a:lnTo>
                  <a:lnTo>
                    <a:pt x="11923" y="11853"/>
                  </a:lnTo>
                  <a:lnTo>
                    <a:pt x="10756" y="11853"/>
                  </a:lnTo>
                  <a:lnTo>
                    <a:pt x="10756" y="12429"/>
                  </a:lnTo>
                  <a:lnTo>
                    <a:pt x="11923" y="12429"/>
                  </a:lnTo>
                  <a:lnTo>
                    <a:pt x="11923" y="13300"/>
                  </a:lnTo>
                  <a:lnTo>
                    <a:pt x="11331" y="13300"/>
                  </a:lnTo>
                  <a:lnTo>
                    <a:pt x="11331" y="13875"/>
                  </a:lnTo>
                  <a:lnTo>
                    <a:pt x="11923" y="13875"/>
                  </a:lnTo>
                  <a:lnTo>
                    <a:pt x="11923" y="14747"/>
                  </a:lnTo>
                  <a:lnTo>
                    <a:pt x="10756" y="14747"/>
                  </a:lnTo>
                  <a:lnTo>
                    <a:pt x="10756" y="15340"/>
                  </a:lnTo>
                  <a:lnTo>
                    <a:pt x="11923" y="15340"/>
                  </a:lnTo>
                  <a:lnTo>
                    <a:pt x="11923" y="16211"/>
                  </a:lnTo>
                  <a:lnTo>
                    <a:pt x="11331" y="16211"/>
                  </a:lnTo>
                  <a:lnTo>
                    <a:pt x="11331" y="16856"/>
                  </a:lnTo>
                  <a:lnTo>
                    <a:pt x="11923" y="16856"/>
                  </a:lnTo>
                  <a:lnTo>
                    <a:pt x="11923" y="17658"/>
                  </a:lnTo>
                  <a:lnTo>
                    <a:pt x="10756" y="17658"/>
                  </a:lnTo>
                  <a:lnTo>
                    <a:pt x="10756" y="18303"/>
                  </a:lnTo>
                  <a:lnTo>
                    <a:pt x="11923" y="18303"/>
                  </a:lnTo>
                  <a:lnTo>
                    <a:pt x="11923" y="19105"/>
                  </a:lnTo>
                  <a:lnTo>
                    <a:pt x="1099" y="19105"/>
                  </a:lnTo>
                  <a:lnTo>
                    <a:pt x="11923" y="2109"/>
                  </a:lnTo>
                  <a:close/>
                  <a:moveTo>
                    <a:pt x="12499" y="0"/>
                  </a:moveTo>
                  <a:lnTo>
                    <a:pt x="1" y="19767"/>
                  </a:lnTo>
                  <a:lnTo>
                    <a:pt x="12499" y="19697"/>
                  </a:lnTo>
                  <a:lnTo>
                    <a:pt x="1249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0"/>
            <p:cNvSpPr/>
            <p:nvPr/>
          </p:nvSpPr>
          <p:spPr>
            <a:xfrm>
              <a:off x="4894463" y="4248050"/>
              <a:ext cx="139475" cy="248425"/>
            </a:xfrm>
            <a:custGeom>
              <a:rect b="b" l="l" r="r" t="t"/>
              <a:pathLst>
                <a:path extrusionOk="0" h="9937" w="5579">
                  <a:moveTo>
                    <a:pt x="5003" y="2319"/>
                  </a:moveTo>
                  <a:lnTo>
                    <a:pt x="5003" y="9291"/>
                  </a:lnTo>
                  <a:lnTo>
                    <a:pt x="1011" y="9291"/>
                  </a:lnTo>
                  <a:lnTo>
                    <a:pt x="5003" y="2319"/>
                  </a:lnTo>
                  <a:close/>
                  <a:moveTo>
                    <a:pt x="5578" y="1"/>
                  </a:moveTo>
                  <a:lnTo>
                    <a:pt x="0" y="9936"/>
                  </a:lnTo>
                  <a:lnTo>
                    <a:pt x="5578" y="9936"/>
                  </a:lnTo>
                  <a:lnTo>
                    <a:pt x="557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 name="Google Shape;1897;p50"/>
          <p:cNvGrpSpPr/>
          <p:nvPr/>
        </p:nvGrpSpPr>
        <p:grpSpPr>
          <a:xfrm>
            <a:off x="5515438" y="1348025"/>
            <a:ext cx="322950" cy="492000"/>
            <a:chOff x="5515438" y="1157525"/>
            <a:chExt cx="322950" cy="492000"/>
          </a:xfrm>
        </p:grpSpPr>
        <p:sp>
          <p:nvSpPr>
            <p:cNvPr id="1898" name="Google Shape;1898;p50"/>
            <p:cNvSpPr/>
            <p:nvPr/>
          </p:nvSpPr>
          <p:spPr>
            <a:xfrm>
              <a:off x="5787813" y="1527925"/>
              <a:ext cx="45350" cy="99825"/>
            </a:xfrm>
            <a:custGeom>
              <a:rect b="b" l="l" r="r" t="t"/>
              <a:pathLst>
                <a:path extrusionOk="0" h="3993" w="1814">
                  <a:moveTo>
                    <a:pt x="0" y="1"/>
                  </a:moveTo>
                  <a:lnTo>
                    <a:pt x="0" y="3992"/>
                  </a:lnTo>
                  <a:lnTo>
                    <a:pt x="1813" y="3992"/>
                  </a:lnTo>
                  <a:lnTo>
                    <a:pt x="18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0"/>
            <p:cNvSpPr/>
            <p:nvPr/>
          </p:nvSpPr>
          <p:spPr>
            <a:xfrm>
              <a:off x="5517188" y="1527925"/>
              <a:ext cx="47100" cy="99825"/>
            </a:xfrm>
            <a:custGeom>
              <a:rect b="b" l="l" r="r" t="t"/>
              <a:pathLst>
                <a:path extrusionOk="0" h="3993" w="1884">
                  <a:moveTo>
                    <a:pt x="1" y="1"/>
                  </a:moveTo>
                  <a:lnTo>
                    <a:pt x="1" y="3992"/>
                  </a:lnTo>
                  <a:lnTo>
                    <a:pt x="1883" y="3992"/>
                  </a:lnTo>
                  <a:lnTo>
                    <a:pt x="1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0"/>
            <p:cNvSpPr/>
            <p:nvPr/>
          </p:nvSpPr>
          <p:spPr>
            <a:xfrm>
              <a:off x="5526338" y="1527925"/>
              <a:ext cx="45350" cy="30975"/>
            </a:xfrm>
            <a:custGeom>
              <a:rect b="b" l="l" r="r" t="t"/>
              <a:pathLst>
                <a:path extrusionOk="0" h="1239" w="1814">
                  <a:moveTo>
                    <a:pt x="1" y="1"/>
                  </a:moveTo>
                  <a:lnTo>
                    <a:pt x="1" y="1238"/>
                  </a:lnTo>
                  <a:lnTo>
                    <a:pt x="1814" y="1238"/>
                  </a:lnTo>
                  <a:lnTo>
                    <a:pt x="181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0"/>
            <p:cNvSpPr/>
            <p:nvPr/>
          </p:nvSpPr>
          <p:spPr>
            <a:xfrm>
              <a:off x="5787813" y="1527925"/>
              <a:ext cx="45350" cy="30975"/>
            </a:xfrm>
            <a:custGeom>
              <a:rect b="b" l="l" r="r" t="t"/>
              <a:pathLst>
                <a:path extrusionOk="0" h="1239" w="1814">
                  <a:moveTo>
                    <a:pt x="0" y="1"/>
                  </a:moveTo>
                  <a:lnTo>
                    <a:pt x="0" y="1238"/>
                  </a:lnTo>
                  <a:lnTo>
                    <a:pt x="1813" y="1238"/>
                  </a:lnTo>
                  <a:lnTo>
                    <a:pt x="18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0"/>
            <p:cNvSpPr/>
            <p:nvPr/>
          </p:nvSpPr>
          <p:spPr>
            <a:xfrm>
              <a:off x="5564263" y="1497000"/>
              <a:ext cx="223575" cy="145125"/>
            </a:xfrm>
            <a:custGeom>
              <a:rect b="b" l="l" r="r" t="t"/>
              <a:pathLst>
                <a:path extrusionOk="0" h="5805" w="8943">
                  <a:moveTo>
                    <a:pt x="0" y="0"/>
                  </a:moveTo>
                  <a:lnTo>
                    <a:pt x="0" y="5805"/>
                  </a:lnTo>
                  <a:lnTo>
                    <a:pt x="8942" y="5805"/>
                  </a:lnTo>
                  <a:lnTo>
                    <a:pt x="89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0"/>
            <p:cNvSpPr/>
            <p:nvPr/>
          </p:nvSpPr>
          <p:spPr>
            <a:xfrm>
              <a:off x="5709363" y="1497000"/>
              <a:ext cx="47525" cy="76275"/>
            </a:xfrm>
            <a:custGeom>
              <a:rect b="b" l="l" r="r" t="t"/>
              <a:pathLst>
                <a:path extrusionOk="0" h="3051" w="1901">
                  <a:moveTo>
                    <a:pt x="1" y="0"/>
                  </a:moveTo>
                  <a:lnTo>
                    <a:pt x="1" y="2475"/>
                  </a:lnTo>
                  <a:lnTo>
                    <a:pt x="960" y="3051"/>
                  </a:lnTo>
                  <a:lnTo>
                    <a:pt x="1901" y="2475"/>
                  </a:lnTo>
                  <a:lnTo>
                    <a:pt x="190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0"/>
            <p:cNvSpPr/>
            <p:nvPr/>
          </p:nvSpPr>
          <p:spPr>
            <a:xfrm>
              <a:off x="5602613" y="1497000"/>
              <a:ext cx="47075" cy="76275"/>
            </a:xfrm>
            <a:custGeom>
              <a:rect b="b" l="l" r="r" t="t"/>
              <a:pathLst>
                <a:path extrusionOk="0" h="3051" w="1883">
                  <a:moveTo>
                    <a:pt x="0" y="0"/>
                  </a:moveTo>
                  <a:lnTo>
                    <a:pt x="0" y="2475"/>
                  </a:lnTo>
                  <a:lnTo>
                    <a:pt x="941" y="3051"/>
                  </a:lnTo>
                  <a:lnTo>
                    <a:pt x="1883" y="2475"/>
                  </a:lnTo>
                  <a:lnTo>
                    <a:pt x="188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0"/>
            <p:cNvSpPr/>
            <p:nvPr/>
          </p:nvSpPr>
          <p:spPr>
            <a:xfrm>
              <a:off x="5571663" y="1611600"/>
              <a:ext cx="214000" cy="30525"/>
            </a:xfrm>
            <a:custGeom>
              <a:rect b="b" l="l" r="r" t="t"/>
              <a:pathLst>
                <a:path extrusionOk="0" h="1221" w="8560">
                  <a:moveTo>
                    <a:pt x="1" y="0"/>
                  </a:moveTo>
                  <a:lnTo>
                    <a:pt x="1" y="1221"/>
                  </a:lnTo>
                  <a:lnTo>
                    <a:pt x="8559" y="1221"/>
                  </a:lnTo>
                  <a:lnTo>
                    <a:pt x="85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0"/>
            <p:cNvSpPr/>
            <p:nvPr/>
          </p:nvSpPr>
          <p:spPr>
            <a:xfrm>
              <a:off x="5595188" y="1164925"/>
              <a:ext cx="37950" cy="99825"/>
            </a:xfrm>
            <a:custGeom>
              <a:rect b="b" l="l" r="r" t="t"/>
              <a:pathLst>
                <a:path extrusionOk="0" h="3993" w="1518">
                  <a:moveTo>
                    <a:pt x="1" y="1"/>
                  </a:moveTo>
                  <a:lnTo>
                    <a:pt x="1" y="3992"/>
                  </a:lnTo>
                  <a:lnTo>
                    <a:pt x="1517" y="3992"/>
                  </a:lnTo>
                  <a:lnTo>
                    <a:pt x="15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0"/>
            <p:cNvSpPr/>
            <p:nvPr/>
          </p:nvSpPr>
          <p:spPr>
            <a:xfrm>
              <a:off x="5725938" y="1164925"/>
              <a:ext cx="37925" cy="99825"/>
            </a:xfrm>
            <a:custGeom>
              <a:rect b="b" l="l" r="r" t="t"/>
              <a:pathLst>
                <a:path extrusionOk="0" h="3993" w="1517">
                  <a:moveTo>
                    <a:pt x="0" y="1"/>
                  </a:moveTo>
                  <a:lnTo>
                    <a:pt x="0" y="3992"/>
                  </a:lnTo>
                  <a:lnTo>
                    <a:pt x="1517" y="3992"/>
                  </a:lnTo>
                  <a:lnTo>
                    <a:pt x="15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0"/>
            <p:cNvSpPr/>
            <p:nvPr/>
          </p:nvSpPr>
          <p:spPr>
            <a:xfrm>
              <a:off x="5564263" y="1264725"/>
              <a:ext cx="230550" cy="232300"/>
            </a:xfrm>
            <a:custGeom>
              <a:rect b="b" l="l" r="r" t="t"/>
              <a:pathLst>
                <a:path extrusionOk="0" h="9292" w="9222">
                  <a:moveTo>
                    <a:pt x="140" y="0"/>
                  </a:moveTo>
                  <a:cubicBezTo>
                    <a:pt x="70" y="0"/>
                    <a:pt x="0" y="70"/>
                    <a:pt x="0" y="140"/>
                  </a:cubicBezTo>
                  <a:lnTo>
                    <a:pt x="0" y="9291"/>
                  </a:lnTo>
                  <a:lnTo>
                    <a:pt x="9221" y="9291"/>
                  </a:lnTo>
                  <a:lnTo>
                    <a:pt x="9221" y="802"/>
                  </a:lnTo>
                  <a:cubicBezTo>
                    <a:pt x="9221" y="366"/>
                    <a:pt x="8855" y="0"/>
                    <a:pt x="84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0"/>
            <p:cNvSpPr/>
            <p:nvPr/>
          </p:nvSpPr>
          <p:spPr>
            <a:xfrm>
              <a:off x="5595188" y="1342725"/>
              <a:ext cx="168675" cy="76275"/>
            </a:xfrm>
            <a:custGeom>
              <a:rect b="b" l="l" r="r" t="t"/>
              <a:pathLst>
                <a:path extrusionOk="0" h="3051" w="6747">
                  <a:moveTo>
                    <a:pt x="1" y="0"/>
                  </a:moveTo>
                  <a:lnTo>
                    <a:pt x="1" y="3051"/>
                  </a:lnTo>
                  <a:lnTo>
                    <a:pt x="6747" y="3051"/>
                  </a:lnTo>
                  <a:lnTo>
                    <a:pt x="674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0"/>
            <p:cNvSpPr/>
            <p:nvPr/>
          </p:nvSpPr>
          <p:spPr>
            <a:xfrm>
              <a:off x="5564263" y="1466050"/>
              <a:ext cx="230550" cy="30975"/>
            </a:xfrm>
            <a:custGeom>
              <a:rect b="b" l="l" r="r" t="t"/>
              <a:pathLst>
                <a:path extrusionOk="0" h="1239" w="9222">
                  <a:moveTo>
                    <a:pt x="0" y="0"/>
                  </a:moveTo>
                  <a:lnTo>
                    <a:pt x="0" y="1238"/>
                  </a:lnTo>
                  <a:lnTo>
                    <a:pt x="9221" y="1238"/>
                  </a:lnTo>
                  <a:lnTo>
                    <a:pt x="92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0"/>
            <p:cNvSpPr/>
            <p:nvPr/>
          </p:nvSpPr>
          <p:spPr>
            <a:xfrm>
              <a:off x="5595188" y="1342725"/>
              <a:ext cx="168675" cy="30975"/>
            </a:xfrm>
            <a:custGeom>
              <a:rect b="b" l="l" r="r" t="t"/>
              <a:pathLst>
                <a:path extrusionOk="0" h="1239" w="6747">
                  <a:moveTo>
                    <a:pt x="1" y="0"/>
                  </a:moveTo>
                  <a:lnTo>
                    <a:pt x="1" y="1238"/>
                  </a:lnTo>
                  <a:lnTo>
                    <a:pt x="6747" y="1238"/>
                  </a:lnTo>
                  <a:lnTo>
                    <a:pt x="67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0"/>
            <p:cNvSpPr/>
            <p:nvPr/>
          </p:nvSpPr>
          <p:spPr>
            <a:xfrm>
              <a:off x="5629613" y="1373675"/>
              <a:ext cx="16600" cy="21800"/>
            </a:xfrm>
            <a:custGeom>
              <a:rect b="b" l="l" r="r" t="t"/>
              <a:pathLst>
                <a:path extrusionOk="0" h="872" w="664">
                  <a:moveTo>
                    <a:pt x="1" y="0"/>
                  </a:moveTo>
                  <a:lnTo>
                    <a:pt x="1" y="872"/>
                  </a:lnTo>
                  <a:lnTo>
                    <a:pt x="663" y="872"/>
                  </a:lnTo>
                  <a:lnTo>
                    <a:pt x="6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0"/>
            <p:cNvSpPr/>
            <p:nvPr/>
          </p:nvSpPr>
          <p:spPr>
            <a:xfrm>
              <a:off x="5560763" y="1511375"/>
              <a:ext cx="230550" cy="138150"/>
            </a:xfrm>
            <a:custGeom>
              <a:rect b="b" l="l" r="r" t="t"/>
              <a:pathLst>
                <a:path extrusionOk="0" h="5526" w="9222">
                  <a:moveTo>
                    <a:pt x="1" y="0"/>
                  </a:moveTo>
                  <a:lnTo>
                    <a:pt x="1" y="5526"/>
                  </a:lnTo>
                  <a:lnTo>
                    <a:pt x="9222" y="5526"/>
                  </a:lnTo>
                  <a:lnTo>
                    <a:pt x="9222" y="0"/>
                  </a:lnTo>
                  <a:lnTo>
                    <a:pt x="8647" y="0"/>
                  </a:lnTo>
                  <a:lnTo>
                    <a:pt x="8647" y="4951"/>
                  </a:lnTo>
                  <a:lnTo>
                    <a:pt x="576" y="4951"/>
                  </a:lnTo>
                  <a:lnTo>
                    <a:pt x="5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0"/>
            <p:cNvSpPr/>
            <p:nvPr/>
          </p:nvSpPr>
          <p:spPr>
            <a:xfrm>
              <a:off x="5584313" y="1157525"/>
              <a:ext cx="52750" cy="92400"/>
            </a:xfrm>
            <a:custGeom>
              <a:rect b="b" l="l" r="r" t="t"/>
              <a:pathLst>
                <a:path extrusionOk="0" h="3696" w="2110">
                  <a:moveTo>
                    <a:pt x="0" y="0"/>
                  </a:moveTo>
                  <a:lnTo>
                    <a:pt x="0" y="3696"/>
                  </a:lnTo>
                  <a:lnTo>
                    <a:pt x="575" y="3696"/>
                  </a:lnTo>
                  <a:lnTo>
                    <a:pt x="575" y="576"/>
                  </a:lnTo>
                  <a:lnTo>
                    <a:pt x="1517" y="576"/>
                  </a:lnTo>
                  <a:lnTo>
                    <a:pt x="1517" y="3696"/>
                  </a:lnTo>
                  <a:lnTo>
                    <a:pt x="2109" y="3696"/>
                  </a:lnTo>
                  <a:lnTo>
                    <a:pt x="210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0"/>
            <p:cNvSpPr/>
            <p:nvPr/>
          </p:nvSpPr>
          <p:spPr>
            <a:xfrm>
              <a:off x="5715038" y="1157525"/>
              <a:ext cx="54500" cy="92400"/>
            </a:xfrm>
            <a:custGeom>
              <a:rect b="b" l="l" r="r" t="t"/>
              <a:pathLst>
                <a:path extrusionOk="0" h="3696" w="2180">
                  <a:moveTo>
                    <a:pt x="0" y="0"/>
                  </a:moveTo>
                  <a:lnTo>
                    <a:pt x="0" y="3696"/>
                  </a:lnTo>
                  <a:lnTo>
                    <a:pt x="576" y="3696"/>
                  </a:lnTo>
                  <a:lnTo>
                    <a:pt x="576" y="576"/>
                  </a:lnTo>
                  <a:lnTo>
                    <a:pt x="1517" y="576"/>
                  </a:lnTo>
                  <a:lnTo>
                    <a:pt x="1517" y="3696"/>
                  </a:lnTo>
                  <a:lnTo>
                    <a:pt x="2179" y="3696"/>
                  </a:lnTo>
                  <a:lnTo>
                    <a:pt x="21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0"/>
            <p:cNvSpPr/>
            <p:nvPr/>
          </p:nvSpPr>
          <p:spPr>
            <a:xfrm>
              <a:off x="5653163" y="1210250"/>
              <a:ext cx="45350" cy="23550"/>
            </a:xfrm>
            <a:custGeom>
              <a:rect b="b" l="l" r="r" t="t"/>
              <a:pathLst>
                <a:path extrusionOk="0" h="942" w="1814">
                  <a:moveTo>
                    <a:pt x="0" y="0"/>
                  </a:moveTo>
                  <a:lnTo>
                    <a:pt x="0" y="942"/>
                  </a:lnTo>
                  <a:lnTo>
                    <a:pt x="593" y="942"/>
                  </a:lnTo>
                  <a:lnTo>
                    <a:pt x="593" y="645"/>
                  </a:lnTo>
                  <a:lnTo>
                    <a:pt x="1238" y="645"/>
                  </a:lnTo>
                  <a:lnTo>
                    <a:pt x="1238" y="942"/>
                  </a:lnTo>
                  <a:lnTo>
                    <a:pt x="1813" y="942"/>
                  </a:lnTo>
                  <a:lnTo>
                    <a:pt x="1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0"/>
            <p:cNvSpPr/>
            <p:nvPr/>
          </p:nvSpPr>
          <p:spPr>
            <a:xfrm>
              <a:off x="5591713" y="1333575"/>
              <a:ext cx="177825" cy="92850"/>
            </a:xfrm>
            <a:custGeom>
              <a:rect b="b" l="l" r="r" t="t"/>
              <a:pathLst>
                <a:path extrusionOk="0" h="3714" w="7113">
                  <a:moveTo>
                    <a:pt x="6450" y="663"/>
                  </a:moveTo>
                  <a:lnTo>
                    <a:pt x="6450" y="1238"/>
                  </a:lnTo>
                  <a:lnTo>
                    <a:pt x="6171" y="1238"/>
                  </a:lnTo>
                  <a:lnTo>
                    <a:pt x="6171" y="1883"/>
                  </a:lnTo>
                  <a:lnTo>
                    <a:pt x="6450" y="1883"/>
                  </a:lnTo>
                  <a:lnTo>
                    <a:pt x="6450" y="3121"/>
                  </a:lnTo>
                  <a:lnTo>
                    <a:pt x="576" y="3121"/>
                  </a:lnTo>
                  <a:lnTo>
                    <a:pt x="576" y="1883"/>
                  </a:lnTo>
                  <a:lnTo>
                    <a:pt x="942" y="1883"/>
                  </a:lnTo>
                  <a:lnTo>
                    <a:pt x="942" y="1238"/>
                  </a:lnTo>
                  <a:lnTo>
                    <a:pt x="576" y="1238"/>
                  </a:lnTo>
                  <a:lnTo>
                    <a:pt x="576" y="663"/>
                  </a:lnTo>
                  <a:close/>
                  <a:moveTo>
                    <a:pt x="0" y="0"/>
                  </a:moveTo>
                  <a:lnTo>
                    <a:pt x="0" y="3713"/>
                  </a:lnTo>
                  <a:lnTo>
                    <a:pt x="7112" y="3713"/>
                  </a:lnTo>
                  <a:lnTo>
                    <a:pt x="71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0"/>
            <p:cNvSpPr/>
            <p:nvPr/>
          </p:nvSpPr>
          <p:spPr>
            <a:xfrm>
              <a:off x="5800438" y="1518775"/>
              <a:ext cx="37950" cy="116375"/>
            </a:xfrm>
            <a:custGeom>
              <a:rect b="b" l="l" r="r" t="t"/>
              <a:pathLst>
                <a:path extrusionOk="0" h="4655" w="1518">
                  <a:moveTo>
                    <a:pt x="1" y="1"/>
                  </a:moveTo>
                  <a:lnTo>
                    <a:pt x="1" y="663"/>
                  </a:lnTo>
                  <a:lnTo>
                    <a:pt x="873" y="663"/>
                  </a:lnTo>
                  <a:lnTo>
                    <a:pt x="873" y="1238"/>
                  </a:lnTo>
                  <a:lnTo>
                    <a:pt x="280" y="1238"/>
                  </a:lnTo>
                  <a:lnTo>
                    <a:pt x="280" y="1883"/>
                  </a:lnTo>
                  <a:lnTo>
                    <a:pt x="873" y="1883"/>
                  </a:lnTo>
                  <a:lnTo>
                    <a:pt x="873" y="4062"/>
                  </a:lnTo>
                  <a:lnTo>
                    <a:pt x="1" y="4062"/>
                  </a:lnTo>
                  <a:lnTo>
                    <a:pt x="1" y="4655"/>
                  </a:lnTo>
                  <a:lnTo>
                    <a:pt x="1518" y="4655"/>
                  </a:lnTo>
                  <a:lnTo>
                    <a:pt x="15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0"/>
            <p:cNvSpPr/>
            <p:nvPr/>
          </p:nvSpPr>
          <p:spPr>
            <a:xfrm>
              <a:off x="5515438" y="1518775"/>
              <a:ext cx="37950" cy="116375"/>
            </a:xfrm>
            <a:custGeom>
              <a:rect b="b" l="l" r="r" t="t"/>
              <a:pathLst>
                <a:path extrusionOk="0" h="4655" w="1518">
                  <a:moveTo>
                    <a:pt x="1" y="1"/>
                  </a:moveTo>
                  <a:lnTo>
                    <a:pt x="1" y="4655"/>
                  </a:lnTo>
                  <a:lnTo>
                    <a:pt x="1517" y="4655"/>
                  </a:lnTo>
                  <a:lnTo>
                    <a:pt x="1517" y="4062"/>
                  </a:lnTo>
                  <a:lnTo>
                    <a:pt x="576" y="4062"/>
                  </a:lnTo>
                  <a:lnTo>
                    <a:pt x="576" y="1883"/>
                  </a:lnTo>
                  <a:lnTo>
                    <a:pt x="1221" y="1883"/>
                  </a:lnTo>
                  <a:lnTo>
                    <a:pt x="1221" y="1238"/>
                  </a:lnTo>
                  <a:lnTo>
                    <a:pt x="576" y="1238"/>
                  </a:lnTo>
                  <a:lnTo>
                    <a:pt x="576" y="663"/>
                  </a:lnTo>
                  <a:lnTo>
                    <a:pt x="1517" y="663"/>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0"/>
            <p:cNvSpPr/>
            <p:nvPr/>
          </p:nvSpPr>
          <p:spPr>
            <a:xfrm>
              <a:off x="5598688" y="1456900"/>
              <a:ext cx="154275" cy="16575"/>
            </a:xfrm>
            <a:custGeom>
              <a:rect b="b" l="l" r="r" t="t"/>
              <a:pathLst>
                <a:path extrusionOk="0" h="663" w="6171">
                  <a:moveTo>
                    <a:pt x="0" y="0"/>
                  </a:moveTo>
                  <a:lnTo>
                    <a:pt x="0" y="663"/>
                  </a:lnTo>
                  <a:lnTo>
                    <a:pt x="6171" y="663"/>
                  </a:lnTo>
                  <a:lnTo>
                    <a:pt x="617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0"/>
            <p:cNvSpPr/>
            <p:nvPr/>
          </p:nvSpPr>
          <p:spPr>
            <a:xfrm>
              <a:off x="5584313" y="1604200"/>
              <a:ext cx="185225" cy="14400"/>
            </a:xfrm>
            <a:custGeom>
              <a:rect b="b" l="l" r="r" t="t"/>
              <a:pathLst>
                <a:path extrusionOk="0" h="576" w="7409">
                  <a:moveTo>
                    <a:pt x="0" y="0"/>
                  </a:moveTo>
                  <a:lnTo>
                    <a:pt x="0" y="575"/>
                  </a:lnTo>
                  <a:lnTo>
                    <a:pt x="7408" y="575"/>
                  </a:lnTo>
                  <a:lnTo>
                    <a:pt x="74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0"/>
            <p:cNvSpPr/>
            <p:nvPr/>
          </p:nvSpPr>
          <p:spPr>
            <a:xfrm>
              <a:off x="5615238" y="1527925"/>
              <a:ext cx="14400" cy="14400"/>
            </a:xfrm>
            <a:custGeom>
              <a:rect b="b" l="l" r="r" t="t"/>
              <a:pathLst>
                <a:path extrusionOk="0" h="576" w="576">
                  <a:moveTo>
                    <a:pt x="1" y="1"/>
                  </a:moveTo>
                  <a:lnTo>
                    <a:pt x="1" y="576"/>
                  </a:lnTo>
                  <a:lnTo>
                    <a:pt x="576" y="576"/>
                  </a:lnTo>
                  <a:lnTo>
                    <a:pt x="5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0"/>
            <p:cNvSpPr/>
            <p:nvPr/>
          </p:nvSpPr>
          <p:spPr>
            <a:xfrm>
              <a:off x="5553363" y="1241200"/>
              <a:ext cx="247100" cy="341225"/>
            </a:xfrm>
            <a:custGeom>
              <a:rect b="b" l="l" r="r" t="t"/>
              <a:pathLst>
                <a:path extrusionOk="0" h="13649" w="9884">
                  <a:moveTo>
                    <a:pt x="8507" y="1220"/>
                  </a:moveTo>
                  <a:cubicBezTo>
                    <a:pt x="8943" y="1220"/>
                    <a:pt x="9222" y="1586"/>
                    <a:pt x="9222" y="2022"/>
                  </a:cubicBezTo>
                  <a:lnTo>
                    <a:pt x="9222" y="8628"/>
                  </a:lnTo>
                  <a:lnTo>
                    <a:pt x="8646" y="8628"/>
                  </a:lnTo>
                  <a:lnTo>
                    <a:pt x="8646" y="9291"/>
                  </a:lnTo>
                  <a:lnTo>
                    <a:pt x="9222" y="9291"/>
                  </a:lnTo>
                  <a:lnTo>
                    <a:pt x="9222" y="9866"/>
                  </a:lnTo>
                  <a:lnTo>
                    <a:pt x="576" y="9866"/>
                  </a:lnTo>
                  <a:lnTo>
                    <a:pt x="576" y="9291"/>
                  </a:lnTo>
                  <a:lnTo>
                    <a:pt x="1238" y="9291"/>
                  </a:lnTo>
                  <a:lnTo>
                    <a:pt x="1238" y="8628"/>
                  </a:lnTo>
                  <a:lnTo>
                    <a:pt x="576" y="8628"/>
                  </a:lnTo>
                  <a:lnTo>
                    <a:pt x="576" y="2022"/>
                  </a:lnTo>
                  <a:cubicBezTo>
                    <a:pt x="576" y="1586"/>
                    <a:pt x="942" y="1220"/>
                    <a:pt x="1378" y="1220"/>
                  </a:cubicBezTo>
                  <a:close/>
                  <a:moveTo>
                    <a:pt x="3417" y="10528"/>
                  </a:moveTo>
                  <a:lnTo>
                    <a:pt x="3417" y="12481"/>
                  </a:lnTo>
                  <a:lnTo>
                    <a:pt x="2755" y="12916"/>
                  </a:lnTo>
                  <a:lnTo>
                    <a:pt x="2110" y="12481"/>
                  </a:lnTo>
                  <a:lnTo>
                    <a:pt x="2110" y="10528"/>
                  </a:lnTo>
                  <a:close/>
                  <a:moveTo>
                    <a:pt x="7705" y="10528"/>
                  </a:moveTo>
                  <a:lnTo>
                    <a:pt x="7705" y="12481"/>
                  </a:lnTo>
                  <a:lnTo>
                    <a:pt x="7043" y="12916"/>
                  </a:lnTo>
                  <a:lnTo>
                    <a:pt x="6467" y="12481"/>
                  </a:lnTo>
                  <a:lnTo>
                    <a:pt x="6467" y="10528"/>
                  </a:lnTo>
                  <a:close/>
                  <a:moveTo>
                    <a:pt x="3992" y="0"/>
                  </a:moveTo>
                  <a:lnTo>
                    <a:pt x="3992" y="645"/>
                  </a:lnTo>
                  <a:lnTo>
                    <a:pt x="1378" y="645"/>
                  </a:lnTo>
                  <a:cubicBezTo>
                    <a:pt x="576" y="645"/>
                    <a:pt x="0" y="1220"/>
                    <a:pt x="0" y="2022"/>
                  </a:cubicBezTo>
                  <a:lnTo>
                    <a:pt x="0" y="10528"/>
                  </a:lnTo>
                  <a:lnTo>
                    <a:pt x="1534" y="10528"/>
                  </a:lnTo>
                  <a:lnTo>
                    <a:pt x="1534" y="12847"/>
                  </a:lnTo>
                  <a:lnTo>
                    <a:pt x="2755" y="13649"/>
                  </a:lnTo>
                  <a:lnTo>
                    <a:pt x="3992" y="12847"/>
                  </a:lnTo>
                  <a:lnTo>
                    <a:pt x="3992" y="10528"/>
                  </a:lnTo>
                  <a:lnTo>
                    <a:pt x="5892" y="10528"/>
                  </a:lnTo>
                  <a:lnTo>
                    <a:pt x="5892" y="12847"/>
                  </a:lnTo>
                  <a:lnTo>
                    <a:pt x="7043" y="13649"/>
                  </a:lnTo>
                  <a:lnTo>
                    <a:pt x="8280" y="12847"/>
                  </a:lnTo>
                  <a:lnTo>
                    <a:pt x="8280" y="10528"/>
                  </a:lnTo>
                  <a:lnTo>
                    <a:pt x="9884" y="10528"/>
                  </a:lnTo>
                  <a:lnTo>
                    <a:pt x="9884" y="2022"/>
                  </a:lnTo>
                  <a:cubicBezTo>
                    <a:pt x="9884" y="1220"/>
                    <a:pt x="9222" y="645"/>
                    <a:pt x="8507" y="645"/>
                  </a:cubicBezTo>
                  <a:lnTo>
                    <a:pt x="5805" y="645"/>
                  </a:lnTo>
                  <a:lnTo>
                    <a:pt x="5805" y="0"/>
                  </a:lnTo>
                  <a:lnTo>
                    <a:pt x="5230" y="0"/>
                  </a:lnTo>
                  <a:lnTo>
                    <a:pt x="5230" y="645"/>
                  </a:lnTo>
                  <a:lnTo>
                    <a:pt x="4585" y="645"/>
                  </a:lnTo>
                  <a:lnTo>
                    <a:pt x="458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0"/>
            <p:cNvSpPr/>
            <p:nvPr/>
          </p:nvSpPr>
          <p:spPr>
            <a:xfrm>
              <a:off x="5722438" y="1527925"/>
              <a:ext cx="16150" cy="14400"/>
            </a:xfrm>
            <a:custGeom>
              <a:rect b="b" l="l" r="r" t="t"/>
              <a:pathLst>
                <a:path extrusionOk="0" h="576" w="646">
                  <a:moveTo>
                    <a:pt x="1" y="1"/>
                  </a:moveTo>
                  <a:lnTo>
                    <a:pt x="1" y="576"/>
                  </a:lnTo>
                  <a:lnTo>
                    <a:pt x="646" y="576"/>
                  </a:lnTo>
                  <a:lnTo>
                    <a:pt x="6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0"/>
            <p:cNvSpPr/>
            <p:nvPr/>
          </p:nvSpPr>
          <p:spPr>
            <a:xfrm>
              <a:off x="5622213" y="1364525"/>
              <a:ext cx="116375" cy="16125"/>
            </a:xfrm>
            <a:custGeom>
              <a:rect b="b" l="l" r="r" t="t"/>
              <a:pathLst>
                <a:path extrusionOk="0" h="645" w="4655">
                  <a:moveTo>
                    <a:pt x="1" y="0"/>
                  </a:moveTo>
                  <a:lnTo>
                    <a:pt x="1" y="645"/>
                  </a:lnTo>
                  <a:lnTo>
                    <a:pt x="4655" y="645"/>
                  </a:lnTo>
                  <a:lnTo>
                    <a:pt x="46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 name="Google Shape;1926;p50"/>
          <p:cNvGrpSpPr/>
          <p:nvPr/>
        </p:nvGrpSpPr>
        <p:grpSpPr>
          <a:xfrm>
            <a:off x="5430038" y="2026825"/>
            <a:ext cx="493775" cy="492025"/>
            <a:chOff x="5430038" y="1883950"/>
            <a:chExt cx="493775" cy="492025"/>
          </a:xfrm>
        </p:grpSpPr>
        <p:sp>
          <p:nvSpPr>
            <p:cNvPr id="1927" name="Google Shape;1927;p50"/>
            <p:cNvSpPr/>
            <p:nvPr/>
          </p:nvSpPr>
          <p:spPr>
            <a:xfrm>
              <a:off x="5676688" y="1890925"/>
              <a:ext cx="92850" cy="38375"/>
            </a:xfrm>
            <a:custGeom>
              <a:rect b="b" l="l" r="r" t="t"/>
              <a:pathLst>
                <a:path extrusionOk="0" h="1535" w="3714">
                  <a:moveTo>
                    <a:pt x="1" y="1"/>
                  </a:moveTo>
                  <a:lnTo>
                    <a:pt x="1" y="1535"/>
                  </a:lnTo>
                  <a:lnTo>
                    <a:pt x="3713" y="1535"/>
                  </a:lnTo>
                  <a:lnTo>
                    <a:pt x="37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0"/>
            <p:cNvSpPr/>
            <p:nvPr/>
          </p:nvSpPr>
          <p:spPr>
            <a:xfrm>
              <a:off x="5715038" y="1914475"/>
              <a:ext cx="92400" cy="38375"/>
            </a:xfrm>
            <a:custGeom>
              <a:rect b="b" l="l" r="r" t="t"/>
              <a:pathLst>
                <a:path extrusionOk="0" h="1535" w="3696">
                  <a:moveTo>
                    <a:pt x="0" y="0"/>
                  </a:moveTo>
                  <a:lnTo>
                    <a:pt x="0" y="1534"/>
                  </a:lnTo>
                  <a:lnTo>
                    <a:pt x="3696" y="1534"/>
                  </a:lnTo>
                  <a:lnTo>
                    <a:pt x="369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0"/>
            <p:cNvSpPr/>
            <p:nvPr/>
          </p:nvSpPr>
          <p:spPr>
            <a:xfrm>
              <a:off x="5430038" y="2190750"/>
              <a:ext cx="115950" cy="23550"/>
            </a:xfrm>
            <a:custGeom>
              <a:rect b="b" l="l" r="r" t="t"/>
              <a:pathLst>
                <a:path extrusionOk="0" h="942" w="4638">
                  <a:moveTo>
                    <a:pt x="0" y="0"/>
                  </a:moveTo>
                  <a:lnTo>
                    <a:pt x="0" y="942"/>
                  </a:lnTo>
                  <a:lnTo>
                    <a:pt x="4637" y="942"/>
                  </a:lnTo>
                  <a:lnTo>
                    <a:pt x="463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0"/>
            <p:cNvSpPr/>
            <p:nvPr/>
          </p:nvSpPr>
          <p:spPr>
            <a:xfrm>
              <a:off x="5807413" y="2190750"/>
              <a:ext cx="116400" cy="23550"/>
            </a:xfrm>
            <a:custGeom>
              <a:rect b="b" l="l" r="r" t="t"/>
              <a:pathLst>
                <a:path extrusionOk="0" h="942" w="4656">
                  <a:moveTo>
                    <a:pt x="1" y="0"/>
                  </a:moveTo>
                  <a:lnTo>
                    <a:pt x="1" y="942"/>
                  </a:lnTo>
                  <a:lnTo>
                    <a:pt x="4655" y="942"/>
                  </a:lnTo>
                  <a:lnTo>
                    <a:pt x="46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0"/>
            <p:cNvSpPr/>
            <p:nvPr/>
          </p:nvSpPr>
          <p:spPr>
            <a:xfrm>
              <a:off x="5430038" y="2212525"/>
              <a:ext cx="115950" cy="156050"/>
            </a:xfrm>
            <a:custGeom>
              <a:rect b="b" l="l" r="r" t="t"/>
              <a:pathLst>
                <a:path extrusionOk="0" h="6242" w="4638">
                  <a:moveTo>
                    <a:pt x="0" y="1"/>
                  </a:moveTo>
                  <a:lnTo>
                    <a:pt x="0" y="6241"/>
                  </a:lnTo>
                  <a:lnTo>
                    <a:pt x="4637" y="6241"/>
                  </a:lnTo>
                  <a:lnTo>
                    <a:pt x="46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0"/>
            <p:cNvSpPr/>
            <p:nvPr/>
          </p:nvSpPr>
          <p:spPr>
            <a:xfrm>
              <a:off x="5807413" y="2212525"/>
              <a:ext cx="116400" cy="156050"/>
            </a:xfrm>
            <a:custGeom>
              <a:rect b="b" l="l" r="r" t="t"/>
              <a:pathLst>
                <a:path extrusionOk="0" h="6242" w="4656">
                  <a:moveTo>
                    <a:pt x="1" y="1"/>
                  </a:moveTo>
                  <a:lnTo>
                    <a:pt x="1" y="6241"/>
                  </a:lnTo>
                  <a:lnTo>
                    <a:pt x="4655" y="6241"/>
                  </a:lnTo>
                  <a:lnTo>
                    <a:pt x="465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0"/>
            <p:cNvSpPr/>
            <p:nvPr/>
          </p:nvSpPr>
          <p:spPr>
            <a:xfrm>
              <a:off x="5537238" y="2107075"/>
              <a:ext cx="277625" cy="21825"/>
            </a:xfrm>
            <a:custGeom>
              <a:rect b="b" l="l" r="r" t="t"/>
              <a:pathLst>
                <a:path extrusionOk="0" h="873" w="11105">
                  <a:moveTo>
                    <a:pt x="1" y="1"/>
                  </a:moveTo>
                  <a:lnTo>
                    <a:pt x="1" y="872"/>
                  </a:lnTo>
                  <a:lnTo>
                    <a:pt x="11104" y="872"/>
                  </a:lnTo>
                  <a:lnTo>
                    <a:pt x="11104" y="1"/>
                  </a:lnTo>
                  <a:close/>
                </a:path>
              </a:pathLst>
            </a:custGeom>
            <a:solidFill>
              <a:srgbClr val="39A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0"/>
            <p:cNvSpPr/>
            <p:nvPr/>
          </p:nvSpPr>
          <p:spPr>
            <a:xfrm>
              <a:off x="5522413" y="2083550"/>
              <a:ext cx="309000" cy="23550"/>
            </a:xfrm>
            <a:custGeom>
              <a:rect b="b" l="l" r="r" t="t"/>
              <a:pathLst>
                <a:path extrusionOk="0" h="942" w="12360">
                  <a:moveTo>
                    <a:pt x="1" y="0"/>
                  </a:moveTo>
                  <a:lnTo>
                    <a:pt x="1" y="942"/>
                  </a:lnTo>
                  <a:lnTo>
                    <a:pt x="12360" y="942"/>
                  </a:lnTo>
                  <a:lnTo>
                    <a:pt x="12360" y="0"/>
                  </a:lnTo>
                  <a:close/>
                </a:path>
              </a:pathLst>
            </a:custGeom>
            <a:solidFill>
              <a:srgbClr val="A4C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0"/>
            <p:cNvSpPr/>
            <p:nvPr/>
          </p:nvSpPr>
          <p:spPr>
            <a:xfrm>
              <a:off x="5506288" y="1998125"/>
              <a:ext cx="339500" cy="85450"/>
            </a:xfrm>
            <a:custGeom>
              <a:rect b="b" l="l" r="r" t="t"/>
              <a:pathLst>
                <a:path extrusionOk="0" h="3418" w="13580">
                  <a:moveTo>
                    <a:pt x="6817" y="1"/>
                  </a:moveTo>
                  <a:lnTo>
                    <a:pt x="1" y="2180"/>
                  </a:lnTo>
                  <a:lnTo>
                    <a:pt x="1" y="3417"/>
                  </a:lnTo>
                  <a:lnTo>
                    <a:pt x="13580" y="3417"/>
                  </a:lnTo>
                  <a:lnTo>
                    <a:pt x="13580" y="2180"/>
                  </a:lnTo>
                  <a:lnTo>
                    <a:pt x="6817" y="1"/>
                  </a:lnTo>
                  <a:close/>
                </a:path>
              </a:pathLst>
            </a:custGeom>
            <a:solidFill>
              <a:srgbClr val="39A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0"/>
            <p:cNvSpPr/>
            <p:nvPr/>
          </p:nvSpPr>
          <p:spPr>
            <a:xfrm>
              <a:off x="5545963" y="2128875"/>
              <a:ext cx="261475" cy="239700"/>
            </a:xfrm>
            <a:custGeom>
              <a:rect b="b" l="l" r="r" t="t"/>
              <a:pathLst>
                <a:path extrusionOk="0" h="9588" w="10459">
                  <a:moveTo>
                    <a:pt x="0" y="0"/>
                  </a:moveTo>
                  <a:lnTo>
                    <a:pt x="0" y="9587"/>
                  </a:lnTo>
                  <a:lnTo>
                    <a:pt x="10459" y="9587"/>
                  </a:lnTo>
                  <a:lnTo>
                    <a:pt x="10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0"/>
            <p:cNvSpPr/>
            <p:nvPr/>
          </p:nvSpPr>
          <p:spPr>
            <a:xfrm>
              <a:off x="5584313" y="2159800"/>
              <a:ext cx="14400" cy="177825"/>
            </a:xfrm>
            <a:custGeom>
              <a:rect b="b" l="l" r="r" t="t"/>
              <a:pathLst>
                <a:path extrusionOk="0" h="7113" w="576">
                  <a:moveTo>
                    <a:pt x="0" y="1"/>
                  </a:moveTo>
                  <a:lnTo>
                    <a:pt x="0" y="7113"/>
                  </a:lnTo>
                  <a:lnTo>
                    <a:pt x="575" y="7113"/>
                  </a:lnTo>
                  <a:lnTo>
                    <a:pt x="57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0"/>
            <p:cNvSpPr/>
            <p:nvPr/>
          </p:nvSpPr>
          <p:spPr>
            <a:xfrm>
              <a:off x="5629613" y="2159800"/>
              <a:ext cx="16600" cy="177825"/>
            </a:xfrm>
            <a:custGeom>
              <a:rect b="b" l="l" r="r" t="t"/>
              <a:pathLst>
                <a:path extrusionOk="0" h="7113" w="664">
                  <a:moveTo>
                    <a:pt x="1" y="1"/>
                  </a:moveTo>
                  <a:lnTo>
                    <a:pt x="1" y="7113"/>
                  </a:lnTo>
                  <a:lnTo>
                    <a:pt x="663" y="7113"/>
                  </a:lnTo>
                  <a:lnTo>
                    <a:pt x="66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0"/>
            <p:cNvSpPr/>
            <p:nvPr/>
          </p:nvSpPr>
          <p:spPr>
            <a:xfrm>
              <a:off x="5676688" y="2159800"/>
              <a:ext cx="14850" cy="177825"/>
            </a:xfrm>
            <a:custGeom>
              <a:rect b="b" l="l" r="r" t="t"/>
              <a:pathLst>
                <a:path extrusionOk="0" h="7113" w="594">
                  <a:moveTo>
                    <a:pt x="1" y="1"/>
                  </a:moveTo>
                  <a:lnTo>
                    <a:pt x="1" y="7113"/>
                  </a:lnTo>
                  <a:lnTo>
                    <a:pt x="593" y="7113"/>
                  </a:lnTo>
                  <a:lnTo>
                    <a:pt x="59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0"/>
            <p:cNvSpPr/>
            <p:nvPr/>
          </p:nvSpPr>
          <p:spPr>
            <a:xfrm>
              <a:off x="5722438" y="2159800"/>
              <a:ext cx="16150" cy="177825"/>
            </a:xfrm>
            <a:custGeom>
              <a:rect b="b" l="l" r="r" t="t"/>
              <a:pathLst>
                <a:path extrusionOk="0" h="7113" w="646">
                  <a:moveTo>
                    <a:pt x="1" y="1"/>
                  </a:moveTo>
                  <a:lnTo>
                    <a:pt x="1" y="7113"/>
                  </a:lnTo>
                  <a:lnTo>
                    <a:pt x="646" y="7113"/>
                  </a:lnTo>
                  <a:lnTo>
                    <a:pt x="64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0"/>
            <p:cNvSpPr/>
            <p:nvPr/>
          </p:nvSpPr>
          <p:spPr>
            <a:xfrm>
              <a:off x="5769513" y="2159800"/>
              <a:ext cx="14400" cy="177825"/>
            </a:xfrm>
            <a:custGeom>
              <a:rect b="b" l="l" r="r" t="t"/>
              <a:pathLst>
                <a:path extrusionOk="0" h="7113" w="576">
                  <a:moveTo>
                    <a:pt x="0" y="1"/>
                  </a:moveTo>
                  <a:lnTo>
                    <a:pt x="0" y="7113"/>
                  </a:lnTo>
                  <a:lnTo>
                    <a:pt x="576" y="7113"/>
                  </a:lnTo>
                  <a:lnTo>
                    <a:pt x="5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0"/>
            <p:cNvSpPr/>
            <p:nvPr/>
          </p:nvSpPr>
          <p:spPr>
            <a:xfrm>
              <a:off x="5430038" y="2361125"/>
              <a:ext cx="493775" cy="14850"/>
            </a:xfrm>
            <a:custGeom>
              <a:rect b="b" l="l" r="r" t="t"/>
              <a:pathLst>
                <a:path extrusionOk="0" h="594" w="19751">
                  <a:moveTo>
                    <a:pt x="0" y="1"/>
                  </a:moveTo>
                  <a:lnTo>
                    <a:pt x="0" y="594"/>
                  </a:lnTo>
                  <a:lnTo>
                    <a:pt x="19750" y="594"/>
                  </a:lnTo>
                  <a:lnTo>
                    <a:pt x="197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0"/>
            <p:cNvSpPr/>
            <p:nvPr/>
          </p:nvSpPr>
          <p:spPr>
            <a:xfrm>
              <a:off x="5537238" y="2121450"/>
              <a:ext cx="277625" cy="232750"/>
            </a:xfrm>
            <a:custGeom>
              <a:rect b="b" l="l" r="r" t="t"/>
              <a:pathLst>
                <a:path extrusionOk="0" h="9310" w="11105">
                  <a:moveTo>
                    <a:pt x="1" y="1"/>
                  </a:moveTo>
                  <a:lnTo>
                    <a:pt x="1" y="9309"/>
                  </a:lnTo>
                  <a:lnTo>
                    <a:pt x="645" y="9309"/>
                  </a:lnTo>
                  <a:lnTo>
                    <a:pt x="645" y="663"/>
                  </a:lnTo>
                  <a:lnTo>
                    <a:pt x="10529" y="663"/>
                  </a:lnTo>
                  <a:lnTo>
                    <a:pt x="10529" y="9309"/>
                  </a:lnTo>
                  <a:lnTo>
                    <a:pt x="11104" y="9309"/>
                  </a:lnTo>
                  <a:lnTo>
                    <a:pt x="1110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0"/>
            <p:cNvSpPr/>
            <p:nvPr/>
          </p:nvSpPr>
          <p:spPr>
            <a:xfrm>
              <a:off x="5567738" y="2145425"/>
              <a:ext cx="30975" cy="207025"/>
            </a:xfrm>
            <a:custGeom>
              <a:rect b="b" l="l" r="r" t="t"/>
              <a:pathLst>
                <a:path extrusionOk="0" h="8281" w="1239">
                  <a:moveTo>
                    <a:pt x="1" y="1"/>
                  </a:moveTo>
                  <a:lnTo>
                    <a:pt x="1" y="576"/>
                  </a:lnTo>
                  <a:lnTo>
                    <a:pt x="367" y="576"/>
                  </a:lnTo>
                  <a:lnTo>
                    <a:pt x="367" y="7688"/>
                  </a:lnTo>
                  <a:lnTo>
                    <a:pt x="1" y="7688"/>
                  </a:lnTo>
                  <a:lnTo>
                    <a:pt x="1" y="8280"/>
                  </a:lnTo>
                  <a:lnTo>
                    <a:pt x="1238" y="8280"/>
                  </a:lnTo>
                  <a:lnTo>
                    <a:pt x="1238" y="7688"/>
                  </a:lnTo>
                  <a:lnTo>
                    <a:pt x="959" y="7688"/>
                  </a:lnTo>
                  <a:lnTo>
                    <a:pt x="959" y="576"/>
                  </a:lnTo>
                  <a:lnTo>
                    <a:pt x="1238" y="576"/>
                  </a:lnTo>
                  <a:lnTo>
                    <a:pt x="1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0"/>
            <p:cNvSpPr/>
            <p:nvPr/>
          </p:nvSpPr>
          <p:spPr>
            <a:xfrm>
              <a:off x="5615238" y="2145425"/>
              <a:ext cx="30975" cy="207025"/>
            </a:xfrm>
            <a:custGeom>
              <a:rect b="b" l="l" r="r" t="t"/>
              <a:pathLst>
                <a:path extrusionOk="0" h="8281" w="1239">
                  <a:moveTo>
                    <a:pt x="1" y="1"/>
                  </a:moveTo>
                  <a:lnTo>
                    <a:pt x="1" y="576"/>
                  </a:lnTo>
                  <a:lnTo>
                    <a:pt x="280" y="576"/>
                  </a:lnTo>
                  <a:lnTo>
                    <a:pt x="280" y="7688"/>
                  </a:lnTo>
                  <a:lnTo>
                    <a:pt x="1" y="7688"/>
                  </a:lnTo>
                  <a:lnTo>
                    <a:pt x="1" y="8280"/>
                  </a:lnTo>
                  <a:lnTo>
                    <a:pt x="1238" y="8280"/>
                  </a:lnTo>
                  <a:lnTo>
                    <a:pt x="1238" y="7688"/>
                  </a:lnTo>
                  <a:lnTo>
                    <a:pt x="872" y="7688"/>
                  </a:lnTo>
                  <a:lnTo>
                    <a:pt x="872" y="576"/>
                  </a:lnTo>
                  <a:lnTo>
                    <a:pt x="1238" y="576"/>
                  </a:lnTo>
                  <a:lnTo>
                    <a:pt x="1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0"/>
            <p:cNvSpPr/>
            <p:nvPr/>
          </p:nvSpPr>
          <p:spPr>
            <a:xfrm>
              <a:off x="5660563" y="2145425"/>
              <a:ext cx="30975" cy="207025"/>
            </a:xfrm>
            <a:custGeom>
              <a:rect b="b" l="l" r="r" t="t"/>
              <a:pathLst>
                <a:path extrusionOk="0" h="8281" w="1239">
                  <a:moveTo>
                    <a:pt x="1" y="1"/>
                  </a:moveTo>
                  <a:lnTo>
                    <a:pt x="1" y="576"/>
                  </a:lnTo>
                  <a:lnTo>
                    <a:pt x="367" y="576"/>
                  </a:lnTo>
                  <a:lnTo>
                    <a:pt x="367" y="7688"/>
                  </a:lnTo>
                  <a:lnTo>
                    <a:pt x="1" y="7688"/>
                  </a:lnTo>
                  <a:lnTo>
                    <a:pt x="1" y="8280"/>
                  </a:lnTo>
                  <a:lnTo>
                    <a:pt x="1238" y="8280"/>
                  </a:lnTo>
                  <a:lnTo>
                    <a:pt x="1238" y="7688"/>
                  </a:lnTo>
                  <a:lnTo>
                    <a:pt x="942" y="7688"/>
                  </a:lnTo>
                  <a:lnTo>
                    <a:pt x="942" y="576"/>
                  </a:lnTo>
                  <a:lnTo>
                    <a:pt x="1238" y="576"/>
                  </a:lnTo>
                  <a:lnTo>
                    <a:pt x="1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0"/>
            <p:cNvSpPr/>
            <p:nvPr/>
          </p:nvSpPr>
          <p:spPr>
            <a:xfrm>
              <a:off x="5707638" y="2145425"/>
              <a:ext cx="30950" cy="207025"/>
            </a:xfrm>
            <a:custGeom>
              <a:rect b="b" l="l" r="r" t="t"/>
              <a:pathLst>
                <a:path extrusionOk="0" h="8281" w="1238">
                  <a:moveTo>
                    <a:pt x="0" y="1"/>
                  </a:moveTo>
                  <a:lnTo>
                    <a:pt x="0" y="576"/>
                  </a:lnTo>
                  <a:lnTo>
                    <a:pt x="296" y="576"/>
                  </a:lnTo>
                  <a:lnTo>
                    <a:pt x="296" y="7688"/>
                  </a:lnTo>
                  <a:lnTo>
                    <a:pt x="0" y="7688"/>
                  </a:lnTo>
                  <a:lnTo>
                    <a:pt x="0" y="8280"/>
                  </a:lnTo>
                  <a:lnTo>
                    <a:pt x="1238" y="8280"/>
                  </a:lnTo>
                  <a:lnTo>
                    <a:pt x="1238" y="7688"/>
                  </a:lnTo>
                  <a:lnTo>
                    <a:pt x="872" y="7688"/>
                  </a:lnTo>
                  <a:lnTo>
                    <a:pt x="872" y="576"/>
                  </a:lnTo>
                  <a:lnTo>
                    <a:pt x="1238" y="576"/>
                  </a:lnTo>
                  <a:lnTo>
                    <a:pt x="1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0"/>
            <p:cNvSpPr/>
            <p:nvPr/>
          </p:nvSpPr>
          <p:spPr>
            <a:xfrm>
              <a:off x="5752938" y="2145425"/>
              <a:ext cx="30975" cy="207025"/>
            </a:xfrm>
            <a:custGeom>
              <a:rect b="b" l="l" r="r" t="t"/>
              <a:pathLst>
                <a:path extrusionOk="0" h="8281" w="1239">
                  <a:moveTo>
                    <a:pt x="1" y="1"/>
                  </a:moveTo>
                  <a:lnTo>
                    <a:pt x="1" y="576"/>
                  </a:lnTo>
                  <a:lnTo>
                    <a:pt x="297" y="576"/>
                  </a:lnTo>
                  <a:lnTo>
                    <a:pt x="297" y="7688"/>
                  </a:lnTo>
                  <a:lnTo>
                    <a:pt x="1" y="7688"/>
                  </a:lnTo>
                  <a:lnTo>
                    <a:pt x="1" y="8280"/>
                  </a:lnTo>
                  <a:lnTo>
                    <a:pt x="1239" y="8280"/>
                  </a:lnTo>
                  <a:lnTo>
                    <a:pt x="1239" y="7688"/>
                  </a:lnTo>
                  <a:lnTo>
                    <a:pt x="960" y="7688"/>
                  </a:lnTo>
                  <a:lnTo>
                    <a:pt x="960" y="576"/>
                  </a:lnTo>
                  <a:lnTo>
                    <a:pt x="1239" y="576"/>
                  </a:lnTo>
                  <a:lnTo>
                    <a:pt x="12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0"/>
            <p:cNvSpPr/>
            <p:nvPr/>
          </p:nvSpPr>
          <p:spPr>
            <a:xfrm>
              <a:off x="5522413" y="2099675"/>
              <a:ext cx="309000" cy="14825"/>
            </a:xfrm>
            <a:custGeom>
              <a:rect b="b" l="l" r="r" t="t"/>
              <a:pathLst>
                <a:path extrusionOk="0" h="593" w="12360">
                  <a:moveTo>
                    <a:pt x="1" y="0"/>
                  </a:moveTo>
                  <a:lnTo>
                    <a:pt x="1" y="593"/>
                  </a:lnTo>
                  <a:lnTo>
                    <a:pt x="12360" y="593"/>
                  </a:lnTo>
                  <a:lnTo>
                    <a:pt x="123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0"/>
            <p:cNvSpPr/>
            <p:nvPr/>
          </p:nvSpPr>
          <p:spPr>
            <a:xfrm>
              <a:off x="5430038" y="2183350"/>
              <a:ext cx="99825" cy="16575"/>
            </a:xfrm>
            <a:custGeom>
              <a:rect b="b" l="l" r="r" t="t"/>
              <a:pathLst>
                <a:path extrusionOk="0" h="663" w="3993">
                  <a:moveTo>
                    <a:pt x="0" y="0"/>
                  </a:moveTo>
                  <a:lnTo>
                    <a:pt x="0" y="662"/>
                  </a:lnTo>
                  <a:lnTo>
                    <a:pt x="3992" y="662"/>
                  </a:lnTo>
                  <a:lnTo>
                    <a:pt x="39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0"/>
            <p:cNvSpPr/>
            <p:nvPr/>
          </p:nvSpPr>
          <p:spPr>
            <a:xfrm>
              <a:off x="5498888" y="1883950"/>
              <a:ext cx="354325" cy="207025"/>
            </a:xfrm>
            <a:custGeom>
              <a:rect b="b" l="l" r="r" t="t"/>
              <a:pathLst>
                <a:path extrusionOk="0" h="8281" w="14173">
                  <a:moveTo>
                    <a:pt x="7113" y="4934"/>
                  </a:moveTo>
                  <a:lnTo>
                    <a:pt x="13580" y="6973"/>
                  </a:lnTo>
                  <a:lnTo>
                    <a:pt x="13580" y="7688"/>
                  </a:lnTo>
                  <a:lnTo>
                    <a:pt x="663" y="7688"/>
                  </a:lnTo>
                  <a:lnTo>
                    <a:pt x="663" y="6973"/>
                  </a:lnTo>
                  <a:lnTo>
                    <a:pt x="7113" y="4934"/>
                  </a:lnTo>
                  <a:close/>
                  <a:moveTo>
                    <a:pt x="6834" y="1"/>
                  </a:moveTo>
                  <a:lnTo>
                    <a:pt x="6834" y="4359"/>
                  </a:lnTo>
                  <a:lnTo>
                    <a:pt x="1" y="6538"/>
                  </a:lnTo>
                  <a:lnTo>
                    <a:pt x="1" y="8281"/>
                  </a:lnTo>
                  <a:lnTo>
                    <a:pt x="14172" y="8281"/>
                  </a:lnTo>
                  <a:lnTo>
                    <a:pt x="14172" y="6538"/>
                  </a:lnTo>
                  <a:lnTo>
                    <a:pt x="7409" y="4359"/>
                  </a:lnTo>
                  <a:lnTo>
                    <a:pt x="740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0"/>
            <p:cNvSpPr/>
            <p:nvPr/>
          </p:nvSpPr>
          <p:spPr>
            <a:xfrm>
              <a:off x="5691513" y="1883950"/>
              <a:ext cx="85425" cy="52325"/>
            </a:xfrm>
            <a:custGeom>
              <a:rect b="b" l="l" r="r" t="t"/>
              <a:pathLst>
                <a:path extrusionOk="0" h="2093" w="3417">
                  <a:moveTo>
                    <a:pt x="0" y="1"/>
                  </a:moveTo>
                  <a:lnTo>
                    <a:pt x="0" y="576"/>
                  </a:lnTo>
                  <a:lnTo>
                    <a:pt x="2754" y="576"/>
                  </a:lnTo>
                  <a:lnTo>
                    <a:pt x="2754" y="1517"/>
                  </a:lnTo>
                  <a:lnTo>
                    <a:pt x="0" y="1517"/>
                  </a:lnTo>
                  <a:lnTo>
                    <a:pt x="0" y="2093"/>
                  </a:lnTo>
                  <a:lnTo>
                    <a:pt x="3417" y="2093"/>
                  </a:lnTo>
                  <a:lnTo>
                    <a:pt x="34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0"/>
            <p:cNvSpPr/>
            <p:nvPr/>
          </p:nvSpPr>
          <p:spPr>
            <a:xfrm>
              <a:off x="5729413" y="1905750"/>
              <a:ext cx="85450" cy="54500"/>
            </a:xfrm>
            <a:custGeom>
              <a:rect b="b" l="l" r="r" t="t"/>
              <a:pathLst>
                <a:path extrusionOk="0" h="2180" w="3418">
                  <a:moveTo>
                    <a:pt x="2180" y="0"/>
                  </a:moveTo>
                  <a:lnTo>
                    <a:pt x="2180" y="645"/>
                  </a:lnTo>
                  <a:lnTo>
                    <a:pt x="2842" y="645"/>
                  </a:lnTo>
                  <a:lnTo>
                    <a:pt x="2842" y="1587"/>
                  </a:lnTo>
                  <a:lnTo>
                    <a:pt x="1" y="1587"/>
                  </a:lnTo>
                  <a:lnTo>
                    <a:pt x="1" y="2179"/>
                  </a:lnTo>
                  <a:lnTo>
                    <a:pt x="3417" y="2179"/>
                  </a:lnTo>
                  <a:lnTo>
                    <a:pt x="34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0"/>
            <p:cNvSpPr/>
            <p:nvPr/>
          </p:nvSpPr>
          <p:spPr>
            <a:xfrm>
              <a:off x="5669713" y="2038225"/>
              <a:ext cx="14400" cy="14400"/>
            </a:xfrm>
            <a:custGeom>
              <a:rect b="b" l="l" r="r" t="t"/>
              <a:pathLst>
                <a:path extrusionOk="0" h="576" w="576">
                  <a:moveTo>
                    <a:pt x="1" y="1"/>
                  </a:moveTo>
                  <a:lnTo>
                    <a:pt x="1" y="576"/>
                  </a:lnTo>
                  <a:lnTo>
                    <a:pt x="576" y="576"/>
                  </a:lnTo>
                  <a:lnTo>
                    <a:pt x="5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0"/>
            <p:cNvSpPr/>
            <p:nvPr/>
          </p:nvSpPr>
          <p:spPr>
            <a:xfrm>
              <a:off x="5437013" y="2206875"/>
              <a:ext cx="85425" cy="14850"/>
            </a:xfrm>
            <a:custGeom>
              <a:rect b="b" l="l" r="r" t="t"/>
              <a:pathLst>
                <a:path extrusionOk="0" h="594" w="3417">
                  <a:moveTo>
                    <a:pt x="0" y="0"/>
                  </a:moveTo>
                  <a:lnTo>
                    <a:pt x="0" y="593"/>
                  </a:lnTo>
                  <a:lnTo>
                    <a:pt x="3417" y="593"/>
                  </a:lnTo>
                  <a:lnTo>
                    <a:pt x="34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0"/>
            <p:cNvSpPr/>
            <p:nvPr/>
          </p:nvSpPr>
          <p:spPr>
            <a:xfrm>
              <a:off x="5437013" y="2283125"/>
              <a:ext cx="85425" cy="16600"/>
            </a:xfrm>
            <a:custGeom>
              <a:rect b="b" l="l" r="r" t="t"/>
              <a:pathLst>
                <a:path extrusionOk="0" h="664" w="3417">
                  <a:moveTo>
                    <a:pt x="0" y="1"/>
                  </a:moveTo>
                  <a:lnTo>
                    <a:pt x="0" y="663"/>
                  </a:lnTo>
                  <a:lnTo>
                    <a:pt x="3417" y="663"/>
                  </a:lnTo>
                  <a:lnTo>
                    <a:pt x="3417" y="71"/>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0"/>
            <p:cNvSpPr/>
            <p:nvPr/>
          </p:nvSpPr>
          <p:spPr>
            <a:xfrm>
              <a:off x="5453563" y="2237800"/>
              <a:ext cx="14400" cy="30975"/>
            </a:xfrm>
            <a:custGeom>
              <a:rect b="b" l="l" r="r" t="t"/>
              <a:pathLst>
                <a:path extrusionOk="0" h="1239" w="576">
                  <a:moveTo>
                    <a:pt x="1" y="1"/>
                  </a:moveTo>
                  <a:lnTo>
                    <a:pt x="1" y="1239"/>
                  </a:lnTo>
                  <a:lnTo>
                    <a:pt x="576" y="1239"/>
                  </a:lnTo>
                  <a:lnTo>
                    <a:pt x="5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0"/>
            <p:cNvSpPr/>
            <p:nvPr/>
          </p:nvSpPr>
          <p:spPr>
            <a:xfrm>
              <a:off x="5491488" y="2237800"/>
              <a:ext cx="14825" cy="30975"/>
            </a:xfrm>
            <a:custGeom>
              <a:rect b="b" l="l" r="r" t="t"/>
              <a:pathLst>
                <a:path extrusionOk="0" h="1239" w="593">
                  <a:moveTo>
                    <a:pt x="0" y="1"/>
                  </a:moveTo>
                  <a:lnTo>
                    <a:pt x="0" y="1239"/>
                  </a:lnTo>
                  <a:lnTo>
                    <a:pt x="593" y="1239"/>
                  </a:lnTo>
                  <a:lnTo>
                    <a:pt x="5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0"/>
            <p:cNvSpPr/>
            <p:nvPr/>
          </p:nvSpPr>
          <p:spPr>
            <a:xfrm>
              <a:off x="5453563" y="2314075"/>
              <a:ext cx="14400" cy="30975"/>
            </a:xfrm>
            <a:custGeom>
              <a:rect b="b" l="l" r="r" t="t"/>
              <a:pathLst>
                <a:path extrusionOk="0" h="1239" w="576">
                  <a:moveTo>
                    <a:pt x="1" y="0"/>
                  </a:moveTo>
                  <a:lnTo>
                    <a:pt x="1" y="1238"/>
                  </a:lnTo>
                  <a:lnTo>
                    <a:pt x="576" y="1238"/>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0"/>
            <p:cNvSpPr/>
            <p:nvPr/>
          </p:nvSpPr>
          <p:spPr>
            <a:xfrm>
              <a:off x="5491488" y="2314075"/>
              <a:ext cx="14825" cy="30975"/>
            </a:xfrm>
            <a:custGeom>
              <a:rect b="b" l="l" r="r" t="t"/>
              <a:pathLst>
                <a:path extrusionOk="0" h="1239" w="593">
                  <a:moveTo>
                    <a:pt x="0" y="0"/>
                  </a:moveTo>
                  <a:lnTo>
                    <a:pt x="0" y="1238"/>
                  </a:lnTo>
                  <a:lnTo>
                    <a:pt x="593" y="1238"/>
                  </a:lnTo>
                  <a:lnTo>
                    <a:pt x="5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0"/>
            <p:cNvSpPr/>
            <p:nvPr/>
          </p:nvSpPr>
          <p:spPr>
            <a:xfrm>
              <a:off x="5822238" y="2183350"/>
              <a:ext cx="101575" cy="16575"/>
            </a:xfrm>
            <a:custGeom>
              <a:rect b="b" l="l" r="r" t="t"/>
              <a:pathLst>
                <a:path extrusionOk="0" h="663" w="4063">
                  <a:moveTo>
                    <a:pt x="1" y="0"/>
                  </a:moveTo>
                  <a:lnTo>
                    <a:pt x="1" y="662"/>
                  </a:lnTo>
                  <a:lnTo>
                    <a:pt x="4062" y="662"/>
                  </a:lnTo>
                  <a:lnTo>
                    <a:pt x="40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0"/>
            <p:cNvSpPr/>
            <p:nvPr/>
          </p:nvSpPr>
          <p:spPr>
            <a:xfrm>
              <a:off x="5831388" y="2206875"/>
              <a:ext cx="83250" cy="14850"/>
            </a:xfrm>
            <a:custGeom>
              <a:rect b="b" l="l" r="r" t="t"/>
              <a:pathLst>
                <a:path extrusionOk="0" h="594" w="3330">
                  <a:moveTo>
                    <a:pt x="1" y="0"/>
                  </a:moveTo>
                  <a:lnTo>
                    <a:pt x="1" y="593"/>
                  </a:lnTo>
                  <a:lnTo>
                    <a:pt x="3330" y="593"/>
                  </a:lnTo>
                  <a:lnTo>
                    <a:pt x="333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0"/>
            <p:cNvSpPr/>
            <p:nvPr/>
          </p:nvSpPr>
          <p:spPr>
            <a:xfrm>
              <a:off x="5831388" y="2283125"/>
              <a:ext cx="83250" cy="16600"/>
            </a:xfrm>
            <a:custGeom>
              <a:rect b="b" l="l" r="r" t="t"/>
              <a:pathLst>
                <a:path extrusionOk="0" h="664" w="3330">
                  <a:moveTo>
                    <a:pt x="1" y="1"/>
                  </a:moveTo>
                  <a:lnTo>
                    <a:pt x="1" y="663"/>
                  </a:lnTo>
                  <a:lnTo>
                    <a:pt x="3330" y="663"/>
                  </a:lnTo>
                  <a:lnTo>
                    <a:pt x="3330" y="71"/>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0"/>
            <p:cNvSpPr/>
            <p:nvPr/>
          </p:nvSpPr>
          <p:spPr>
            <a:xfrm>
              <a:off x="5845763" y="2237800"/>
              <a:ext cx="16150" cy="30975"/>
            </a:xfrm>
            <a:custGeom>
              <a:rect b="b" l="l" r="r" t="t"/>
              <a:pathLst>
                <a:path extrusionOk="0" h="1239" w="646">
                  <a:moveTo>
                    <a:pt x="1" y="1"/>
                  </a:moveTo>
                  <a:lnTo>
                    <a:pt x="1" y="1239"/>
                  </a:lnTo>
                  <a:lnTo>
                    <a:pt x="646" y="1239"/>
                  </a:lnTo>
                  <a:lnTo>
                    <a:pt x="6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0"/>
            <p:cNvSpPr/>
            <p:nvPr/>
          </p:nvSpPr>
          <p:spPr>
            <a:xfrm>
              <a:off x="5883688" y="2237800"/>
              <a:ext cx="16575" cy="30975"/>
            </a:xfrm>
            <a:custGeom>
              <a:rect b="b" l="l" r="r" t="t"/>
              <a:pathLst>
                <a:path extrusionOk="0" h="1239" w="663">
                  <a:moveTo>
                    <a:pt x="0" y="1"/>
                  </a:moveTo>
                  <a:lnTo>
                    <a:pt x="0" y="1239"/>
                  </a:lnTo>
                  <a:lnTo>
                    <a:pt x="663" y="1239"/>
                  </a:lnTo>
                  <a:lnTo>
                    <a:pt x="6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0"/>
            <p:cNvSpPr/>
            <p:nvPr/>
          </p:nvSpPr>
          <p:spPr>
            <a:xfrm>
              <a:off x="5845763" y="2314075"/>
              <a:ext cx="16150" cy="30975"/>
            </a:xfrm>
            <a:custGeom>
              <a:rect b="b" l="l" r="r" t="t"/>
              <a:pathLst>
                <a:path extrusionOk="0" h="1239" w="646">
                  <a:moveTo>
                    <a:pt x="1" y="0"/>
                  </a:moveTo>
                  <a:lnTo>
                    <a:pt x="1" y="1238"/>
                  </a:lnTo>
                  <a:lnTo>
                    <a:pt x="646" y="1238"/>
                  </a:lnTo>
                  <a:lnTo>
                    <a:pt x="64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0"/>
            <p:cNvSpPr/>
            <p:nvPr/>
          </p:nvSpPr>
          <p:spPr>
            <a:xfrm>
              <a:off x="5883688" y="2314075"/>
              <a:ext cx="16575" cy="30975"/>
            </a:xfrm>
            <a:custGeom>
              <a:rect b="b" l="l" r="r" t="t"/>
              <a:pathLst>
                <a:path extrusionOk="0" h="1239" w="663">
                  <a:moveTo>
                    <a:pt x="0" y="0"/>
                  </a:moveTo>
                  <a:lnTo>
                    <a:pt x="0" y="1238"/>
                  </a:lnTo>
                  <a:lnTo>
                    <a:pt x="663" y="1238"/>
                  </a:lnTo>
                  <a:lnTo>
                    <a:pt x="6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50"/>
          <p:cNvGrpSpPr/>
          <p:nvPr/>
        </p:nvGrpSpPr>
        <p:grpSpPr>
          <a:xfrm>
            <a:off x="5573413" y="2703475"/>
            <a:ext cx="207025" cy="493750"/>
            <a:chOff x="5573413" y="2608225"/>
            <a:chExt cx="207025" cy="493750"/>
          </a:xfrm>
        </p:grpSpPr>
        <p:sp>
          <p:nvSpPr>
            <p:cNvPr id="1969" name="Google Shape;1969;p50"/>
            <p:cNvSpPr/>
            <p:nvPr/>
          </p:nvSpPr>
          <p:spPr>
            <a:xfrm>
              <a:off x="5580813" y="2617375"/>
              <a:ext cx="190475" cy="326850"/>
            </a:xfrm>
            <a:custGeom>
              <a:rect b="b" l="l" r="r" t="t"/>
              <a:pathLst>
                <a:path extrusionOk="0" h="13074" w="7619">
                  <a:moveTo>
                    <a:pt x="3836" y="0"/>
                  </a:moveTo>
                  <a:cubicBezTo>
                    <a:pt x="1744" y="0"/>
                    <a:pt x="1" y="1674"/>
                    <a:pt x="1" y="3783"/>
                  </a:cubicBezTo>
                  <a:lnTo>
                    <a:pt x="1" y="13074"/>
                  </a:lnTo>
                  <a:lnTo>
                    <a:pt x="7618" y="13074"/>
                  </a:lnTo>
                  <a:lnTo>
                    <a:pt x="7618" y="3783"/>
                  </a:lnTo>
                  <a:cubicBezTo>
                    <a:pt x="7618" y="1674"/>
                    <a:pt x="5945" y="0"/>
                    <a:pt x="38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0"/>
            <p:cNvSpPr/>
            <p:nvPr/>
          </p:nvSpPr>
          <p:spPr>
            <a:xfrm>
              <a:off x="5580813" y="2944200"/>
              <a:ext cx="190475" cy="54500"/>
            </a:xfrm>
            <a:custGeom>
              <a:rect b="b" l="l" r="r" t="t"/>
              <a:pathLst>
                <a:path extrusionOk="0" h="2180" w="7619">
                  <a:moveTo>
                    <a:pt x="1" y="1"/>
                  </a:moveTo>
                  <a:lnTo>
                    <a:pt x="1" y="2180"/>
                  </a:lnTo>
                  <a:lnTo>
                    <a:pt x="7618" y="2180"/>
                  </a:lnTo>
                  <a:lnTo>
                    <a:pt x="76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0"/>
            <p:cNvSpPr/>
            <p:nvPr/>
          </p:nvSpPr>
          <p:spPr>
            <a:xfrm>
              <a:off x="5580813" y="2944200"/>
              <a:ext cx="56250" cy="54500"/>
            </a:xfrm>
            <a:custGeom>
              <a:rect b="b" l="l" r="r" t="t"/>
              <a:pathLst>
                <a:path extrusionOk="0" h="2180" w="2250">
                  <a:moveTo>
                    <a:pt x="1" y="1"/>
                  </a:moveTo>
                  <a:lnTo>
                    <a:pt x="1" y="2180"/>
                  </a:lnTo>
                  <a:lnTo>
                    <a:pt x="2249" y="2180"/>
                  </a:lnTo>
                  <a:lnTo>
                    <a:pt x="22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0"/>
            <p:cNvSpPr/>
            <p:nvPr/>
          </p:nvSpPr>
          <p:spPr>
            <a:xfrm>
              <a:off x="5573413" y="2935050"/>
              <a:ext cx="207025" cy="71075"/>
            </a:xfrm>
            <a:custGeom>
              <a:rect b="b" l="l" r="r" t="t"/>
              <a:pathLst>
                <a:path extrusionOk="0" h="2843" w="8281">
                  <a:moveTo>
                    <a:pt x="7618" y="663"/>
                  </a:moveTo>
                  <a:lnTo>
                    <a:pt x="7618" y="2249"/>
                  </a:lnTo>
                  <a:lnTo>
                    <a:pt x="576" y="2249"/>
                  </a:lnTo>
                  <a:lnTo>
                    <a:pt x="576" y="663"/>
                  </a:lnTo>
                  <a:close/>
                  <a:moveTo>
                    <a:pt x="0" y="1"/>
                  </a:moveTo>
                  <a:lnTo>
                    <a:pt x="0" y="2842"/>
                  </a:lnTo>
                  <a:lnTo>
                    <a:pt x="8280" y="2842"/>
                  </a:lnTo>
                  <a:lnTo>
                    <a:pt x="82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0"/>
            <p:cNvSpPr/>
            <p:nvPr/>
          </p:nvSpPr>
          <p:spPr>
            <a:xfrm>
              <a:off x="5587788" y="3023950"/>
              <a:ext cx="176075" cy="14850"/>
            </a:xfrm>
            <a:custGeom>
              <a:rect b="b" l="l" r="r" t="t"/>
              <a:pathLst>
                <a:path extrusionOk="0" h="594" w="7043">
                  <a:moveTo>
                    <a:pt x="1" y="1"/>
                  </a:moveTo>
                  <a:lnTo>
                    <a:pt x="1" y="593"/>
                  </a:lnTo>
                  <a:lnTo>
                    <a:pt x="7043" y="593"/>
                  </a:lnTo>
                  <a:lnTo>
                    <a:pt x="704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0"/>
            <p:cNvSpPr/>
            <p:nvPr/>
          </p:nvSpPr>
          <p:spPr>
            <a:xfrm>
              <a:off x="5587788" y="3054900"/>
              <a:ext cx="176075" cy="16575"/>
            </a:xfrm>
            <a:custGeom>
              <a:rect b="b" l="l" r="r" t="t"/>
              <a:pathLst>
                <a:path extrusionOk="0" h="663" w="7043">
                  <a:moveTo>
                    <a:pt x="1" y="0"/>
                  </a:moveTo>
                  <a:lnTo>
                    <a:pt x="1" y="663"/>
                  </a:lnTo>
                  <a:lnTo>
                    <a:pt x="7043" y="663"/>
                  </a:lnTo>
                  <a:lnTo>
                    <a:pt x="704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0"/>
            <p:cNvSpPr/>
            <p:nvPr/>
          </p:nvSpPr>
          <p:spPr>
            <a:xfrm>
              <a:off x="5620463" y="3087575"/>
              <a:ext cx="110725" cy="14400"/>
            </a:xfrm>
            <a:custGeom>
              <a:rect b="b" l="l" r="r" t="t"/>
              <a:pathLst>
                <a:path extrusionOk="0" h="576" w="4429">
                  <a:moveTo>
                    <a:pt x="1" y="1"/>
                  </a:moveTo>
                  <a:lnTo>
                    <a:pt x="1" y="576"/>
                  </a:lnTo>
                  <a:lnTo>
                    <a:pt x="4428" y="576"/>
                  </a:lnTo>
                  <a:lnTo>
                    <a:pt x="442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0"/>
            <p:cNvSpPr/>
            <p:nvPr/>
          </p:nvSpPr>
          <p:spPr>
            <a:xfrm>
              <a:off x="5573413" y="2608225"/>
              <a:ext cx="207025" cy="319450"/>
            </a:xfrm>
            <a:custGeom>
              <a:rect b="b" l="l" r="r" t="t"/>
              <a:pathLst>
                <a:path extrusionOk="0" h="12778" w="8281">
                  <a:moveTo>
                    <a:pt x="4132" y="0"/>
                  </a:moveTo>
                  <a:cubicBezTo>
                    <a:pt x="1813" y="0"/>
                    <a:pt x="0" y="1883"/>
                    <a:pt x="0" y="4149"/>
                  </a:cubicBezTo>
                  <a:lnTo>
                    <a:pt x="0" y="12777"/>
                  </a:lnTo>
                  <a:lnTo>
                    <a:pt x="576" y="12777"/>
                  </a:lnTo>
                  <a:lnTo>
                    <a:pt x="576" y="4149"/>
                  </a:lnTo>
                  <a:cubicBezTo>
                    <a:pt x="576" y="2249"/>
                    <a:pt x="2179" y="663"/>
                    <a:pt x="4132" y="663"/>
                  </a:cubicBezTo>
                  <a:cubicBezTo>
                    <a:pt x="6032" y="663"/>
                    <a:pt x="7618" y="2249"/>
                    <a:pt x="7618" y="4149"/>
                  </a:cubicBezTo>
                  <a:lnTo>
                    <a:pt x="7618" y="12777"/>
                  </a:lnTo>
                  <a:lnTo>
                    <a:pt x="8280" y="12777"/>
                  </a:lnTo>
                  <a:lnTo>
                    <a:pt x="8280" y="4149"/>
                  </a:lnTo>
                  <a:cubicBezTo>
                    <a:pt x="8280" y="1883"/>
                    <a:pt x="6398" y="0"/>
                    <a:pt x="41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0"/>
            <p:cNvSpPr/>
            <p:nvPr/>
          </p:nvSpPr>
          <p:spPr>
            <a:xfrm>
              <a:off x="5604338" y="2791675"/>
              <a:ext cx="23575" cy="136000"/>
            </a:xfrm>
            <a:custGeom>
              <a:rect b="b" l="l" r="r" t="t"/>
              <a:pathLst>
                <a:path extrusionOk="0" h="5440" w="943">
                  <a:moveTo>
                    <a:pt x="1" y="1"/>
                  </a:moveTo>
                  <a:lnTo>
                    <a:pt x="1" y="5439"/>
                  </a:lnTo>
                  <a:lnTo>
                    <a:pt x="646" y="5439"/>
                  </a:lnTo>
                  <a:lnTo>
                    <a:pt x="646" y="646"/>
                  </a:lnTo>
                  <a:lnTo>
                    <a:pt x="942" y="646"/>
                  </a:lnTo>
                  <a:lnTo>
                    <a:pt x="9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0"/>
            <p:cNvSpPr/>
            <p:nvPr/>
          </p:nvSpPr>
          <p:spPr>
            <a:xfrm>
              <a:off x="5724188" y="2791675"/>
              <a:ext cx="23550" cy="136000"/>
            </a:xfrm>
            <a:custGeom>
              <a:rect b="b" l="l" r="r" t="t"/>
              <a:pathLst>
                <a:path extrusionOk="0" h="5440" w="942">
                  <a:moveTo>
                    <a:pt x="1" y="1"/>
                  </a:moveTo>
                  <a:lnTo>
                    <a:pt x="1" y="646"/>
                  </a:lnTo>
                  <a:lnTo>
                    <a:pt x="367" y="646"/>
                  </a:lnTo>
                  <a:lnTo>
                    <a:pt x="367" y="5439"/>
                  </a:lnTo>
                  <a:lnTo>
                    <a:pt x="942" y="5439"/>
                  </a:lnTo>
                  <a:lnTo>
                    <a:pt x="9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0"/>
            <p:cNvSpPr/>
            <p:nvPr/>
          </p:nvSpPr>
          <p:spPr>
            <a:xfrm>
              <a:off x="5667963" y="2791675"/>
              <a:ext cx="16150" cy="16150"/>
            </a:xfrm>
            <a:custGeom>
              <a:rect b="b" l="l" r="r" t="t"/>
              <a:pathLst>
                <a:path extrusionOk="0" h="646" w="646">
                  <a:moveTo>
                    <a:pt x="1" y="1"/>
                  </a:moveTo>
                  <a:lnTo>
                    <a:pt x="1" y="646"/>
                  </a:lnTo>
                  <a:lnTo>
                    <a:pt x="646" y="646"/>
                  </a:lnTo>
                  <a:lnTo>
                    <a:pt x="6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0"/>
            <p:cNvSpPr/>
            <p:nvPr/>
          </p:nvSpPr>
          <p:spPr>
            <a:xfrm>
              <a:off x="5637038" y="2791675"/>
              <a:ext cx="16150" cy="16150"/>
            </a:xfrm>
            <a:custGeom>
              <a:rect b="b" l="l" r="r" t="t"/>
              <a:pathLst>
                <a:path extrusionOk="0" h="646" w="646">
                  <a:moveTo>
                    <a:pt x="0" y="1"/>
                  </a:moveTo>
                  <a:lnTo>
                    <a:pt x="0" y="646"/>
                  </a:lnTo>
                  <a:lnTo>
                    <a:pt x="645" y="646"/>
                  </a:lnTo>
                  <a:lnTo>
                    <a:pt x="64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0"/>
            <p:cNvSpPr/>
            <p:nvPr/>
          </p:nvSpPr>
          <p:spPr>
            <a:xfrm>
              <a:off x="5700663" y="2791675"/>
              <a:ext cx="16150" cy="16150"/>
            </a:xfrm>
            <a:custGeom>
              <a:rect b="b" l="l" r="r" t="t"/>
              <a:pathLst>
                <a:path extrusionOk="0" h="646" w="646">
                  <a:moveTo>
                    <a:pt x="0" y="1"/>
                  </a:moveTo>
                  <a:lnTo>
                    <a:pt x="0" y="646"/>
                  </a:lnTo>
                  <a:lnTo>
                    <a:pt x="645" y="646"/>
                  </a:lnTo>
                  <a:lnTo>
                    <a:pt x="64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0"/>
            <p:cNvSpPr/>
            <p:nvPr/>
          </p:nvSpPr>
          <p:spPr>
            <a:xfrm>
              <a:off x="5676688" y="2648325"/>
              <a:ext cx="63650" cy="63650"/>
            </a:xfrm>
            <a:custGeom>
              <a:rect b="b" l="l" r="r" t="t"/>
              <a:pathLst>
                <a:path extrusionOk="0" h="2546" w="2546">
                  <a:moveTo>
                    <a:pt x="1" y="0"/>
                  </a:moveTo>
                  <a:lnTo>
                    <a:pt x="1" y="645"/>
                  </a:lnTo>
                  <a:cubicBezTo>
                    <a:pt x="1029" y="645"/>
                    <a:pt x="1901" y="1517"/>
                    <a:pt x="1901" y="2545"/>
                  </a:cubicBezTo>
                  <a:lnTo>
                    <a:pt x="2545" y="2545"/>
                  </a:lnTo>
                  <a:cubicBezTo>
                    <a:pt x="2545" y="1151"/>
                    <a:pt x="1395"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0"/>
            <p:cNvSpPr/>
            <p:nvPr/>
          </p:nvSpPr>
          <p:spPr>
            <a:xfrm>
              <a:off x="5724188" y="2728050"/>
              <a:ext cx="16150" cy="16600"/>
            </a:xfrm>
            <a:custGeom>
              <a:rect b="b" l="l" r="r" t="t"/>
              <a:pathLst>
                <a:path extrusionOk="0" h="664" w="646">
                  <a:moveTo>
                    <a:pt x="1" y="1"/>
                  </a:moveTo>
                  <a:lnTo>
                    <a:pt x="1" y="663"/>
                  </a:lnTo>
                  <a:lnTo>
                    <a:pt x="645" y="663"/>
                  </a:lnTo>
                  <a:lnTo>
                    <a:pt x="64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50"/>
          <p:cNvGrpSpPr/>
          <p:nvPr/>
        </p:nvGrpSpPr>
        <p:grpSpPr>
          <a:xfrm>
            <a:off x="5522413" y="4060675"/>
            <a:ext cx="309000" cy="494200"/>
            <a:chOff x="5522413" y="4060675"/>
            <a:chExt cx="309000" cy="494200"/>
          </a:xfrm>
        </p:grpSpPr>
        <p:sp>
          <p:nvSpPr>
            <p:cNvPr id="1985" name="Google Shape;1985;p50"/>
            <p:cNvSpPr/>
            <p:nvPr/>
          </p:nvSpPr>
          <p:spPr>
            <a:xfrm>
              <a:off x="5529838" y="4492950"/>
              <a:ext cx="292425" cy="61925"/>
            </a:xfrm>
            <a:custGeom>
              <a:rect b="b" l="l" r="r" t="t"/>
              <a:pathLst>
                <a:path extrusionOk="0" h="2477" w="11697">
                  <a:moveTo>
                    <a:pt x="2319" y="1"/>
                  </a:moveTo>
                  <a:cubicBezTo>
                    <a:pt x="1011" y="1"/>
                    <a:pt x="0" y="1012"/>
                    <a:pt x="0" y="2250"/>
                  </a:cubicBezTo>
                  <a:lnTo>
                    <a:pt x="0" y="2476"/>
                  </a:lnTo>
                  <a:lnTo>
                    <a:pt x="11697" y="2476"/>
                  </a:lnTo>
                  <a:lnTo>
                    <a:pt x="11697" y="2319"/>
                  </a:lnTo>
                  <a:cubicBezTo>
                    <a:pt x="11697" y="1012"/>
                    <a:pt x="10668" y="1"/>
                    <a:pt x="93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0"/>
            <p:cNvSpPr/>
            <p:nvPr/>
          </p:nvSpPr>
          <p:spPr>
            <a:xfrm>
              <a:off x="5615238" y="4462025"/>
              <a:ext cx="123350" cy="54500"/>
            </a:xfrm>
            <a:custGeom>
              <a:rect b="b" l="l" r="r" t="t"/>
              <a:pathLst>
                <a:path extrusionOk="0" h="2180" w="4934">
                  <a:moveTo>
                    <a:pt x="280" y="0"/>
                  </a:moveTo>
                  <a:lnTo>
                    <a:pt x="1" y="297"/>
                  </a:lnTo>
                  <a:lnTo>
                    <a:pt x="1" y="1238"/>
                  </a:lnTo>
                  <a:lnTo>
                    <a:pt x="2755" y="2179"/>
                  </a:lnTo>
                  <a:lnTo>
                    <a:pt x="4934" y="1238"/>
                  </a:lnTo>
                  <a:lnTo>
                    <a:pt x="4934" y="297"/>
                  </a:lnTo>
                  <a:lnTo>
                    <a:pt x="4568" y="0"/>
                  </a:lnTo>
                  <a:close/>
                </a:path>
              </a:pathLst>
            </a:custGeom>
            <a:solidFill>
              <a:srgbClr val="A4C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0"/>
            <p:cNvSpPr/>
            <p:nvPr/>
          </p:nvSpPr>
          <p:spPr>
            <a:xfrm>
              <a:off x="5529838" y="4492950"/>
              <a:ext cx="154275" cy="61925"/>
            </a:xfrm>
            <a:custGeom>
              <a:rect b="b" l="l" r="r" t="t"/>
              <a:pathLst>
                <a:path extrusionOk="0" h="2477" w="6171">
                  <a:moveTo>
                    <a:pt x="2319" y="1"/>
                  </a:moveTo>
                  <a:cubicBezTo>
                    <a:pt x="1011" y="1"/>
                    <a:pt x="0" y="1012"/>
                    <a:pt x="0" y="2250"/>
                  </a:cubicBezTo>
                  <a:lnTo>
                    <a:pt x="0" y="2476"/>
                  </a:lnTo>
                  <a:lnTo>
                    <a:pt x="6171" y="2476"/>
                  </a:lnTo>
                  <a:lnTo>
                    <a:pt x="6171" y="2319"/>
                  </a:lnTo>
                  <a:cubicBezTo>
                    <a:pt x="6171" y="1012"/>
                    <a:pt x="5160" y="1"/>
                    <a:pt x="38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0"/>
            <p:cNvSpPr/>
            <p:nvPr/>
          </p:nvSpPr>
          <p:spPr>
            <a:xfrm>
              <a:off x="5776913" y="4245875"/>
              <a:ext cx="45350" cy="45775"/>
            </a:xfrm>
            <a:custGeom>
              <a:rect b="b" l="l" r="r" t="t"/>
              <a:pathLst>
                <a:path extrusionOk="0" h="1831" w="1814">
                  <a:moveTo>
                    <a:pt x="942" y="0"/>
                  </a:moveTo>
                  <a:cubicBezTo>
                    <a:pt x="436" y="0"/>
                    <a:pt x="1" y="436"/>
                    <a:pt x="1" y="959"/>
                  </a:cubicBezTo>
                  <a:cubicBezTo>
                    <a:pt x="1" y="1465"/>
                    <a:pt x="436" y="1831"/>
                    <a:pt x="942" y="1831"/>
                  </a:cubicBezTo>
                  <a:cubicBezTo>
                    <a:pt x="1447" y="1831"/>
                    <a:pt x="1814" y="1465"/>
                    <a:pt x="1814" y="959"/>
                  </a:cubicBezTo>
                  <a:cubicBezTo>
                    <a:pt x="1814" y="436"/>
                    <a:pt x="1447" y="0"/>
                    <a:pt x="9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0"/>
            <p:cNvSpPr/>
            <p:nvPr/>
          </p:nvSpPr>
          <p:spPr>
            <a:xfrm>
              <a:off x="5529838" y="4245875"/>
              <a:ext cx="47075" cy="45775"/>
            </a:xfrm>
            <a:custGeom>
              <a:rect b="b" l="l" r="r" t="t"/>
              <a:pathLst>
                <a:path extrusionOk="0" h="1831" w="1883">
                  <a:moveTo>
                    <a:pt x="941" y="0"/>
                  </a:moveTo>
                  <a:cubicBezTo>
                    <a:pt x="436" y="0"/>
                    <a:pt x="0" y="436"/>
                    <a:pt x="0" y="959"/>
                  </a:cubicBezTo>
                  <a:cubicBezTo>
                    <a:pt x="0" y="1465"/>
                    <a:pt x="436" y="1831"/>
                    <a:pt x="941" y="1831"/>
                  </a:cubicBezTo>
                  <a:cubicBezTo>
                    <a:pt x="1447" y="1831"/>
                    <a:pt x="1883" y="1465"/>
                    <a:pt x="1883" y="959"/>
                  </a:cubicBezTo>
                  <a:cubicBezTo>
                    <a:pt x="1883" y="436"/>
                    <a:pt x="1447" y="0"/>
                    <a:pt x="9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0"/>
            <p:cNvSpPr/>
            <p:nvPr/>
          </p:nvSpPr>
          <p:spPr>
            <a:xfrm>
              <a:off x="5567738" y="4184425"/>
              <a:ext cx="216175" cy="277625"/>
            </a:xfrm>
            <a:custGeom>
              <a:rect b="b" l="l" r="r" t="t"/>
              <a:pathLst>
                <a:path extrusionOk="0" h="11105" w="8647">
                  <a:moveTo>
                    <a:pt x="1" y="1"/>
                  </a:moveTo>
                  <a:lnTo>
                    <a:pt x="1" y="9658"/>
                  </a:lnTo>
                  <a:cubicBezTo>
                    <a:pt x="1" y="10459"/>
                    <a:pt x="663" y="11104"/>
                    <a:pt x="1465" y="11104"/>
                  </a:cubicBezTo>
                  <a:lnTo>
                    <a:pt x="7270" y="11104"/>
                  </a:lnTo>
                  <a:cubicBezTo>
                    <a:pt x="8002" y="11104"/>
                    <a:pt x="8647" y="10459"/>
                    <a:pt x="8647" y="9658"/>
                  </a:cubicBezTo>
                  <a:lnTo>
                    <a:pt x="864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0"/>
            <p:cNvSpPr/>
            <p:nvPr/>
          </p:nvSpPr>
          <p:spPr>
            <a:xfrm>
              <a:off x="5567738" y="4253275"/>
              <a:ext cx="85450" cy="38375"/>
            </a:xfrm>
            <a:custGeom>
              <a:rect b="b" l="l" r="r" t="t"/>
              <a:pathLst>
                <a:path extrusionOk="0" h="1535" w="3418">
                  <a:moveTo>
                    <a:pt x="1" y="1"/>
                  </a:moveTo>
                  <a:lnTo>
                    <a:pt x="1" y="1535"/>
                  </a:lnTo>
                  <a:lnTo>
                    <a:pt x="3417" y="1535"/>
                  </a:lnTo>
                  <a:lnTo>
                    <a:pt x="34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0"/>
            <p:cNvSpPr/>
            <p:nvPr/>
          </p:nvSpPr>
          <p:spPr>
            <a:xfrm>
              <a:off x="5698488" y="4253275"/>
              <a:ext cx="85425" cy="38375"/>
            </a:xfrm>
            <a:custGeom>
              <a:rect b="b" l="l" r="r" t="t"/>
              <a:pathLst>
                <a:path extrusionOk="0" h="1535" w="3417">
                  <a:moveTo>
                    <a:pt x="0" y="1"/>
                  </a:moveTo>
                  <a:lnTo>
                    <a:pt x="0" y="1535"/>
                  </a:lnTo>
                  <a:lnTo>
                    <a:pt x="3417" y="1535"/>
                  </a:lnTo>
                  <a:lnTo>
                    <a:pt x="34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0"/>
            <p:cNvSpPr/>
            <p:nvPr/>
          </p:nvSpPr>
          <p:spPr>
            <a:xfrm>
              <a:off x="5567738" y="4384025"/>
              <a:ext cx="216175" cy="78025"/>
            </a:xfrm>
            <a:custGeom>
              <a:rect b="b" l="l" r="r" t="t"/>
              <a:pathLst>
                <a:path extrusionOk="0" h="3121" w="8647">
                  <a:moveTo>
                    <a:pt x="1" y="0"/>
                  </a:moveTo>
                  <a:lnTo>
                    <a:pt x="1" y="1168"/>
                  </a:lnTo>
                  <a:cubicBezTo>
                    <a:pt x="1" y="2249"/>
                    <a:pt x="872" y="3120"/>
                    <a:pt x="1970" y="3120"/>
                  </a:cubicBezTo>
                  <a:lnTo>
                    <a:pt x="7200" y="3120"/>
                  </a:lnTo>
                  <a:cubicBezTo>
                    <a:pt x="8002" y="3120"/>
                    <a:pt x="8647" y="2475"/>
                    <a:pt x="8647" y="1604"/>
                  </a:cubicBezTo>
                  <a:lnTo>
                    <a:pt x="86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0"/>
            <p:cNvSpPr/>
            <p:nvPr/>
          </p:nvSpPr>
          <p:spPr>
            <a:xfrm>
              <a:off x="5646188" y="4291625"/>
              <a:ext cx="61475" cy="54500"/>
            </a:xfrm>
            <a:custGeom>
              <a:rect b="b" l="l" r="r" t="t"/>
              <a:pathLst>
                <a:path extrusionOk="0" h="2180" w="2459">
                  <a:moveTo>
                    <a:pt x="0" y="1"/>
                  </a:moveTo>
                  <a:lnTo>
                    <a:pt x="0" y="1587"/>
                  </a:lnTo>
                  <a:lnTo>
                    <a:pt x="576" y="1587"/>
                  </a:lnTo>
                  <a:lnTo>
                    <a:pt x="576" y="2180"/>
                  </a:lnTo>
                  <a:lnTo>
                    <a:pt x="1813" y="2180"/>
                  </a:lnTo>
                  <a:lnTo>
                    <a:pt x="1813" y="1587"/>
                  </a:lnTo>
                  <a:lnTo>
                    <a:pt x="2458" y="1587"/>
                  </a:lnTo>
                  <a:lnTo>
                    <a:pt x="24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0"/>
            <p:cNvSpPr/>
            <p:nvPr/>
          </p:nvSpPr>
          <p:spPr>
            <a:xfrm>
              <a:off x="5537238" y="4068075"/>
              <a:ext cx="246675" cy="123350"/>
            </a:xfrm>
            <a:custGeom>
              <a:rect b="b" l="l" r="r" t="t"/>
              <a:pathLst>
                <a:path extrusionOk="0" h="4934" w="9867">
                  <a:moveTo>
                    <a:pt x="1" y="1"/>
                  </a:moveTo>
                  <a:lnTo>
                    <a:pt x="1" y="2842"/>
                  </a:lnTo>
                  <a:cubicBezTo>
                    <a:pt x="1" y="3992"/>
                    <a:pt x="942" y="4934"/>
                    <a:pt x="2092" y="4934"/>
                  </a:cubicBezTo>
                  <a:lnTo>
                    <a:pt x="9867" y="4934"/>
                  </a:lnTo>
                  <a:lnTo>
                    <a:pt x="9867" y="2110"/>
                  </a:lnTo>
                  <a:cubicBezTo>
                    <a:pt x="9867" y="942"/>
                    <a:pt x="8925" y="1"/>
                    <a:pt x="77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0"/>
            <p:cNvSpPr/>
            <p:nvPr/>
          </p:nvSpPr>
          <p:spPr>
            <a:xfrm>
              <a:off x="5537238" y="4068075"/>
              <a:ext cx="92400" cy="123350"/>
            </a:xfrm>
            <a:custGeom>
              <a:rect b="b" l="l" r="r" t="t"/>
              <a:pathLst>
                <a:path extrusionOk="0" h="4934" w="3696">
                  <a:moveTo>
                    <a:pt x="1" y="1"/>
                  </a:moveTo>
                  <a:lnTo>
                    <a:pt x="1" y="2981"/>
                  </a:lnTo>
                  <a:cubicBezTo>
                    <a:pt x="1" y="4062"/>
                    <a:pt x="872" y="4934"/>
                    <a:pt x="1953" y="4934"/>
                  </a:cubicBezTo>
                  <a:lnTo>
                    <a:pt x="3696" y="4934"/>
                  </a:lnTo>
                  <a:lnTo>
                    <a:pt x="3696" y="1813"/>
                  </a:lnTo>
                  <a:cubicBezTo>
                    <a:pt x="3696" y="872"/>
                    <a:pt x="2894" y="1"/>
                    <a:pt x="18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0"/>
            <p:cNvSpPr/>
            <p:nvPr/>
          </p:nvSpPr>
          <p:spPr>
            <a:xfrm>
              <a:off x="5560763" y="4245875"/>
              <a:ext cx="99825" cy="54500"/>
            </a:xfrm>
            <a:custGeom>
              <a:rect b="b" l="l" r="r" t="t"/>
              <a:pathLst>
                <a:path extrusionOk="0" h="2180" w="3993">
                  <a:moveTo>
                    <a:pt x="3417" y="593"/>
                  </a:moveTo>
                  <a:lnTo>
                    <a:pt x="3417" y="1534"/>
                  </a:lnTo>
                  <a:lnTo>
                    <a:pt x="576" y="1534"/>
                  </a:lnTo>
                  <a:lnTo>
                    <a:pt x="576" y="593"/>
                  </a:lnTo>
                  <a:close/>
                  <a:moveTo>
                    <a:pt x="1" y="0"/>
                  </a:moveTo>
                  <a:lnTo>
                    <a:pt x="1" y="2179"/>
                  </a:lnTo>
                  <a:lnTo>
                    <a:pt x="3993" y="2179"/>
                  </a:lnTo>
                  <a:lnTo>
                    <a:pt x="39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0"/>
            <p:cNvSpPr/>
            <p:nvPr/>
          </p:nvSpPr>
          <p:spPr>
            <a:xfrm>
              <a:off x="5691513" y="4245875"/>
              <a:ext cx="99800" cy="54500"/>
            </a:xfrm>
            <a:custGeom>
              <a:rect b="b" l="l" r="r" t="t"/>
              <a:pathLst>
                <a:path extrusionOk="0" h="2180" w="3992">
                  <a:moveTo>
                    <a:pt x="3417" y="593"/>
                  </a:moveTo>
                  <a:lnTo>
                    <a:pt x="3417" y="1534"/>
                  </a:lnTo>
                  <a:lnTo>
                    <a:pt x="645" y="1534"/>
                  </a:lnTo>
                  <a:lnTo>
                    <a:pt x="645" y="593"/>
                  </a:lnTo>
                  <a:close/>
                  <a:moveTo>
                    <a:pt x="0" y="0"/>
                  </a:moveTo>
                  <a:lnTo>
                    <a:pt x="0" y="2179"/>
                  </a:lnTo>
                  <a:lnTo>
                    <a:pt x="3992" y="2179"/>
                  </a:lnTo>
                  <a:lnTo>
                    <a:pt x="39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0"/>
            <p:cNvSpPr/>
            <p:nvPr/>
          </p:nvSpPr>
          <p:spPr>
            <a:xfrm>
              <a:off x="5591713" y="4222350"/>
              <a:ext cx="68875" cy="16575"/>
            </a:xfrm>
            <a:custGeom>
              <a:rect b="b" l="l" r="r" t="t"/>
              <a:pathLst>
                <a:path extrusionOk="0" h="663" w="2755">
                  <a:moveTo>
                    <a:pt x="0" y="0"/>
                  </a:moveTo>
                  <a:lnTo>
                    <a:pt x="0" y="663"/>
                  </a:lnTo>
                  <a:lnTo>
                    <a:pt x="2755" y="663"/>
                  </a:lnTo>
                  <a:lnTo>
                    <a:pt x="27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0"/>
            <p:cNvSpPr/>
            <p:nvPr/>
          </p:nvSpPr>
          <p:spPr>
            <a:xfrm>
              <a:off x="5691513" y="4222350"/>
              <a:ext cx="68875" cy="16575"/>
            </a:xfrm>
            <a:custGeom>
              <a:rect b="b" l="l" r="r" t="t"/>
              <a:pathLst>
                <a:path extrusionOk="0" h="663" w="2755">
                  <a:moveTo>
                    <a:pt x="0" y="0"/>
                  </a:moveTo>
                  <a:lnTo>
                    <a:pt x="0" y="663"/>
                  </a:lnTo>
                  <a:lnTo>
                    <a:pt x="2754" y="663"/>
                  </a:lnTo>
                  <a:lnTo>
                    <a:pt x="2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0"/>
            <p:cNvSpPr/>
            <p:nvPr/>
          </p:nvSpPr>
          <p:spPr>
            <a:xfrm>
              <a:off x="5667963" y="4262425"/>
              <a:ext cx="16150" cy="14425"/>
            </a:xfrm>
            <a:custGeom>
              <a:rect b="b" l="l" r="r" t="t"/>
              <a:pathLst>
                <a:path extrusionOk="0" h="577" w="646">
                  <a:moveTo>
                    <a:pt x="1" y="1"/>
                  </a:moveTo>
                  <a:lnTo>
                    <a:pt x="1" y="576"/>
                  </a:lnTo>
                  <a:lnTo>
                    <a:pt x="646" y="576"/>
                  </a:lnTo>
                  <a:lnTo>
                    <a:pt x="64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0"/>
            <p:cNvSpPr/>
            <p:nvPr/>
          </p:nvSpPr>
          <p:spPr>
            <a:xfrm>
              <a:off x="5638788" y="4315175"/>
              <a:ext cx="76275" cy="37925"/>
            </a:xfrm>
            <a:custGeom>
              <a:rect b="b" l="l" r="r" t="t"/>
              <a:pathLst>
                <a:path extrusionOk="0" h="1517" w="3051">
                  <a:moveTo>
                    <a:pt x="0" y="0"/>
                  </a:moveTo>
                  <a:lnTo>
                    <a:pt x="0" y="941"/>
                  </a:lnTo>
                  <a:lnTo>
                    <a:pt x="575" y="941"/>
                  </a:lnTo>
                  <a:lnTo>
                    <a:pt x="575" y="1517"/>
                  </a:lnTo>
                  <a:lnTo>
                    <a:pt x="2388" y="1517"/>
                  </a:lnTo>
                  <a:lnTo>
                    <a:pt x="2388" y="941"/>
                  </a:lnTo>
                  <a:lnTo>
                    <a:pt x="3050" y="941"/>
                  </a:lnTo>
                  <a:lnTo>
                    <a:pt x="3050" y="0"/>
                  </a:lnTo>
                  <a:lnTo>
                    <a:pt x="2475" y="0"/>
                  </a:lnTo>
                  <a:lnTo>
                    <a:pt x="2475" y="279"/>
                  </a:lnTo>
                  <a:lnTo>
                    <a:pt x="1813" y="279"/>
                  </a:lnTo>
                  <a:lnTo>
                    <a:pt x="1813" y="941"/>
                  </a:lnTo>
                  <a:lnTo>
                    <a:pt x="1168" y="941"/>
                  </a:lnTo>
                  <a:lnTo>
                    <a:pt x="1168" y="279"/>
                  </a:lnTo>
                  <a:lnTo>
                    <a:pt x="575" y="279"/>
                  </a:lnTo>
                  <a:lnTo>
                    <a:pt x="5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0"/>
            <p:cNvSpPr/>
            <p:nvPr/>
          </p:nvSpPr>
          <p:spPr>
            <a:xfrm>
              <a:off x="5560763" y="4207950"/>
              <a:ext cx="14425" cy="30975"/>
            </a:xfrm>
            <a:custGeom>
              <a:rect b="b" l="l" r="r" t="t"/>
              <a:pathLst>
                <a:path extrusionOk="0" h="1239" w="577">
                  <a:moveTo>
                    <a:pt x="1" y="1"/>
                  </a:moveTo>
                  <a:lnTo>
                    <a:pt x="1" y="1239"/>
                  </a:lnTo>
                  <a:lnTo>
                    <a:pt x="576" y="1239"/>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0"/>
            <p:cNvSpPr/>
            <p:nvPr/>
          </p:nvSpPr>
          <p:spPr>
            <a:xfrm>
              <a:off x="5776913" y="4207950"/>
              <a:ext cx="14400" cy="30975"/>
            </a:xfrm>
            <a:custGeom>
              <a:rect b="b" l="l" r="r" t="t"/>
              <a:pathLst>
                <a:path extrusionOk="0" h="1239" w="576">
                  <a:moveTo>
                    <a:pt x="1" y="1"/>
                  </a:moveTo>
                  <a:lnTo>
                    <a:pt x="1" y="1239"/>
                  </a:lnTo>
                  <a:lnTo>
                    <a:pt x="576" y="1239"/>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0"/>
            <p:cNvSpPr/>
            <p:nvPr/>
          </p:nvSpPr>
          <p:spPr>
            <a:xfrm>
              <a:off x="5800438" y="4238900"/>
              <a:ext cx="30975" cy="61475"/>
            </a:xfrm>
            <a:custGeom>
              <a:rect b="b" l="l" r="r" t="t"/>
              <a:pathLst>
                <a:path extrusionOk="0" h="2459" w="1239">
                  <a:moveTo>
                    <a:pt x="1" y="1"/>
                  </a:moveTo>
                  <a:lnTo>
                    <a:pt x="1" y="576"/>
                  </a:lnTo>
                  <a:cubicBezTo>
                    <a:pt x="280" y="576"/>
                    <a:pt x="576" y="872"/>
                    <a:pt x="576" y="1238"/>
                  </a:cubicBezTo>
                  <a:cubicBezTo>
                    <a:pt x="576" y="1517"/>
                    <a:pt x="280" y="1813"/>
                    <a:pt x="1" y="1813"/>
                  </a:cubicBezTo>
                  <a:lnTo>
                    <a:pt x="1" y="2458"/>
                  </a:lnTo>
                  <a:cubicBezTo>
                    <a:pt x="646" y="2458"/>
                    <a:pt x="1239" y="1883"/>
                    <a:pt x="1239" y="1238"/>
                  </a:cubicBezTo>
                  <a:cubicBezTo>
                    <a:pt x="1239" y="506"/>
                    <a:pt x="646"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0"/>
            <p:cNvSpPr/>
            <p:nvPr/>
          </p:nvSpPr>
          <p:spPr>
            <a:xfrm>
              <a:off x="5522413" y="4238900"/>
              <a:ext cx="30975" cy="61475"/>
            </a:xfrm>
            <a:custGeom>
              <a:rect b="b" l="l" r="r" t="t"/>
              <a:pathLst>
                <a:path extrusionOk="0" h="2459" w="1239">
                  <a:moveTo>
                    <a:pt x="1238" y="1"/>
                  </a:moveTo>
                  <a:cubicBezTo>
                    <a:pt x="506" y="1"/>
                    <a:pt x="1" y="506"/>
                    <a:pt x="1" y="1238"/>
                  </a:cubicBezTo>
                  <a:cubicBezTo>
                    <a:pt x="1" y="1883"/>
                    <a:pt x="506" y="2458"/>
                    <a:pt x="1238" y="2458"/>
                  </a:cubicBezTo>
                  <a:lnTo>
                    <a:pt x="1238" y="1813"/>
                  </a:lnTo>
                  <a:cubicBezTo>
                    <a:pt x="872" y="1813"/>
                    <a:pt x="594" y="1517"/>
                    <a:pt x="594" y="1238"/>
                  </a:cubicBezTo>
                  <a:cubicBezTo>
                    <a:pt x="594" y="872"/>
                    <a:pt x="872" y="576"/>
                    <a:pt x="1238" y="576"/>
                  </a:cubicBezTo>
                  <a:lnTo>
                    <a:pt x="1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0"/>
            <p:cNvSpPr/>
            <p:nvPr/>
          </p:nvSpPr>
          <p:spPr>
            <a:xfrm>
              <a:off x="5638788" y="4376600"/>
              <a:ext cx="76275" cy="16600"/>
            </a:xfrm>
            <a:custGeom>
              <a:rect b="b" l="l" r="r" t="t"/>
              <a:pathLst>
                <a:path extrusionOk="0" h="664" w="3051">
                  <a:moveTo>
                    <a:pt x="0" y="1"/>
                  </a:moveTo>
                  <a:lnTo>
                    <a:pt x="0" y="663"/>
                  </a:lnTo>
                  <a:lnTo>
                    <a:pt x="3050" y="663"/>
                  </a:lnTo>
                  <a:lnTo>
                    <a:pt x="30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0"/>
            <p:cNvSpPr/>
            <p:nvPr/>
          </p:nvSpPr>
          <p:spPr>
            <a:xfrm>
              <a:off x="5522413" y="4307750"/>
              <a:ext cx="309000" cy="247125"/>
            </a:xfrm>
            <a:custGeom>
              <a:rect b="b" l="l" r="r" t="t"/>
              <a:pathLst>
                <a:path extrusionOk="0" h="9885" w="12360">
                  <a:moveTo>
                    <a:pt x="8350" y="6468"/>
                  </a:moveTo>
                  <a:lnTo>
                    <a:pt x="8350" y="7113"/>
                  </a:lnTo>
                  <a:lnTo>
                    <a:pt x="8281" y="7113"/>
                  </a:lnTo>
                  <a:lnTo>
                    <a:pt x="8281" y="7200"/>
                  </a:lnTo>
                  <a:lnTo>
                    <a:pt x="6172" y="7984"/>
                  </a:lnTo>
                  <a:lnTo>
                    <a:pt x="3993" y="7200"/>
                  </a:lnTo>
                  <a:lnTo>
                    <a:pt x="3993" y="7113"/>
                  </a:lnTo>
                  <a:lnTo>
                    <a:pt x="3993" y="6468"/>
                  </a:lnTo>
                  <a:close/>
                  <a:moveTo>
                    <a:pt x="1535" y="1"/>
                  </a:moveTo>
                  <a:lnTo>
                    <a:pt x="1535" y="4655"/>
                  </a:lnTo>
                  <a:cubicBezTo>
                    <a:pt x="1535" y="5666"/>
                    <a:pt x="2337" y="6468"/>
                    <a:pt x="3348" y="6468"/>
                  </a:cubicBezTo>
                  <a:lnTo>
                    <a:pt x="3417" y="6468"/>
                  </a:lnTo>
                  <a:lnTo>
                    <a:pt x="3417" y="7113"/>
                  </a:lnTo>
                  <a:lnTo>
                    <a:pt x="2772" y="7113"/>
                  </a:lnTo>
                  <a:cubicBezTo>
                    <a:pt x="1238" y="7113"/>
                    <a:pt x="1" y="8350"/>
                    <a:pt x="1" y="9884"/>
                  </a:cubicBezTo>
                  <a:lnTo>
                    <a:pt x="594" y="9884"/>
                  </a:lnTo>
                  <a:cubicBezTo>
                    <a:pt x="594" y="8647"/>
                    <a:pt x="1605" y="7705"/>
                    <a:pt x="2772" y="7705"/>
                  </a:cubicBezTo>
                  <a:lnTo>
                    <a:pt x="3644" y="7705"/>
                  </a:lnTo>
                  <a:lnTo>
                    <a:pt x="5893" y="8507"/>
                  </a:lnTo>
                  <a:lnTo>
                    <a:pt x="5893" y="9884"/>
                  </a:lnTo>
                  <a:lnTo>
                    <a:pt x="6468" y="9884"/>
                  </a:lnTo>
                  <a:lnTo>
                    <a:pt x="6468" y="8507"/>
                  </a:lnTo>
                  <a:lnTo>
                    <a:pt x="8647" y="7705"/>
                  </a:lnTo>
                  <a:lnTo>
                    <a:pt x="9518" y="7705"/>
                  </a:lnTo>
                  <a:cubicBezTo>
                    <a:pt x="10756" y="7705"/>
                    <a:pt x="11697" y="8647"/>
                    <a:pt x="11697" y="9884"/>
                  </a:cubicBezTo>
                  <a:lnTo>
                    <a:pt x="12360" y="9884"/>
                  </a:lnTo>
                  <a:cubicBezTo>
                    <a:pt x="12360" y="8350"/>
                    <a:pt x="11052" y="7113"/>
                    <a:pt x="9518" y="7113"/>
                  </a:cubicBezTo>
                  <a:lnTo>
                    <a:pt x="8943" y="7113"/>
                  </a:lnTo>
                  <a:lnTo>
                    <a:pt x="8943" y="6468"/>
                  </a:lnTo>
                  <a:cubicBezTo>
                    <a:pt x="9954" y="6468"/>
                    <a:pt x="10756" y="5666"/>
                    <a:pt x="10756" y="4655"/>
                  </a:cubicBezTo>
                  <a:lnTo>
                    <a:pt x="10756" y="1"/>
                  </a:lnTo>
                  <a:lnTo>
                    <a:pt x="10181" y="1"/>
                  </a:lnTo>
                  <a:lnTo>
                    <a:pt x="10181" y="4655"/>
                  </a:lnTo>
                  <a:cubicBezTo>
                    <a:pt x="10181" y="5300"/>
                    <a:pt x="9588" y="5892"/>
                    <a:pt x="8943" y="5892"/>
                  </a:cubicBezTo>
                  <a:lnTo>
                    <a:pt x="6468" y="5892"/>
                  </a:lnTo>
                  <a:lnTo>
                    <a:pt x="6468" y="4655"/>
                  </a:lnTo>
                  <a:lnTo>
                    <a:pt x="5893" y="4655"/>
                  </a:lnTo>
                  <a:lnTo>
                    <a:pt x="5893" y="5892"/>
                  </a:lnTo>
                  <a:lnTo>
                    <a:pt x="3348" y="5892"/>
                  </a:lnTo>
                  <a:cubicBezTo>
                    <a:pt x="2685" y="5892"/>
                    <a:pt x="2110" y="5300"/>
                    <a:pt x="2110" y="4655"/>
                  </a:cubicBezTo>
                  <a:lnTo>
                    <a:pt x="211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0"/>
            <p:cNvSpPr/>
            <p:nvPr/>
          </p:nvSpPr>
          <p:spPr>
            <a:xfrm>
              <a:off x="5691513" y="4538275"/>
              <a:ext cx="16150" cy="16600"/>
            </a:xfrm>
            <a:custGeom>
              <a:rect b="b" l="l" r="r" t="t"/>
              <a:pathLst>
                <a:path extrusionOk="0" h="664" w="646">
                  <a:moveTo>
                    <a:pt x="0" y="1"/>
                  </a:moveTo>
                  <a:lnTo>
                    <a:pt x="0" y="663"/>
                  </a:lnTo>
                  <a:lnTo>
                    <a:pt x="645" y="663"/>
                  </a:lnTo>
                  <a:lnTo>
                    <a:pt x="64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0"/>
            <p:cNvSpPr/>
            <p:nvPr/>
          </p:nvSpPr>
          <p:spPr>
            <a:xfrm>
              <a:off x="5529838" y="4060675"/>
              <a:ext cx="261475" cy="138150"/>
            </a:xfrm>
            <a:custGeom>
              <a:rect b="b" l="l" r="r" t="t"/>
              <a:pathLst>
                <a:path extrusionOk="0" h="5526" w="10459">
                  <a:moveTo>
                    <a:pt x="8141" y="593"/>
                  </a:moveTo>
                  <a:cubicBezTo>
                    <a:pt x="9082" y="593"/>
                    <a:pt x="9884" y="1395"/>
                    <a:pt x="9884" y="2406"/>
                  </a:cubicBezTo>
                  <a:lnTo>
                    <a:pt x="9884" y="4951"/>
                  </a:lnTo>
                  <a:lnTo>
                    <a:pt x="2388" y="4951"/>
                  </a:lnTo>
                  <a:cubicBezTo>
                    <a:pt x="1377" y="4951"/>
                    <a:pt x="575" y="4149"/>
                    <a:pt x="575" y="3208"/>
                  </a:cubicBezTo>
                  <a:lnTo>
                    <a:pt x="575" y="593"/>
                  </a:lnTo>
                  <a:close/>
                  <a:moveTo>
                    <a:pt x="0" y="0"/>
                  </a:moveTo>
                  <a:lnTo>
                    <a:pt x="0" y="3208"/>
                  </a:lnTo>
                  <a:cubicBezTo>
                    <a:pt x="0" y="4515"/>
                    <a:pt x="1081" y="5526"/>
                    <a:pt x="2388" y="5526"/>
                  </a:cubicBezTo>
                  <a:lnTo>
                    <a:pt x="10459" y="5526"/>
                  </a:lnTo>
                  <a:lnTo>
                    <a:pt x="10459" y="2406"/>
                  </a:lnTo>
                  <a:cubicBezTo>
                    <a:pt x="10459" y="1098"/>
                    <a:pt x="9448" y="0"/>
                    <a:pt x="81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50"/>
          <p:cNvGrpSpPr/>
          <p:nvPr/>
        </p:nvGrpSpPr>
        <p:grpSpPr>
          <a:xfrm>
            <a:off x="6166938" y="1348025"/>
            <a:ext cx="492450" cy="492000"/>
            <a:chOff x="6166938" y="1157525"/>
            <a:chExt cx="492450" cy="492000"/>
          </a:xfrm>
        </p:grpSpPr>
        <p:sp>
          <p:nvSpPr>
            <p:cNvPr id="2012" name="Google Shape;2012;p50"/>
            <p:cNvSpPr/>
            <p:nvPr/>
          </p:nvSpPr>
          <p:spPr>
            <a:xfrm>
              <a:off x="6181763" y="1164925"/>
              <a:ext cx="468475" cy="477200"/>
            </a:xfrm>
            <a:custGeom>
              <a:rect b="b" l="l" r="r" t="t"/>
              <a:pathLst>
                <a:path extrusionOk="0" h="19088" w="18739">
                  <a:moveTo>
                    <a:pt x="9361" y="1"/>
                  </a:moveTo>
                  <a:cubicBezTo>
                    <a:pt x="4201" y="1"/>
                    <a:pt x="0" y="4271"/>
                    <a:pt x="0" y="9588"/>
                  </a:cubicBezTo>
                  <a:cubicBezTo>
                    <a:pt x="0" y="14817"/>
                    <a:pt x="4201" y="19088"/>
                    <a:pt x="9361" y="19088"/>
                  </a:cubicBezTo>
                  <a:cubicBezTo>
                    <a:pt x="14521" y="19088"/>
                    <a:pt x="18739" y="14817"/>
                    <a:pt x="18739" y="9588"/>
                  </a:cubicBezTo>
                  <a:cubicBezTo>
                    <a:pt x="18739" y="4271"/>
                    <a:pt x="14521" y="1"/>
                    <a:pt x="936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0"/>
            <p:cNvSpPr/>
            <p:nvPr/>
          </p:nvSpPr>
          <p:spPr>
            <a:xfrm>
              <a:off x="6174338" y="1164925"/>
              <a:ext cx="237975" cy="477200"/>
            </a:xfrm>
            <a:custGeom>
              <a:rect b="b" l="l" r="r" t="t"/>
              <a:pathLst>
                <a:path extrusionOk="0" h="19088" w="9519">
                  <a:moveTo>
                    <a:pt x="9518" y="1"/>
                  </a:moveTo>
                  <a:lnTo>
                    <a:pt x="5806" y="646"/>
                  </a:lnTo>
                  <a:lnTo>
                    <a:pt x="2476" y="3121"/>
                  </a:lnTo>
                  <a:lnTo>
                    <a:pt x="297" y="7112"/>
                  </a:lnTo>
                  <a:lnTo>
                    <a:pt x="1" y="10808"/>
                  </a:lnTo>
                  <a:lnTo>
                    <a:pt x="1239" y="14451"/>
                  </a:lnTo>
                  <a:lnTo>
                    <a:pt x="4585" y="17867"/>
                  </a:lnTo>
                  <a:lnTo>
                    <a:pt x="7706" y="19088"/>
                  </a:lnTo>
                  <a:lnTo>
                    <a:pt x="9518" y="19088"/>
                  </a:lnTo>
                  <a:lnTo>
                    <a:pt x="9518" y="1221"/>
                  </a:lnTo>
                  <a:lnTo>
                    <a:pt x="95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0"/>
            <p:cNvSpPr/>
            <p:nvPr/>
          </p:nvSpPr>
          <p:spPr>
            <a:xfrm>
              <a:off x="6174338" y="1233775"/>
              <a:ext cx="145150" cy="339500"/>
            </a:xfrm>
            <a:custGeom>
              <a:rect b="b" l="l" r="r" t="t"/>
              <a:pathLst>
                <a:path extrusionOk="0" h="13580" w="5806">
                  <a:moveTo>
                    <a:pt x="2755" y="1"/>
                  </a:moveTo>
                  <a:lnTo>
                    <a:pt x="576" y="3051"/>
                  </a:lnTo>
                  <a:lnTo>
                    <a:pt x="1" y="6171"/>
                  </a:lnTo>
                  <a:lnTo>
                    <a:pt x="297" y="9588"/>
                  </a:lnTo>
                  <a:lnTo>
                    <a:pt x="1814" y="12638"/>
                  </a:lnTo>
                  <a:lnTo>
                    <a:pt x="2755" y="13580"/>
                  </a:lnTo>
                  <a:cubicBezTo>
                    <a:pt x="4585" y="12272"/>
                    <a:pt x="5806" y="9727"/>
                    <a:pt x="5806" y="6834"/>
                  </a:cubicBezTo>
                  <a:cubicBezTo>
                    <a:pt x="5806" y="3853"/>
                    <a:pt x="4585" y="1308"/>
                    <a:pt x="27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0"/>
            <p:cNvSpPr/>
            <p:nvPr/>
          </p:nvSpPr>
          <p:spPr>
            <a:xfrm>
              <a:off x="6504663" y="1233775"/>
              <a:ext cx="145575" cy="339500"/>
            </a:xfrm>
            <a:custGeom>
              <a:rect b="b" l="l" r="r" t="t"/>
              <a:pathLst>
                <a:path extrusionOk="0" h="13580" w="5823">
                  <a:moveTo>
                    <a:pt x="2772" y="1"/>
                  </a:moveTo>
                  <a:lnTo>
                    <a:pt x="593" y="3051"/>
                  </a:lnTo>
                  <a:lnTo>
                    <a:pt x="1" y="6171"/>
                  </a:lnTo>
                  <a:lnTo>
                    <a:pt x="297" y="9588"/>
                  </a:lnTo>
                  <a:lnTo>
                    <a:pt x="1831" y="12638"/>
                  </a:lnTo>
                  <a:lnTo>
                    <a:pt x="2772" y="13580"/>
                  </a:lnTo>
                  <a:cubicBezTo>
                    <a:pt x="4585" y="12272"/>
                    <a:pt x="5823" y="9727"/>
                    <a:pt x="5823" y="6834"/>
                  </a:cubicBezTo>
                  <a:cubicBezTo>
                    <a:pt x="5823" y="3853"/>
                    <a:pt x="4585" y="1308"/>
                    <a:pt x="2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0"/>
            <p:cNvSpPr/>
            <p:nvPr/>
          </p:nvSpPr>
          <p:spPr>
            <a:xfrm>
              <a:off x="6404888" y="1435100"/>
              <a:ext cx="16575" cy="190900"/>
            </a:xfrm>
            <a:custGeom>
              <a:rect b="b" l="l" r="r" t="t"/>
              <a:pathLst>
                <a:path extrusionOk="0" h="7636" w="663">
                  <a:moveTo>
                    <a:pt x="0" y="1"/>
                  </a:moveTo>
                  <a:lnTo>
                    <a:pt x="0" y="7636"/>
                  </a:lnTo>
                  <a:lnTo>
                    <a:pt x="662" y="7636"/>
                  </a:lnTo>
                  <a:lnTo>
                    <a:pt x="6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0"/>
            <p:cNvSpPr/>
            <p:nvPr/>
          </p:nvSpPr>
          <p:spPr>
            <a:xfrm>
              <a:off x="6404888" y="1181050"/>
              <a:ext cx="16575" cy="207025"/>
            </a:xfrm>
            <a:custGeom>
              <a:rect b="b" l="l" r="r" t="t"/>
              <a:pathLst>
                <a:path extrusionOk="0" h="8281" w="663">
                  <a:moveTo>
                    <a:pt x="0" y="1"/>
                  </a:moveTo>
                  <a:lnTo>
                    <a:pt x="0" y="8280"/>
                  </a:lnTo>
                  <a:lnTo>
                    <a:pt x="662" y="8280"/>
                  </a:lnTo>
                  <a:lnTo>
                    <a:pt x="6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0"/>
            <p:cNvSpPr/>
            <p:nvPr/>
          </p:nvSpPr>
          <p:spPr>
            <a:xfrm>
              <a:off x="6166938" y="1157525"/>
              <a:ext cx="492450" cy="492000"/>
            </a:xfrm>
            <a:custGeom>
              <a:rect b="b" l="l" r="r" t="t"/>
              <a:pathLst>
                <a:path extrusionOk="0" h="19680" w="19698">
                  <a:moveTo>
                    <a:pt x="16421" y="3347"/>
                  </a:moveTo>
                  <a:cubicBezTo>
                    <a:pt x="18164" y="5090"/>
                    <a:pt x="19105" y="7408"/>
                    <a:pt x="19105" y="9884"/>
                  </a:cubicBezTo>
                  <a:cubicBezTo>
                    <a:pt x="19105" y="12272"/>
                    <a:pt x="18164" y="14520"/>
                    <a:pt x="16491" y="16263"/>
                  </a:cubicBezTo>
                  <a:cubicBezTo>
                    <a:pt x="15689" y="15462"/>
                    <a:pt x="15114" y="14590"/>
                    <a:pt x="14608" y="13579"/>
                  </a:cubicBezTo>
                  <a:cubicBezTo>
                    <a:pt x="14172" y="12568"/>
                    <a:pt x="13946" y="11540"/>
                    <a:pt x="13876" y="10459"/>
                  </a:cubicBezTo>
                  <a:lnTo>
                    <a:pt x="18739" y="10459"/>
                  </a:lnTo>
                  <a:lnTo>
                    <a:pt x="18739" y="9884"/>
                  </a:lnTo>
                  <a:lnTo>
                    <a:pt x="13806" y="9884"/>
                  </a:lnTo>
                  <a:lnTo>
                    <a:pt x="13806" y="9797"/>
                  </a:lnTo>
                  <a:cubicBezTo>
                    <a:pt x="13806" y="8489"/>
                    <a:pt x="14102" y="7182"/>
                    <a:pt x="14608" y="6031"/>
                  </a:cubicBezTo>
                  <a:cubicBezTo>
                    <a:pt x="15114" y="5003"/>
                    <a:pt x="15689" y="4131"/>
                    <a:pt x="16421" y="3347"/>
                  </a:cubicBezTo>
                  <a:close/>
                  <a:moveTo>
                    <a:pt x="3208" y="3347"/>
                  </a:moveTo>
                  <a:cubicBezTo>
                    <a:pt x="4951" y="5090"/>
                    <a:pt x="5892" y="7408"/>
                    <a:pt x="5892" y="9797"/>
                  </a:cubicBezTo>
                  <a:lnTo>
                    <a:pt x="5892" y="9884"/>
                  </a:lnTo>
                  <a:lnTo>
                    <a:pt x="959" y="9884"/>
                  </a:lnTo>
                  <a:lnTo>
                    <a:pt x="959" y="10459"/>
                  </a:lnTo>
                  <a:lnTo>
                    <a:pt x="5823" y="10459"/>
                  </a:lnTo>
                  <a:cubicBezTo>
                    <a:pt x="5666" y="12638"/>
                    <a:pt x="4794" y="14747"/>
                    <a:pt x="3208" y="16333"/>
                  </a:cubicBezTo>
                  <a:cubicBezTo>
                    <a:pt x="1535" y="14590"/>
                    <a:pt x="593" y="12272"/>
                    <a:pt x="593" y="9884"/>
                  </a:cubicBezTo>
                  <a:cubicBezTo>
                    <a:pt x="593" y="7408"/>
                    <a:pt x="1535" y="5090"/>
                    <a:pt x="3208" y="3347"/>
                  </a:cubicBezTo>
                  <a:close/>
                  <a:moveTo>
                    <a:pt x="9814" y="576"/>
                  </a:moveTo>
                  <a:cubicBezTo>
                    <a:pt x="12133" y="576"/>
                    <a:pt x="14312" y="1447"/>
                    <a:pt x="15985" y="2911"/>
                  </a:cubicBezTo>
                  <a:cubicBezTo>
                    <a:pt x="15183" y="3783"/>
                    <a:pt x="14538" y="4724"/>
                    <a:pt x="14102" y="5805"/>
                  </a:cubicBezTo>
                  <a:cubicBezTo>
                    <a:pt x="13510" y="7042"/>
                    <a:pt x="13231" y="8419"/>
                    <a:pt x="13231" y="9797"/>
                  </a:cubicBezTo>
                  <a:lnTo>
                    <a:pt x="13231" y="9884"/>
                  </a:lnTo>
                  <a:lnTo>
                    <a:pt x="10756" y="9884"/>
                  </a:lnTo>
                  <a:lnTo>
                    <a:pt x="10756" y="10459"/>
                  </a:lnTo>
                  <a:lnTo>
                    <a:pt x="13231" y="10459"/>
                  </a:lnTo>
                  <a:cubicBezTo>
                    <a:pt x="13301" y="11627"/>
                    <a:pt x="13597" y="12777"/>
                    <a:pt x="14102" y="13806"/>
                  </a:cubicBezTo>
                  <a:cubicBezTo>
                    <a:pt x="14538" y="14886"/>
                    <a:pt x="15253" y="15828"/>
                    <a:pt x="16055" y="16699"/>
                  </a:cubicBezTo>
                  <a:cubicBezTo>
                    <a:pt x="14381" y="18233"/>
                    <a:pt x="12133" y="19105"/>
                    <a:pt x="9814" y="19105"/>
                  </a:cubicBezTo>
                  <a:cubicBezTo>
                    <a:pt x="7566" y="19105"/>
                    <a:pt x="5387" y="18233"/>
                    <a:pt x="3644" y="16699"/>
                  </a:cubicBezTo>
                  <a:cubicBezTo>
                    <a:pt x="5317" y="15026"/>
                    <a:pt x="6328" y="12847"/>
                    <a:pt x="6468" y="10459"/>
                  </a:cubicBezTo>
                  <a:lnTo>
                    <a:pt x="8943" y="10459"/>
                  </a:lnTo>
                  <a:lnTo>
                    <a:pt x="8943" y="9884"/>
                  </a:lnTo>
                  <a:lnTo>
                    <a:pt x="6468" y="9884"/>
                  </a:lnTo>
                  <a:lnTo>
                    <a:pt x="6468" y="9797"/>
                  </a:lnTo>
                  <a:cubicBezTo>
                    <a:pt x="6468" y="7269"/>
                    <a:pt x="5457" y="4794"/>
                    <a:pt x="3713" y="2981"/>
                  </a:cubicBezTo>
                  <a:cubicBezTo>
                    <a:pt x="5387" y="1447"/>
                    <a:pt x="7566" y="576"/>
                    <a:pt x="9814" y="576"/>
                  </a:cubicBezTo>
                  <a:close/>
                  <a:moveTo>
                    <a:pt x="9814" y="0"/>
                  </a:moveTo>
                  <a:cubicBezTo>
                    <a:pt x="7200" y="0"/>
                    <a:pt x="4725" y="1011"/>
                    <a:pt x="2842" y="2911"/>
                  </a:cubicBezTo>
                  <a:cubicBezTo>
                    <a:pt x="1029" y="4724"/>
                    <a:pt x="1" y="7182"/>
                    <a:pt x="1" y="9884"/>
                  </a:cubicBezTo>
                  <a:cubicBezTo>
                    <a:pt x="1" y="12498"/>
                    <a:pt x="1029" y="14956"/>
                    <a:pt x="2842" y="16856"/>
                  </a:cubicBezTo>
                  <a:cubicBezTo>
                    <a:pt x="4725" y="18669"/>
                    <a:pt x="7200" y="19680"/>
                    <a:pt x="9814" y="19680"/>
                  </a:cubicBezTo>
                  <a:cubicBezTo>
                    <a:pt x="12499" y="19680"/>
                    <a:pt x="14974" y="18669"/>
                    <a:pt x="16787" y="16856"/>
                  </a:cubicBezTo>
                  <a:cubicBezTo>
                    <a:pt x="18669" y="14956"/>
                    <a:pt x="19698" y="12498"/>
                    <a:pt x="19698" y="9884"/>
                  </a:cubicBezTo>
                  <a:cubicBezTo>
                    <a:pt x="19698" y="7182"/>
                    <a:pt x="18669" y="4724"/>
                    <a:pt x="16787" y="2911"/>
                  </a:cubicBezTo>
                  <a:cubicBezTo>
                    <a:pt x="14974" y="1011"/>
                    <a:pt x="12499" y="0"/>
                    <a:pt x="98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0"/>
            <p:cNvSpPr/>
            <p:nvPr/>
          </p:nvSpPr>
          <p:spPr>
            <a:xfrm>
              <a:off x="6404888" y="1404600"/>
              <a:ext cx="16575" cy="14400"/>
            </a:xfrm>
            <a:custGeom>
              <a:rect b="b" l="l" r="r" t="t"/>
              <a:pathLst>
                <a:path extrusionOk="0" h="576" w="663">
                  <a:moveTo>
                    <a:pt x="0" y="1"/>
                  </a:moveTo>
                  <a:lnTo>
                    <a:pt x="0" y="576"/>
                  </a:lnTo>
                  <a:lnTo>
                    <a:pt x="662" y="576"/>
                  </a:lnTo>
                  <a:lnTo>
                    <a:pt x="6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 name="Google Shape;2020;p50"/>
          <p:cNvGrpSpPr/>
          <p:nvPr/>
        </p:nvGrpSpPr>
        <p:grpSpPr>
          <a:xfrm>
            <a:off x="6259763" y="2026825"/>
            <a:ext cx="306825" cy="492025"/>
            <a:chOff x="6259763" y="1883950"/>
            <a:chExt cx="306825" cy="492025"/>
          </a:xfrm>
        </p:grpSpPr>
        <p:sp>
          <p:nvSpPr>
            <p:cNvPr id="2021" name="Google Shape;2021;p50"/>
            <p:cNvSpPr/>
            <p:nvPr/>
          </p:nvSpPr>
          <p:spPr>
            <a:xfrm>
              <a:off x="6312488" y="1998125"/>
              <a:ext cx="37950" cy="377850"/>
            </a:xfrm>
            <a:custGeom>
              <a:rect b="b" l="l" r="r" t="t"/>
              <a:pathLst>
                <a:path extrusionOk="0" h="15114" w="1518">
                  <a:moveTo>
                    <a:pt x="1" y="1"/>
                  </a:moveTo>
                  <a:lnTo>
                    <a:pt x="1" y="15114"/>
                  </a:lnTo>
                  <a:lnTo>
                    <a:pt x="1517" y="15114"/>
                  </a:lnTo>
                  <a:lnTo>
                    <a:pt x="15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0"/>
            <p:cNvSpPr/>
            <p:nvPr/>
          </p:nvSpPr>
          <p:spPr>
            <a:xfrm>
              <a:off x="6350413" y="1998125"/>
              <a:ext cx="40100" cy="377850"/>
            </a:xfrm>
            <a:custGeom>
              <a:rect b="b" l="l" r="r" t="t"/>
              <a:pathLst>
                <a:path extrusionOk="0" h="15114" w="1604">
                  <a:moveTo>
                    <a:pt x="0" y="1"/>
                  </a:moveTo>
                  <a:lnTo>
                    <a:pt x="0" y="15114"/>
                  </a:lnTo>
                  <a:lnTo>
                    <a:pt x="1604" y="15114"/>
                  </a:lnTo>
                  <a:lnTo>
                    <a:pt x="16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0"/>
            <p:cNvSpPr/>
            <p:nvPr/>
          </p:nvSpPr>
          <p:spPr>
            <a:xfrm>
              <a:off x="6390488" y="1998125"/>
              <a:ext cx="45350" cy="377850"/>
            </a:xfrm>
            <a:custGeom>
              <a:rect b="b" l="l" r="r" t="t"/>
              <a:pathLst>
                <a:path extrusionOk="0" h="15114" w="1814">
                  <a:moveTo>
                    <a:pt x="1" y="1"/>
                  </a:moveTo>
                  <a:lnTo>
                    <a:pt x="1" y="15114"/>
                  </a:lnTo>
                  <a:lnTo>
                    <a:pt x="1814" y="15114"/>
                  </a:lnTo>
                  <a:lnTo>
                    <a:pt x="18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0"/>
            <p:cNvSpPr/>
            <p:nvPr/>
          </p:nvSpPr>
          <p:spPr>
            <a:xfrm>
              <a:off x="6435813" y="1998125"/>
              <a:ext cx="38375" cy="377850"/>
            </a:xfrm>
            <a:custGeom>
              <a:rect b="b" l="l" r="r" t="t"/>
              <a:pathLst>
                <a:path extrusionOk="0" h="15114" w="1535">
                  <a:moveTo>
                    <a:pt x="1" y="1"/>
                  </a:moveTo>
                  <a:lnTo>
                    <a:pt x="1" y="15114"/>
                  </a:lnTo>
                  <a:lnTo>
                    <a:pt x="1535" y="15114"/>
                  </a:lnTo>
                  <a:lnTo>
                    <a:pt x="15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0"/>
            <p:cNvSpPr/>
            <p:nvPr/>
          </p:nvSpPr>
          <p:spPr>
            <a:xfrm>
              <a:off x="6474163" y="1998125"/>
              <a:ext cx="39675" cy="377850"/>
            </a:xfrm>
            <a:custGeom>
              <a:rect b="b" l="l" r="r" t="t"/>
              <a:pathLst>
                <a:path extrusionOk="0" h="15114" w="1587">
                  <a:moveTo>
                    <a:pt x="1" y="1"/>
                  </a:moveTo>
                  <a:lnTo>
                    <a:pt x="1" y="15114"/>
                  </a:lnTo>
                  <a:lnTo>
                    <a:pt x="1587" y="15114"/>
                  </a:lnTo>
                  <a:lnTo>
                    <a:pt x="15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0"/>
            <p:cNvSpPr/>
            <p:nvPr/>
          </p:nvSpPr>
          <p:spPr>
            <a:xfrm>
              <a:off x="6305088" y="1974600"/>
              <a:ext cx="216175" cy="23550"/>
            </a:xfrm>
            <a:custGeom>
              <a:rect b="b" l="l" r="r" t="t"/>
              <a:pathLst>
                <a:path extrusionOk="0" h="942" w="8647">
                  <a:moveTo>
                    <a:pt x="0" y="1"/>
                  </a:moveTo>
                  <a:lnTo>
                    <a:pt x="0" y="942"/>
                  </a:lnTo>
                  <a:lnTo>
                    <a:pt x="8646" y="942"/>
                  </a:lnTo>
                  <a:lnTo>
                    <a:pt x="86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0"/>
            <p:cNvSpPr/>
            <p:nvPr/>
          </p:nvSpPr>
          <p:spPr>
            <a:xfrm>
              <a:off x="6281563" y="1936250"/>
              <a:ext cx="263225" cy="38375"/>
            </a:xfrm>
            <a:custGeom>
              <a:rect b="b" l="l" r="r" t="t"/>
              <a:pathLst>
                <a:path extrusionOk="0" h="1535" w="10529">
                  <a:moveTo>
                    <a:pt x="0" y="1"/>
                  </a:moveTo>
                  <a:lnTo>
                    <a:pt x="0" y="1535"/>
                  </a:lnTo>
                  <a:lnTo>
                    <a:pt x="10529" y="1535"/>
                  </a:lnTo>
                  <a:lnTo>
                    <a:pt x="1052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0"/>
            <p:cNvSpPr/>
            <p:nvPr/>
          </p:nvSpPr>
          <p:spPr>
            <a:xfrm>
              <a:off x="6264988" y="1890925"/>
              <a:ext cx="294175" cy="38375"/>
            </a:xfrm>
            <a:custGeom>
              <a:rect b="b" l="l" r="r" t="t"/>
              <a:pathLst>
                <a:path extrusionOk="0" h="1535" w="11767">
                  <a:moveTo>
                    <a:pt x="1" y="1"/>
                  </a:moveTo>
                  <a:lnTo>
                    <a:pt x="1" y="1535"/>
                  </a:lnTo>
                  <a:lnTo>
                    <a:pt x="11767" y="1535"/>
                  </a:lnTo>
                  <a:lnTo>
                    <a:pt x="117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0"/>
            <p:cNvSpPr/>
            <p:nvPr/>
          </p:nvSpPr>
          <p:spPr>
            <a:xfrm>
              <a:off x="6259763" y="1883950"/>
              <a:ext cx="306825" cy="52325"/>
            </a:xfrm>
            <a:custGeom>
              <a:rect b="b" l="l" r="r" t="t"/>
              <a:pathLst>
                <a:path extrusionOk="0" h="2093" w="12273">
                  <a:moveTo>
                    <a:pt x="11697" y="576"/>
                  </a:moveTo>
                  <a:lnTo>
                    <a:pt x="11697" y="1517"/>
                  </a:lnTo>
                  <a:lnTo>
                    <a:pt x="576" y="1517"/>
                  </a:lnTo>
                  <a:lnTo>
                    <a:pt x="576" y="576"/>
                  </a:lnTo>
                  <a:close/>
                  <a:moveTo>
                    <a:pt x="0" y="1"/>
                  </a:moveTo>
                  <a:lnTo>
                    <a:pt x="0" y="2093"/>
                  </a:lnTo>
                  <a:lnTo>
                    <a:pt x="12272" y="2093"/>
                  </a:lnTo>
                  <a:lnTo>
                    <a:pt x="122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0"/>
            <p:cNvSpPr/>
            <p:nvPr/>
          </p:nvSpPr>
          <p:spPr>
            <a:xfrm>
              <a:off x="6305088" y="1945400"/>
              <a:ext cx="23550" cy="14850"/>
            </a:xfrm>
            <a:custGeom>
              <a:rect b="b" l="l" r="r" t="t"/>
              <a:pathLst>
                <a:path extrusionOk="0" h="594" w="942">
                  <a:moveTo>
                    <a:pt x="0" y="1"/>
                  </a:moveTo>
                  <a:lnTo>
                    <a:pt x="0" y="593"/>
                  </a:lnTo>
                  <a:lnTo>
                    <a:pt x="942" y="593"/>
                  </a:lnTo>
                  <a:lnTo>
                    <a:pt x="9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0"/>
            <p:cNvSpPr/>
            <p:nvPr/>
          </p:nvSpPr>
          <p:spPr>
            <a:xfrm>
              <a:off x="6343438" y="1945400"/>
              <a:ext cx="23550" cy="14850"/>
            </a:xfrm>
            <a:custGeom>
              <a:rect b="b" l="l" r="r" t="t"/>
              <a:pathLst>
                <a:path extrusionOk="0" h="594" w="942">
                  <a:moveTo>
                    <a:pt x="0" y="1"/>
                  </a:moveTo>
                  <a:lnTo>
                    <a:pt x="0" y="593"/>
                  </a:lnTo>
                  <a:lnTo>
                    <a:pt x="942" y="593"/>
                  </a:lnTo>
                  <a:lnTo>
                    <a:pt x="9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0"/>
            <p:cNvSpPr/>
            <p:nvPr/>
          </p:nvSpPr>
          <p:spPr>
            <a:xfrm>
              <a:off x="6381338" y="1945400"/>
              <a:ext cx="23575" cy="14850"/>
            </a:xfrm>
            <a:custGeom>
              <a:rect b="b" l="l" r="r" t="t"/>
              <a:pathLst>
                <a:path extrusionOk="0" h="594" w="943">
                  <a:moveTo>
                    <a:pt x="1" y="1"/>
                  </a:moveTo>
                  <a:lnTo>
                    <a:pt x="1" y="593"/>
                  </a:lnTo>
                  <a:lnTo>
                    <a:pt x="942" y="593"/>
                  </a:lnTo>
                  <a:lnTo>
                    <a:pt x="9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0"/>
            <p:cNvSpPr/>
            <p:nvPr/>
          </p:nvSpPr>
          <p:spPr>
            <a:xfrm>
              <a:off x="6421438" y="1945400"/>
              <a:ext cx="21825" cy="14850"/>
            </a:xfrm>
            <a:custGeom>
              <a:rect b="b" l="l" r="r" t="t"/>
              <a:pathLst>
                <a:path extrusionOk="0" h="594" w="873">
                  <a:moveTo>
                    <a:pt x="0" y="1"/>
                  </a:moveTo>
                  <a:lnTo>
                    <a:pt x="0" y="593"/>
                  </a:lnTo>
                  <a:lnTo>
                    <a:pt x="872" y="593"/>
                  </a:lnTo>
                  <a:lnTo>
                    <a:pt x="8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0"/>
            <p:cNvSpPr/>
            <p:nvPr/>
          </p:nvSpPr>
          <p:spPr>
            <a:xfrm>
              <a:off x="6459338" y="1945400"/>
              <a:ext cx="23575" cy="14850"/>
            </a:xfrm>
            <a:custGeom>
              <a:rect b="b" l="l" r="r" t="t"/>
              <a:pathLst>
                <a:path extrusionOk="0" h="594" w="943">
                  <a:moveTo>
                    <a:pt x="1" y="1"/>
                  </a:moveTo>
                  <a:lnTo>
                    <a:pt x="1" y="593"/>
                  </a:lnTo>
                  <a:lnTo>
                    <a:pt x="942" y="593"/>
                  </a:lnTo>
                  <a:lnTo>
                    <a:pt x="9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0"/>
            <p:cNvSpPr/>
            <p:nvPr/>
          </p:nvSpPr>
          <p:spPr>
            <a:xfrm>
              <a:off x="6312488" y="2014700"/>
              <a:ext cx="16150" cy="361275"/>
            </a:xfrm>
            <a:custGeom>
              <a:rect b="b" l="l" r="r" t="t"/>
              <a:pathLst>
                <a:path extrusionOk="0" h="14451" w="646">
                  <a:moveTo>
                    <a:pt x="1" y="0"/>
                  </a:moveTo>
                  <a:lnTo>
                    <a:pt x="1" y="14451"/>
                  </a:lnTo>
                  <a:lnTo>
                    <a:pt x="646" y="14451"/>
                  </a:lnTo>
                  <a:lnTo>
                    <a:pt x="64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0"/>
            <p:cNvSpPr/>
            <p:nvPr/>
          </p:nvSpPr>
          <p:spPr>
            <a:xfrm>
              <a:off x="6497688" y="2014700"/>
              <a:ext cx="16150" cy="361275"/>
            </a:xfrm>
            <a:custGeom>
              <a:rect b="b" l="l" r="r" t="t"/>
              <a:pathLst>
                <a:path extrusionOk="0" h="14451" w="646">
                  <a:moveTo>
                    <a:pt x="1" y="0"/>
                  </a:moveTo>
                  <a:lnTo>
                    <a:pt x="1" y="14451"/>
                  </a:lnTo>
                  <a:lnTo>
                    <a:pt x="646" y="14451"/>
                  </a:lnTo>
                  <a:lnTo>
                    <a:pt x="64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0"/>
            <p:cNvSpPr/>
            <p:nvPr/>
          </p:nvSpPr>
          <p:spPr>
            <a:xfrm>
              <a:off x="6343438" y="2014700"/>
              <a:ext cx="16150" cy="361275"/>
            </a:xfrm>
            <a:custGeom>
              <a:rect b="b" l="l" r="r" t="t"/>
              <a:pathLst>
                <a:path extrusionOk="0" h="14451" w="646">
                  <a:moveTo>
                    <a:pt x="0" y="0"/>
                  </a:moveTo>
                  <a:lnTo>
                    <a:pt x="0" y="14451"/>
                  </a:lnTo>
                  <a:lnTo>
                    <a:pt x="645" y="14451"/>
                  </a:lnTo>
                  <a:lnTo>
                    <a:pt x="6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0"/>
            <p:cNvSpPr/>
            <p:nvPr/>
          </p:nvSpPr>
          <p:spPr>
            <a:xfrm>
              <a:off x="6383088" y="2014700"/>
              <a:ext cx="14850" cy="361275"/>
            </a:xfrm>
            <a:custGeom>
              <a:rect b="b" l="l" r="r" t="t"/>
              <a:pathLst>
                <a:path extrusionOk="0" h="14451" w="594">
                  <a:moveTo>
                    <a:pt x="1" y="0"/>
                  </a:moveTo>
                  <a:lnTo>
                    <a:pt x="1" y="14451"/>
                  </a:lnTo>
                  <a:lnTo>
                    <a:pt x="593" y="14451"/>
                  </a:lnTo>
                  <a:lnTo>
                    <a:pt x="5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0"/>
            <p:cNvSpPr/>
            <p:nvPr/>
          </p:nvSpPr>
          <p:spPr>
            <a:xfrm>
              <a:off x="6428413" y="2014700"/>
              <a:ext cx="14850" cy="361275"/>
            </a:xfrm>
            <a:custGeom>
              <a:rect b="b" l="l" r="r" t="t"/>
              <a:pathLst>
                <a:path extrusionOk="0" h="14451" w="594">
                  <a:moveTo>
                    <a:pt x="0" y="0"/>
                  </a:moveTo>
                  <a:lnTo>
                    <a:pt x="0" y="14451"/>
                  </a:lnTo>
                  <a:lnTo>
                    <a:pt x="593" y="14451"/>
                  </a:lnTo>
                  <a:lnTo>
                    <a:pt x="5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0"/>
            <p:cNvSpPr/>
            <p:nvPr/>
          </p:nvSpPr>
          <p:spPr>
            <a:xfrm>
              <a:off x="6466763" y="2014700"/>
              <a:ext cx="16150" cy="361275"/>
            </a:xfrm>
            <a:custGeom>
              <a:rect b="b" l="l" r="r" t="t"/>
              <a:pathLst>
                <a:path extrusionOk="0" h="14451" w="646">
                  <a:moveTo>
                    <a:pt x="0" y="0"/>
                  </a:moveTo>
                  <a:lnTo>
                    <a:pt x="0" y="14451"/>
                  </a:lnTo>
                  <a:lnTo>
                    <a:pt x="645" y="14451"/>
                  </a:lnTo>
                  <a:lnTo>
                    <a:pt x="6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0"/>
            <p:cNvSpPr/>
            <p:nvPr/>
          </p:nvSpPr>
          <p:spPr>
            <a:xfrm>
              <a:off x="6497688" y="1945400"/>
              <a:ext cx="23575" cy="14850"/>
            </a:xfrm>
            <a:custGeom>
              <a:rect b="b" l="l" r="r" t="t"/>
              <a:pathLst>
                <a:path extrusionOk="0" h="594" w="943">
                  <a:moveTo>
                    <a:pt x="1" y="1"/>
                  </a:moveTo>
                  <a:lnTo>
                    <a:pt x="1" y="593"/>
                  </a:lnTo>
                  <a:lnTo>
                    <a:pt x="942" y="593"/>
                  </a:lnTo>
                  <a:lnTo>
                    <a:pt x="9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 name="Google Shape;2042;p50"/>
          <p:cNvGrpSpPr/>
          <p:nvPr/>
        </p:nvGrpSpPr>
        <p:grpSpPr>
          <a:xfrm>
            <a:off x="6252363" y="2703475"/>
            <a:ext cx="321625" cy="493750"/>
            <a:chOff x="6252363" y="2608225"/>
            <a:chExt cx="321625" cy="493750"/>
          </a:xfrm>
        </p:grpSpPr>
        <p:sp>
          <p:nvSpPr>
            <p:cNvPr id="2043" name="Google Shape;2043;p50"/>
            <p:cNvSpPr/>
            <p:nvPr/>
          </p:nvSpPr>
          <p:spPr>
            <a:xfrm>
              <a:off x="6332538" y="2933325"/>
              <a:ext cx="161275" cy="161675"/>
            </a:xfrm>
            <a:custGeom>
              <a:rect b="b" l="l" r="r" t="t"/>
              <a:pathLst>
                <a:path extrusionOk="0" h="6467" w="6451">
                  <a:moveTo>
                    <a:pt x="3190" y="0"/>
                  </a:moveTo>
                  <a:cubicBezTo>
                    <a:pt x="1447" y="0"/>
                    <a:pt x="1" y="1447"/>
                    <a:pt x="1" y="3190"/>
                  </a:cubicBezTo>
                  <a:cubicBezTo>
                    <a:pt x="1" y="5003"/>
                    <a:pt x="1447" y="6467"/>
                    <a:pt x="3190" y="6467"/>
                  </a:cubicBezTo>
                  <a:cubicBezTo>
                    <a:pt x="5003" y="6467"/>
                    <a:pt x="6450" y="5003"/>
                    <a:pt x="6450" y="3190"/>
                  </a:cubicBezTo>
                  <a:cubicBezTo>
                    <a:pt x="6450" y="1447"/>
                    <a:pt x="5003" y="0"/>
                    <a:pt x="3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0"/>
            <p:cNvSpPr/>
            <p:nvPr/>
          </p:nvSpPr>
          <p:spPr>
            <a:xfrm>
              <a:off x="6388763" y="2982125"/>
              <a:ext cx="48825" cy="47525"/>
            </a:xfrm>
            <a:custGeom>
              <a:rect b="b" l="l" r="r" t="t"/>
              <a:pathLst>
                <a:path extrusionOk="0" h="1901" w="1953">
                  <a:moveTo>
                    <a:pt x="941" y="0"/>
                  </a:moveTo>
                  <a:cubicBezTo>
                    <a:pt x="436" y="0"/>
                    <a:pt x="0" y="436"/>
                    <a:pt x="0" y="959"/>
                  </a:cubicBezTo>
                  <a:cubicBezTo>
                    <a:pt x="0" y="1465"/>
                    <a:pt x="436" y="1900"/>
                    <a:pt x="941" y="1900"/>
                  </a:cubicBezTo>
                  <a:cubicBezTo>
                    <a:pt x="1517" y="1900"/>
                    <a:pt x="1952" y="1465"/>
                    <a:pt x="1952" y="959"/>
                  </a:cubicBezTo>
                  <a:cubicBezTo>
                    <a:pt x="1952" y="436"/>
                    <a:pt x="1517" y="0"/>
                    <a:pt x="9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0"/>
            <p:cNvSpPr/>
            <p:nvPr/>
          </p:nvSpPr>
          <p:spPr>
            <a:xfrm>
              <a:off x="6259763" y="2844425"/>
              <a:ext cx="121600" cy="47075"/>
            </a:xfrm>
            <a:custGeom>
              <a:rect b="b" l="l" r="r" t="t"/>
              <a:pathLst>
                <a:path extrusionOk="0" h="1883" w="4864">
                  <a:moveTo>
                    <a:pt x="0" y="0"/>
                  </a:moveTo>
                  <a:lnTo>
                    <a:pt x="0" y="1883"/>
                  </a:lnTo>
                  <a:lnTo>
                    <a:pt x="4864" y="1883"/>
                  </a:lnTo>
                  <a:lnTo>
                    <a:pt x="486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0"/>
            <p:cNvSpPr/>
            <p:nvPr/>
          </p:nvSpPr>
          <p:spPr>
            <a:xfrm>
              <a:off x="6444963" y="2844425"/>
              <a:ext cx="121625" cy="47075"/>
            </a:xfrm>
            <a:custGeom>
              <a:rect b="b" l="l" r="r" t="t"/>
              <a:pathLst>
                <a:path extrusionOk="0" h="1883" w="4865">
                  <a:moveTo>
                    <a:pt x="1" y="0"/>
                  </a:moveTo>
                  <a:lnTo>
                    <a:pt x="1" y="1883"/>
                  </a:lnTo>
                  <a:lnTo>
                    <a:pt x="4864" y="1883"/>
                  </a:lnTo>
                  <a:lnTo>
                    <a:pt x="486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0"/>
            <p:cNvSpPr/>
            <p:nvPr/>
          </p:nvSpPr>
          <p:spPr>
            <a:xfrm>
              <a:off x="6275888" y="2608225"/>
              <a:ext cx="89350" cy="236225"/>
            </a:xfrm>
            <a:custGeom>
              <a:rect b="b" l="l" r="r" t="t"/>
              <a:pathLst>
                <a:path extrusionOk="0" h="9449" w="3574">
                  <a:moveTo>
                    <a:pt x="0" y="0"/>
                  </a:moveTo>
                  <a:lnTo>
                    <a:pt x="0" y="9448"/>
                  </a:lnTo>
                  <a:lnTo>
                    <a:pt x="3574" y="9448"/>
                  </a:lnTo>
                  <a:lnTo>
                    <a:pt x="35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0"/>
            <p:cNvSpPr/>
            <p:nvPr/>
          </p:nvSpPr>
          <p:spPr>
            <a:xfrm>
              <a:off x="6461088" y="2608225"/>
              <a:ext cx="89375" cy="236225"/>
            </a:xfrm>
            <a:custGeom>
              <a:rect b="b" l="l" r="r" t="t"/>
              <a:pathLst>
                <a:path extrusionOk="0" h="9449" w="3575">
                  <a:moveTo>
                    <a:pt x="1" y="0"/>
                  </a:moveTo>
                  <a:lnTo>
                    <a:pt x="1" y="9448"/>
                  </a:lnTo>
                  <a:lnTo>
                    <a:pt x="3574" y="9448"/>
                  </a:lnTo>
                  <a:lnTo>
                    <a:pt x="35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0"/>
            <p:cNvSpPr/>
            <p:nvPr/>
          </p:nvSpPr>
          <p:spPr>
            <a:xfrm>
              <a:off x="6252363" y="2608225"/>
              <a:ext cx="321625" cy="493750"/>
            </a:xfrm>
            <a:custGeom>
              <a:rect b="b" l="l" r="r" t="t"/>
              <a:pathLst>
                <a:path extrusionOk="0" h="19750" w="12865">
                  <a:moveTo>
                    <a:pt x="4794" y="9727"/>
                  </a:moveTo>
                  <a:lnTo>
                    <a:pt x="4794" y="11034"/>
                  </a:lnTo>
                  <a:lnTo>
                    <a:pt x="593" y="11034"/>
                  </a:lnTo>
                  <a:lnTo>
                    <a:pt x="593" y="9727"/>
                  </a:lnTo>
                  <a:close/>
                  <a:moveTo>
                    <a:pt x="12272" y="9727"/>
                  </a:moveTo>
                  <a:lnTo>
                    <a:pt x="12272" y="11034"/>
                  </a:lnTo>
                  <a:lnTo>
                    <a:pt x="8001" y="11034"/>
                  </a:lnTo>
                  <a:lnTo>
                    <a:pt x="8001" y="9727"/>
                  </a:lnTo>
                  <a:close/>
                  <a:moveTo>
                    <a:pt x="6397" y="13300"/>
                  </a:moveTo>
                  <a:cubicBezTo>
                    <a:pt x="8071" y="13300"/>
                    <a:pt x="9378" y="14608"/>
                    <a:pt x="9378" y="16194"/>
                  </a:cubicBezTo>
                  <a:cubicBezTo>
                    <a:pt x="9378" y="17867"/>
                    <a:pt x="8071" y="19175"/>
                    <a:pt x="6397" y="19175"/>
                  </a:cubicBezTo>
                  <a:cubicBezTo>
                    <a:pt x="4794" y="19175"/>
                    <a:pt x="3486" y="17867"/>
                    <a:pt x="3486" y="16194"/>
                  </a:cubicBezTo>
                  <a:cubicBezTo>
                    <a:pt x="3486" y="14608"/>
                    <a:pt x="4794" y="13300"/>
                    <a:pt x="6397" y="13300"/>
                  </a:cubicBezTo>
                  <a:close/>
                  <a:moveTo>
                    <a:pt x="593" y="0"/>
                  </a:moveTo>
                  <a:lnTo>
                    <a:pt x="593" y="9152"/>
                  </a:lnTo>
                  <a:lnTo>
                    <a:pt x="0" y="9152"/>
                  </a:lnTo>
                  <a:lnTo>
                    <a:pt x="0" y="11697"/>
                  </a:lnTo>
                  <a:lnTo>
                    <a:pt x="3417" y="11697"/>
                  </a:lnTo>
                  <a:lnTo>
                    <a:pt x="4794" y="13074"/>
                  </a:lnTo>
                  <a:cubicBezTo>
                    <a:pt x="3643" y="13649"/>
                    <a:pt x="2911" y="14887"/>
                    <a:pt x="2911" y="16194"/>
                  </a:cubicBezTo>
                  <a:cubicBezTo>
                    <a:pt x="2911" y="18164"/>
                    <a:pt x="4515" y="19750"/>
                    <a:pt x="6397" y="19750"/>
                  </a:cubicBezTo>
                  <a:cubicBezTo>
                    <a:pt x="8350" y="19750"/>
                    <a:pt x="9953" y="18164"/>
                    <a:pt x="9953" y="16194"/>
                  </a:cubicBezTo>
                  <a:cubicBezTo>
                    <a:pt x="9953" y="14887"/>
                    <a:pt x="9152" y="13649"/>
                    <a:pt x="8071" y="13074"/>
                  </a:cubicBezTo>
                  <a:lnTo>
                    <a:pt x="9448" y="11697"/>
                  </a:lnTo>
                  <a:lnTo>
                    <a:pt x="12864" y="11697"/>
                  </a:lnTo>
                  <a:lnTo>
                    <a:pt x="12864" y="9152"/>
                  </a:lnTo>
                  <a:lnTo>
                    <a:pt x="12202" y="9152"/>
                  </a:lnTo>
                  <a:lnTo>
                    <a:pt x="12202" y="0"/>
                  </a:lnTo>
                  <a:lnTo>
                    <a:pt x="11627" y="0"/>
                  </a:lnTo>
                  <a:lnTo>
                    <a:pt x="11627" y="9152"/>
                  </a:lnTo>
                  <a:lnTo>
                    <a:pt x="8646" y="9152"/>
                  </a:lnTo>
                  <a:lnTo>
                    <a:pt x="8646" y="0"/>
                  </a:lnTo>
                  <a:lnTo>
                    <a:pt x="8071" y="0"/>
                  </a:lnTo>
                  <a:lnTo>
                    <a:pt x="8071" y="9152"/>
                  </a:lnTo>
                  <a:lnTo>
                    <a:pt x="7408" y="9152"/>
                  </a:lnTo>
                  <a:lnTo>
                    <a:pt x="7408" y="11697"/>
                  </a:lnTo>
                  <a:lnTo>
                    <a:pt x="8576" y="11697"/>
                  </a:lnTo>
                  <a:lnTo>
                    <a:pt x="7408" y="12865"/>
                  </a:lnTo>
                  <a:cubicBezTo>
                    <a:pt x="7130" y="12708"/>
                    <a:pt x="6763" y="12708"/>
                    <a:pt x="6397" y="12708"/>
                  </a:cubicBezTo>
                  <a:cubicBezTo>
                    <a:pt x="6101" y="12708"/>
                    <a:pt x="5735" y="12708"/>
                    <a:pt x="5386" y="12865"/>
                  </a:cubicBezTo>
                  <a:lnTo>
                    <a:pt x="4219" y="11697"/>
                  </a:lnTo>
                  <a:lnTo>
                    <a:pt x="5456" y="11697"/>
                  </a:lnTo>
                  <a:lnTo>
                    <a:pt x="5456" y="9152"/>
                  </a:lnTo>
                  <a:lnTo>
                    <a:pt x="4794" y="9152"/>
                  </a:lnTo>
                  <a:lnTo>
                    <a:pt x="4794" y="0"/>
                  </a:lnTo>
                  <a:lnTo>
                    <a:pt x="4219" y="0"/>
                  </a:lnTo>
                  <a:lnTo>
                    <a:pt x="4219" y="9152"/>
                  </a:lnTo>
                  <a:lnTo>
                    <a:pt x="1238" y="9152"/>
                  </a:lnTo>
                  <a:lnTo>
                    <a:pt x="12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0"/>
            <p:cNvSpPr/>
            <p:nvPr/>
          </p:nvSpPr>
          <p:spPr>
            <a:xfrm>
              <a:off x="6299863" y="2811725"/>
              <a:ext cx="39675" cy="16150"/>
            </a:xfrm>
            <a:custGeom>
              <a:rect b="b" l="l" r="r" t="t"/>
              <a:pathLst>
                <a:path extrusionOk="0" h="646" w="1587">
                  <a:moveTo>
                    <a:pt x="0" y="1"/>
                  </a:moveTo>
                  <a:lnTo>
                    <a:pt x="0" y="646"/>
                  </a:lnTo>
                  <a:lnTo>
                    <a:pt x="1586" y="646"/>
                  </a:lnTo>
                  <a:lnTo>
                    <a:pt x="15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0"/>
            <p:cNvSpPr/>
            <p:nvPr/>
          </p:nvSpPr>
          <p:spPr>
            <a:xfrm>
              <a:off x="6486813" y="2811725"/>
              <a:ext cx="39675" cy="16150"/>
            </a:xfrm>
            <a:custGeom>
              <a:rect b="b" l="l" r="r" t="t"/>
              <a:pathLst>
                <a:path extrusionOk="0" h="646" w="1587">
                  <a:moveTo>
                    <a:pt x="0" y="1"/>
                  </a:moveTo>
                  <a:lnTo>
                    <a:pt x="0" y="646"/>
                  </a:lnTo>
                  <a:lnTo>
                    <a:pt x="1586" y="646"/>
                  </a:lnTo>
                  <a:lnTo>
                    <a:pt x="15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0"/>
            <p:cNvSpPr/>
            <p:nvPr/>
          </p:nvSpPr>
          <p:spPr>
            <a:xfrm>
              <a:off x="6363038" y="2955100"/>
              <a:ext cx="100250" cy="96325"/>
            </a:xfrm>
            <a:custGeom>
              <a:rect b="b" l="l" r="r" t="t"/>
              <a:pathLst>
                <a:path extrusionOk="0" h="3853" w="4010">
                  <a:moveTo>
                    <a:pt x="1970" y="1378"/>
                  </a:moveTo>
                  <a:lnTo>
                    <a:pt x="2267" y="1813"/>
                  </a:lnTo>
                  <a:lnTo>
                    <a:pt x="2703" y="1883"/>
                  </a:lnTo>
                  <a:lnTo>
                    <a:pt x="2336" y="2249"/>
                  </a:lnTo>
                  <a:lnTo>
                    <a:pt x="2476" y="2755"/>
                  </a:lnTo>
                  <a:lnTo>
                    <a:pt x="1970" y="2546"/>
                  </a:lnTo>
                  <a:lnTo>
                    <a:pt x="1535" y="2755"/>
                  </a:lnTo>
                  <a:lnTo>
                    <a:pt x="1604" y="2249"/>
                  </a:lnTo>
                  <a:lnTo>
                    <a:pt x="1238" y="1883"/>
                  </a:lnTo>
                  <a:lnTo>
                    <a:pt x="1744" y="1813"/>
                  </a:lnTo>
                  <a:lnTo>
                    <a:pt x="1970" y="1378"/>
                  </a:lnTo>
                  <a:close/>
                  <a:moveTo>
                    <a:pt x="1970" y="1"/>
                  </a:moveTo>
                  <a:lnTo>
                    <a:pt x="1395" y="1308"/>
                  </a:lnTo>
                  <a:lnTo>
                    <a:pt x="1" y="1517"/>
                  </a:lnTo>
                  <a:lnTo>
                    <a:pt x="959" y="2476"/>
                  </a:lnTo>
                  <a:lnTo>
                    <a:pt x="733" y="3853"/>
                  </a:lnTo>
                  <a:lnTo>
                    <a:pt x="1970" y="3190"/>
                  </a:lnTo>
                  <a:lnTo>
                    <a:pt x="3278" y="3853"/>
                  </a:lnTo>
                  <a:lnTo>
                    <a:pt x="3278" y="3853"/>
                  </a:lnTo>
                  <a:lnTo>
                    <a:pt x="2981" y="2476"/>
                  </a:lnTo>
                  <a:lnTo>
                    <a:pt x="4010" y="1517"/>
                  </a:lnTo>
                  <a:lnTo>
                    <a:pt x="2615" y="1308"/>
                  </a:lnTo>
                  <a:lnTo>
                    <a:pt x="197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0"/>
            <p:cNvSpPr/>
            <p:nvPr/>
          </p:nvSpPr>
          <p:spPr>
            <a:xfrm>
              <a:off x="6397913" y="3054900"/>
              <a:ext cx="30525" cy="14400"/>
            </a:xfrm>
            <a:custGeom>
              <a:rect b="b" l="l" r="r" t="t"/>
              <a:pathLst>
                <a:path extrusionOk="0" h="576" w="1221">
                  <a:moveTo>
                    <a:pt x="0" y="0"/>
                  </a:moveTo>
                  <a:lnTo>
                    <a:pt x="0" y="576"/>
                  </a:lnTo>
                  <a:lnTo>
                    <a:pt x="1220" y="576"/>
                  </a:lnTo>
                  <a:lnTo>
                    <a:pt x="12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 name="Google Shape;2054;p50"/>
          <p:cNvGrpSpPr/>
          <p:nvPr/>
        </p:nvGrpSpPr>
        <p:grpSpPr>
          <a:xfrm>
            <a:off x="6166938" y="3382300"/>
            <a:ext cx="492450" cy="493750"/>
            <a:chOff x="6166938" y="3334675"/>
            <a:chExt cx="492450" cy="493750"/>
          </a:xfrm>
        </p:grpSpPr>
        <p:sp>
          <p:nvSpPr>
            <p:cNvPr id="2055" name="Google Shape;2055;p50"/>
            <p:cNvSpPr/>
            <p:nvPr/>
          </p:nvSpPr>
          <p:spPr>
            <a:xfrm>
              <a:off x="6172613" y="3481525"/>
              <a:ext cx="40100" cy="346900"/>
            </a:xfrm>
            <a:custGeom>
              <a:rect b="b" l="l" r="r" t="t"/>
              <a:pathLst>
                <a:path extrusionOk="0" h="13876" w="1604">
                  <a:moveTo>
                    <a:pt x="0" y="0"/>
                  </a:moveTo>
                  <a:lnTo>
                    <a:pt x="0" y="13876"/>
                  </a:lnTo>
                  <a:lnTo>
                    <a:pt x="1604" y="13876"/>
                  </a:lnTo>
                  <a:lnTo>
                    <a:pt x="160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0"/>
            <p:cNvSpPr/>
            <p:nvPr/>
          </p:nvSpPr>
          <p:spPr>
            <a:xfrm>
              <a:off x="6212688" y="3450575"/>
              <a:ext cx="37950" cy="377850"/>
            </a:xfrm>
            <a:custGeom>
              <a:rect b="b" l="l" r="r" t="t"/>
              <a:pathLst>
                <a:path extrusionOk="0" h="15114" w="1518">
                  <a:moveTo>
                    <a:pt x="1" y="1"/>
                  </a:moveTo>
                  <a:lnTo>
                    <a:pt x="1" y="15114"/>
                  </a:lnTo>
                  <a:lnTo>
                    <a:pt x="1517" y="15114"/>
                  </a:lnTo>
                  <a:lnTo>
                    <a:pt x="151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0"/>
            <p:cNvSpPr/>
            <p:nvPr/>
          </p:nvSpPr>
          <p:spPr>
            <a:xfrm>
              <a:off x="6250613" y="3420075"/>
              <a:ext cx="408775" cy="408350"/>
            </a:xfrm>
            <a:custGeom>
              <a:rect b="b" l="l" r="r" t="t"/>
              <a:pathLst>
                <a:path extrusionOk="0" h="16334" w="16351">
                  <a:moveTo>
                    <a:pt x="0" y="1"/>
                  </a:moveTo>
                  <a:lnTo>
                    <a:pt x="0" y="16334"/>
                  </a:lnTo>
                  <a:lnTo>
                    <a:pt x="16351" y="16334"/>
                  </a:lnTo>
                  <a:lnTo>
                    <a:pt x="163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0"/>
            <p:cNvSpPr/>
            <p:nvPr/>
          </p:nvSpPr>
          <p:spPr>
            <a:xfrm>
              <a:off x="6243213" y="3412675"/>
              <a:ext cx="230975" cy="415750"/>
            </a:xfrm>
            <a:custGeom>
              <a:rect b="b" l="l" r="r" t="t"/>
              <a:pathLst>
                <a:path extrusionOk="0" h="16630" w="9239">
                  <a:moveTo>
                    <a:pt x="0" y="0"/>
                  </a:moveTo>
                  <a:lnTo>
                    <a:pt x="0" y="16630"/>
                  </a:lnTo>
                  <a:lnTo>
                    <a:pt x="593" y="16630"/>
                  </a:lnTo>
                  <a:lnTo>
                    <a:pt x="593" y="575"/>
                  </a:lnTo>
                  <a:lnTo>
                    <a:pt x="9239" y="575"/>
                  </a:lnTo>
                  <a:lnTo>
                    <a:pt x="923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0"/>
            <p:cNvSpPr/>
            <p:nvPr/>
          </p:nvSpPr>
          <p:spPr>
            <a:xfrm>
              <a:off x="6504663" y="3412675"/>
              <a:ext cx="154725" cy="14400"/>
            </a:xfrm>
            <a:custGeom>
              <a:rect b="b" l="l" r="r" t="t"/>
              <a:pathLst>
                <a:path extrusionOk="0" h="576" w="6189">
                  <a:moveTo>
                    <a:pt x="1" y="0"/>
                  </a:moveTo>
                  <a:lnTo>
                    <a:pt x="1" y="575"/>
                  </a:lnTo>
                  <a:lnTo>
                    <a:pt x="6189" y="575"/>
                  </a:lnTo>
                  <a:lnTo>
                    <a:pt x="61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0"/>
            <p:cNvSpPr/>
            <p:nvPr/>
          </p:nvSpPr>
          <p:spPr>
            <a:xfrm>
              <a:off x="6205288" y="3443600"/>
              <a:ext cx="30975" cy="384825"/>
            </a:xfrm>
            <a:custGeom>
              <a:rect b="b" l="l" r="r" t="t"/>
              <a:pathLst>
                <a:path extrusionOk="0" h="15393" w="1239">
                  <a:moveTo>
                    <a:pt x="1" y="1"/>
                  </a:moveTo>
                  <a:lnTo>
                    <a:pt x="1" y="15393"/>
                  </a:lnTo>
                  <a:lnTo>
                    <a:pt x="576" y="15393"/>
                  </a:lnTo>
                  <a:lnTo>
                    <a:pt x="576" y="576"/>
                  </a:lnTo>
                  <a:lnTo>
                    <a:pt x="1238" y="576"/>
                  </a:lnTo>
                  <a:lnTo>
                    <a:pt x="1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0"/>
            <p:cNvSpPr/>
            <p:nvPr/>
          </p:nvSpPr>
          <p:spPr>
            <a:xfrm>
              <a:off x="6166938" y="3474550"/>
              <a:ext cx="30975" cy="353875"/>
            </a:xfrm>
            <a:custGeom>
              <a:rect b="b" l="l" r="r" t="t"/>
              <a:pathLst>
                <a:path extrusionOk="0" h="14155" w="1239">
                  <a:moveTo>
                    <a:pt x="1" y="0"/>
                  </a:moveTo>
                  <a:lnTo>
                    <a:pt x="1" y="14155"/>
                  </a:lnTo>
                  <a:lnTo>
                    <a:pt x="593" y="14155"/>
                  </a:lnTo>
                  <a:lnTo>
                    <a:pt x="593" y="576"/>
                  </a:lnTo>
                  <a:lnTo>
                    <a:pt x="1238" y="576"/>
                  </a:lnTo>
                  <a:lnTo>
                    <a:pt x="12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0"/>
            <p:cNvSpPr/>
            <p:nvPr/>
          </p:nvSpPr>
          <p:spPr>
            <a:xfrm>
              <a:off x="6404888" y="3450575"/>
              <a:ext cx="14825" cy="231000"/>
            </a:xfrm>
            <a:custGeom>
              <a:rect b="b" l="l" r="r" t="t"/>
              <a:pathLst>
                <a:path extrusionOk="0" h="9240" w="593">
                  <a:moveTo>
                    <a:pt x="0" y="1"/>
                  </a:moveTo>
                  <a:lnTo>
                    <a:pt x="0" y="8803"/>
                  </a:lnTo>
                  <a:lnTo>
                    <a:pt x="593" y="9239"/>
                  </a:lnTo>
                  <a:lnTo>
                    <a:pt x="5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0"/>
            <p:cNvSpPr/>
            <p:nvPr/>
          </p:nvSpPr>
          <p:spPr>
            <a:xfrm>
              <a:off x="6366963" y="3334675"/>
              <a:ext cx="130750" cy="370425"/>
            </a:xfrm>
            <a:custGeom>
              <a:rect b="b" l="l" r="r" t="t"/>
              <a:pathLst>
                <a:path extrusionOk="0" h="14817" w="5230">
                  <a:moveTo>
                    <a:pt x="2615" y="0"/>
                  </a:moveTo>
                  <a:cubicBezTo>
                    <a:pt x="1151" y="0"/>
                    <a:pt x="1" y="1151"/>
                    <a:pt x="1" y="2615"/>
                  </a:cubicBezTo>
                  <a:lnTo>
                    <a:pt x="1" y="2754"/>
                  </a:lnTo>
                  <a:lnTo>
                    <a:pt x="576" y="2754"/>
                  </a:lnTo>
                  <a:lnTo>
                    <a:pt x="576" y="2615"/>
                  </a:lnTo>
                  <a:cubicBezTo>
                    <a:pt x="576" y="1517"/>
                    <a:pt x="1517" y="645"/>
                    <a:pt x="2615" y="645"/>
                  </a:cubicBezTo>
                  <a:cubicBezTo>
                    <a:pt x="3696" y="645"/>
                    <a:pt x="4637" y="1517"/>
                    <a:pt x="4637" y="2615"/>
                  </a:cubicBezTo>
                  <a:lnTo>
                    <a:pt x="4637" y="12777"/>
                  </a:lnTo>
                  <a:cubicBezTo>
                    <a:pt x="4637" y="13579"/>
                    <a:pt x="3992" y="14224"/>
                    <a:pt x="3260" y="14224"/>
                  </a:cubicBezTo>
                  <a:cubicBezTo>
                    <a:pt x="2458" y="14224"/>
                    <a:pt x="1813" y="13579"/>
                    <a:pt x="1813" y="12777"/>
                  </a:cubicBezTo>
                  <a:lnTo>
                    <a:pt x="1813" y="4637"/>
                  </a:lnTo>
                  <a:lnTo>
                    <a:pt x="1238" y="4637"/>
                  </a:lnTo>
                  <a:lnTo>
                    <a:pt x="1238" y="12777"/>
                  </a:lnTo>
                  <a:cubicBezTo>
                    <a:pt x="1238" y="13945"/>
                    <a:pt x="2110" y="14816"/>
                    <a:pt x="3260" y="14816"/>
                  </a:cubicBezTo>
                  <a:cubicBezTo>
                    <a:pt x="4358" y="14816"/>
                    <a:pt x="5230" y="13945"/>
                    <a:pt x="5230" y="12777"/>
                  </a:cubicBezTo>
                  <a:lnTo>
                    <a:pt x="5230" y="2615"/>
                  </a:lnTo>
                  <a:cubicBezTo>
                    <a:pt x="5230" y="1151"/>
                    <a:pt x="4062" y="0"/>
                    <a:pt x="26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 name="Google Shape;2064;p50"/>
          <p:cNvGrpSpPr/>
          <p:nvPr/>
        </p:nvGrpSpPr>
        <p:grpSpPr>
          <a:xfrm>
            <a:off x="6217938" y="4060675"/>
            <a:ext cx="390475" cy="494200"/>
            <a:chOff x="6217938" y="4060675"/>
            <a:chExt cx="390475" cy="494200"/>
          </a:xfrm>
        </p:grpSpPr>
        <p:sp>
          <p:nvSpPr>
            <p:cNvPr id="2065" name="Google Shape;2065;p50"/>
            <p:cNvSpPr/>
            <p:nvPr/>
          </p:nvSpPr>
          <p:spPr>
            <a:xfrm>
              <a:off x="6263238" y="4491225"/>
              <a:ext cx="299850" cy="63650"/>
            </a:xfrm>
            <a:custGeom>
              <a:rect b="b" l="l" r="r" t="t"/>
              <a:pathLst>
                <a:path extrusionOk="0" h="2546" w="11994">
                  <a:moveTo>
                    <a:pt x="2546" y="0"/>
                  </a:moveTo>
                  <a:cubicBezTo>
                    <a:pt x="1169" y="0"/>
                    <a:pt x="1" y="1168"/>
                    <a:pt x="1" y="2545"/>
                  </a:cubicBezTo>
                  <a:lnTo>
                    <a:pt x="11994" y="2545"/>
                  </a:lnTo>
                  <a:cubicBezTo>
                    <a:pt x="11994" y="1168"/>
                    <a:pt x="10895" y="0"/>
                    <a:pt x="94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0"/>
            <p:cNvSpPr/>
            <p:nvPr/>
          </p:nvSpPr>
          <p:spPr>
            <a:xfrm>
              <a:off x="6350413" y="4460275"/>
              <a:ext cx="125525" cy="54500"/>
            </a:xfrm>
            <a:custGeom>
              <a:rect b="b" l="l" r="r" t="t"/>
              <a:pathLst>
                <a:path extrusionOk="0" h="2180" w="5021">
                  <a:moveTo>
                    <a:pt x="0" y="1"/>
                  </a:moveTo>
                  <a:lnTo>
                    <a:pt x="0" y="1238"/>
                  </a:lnTo>
                  <a:lnTo>
                    <a:pt x="2475" y="2179"/>
                  </a:lnTo>
                  <a:lnTo>
                    <a:pt x="5020" y="1238"/>
                  </a:lnTo>
                  <a:lnTo>
                    <a:pt x="502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0"/>
            <p:cNvSpPr/>
            <p:nvPr/>
          </p:nvSpPr>
          <p:spPr>
            <a:xfrm>
              <a:off x="6522963" y="4240650"/>
              <a:ext cx="38375" cy="47075"/>
            </a:xfrm>
            <a:custGeom>
              <a:rect b="b" l="l" r="r" t="t"/>
              <a:pathLst>
                <a:path extrusionOk="0" h="1883" w="1535">
                  <a:moveTo>
                    <a:pt x="1" y="0"/>
                  </a:moveTo>
                  <a:lnTo>
                    <a:pt x="1" y="1883"/>
                  </a:lnTo>
                  <a:lnTo>
                    <a:pt x="1239" y="1883"/>
                  </a:lnTo>
                  <a:lnTo>
                    <a:pt x="1535" y="942"/>
                  </a:lnTo>
                  <a:lnTo>
                    <a:pt x="123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0"/>
            <p:cNvSpPr/>
            <p:nvPr/>
          </p:nvSpPr>
          <p:spPr>
            <a:xfrm>
              <a:off x="6263238" y="4240650"/>
              <a:ext cx="40125" cy="47075"/>
            </a:xfrm>
            <a:custGeom>
              <a:rect b="b" l="l" r="r" t="t"/>
              <a:pathLst>
                <a:path extrusionOk="0" h="1883" w="1605">
                  <a:moveTo>
                    <a:pt x="367" y="0"/>
                  </a:moveTo>
                  <a:lnTo>
                    <a:pt x="1" y="942"/>
                  </a:lnTo>
                  <a:lnTo>
                    <a:pt x="367" y="1883"/>
                  </a:lnTo>
                  <a:lnTo>
                    <a:pt x="1605" y="1883"/>
                  </a:lnTo>
                  <a:lnTo>
                    <a:pt x="160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0"/>
            <p:cNvSpPr/>
            <p:nvPr/>
          </p:nvSpPr>
          <p:spPr>
            <a:xfrm>
              <a:off x="6295938" y="4186175"/>
              <a:ext cx="234475" cy="274125"/>
            </a:xfrm>
            <a:custGeom>
              <a:rect b="b" l="l" r="r" t="t"/>
              <a:pathLst>
                <a:path extrusionOk="0" h="10965" w="9379">
                  <a:moveTo>
                    <a:pt x="0" y="0"/>
                  </a:moveTo>
                  <a:lnTo>
                    <a:pt x="0" y="8646"/>
                  </a:lnTo>
                  <a:cubicBezTo>
                    <a:pt x="0" y="9954"/>
                    <a:pt x="1029" y="10965"/>
                    <a:pt x="2336" y="10965"/>
                  </a:cubicBezTo>
                  <a:lnTo>
                    <a:pt x="7042" y="10965"/>
                  </a:lnTo>
                  <a:cubicBezTo>
                    <a:pt x="8350" y="10965"/>
                    <a:pt x="9378" y="9954"/>
                    <a:pt x="9378" y="8646"/>
                  </a:cubicBezTo>
                  <a:lnTo>
                    <a:pt x="937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0"/>
            <p:cNvSpPr/>
            <p:nvPr/>
          </p:nvSpPr>
          <p:spPr>
            <a:xfrm>
              <a:off x="6381338" y="4264175"/>
              <a:ext cx="63650" cy="78025"/>
            </a:xfrm>
            <a:custGeom>
              <a:rect b="b" l="l" r="r" t="t"/>
              <a:pathLst>
                <a:path extrusionOk="0" h="3121" w="2546">
                  <a:moveTo>
                    <a:pt x="367" y="1"/>
                  </a:moveTo>
                  <a:lnTo>
                    <a:pt x="1" y="942"/>
                  </a:lnTo>
                  <a:lnTo>
                    <a:pt x="1" y="2546"/>
                  </a:lnTo>
                  <a:lnTo>
                    <a:pt x="663" y="2546"/>
                  </a:lnTo>
                  <a:lnTo>
                    <a:pt x="663" y="3121"/>
                  </a:lnTo>
                  <a:lnTo>
                    <a:pt x="1883" y="3121"/>
                  </a:lnTo>
                  <a:lnTo>
                    <a:pt x="1883" y="2546"/>
                  </a:lnTo>
                  <a:lnTo>
                    <a:pt x="2546" y="2546"/>
                  </a:lnTo>
                  <a:lnTo>
                    <a:pt x="2546" y="942"/>
                  </a:lnTo>
                  <a:lnTo>
                    <a:pt x="21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0"/>
            <p:cNvSpPr/>
            <p:nvPr/>
          </p:nvSpPr>
          <p:spPr>
            <a:xfrm>
              <a:off x="6428413" y="4327800"/>
              <a:ext cx="149050" cy="47100"/>
            </a:xfrm>
            <a:custGeom>
              <a:rect b="b" l="l" r="r" t="t"/>
              <a:pathLst>
                <a:path extrusionOk="0" h="1884" w="5962">
                  <a:moveTo>
                    <a:pt x="0" y="1"/>
                  </a:moveTo>
                  <a:lnTo>
                    <a:pt x="0" y="1883"/>
                  </a:lnTo>
                  <a:lnTo>
                    <a:pt x="4724" y="1883"/>
                  </a:lnTo>
                  <a:lnTo>
                    <a:pt x="5666" y="942"/>
                  </a:lnTo>
                  <a:lnTo>
                    <a:pt x="59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0"/>
            <p:cNvSpPr/>
            <p:nvPr/>
          </p:nvSpPr>
          <p:spPr>
            <a:xfrm>
              <a:off x="6248863" y="4327800"/>
              <a:ext cx="149075" cy="47100"/>
            </a:xfrm>
            <a:custGeom>
              <a:rect b="b" l="l" r="r" t="t"/>
              <a:pathLst>
                <a:path extrusionOk="0" h="1884" w="5963">
                  <a:moveTo>
                    <a:pt x="1" y="1"/>
                  </a:moveTo>
                  <a:lnTo>
                    <a:pt x="297" y="942"/>
                  </a:lnTo>
                  <a:lnTo>
                    <a:pt x="1238" y="1883"/>
                  </a:lnTo>
                  <a:lnTo>
                    <a:pt x="5962" y="1883"/>
                  </a:lnTo>
                  <a:lnTo>
                    <a:pt x="59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0"/>
            <p:cNvSpPr/>
            <p:nvPr/>
          </p:nvSpPr>
          <p:spPr>
            <a:xfrm>
              <a:off x="6303338" y="4249800"/>
              <a:ext cx="87175" cy="37925"/>
            </a:xfrm>
            <a:custGeom>
              <a:rect b="b" l="l" r="r" t="t"/>
              <a:pathLst>
                <a:path extrusionOk="0" h="1517" w="3487">
                  <a:moveTo>
                    <a:pt x="1" y="0"/>
                  </a:moveTo>
                  <a:lnTo>
                    <a:pt x="1" y="1517"/>
                  </a:lnTo>
                  <a:lnTo>
                    <a:pt x="3487" y="1517"/>
                  </a:lnTo>
                  <a:lnTo>
                    <a:pt x="34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0"/>
            <p:cNvSpPr/>
            <p:nvPr/>
          </p:nvSpPr>
          <p:spPr>
            <a:xfrm>
              <a:off x="6435813" y="4249800"/>
              <a:ext cx="87175" cy="37925"/>
            </a:xfrm>
            <a:custGeom>
              <a:rect b="b" l="l" r="r" t="t"/>
              <a:pathLst>
                <a:path extrusionOk="0" h="1517" w="3487">
                  <a:moveTo>
                    <a:pt x="1" y="0"/>
                  </a:moveTo>
                  <a:lnTo>
                    <a:pt x="1" y="1517"/>
                  </a:lnTo>
                  <a:lnTo>
                    <a:pt x="3487" y="1517"/>
                  </a:lnTo>
                  <a:lnTo>
                    <a:pt x="34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0"/>
            <p:cNvSpPr/>
            <p:nvPr/>
          </p:nvSpPr>
          <p:spPr>
            <a:xfrm>
              <a:off x="6295938" y="4162650"/>
              <a:ext cx="234475" cy="23550"/>
            </a:xfrm>
            <a:custGeom>
              <a:rect b="b" l="l" r="r" t="t"/>
              <a:pathLst>
                <a:path extrusionOk="0" h="942" w="9379">
                  <a:moveTo>
                    <a:pt x="0" y="0"/>
                  </a:moveTo>
                  <a:lnTo>
                    <a:pt x="0" y="941"/>
                  </a:lnTo>
                  <a:lnTo>
                    <a:pt x="9378" y="941"/>
                  </a:lnTo>
                  <a:lnTo>
                    <a:pt x="937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0"/>
            <p:cNvSpPr/>
            <p:nvPr/>
          </p:nvSpPr>
          <p:spPr>
            <a:xfrm>
              <a:off x="6303338" y="4091600"/>
              <a:ext cx="219650" cy="71075"/>
            </a:xfrm>
            <a:custGeom>
              <a:rect b="b" l="l" r="r" t="t"/>
              <a:pathLst>
                <a:path extrusionOk="0" h="2843" w="8786">
                  <a:moveTo>
                    <a:pt x="1" y="1"/>
                  </a:moveTo>
                  <a:lnTo>
                    <a:pt x="1" y="2842"/>
                  </a:lnTo>
                  <a:lnTo>
                    <a:pt x="8786" y="2842"/>
                  </a:lnTo>
                  <a:lnTo>
                    <a:pt x="87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0"/>
            <p:cNvSpPr/>
            <p:nvPr/>
          </p:nvSpPr>
          <p:spPr>
            <a:xfrm>
              <a:off x="6263238" y="4084625"/>
              <a:ext cx="345175" cy="14425"/>
            </a:xfrm>
            <a:custGeom>
              <a:rect b="b" l="l" r="r" t="t"/>
              <a:pathLst>
                <a:path extrusionOk="0" h="577" w="13807">
                  <a:moveTo>
                    <a:pt x="1" y="1"/>
                  </a:moveTo>
                  <a:lnTo>
                    <a:pt x="1" y="576"/>
                  </a:lnTo>
                  <a:lnTo>
                    <a:pt x="13806" y="576"/>
                  </a:lnTo>
                  <a:lnTo>
                    <a:pt x="1380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0"/>
            <p:cNvSpPr/>
            <p:nvPr/>
          </p:nvSpPr>
          <p:spPr>
            <a:xfrm>
              <a:off x="6241463" y="4060675"/>
              <a:ext cx="170850" cy="125525"/>
            </a:xfrm>
            <a:custGeom>
              <a:rect b="b" l="l" r="r" t="t"/>
              <a:pathLst>
                <a:path extrusionOk="0" h="5021" w="6834">
                  <a:moveTo>
                    <a:pt x="0" y="0"/>
                  </a:moveTo>
                  <a:lnTo>
                    <a:pt x="0" y="5020"/>
                  </a:lnTo>
                  <a:lnTo>
                    <a:pt x="593" y="5020"/>
                  </a:lnTo>
                  <a:lnTo>
                    <a:pt x="593" y="593"/>
                  </a:lnTo>
                  <a:lnTo>
                    <a:pt x="6833" y="593"/>
                  </a:lnTo>
                  <a:lnTo>
                    <a:pt x="68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0"/>
            <p:cNvSpPr/>
            <p:nvPr/>
          </p:nvSpPr>
          <p:spPr>
            <a:xfrm>
              <a:off x="6295938" y="4178775"/>
              <a:ext cx="234475" cy="14825"/>
            </a:xfrm>
            <a:custGeom>
              <a:rect b="b" l="l" r="r" t="t"/>
              <a:pathLst>
                <a:path extrusionOk="0" h="593" w="9379">
                  <a:moveTo>
                    <a:pt x="0" y="0"/>
                  </a:moveTo>
                  <a:lnTo>
                    <a:pt x="0" y="593"/>
                  </a:lnTo>
                  <a:lnTo>
                    <a:pt x="9378" y="593"/>
                  </a:lnTo>
                  <a:lnTo>
                    <a:pt x="937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0"/>
            <p:cNvSpPr/>
            <p:nvPr/>
          </p:nvSpPr>
          <p:spPr>
            <a:xfrm>
              <a:off x="6217938" y="4084625"/>
              <a:ext cx="14400" cy="14425"/>
            </a:xfrm>
            <a:custGeom>
              <a:rect b="b" l="l" r="r" t="t"/>
              <a:pathLst>
                <a:path extrusionOk="0" h="577" w="576">
                  <a:moveTo>
                    <a:pt x="0" y="1"/>
                  </a:moveTo>
                  <a:lnTo>
                    <a:pt x="0" y="576"/>
                  </a:lnTo>
                  <a:lnTo>
                    <a:pt x="575" y="576"/>
                  </a:lnTo>
                  <a:lnTo>
                    <a:pt x="5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0"/>
            <p:cNvSpPr/>
            <p:nvPr/>
          </p:nvSpPr>
          <p:spPr>
            <a:xfrm>
              <a:off x="6241463" y="4193575"/>
              <a:ext cx="14850" cy="32725"/>
            </a:xfrm>
            <a:custGeom>
              <a:rect b="b" l="l" r="r" t="t"/>
              <a:pathLst>
                <a:path extrusionOk="0" h="1309" w="594">
                  <a:moveTo>
                    <a:pt x="0" y="1"/>
                  </a:moveTo>
                  <a:lnTo>
                    <a:pt x="0" y="1308"/>
                  </a:lnTo>
                  <a:lnTo>
                    <a:pt x="593" y="1308"/>
                  </a:lnTo>
                  <a:lnTo>
                    <a:pt x="5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0"/>
            <p:cNvSpPr/>
            <p:nvPr/>
          </p:nvSpPr>
          <p:spPr>
            <a:xfrm>
              <a:off x="6295938" y="4240650"/>
              <a:ext cx="102000" cy="54500"/>
            </a:xfrm>
            <a:custGeom>
              <a:rect b="b" l="l" r="r" t="t"/>
              <a:pathLst>
                <a:path extrusionOk="0" h="2180" w="4080">
                  <a:moveTo>
                    <a:pt x="3417" y="645"/>
                  </a:moveTo>
                  <a:lnTo>
                    <a:pt x="3417" y="1604"/>
                  </a:lnTo>
                  <a:lnTo>
                    <a:pt x="593" y="1604"/>
                  </a:lnTo>
                  <a:lnTo>
                    <a:pt x="593" y="645"/>
                  </a:lnTo>
                  <a:close/>
                  <a:moveTo>
                    <a:pt x="0" y="0"/>
                  </a:moveTo>
                  <a:lnTo>
                    <a:pt x="0" y="2179"/>
                  </a:lnTo>
                  <a:lnTo>
                    <a:pt x="4079" y="2179"/>
                  </a:lnTo>
                  <a:lnTo>
                    <a:pt x="40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0"/>
            <p:cNvSpPr/>
            <p:nvPr/>
          </p:nvSpPr>
          <p:spPr>
            <a:xfrm>
              <a:off x="6428413" y="4240650"/>
              <a:ext cx="102000" cy="54500"/>
            </a:xfrm>
            <a:custGeom>
              <a:rect b="b" l="l" r="r" t="t"/>
              <a:pathLst>
                <a:path extrusionOk="0" h="2180" w="4080">
                  <a:moveTo>
                    <a:pt x="3487" y="645"/>
                  </a:moveTo>
                  <a:lnTo>
                    <a:pt x="3487" y="1604"/>
                  </a:lnTo>
                  <a:lnTo>
                    <a:pt x="663" y="1604"/>
                  </a:lnTo>
                  <a:lnTo>
                    <a:pt x="663" y="645"/>
                  </a:lnTo>
                  <a:close/>
                  <a:moveTo>
                    <a:pt x="0" y="0"/>
                  </a:moveTo>
                  <a:lnTo>
                    <a:pt x="0" y="2179"/>
                  </a:lnTo>
                  <a:lnTo>
                    <a:pt x="4079" y="2179"/>
                  </a:lnTo>
                  <a:lnTo>
                    <a:pt x="40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0"/>
            <p:cNvSpPr/>
            <p:nvPr/>
          </p:nvSpPr>
          <p:spPr>
            <a:xfrm>
              <a:off x="6326863" y="4217125"/>
              <a:ext cx="71075" cy="16125"/>
            </a:xfrm>
            <a:custGeom>
              <a:rect b="b" l="l" r="r" t="t"/>
              <a:pathLst>
                <a:path extrusionOk="0" h="645" w="2843">
                  <a:moveTo>
                    <a:pt x="1" y="0"/>
                  </a:moveTo>
                  <a:lnTo>
                    <a:pt x="1" y="645"/>
                  </a:lnTo>
                  <a:lnTo>
                    <a:pt x="2842" y="645"/>
                  </a:lnTo>
                  <a:lnTo>
                    <a:pt x="28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0"/>
            <p:cNvSpPr/>
            <p:nvPr/>
          </p:nvSpPr>
          <p:spPr>
            <a:xfrm>
              <a:off x="6428413" y="4217125"/>
              <a:ext cx="71050" cy="16125"/>
            </a:xfrm>
            <a:custGeom>
              <a:rect b="b" l="l" r="r" t="t"/>
              <a:pathLst>
                <a:path extrusionOk="0" h="645" w="2842">
                  <a:moveTo>
                    <a:pt x="0" y="0"/>
                  </a:moveTo>
                  <a:lnTo>
                    <a:pt x="0" y="645"/>
                  </a:lnTo>
                  <a:lnTo>
                    <a:pt x="2842" y="645"/>
                  </a:lnTo>
                  <a:lnTo>
                    <a:pt x="28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0"/>
            <p:cNvSpPr/>
            <p:nvPr/>
          </p:nvSpPr>
          <p:spPr>
            <a:xfrm>
              <a:off x="6404888" y="4256775"/>
              <a:ext cx="16575" cy="14825"/>
            </a:xfrm>
            <a:custGeom>
              <a:rect b="b" l="l" r="r" t="t"/>
              <a:pathLst>
                <a:path extrusionOk="0" h="593" w="663">
                  <a:moveTo>
                    <a:pt x="0" y="0"/>
                  </a:moveTo>
                  <a:lnTo>
                    <a:pt x="0" y="593"/>
                  </a:lnTo>
                  <a:lnTo>
                    <a:pt x="662" y="593"/>
                  </a:lnTo>
                  <a:lnTo>
                    <a:pt x="6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0"/>
            <p:cNvSpPr/>
            <p:nvPr/>
          </p:nvSpPr>
          <p:spPr>
            <a:xfrm>
              <a:off x="6373938" y="4311250"/>
              <a:ext cx="78475" cy="38375"/>
            </a:xfrm>
            <a:custGeom>
              <a:rect b="b" l="l" r="r" t="t"/>
              <a:pathLst>
                <a:path extrusionOk="0" h="1535" w="3139">
                  <a:moveTo>
                    <a:pt x="0" y="0"/>
                  </a:moveTo>
                  <a:lnTo>
                    <a:pt x="0" y="959"/>
                  </a:lnTo>
                  <a:lnTo>
                    <a:pt x="663" y="959"/>
                  </a:lnTo>
                  <a:lnTo>
                    <a:pt x="663" y="1534"/>
                  </a:lnTo>
                  <a:lnTo>
                    <a:pt x="2476" y="1534"/>
                  </a:lnTo>
                  <a:lnTo>
                    <a:pt x="2476" y="959"/>
                  </a:lnTo>
                  <a:lnTo>
                    <a:pt x="3138" y="959"/>
                  </a:lnTo>
                  <a:lnTo>
                    <a:pt x="3138" y="0"/>
                  </a:lnTo>
                  <a:lnTo>
                    <a:pt x="2545" y="0"/>
                  </a:lnTo>
                  <a:lnTo>
                    <a:pt x="2545" y="296"/>
                  </a:lnTo>
                  <a:lnTo>
                    <a:pt x="1900" y="296"/>
                  </a:lnTo>
                  <a:lnTo>
                    <a:pt x="1900" y="959"/>
                  </a:lnTo>
                  <a:lnTo>
                    <a:pt x="1238" y="959"/>
                  </a:lnTo>
                  <a:lnTo>
                    <a:pt x="1238" y="296"/>
                  </a:lnTo>
                  <a:lnTo>
                    <a:pt x="593" y="296"/>
                  </a:lnTo>
                  <a:lnTo>
                    <a:pt x="5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0"/>
            <p:cNvSpPr/>
            <p:nvPr/>
          </p:nvSpPr>
          <p:spPr>
            <a:xfrm>
              <a:off x="6295938" y="4202300"/>
              <a:ext cx="14825" cy="30950"/>
            </a:xfrm>
            <a:custGeom>
              <a:rect b="b" l="l" r="r" t="t"/>
              <a:pathLst>
                <a:path extrusionOk="0" h="1238" w="593">
                  <a:moveTo>
                    <a:pt x="0" y="0"/>
                  </a:moveTo>
                  <a:lnTo>
                    <a:pt x="0" y="1238"/>
                  </a:lnTo>
                  <a:lnTo>
                    <a:pt x="593" y="1238"/>
                  </a:lnTo>
                  <a:lnTo>
                    <a:pt x="5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0"/>
            <p:cNvSpPr/>
            <p:nvPr/>
          </p:nvSpPr>
          <p:spPr>
            <a:xfrm>
              <a:off x="6515563" y="4202300"/>
              <a:ext cx="14850" cy="30950"/>
            </a:xfrm>
            <a:custGeom>
              <a:rect b="b" l="l" r="r" t="t"/>
              <a:pathLst>
                <a:path extrusionOk="0" h="1238" w="594">
                  <a:moveTo>
                    <a:pt x="1" y="0"/>
                  </a:moveTo>
                  <a:lnTo>
                    <a:pt x="1" y="1238"/>
                  </a:lnTo>
                  <a:lnTo>
                    <a:pt x="593" y="1238"/>
                  </a:lnTo>
                  <a:lnTo>
                    <a:pt x="5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0"/>
            <p:cNvSpPr/>
            <p:nvPr/>
          </p:nvSpPr>
          <p:spPr>
            <a:xfrm>
              <a:off x="6537363" y="4233225"/>
              <a:ext cx="32700" cy="61925"/>
            </a:xfrm>
            <a:custGeom>
              <a:rect b="b" l="l" r="r" t="t"/>
              <a:pathLst>
                <a:path extrusionOk="0" h="2477" w="1308">
                  <a:moveTo>
                    <a:pt x="0" y="1"/>
                  </a:moveTo>
                  <a:lnTo>
                    <a:pt x="0" y="594"/>
                  </a:lnTo>
                  <a:cubicBezTo>
                    <a:pt x="366" y="594"/>
                    <a:pt x="663" y="873"/>
                    <a:pt x="663" y="1239"/>
                  </a:cubicBezTo>
                  <a:cubicBezTo>
                    <a:pt x="663" y="1605"/>
                    <a:pt x="366" y="1901"/>
                    <a:pt x="0" y="1901"/>
                  </a:cubicBezTo>
                  <a:lnTo>
                    <a:pt x="0" y="2476"/>
                  </a:lnTo>
                  <a:cubicBezTo>
                    <a:pt x="732" y="2476"/>
                    <a:pt x="1308" y="1971"/>
                    <a:pt x="1308" y="1239"/>
                  </a:cubicBezTo>
                  <a:cubicBezTo>
                    <a:pt x="1308" y="594"/>
                    <a:pt x="732"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0"/>
            <p:cNvSpPr/>
            <p:nvPr/>
          </p:nvSpPr>
          <p:spPr>
            <a:xfrm>
              <a:off x="6256288" y="4233225"/>
              <a:ext cx="30525" cy="61925"/>
            </a:xfrm>
            <a:custGeom>
              <a:rect b="b" l="l" r="r" t="t"/>
              <a:pathLst>
                <a:path extrusionOk="0" h="2477" w="1221">
                  <a:moveTo>
                    <a:pt x="1220" y="1"/>
                  </a:moveTo>
                  <a:cubicBezTo>
                    <a:pt x="575" y="1"/>
                    <a:pt x="0" y="594"/>
                    <a:pt x="0" y="1239"/>
                  </a:cubicBezTo>
                  <a:cubicBezTo>
                    <a:pt x="0" y="1971"/>
                    <a:pt x="575" y="2476"/>
                    <a:pt x="1220" y="2476"/>
                  </a:cubicBezTo>
                  <a:lnTo>
                    <a:pt x="1220" y="1901"/>
                  </a:lnTo>
                  <a:cubicBezTo>
                    <a:pt x="941" y="1901"/>
                    <a:pt x="645" y="1605"/>
                    <a:pt x="645" y="1239"/>
                  </a:cubicBezTo>
                  <a:cubicBezTo>
                    <a:pt x="645" y="873"/>
                    <a:pt x="941" y="594"/>
                    <a:pt x="1220" y="594"/>
                  </a:cubicBezTo>
                  <a:lnTo>
                    <a:pt x="122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0"/>
            <p:cNvSpPr/>
            <p:nvPr/>
          </p:nvSpPr>
          <p:spPr>
            <a:xfrm>
              <a:off x="6373938" y="4398400"/>
              <a:ext cx="78475" cy="14850"/>
            </a:xfrm>
            <a:custGeom>
              <a:rect b="b" l="l" r="r" t="t"/>
              <a:pathLst>
                <a:path extrusionOk="0" h="594" w="3139">
                  <a:moveTo>
                    <a:pt x="0" y="0"/>
                  </a:moveTo>
                  <a:lnTo>
                    <a:pt x="0" y="593"/>
                  </a:lnTo>
                  <a:lnTo>
                    <a:pt x="3138" y="593"/>
                  </a:lnTo>
                  <a:lnTo>
                    <a:pt x="31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0"/>
            <p:cNvSpPr/>
            <p:nvPr/>
          </p:nvSpPr>
          <p:spPr>
            <a:xfrm>
              <a:off x="6241463" y="4304275"/>
              <a:ext cx="343425" cy="250600"/>
            </a:xfrm>
            <a:custGeom>
              <a:rect b="b" l="l" r="r" t="t"/>
              <a:pathLst>
                <a:path extrusionOk="0" h="10024" w="13737">
                  <a:moveTo>
                    <a:pt x="9082" y="6537"/>
                  </a:moveTo>
                  <a:lnTo>
                    <a:pt x="9082" y="7182"/>
                  </a:lnTo>
                  <a:lnTo>
                    <a:pt x="9082" y="7252"/>
                  </a:lnTo>
                  <a:lnTo>
                    <a:pt x="6833" y="8123"/>
                  </a:lnTo>
                  <a:lnTo>
                    <a:pt x="4655" y="7252"/>
                  </a:lnTo>
                  <a:lnTo>
                    <a:pt x="4655" y="7182"/>
                  </a:lnTo>
                  <a:lnTo>
                    <a:pt x="4655" y="6537"/>
                  </a:lnTo>
                  <a:close/>
                  <a:moveTo>
                    <a:pt x="2179" y="0"/>
                  </a:moveTo>
                  <a:lnTo>
                    <a:pt x="2179" y="575"/>
                  </a:lnTo>
                  <a:lnTo>
                    <a:pt x="0" y="575"/>
                  </a:lnTo>
                  <a:lnTo>
                    <a:pt x="0" y="942"/>
                  </a:lnTo>
                  <a:cubicBezTo>
                    <a:pt x="0" y="2109"/>
                    <a:pt x="942" y="3120"/>
                    <a:pt x="2179" y="3120"/>
                  </a:cubicBezTo>
                  <a:lnTo>
                    <a:pt x="2179" y="4724"/>
                  </a:lnTo>
                  <a:cubicBezTo>
                    <a:pt x="2179" y="5735"/>
                    <a:pt x="2981" y="6537"/>
                    <a:pt x="3992" y="6537"/>
                  </a:cubicBezTo>
                  <a:lnTo>
                    <a:pt x="4079" y="6537"/>
                  </a:lnTo>
                  <a:lnTo>
                    <a:pt x="4079" y="7182"/>
                  </a:lnTo>
                  <a:lnTo>
                    <a:pt x="3417" y="7182"/>
                  </a:lnTo>
                  <a:cubicBezTo>
                    <a:pt x="1900" y="7182"/>
                    <a:pt x="593" y="8419"/>
                    <a:pt x="593" y="10023"/>
                  </a:cubicBezTo>
                  <a:lnTo>
                    <a:pt x="1238" y="10023"/>
                  </a:lnTo>
                  <a:cubicBezTo>
                    <a:pt x="1238" y="8786"/>
                    <a:pt x="2179" y="7775"/>
                    <a:pt x="3417" y="7775"/>
                  </a:cubicBezTo>
                  <a:lnTo>
                    <a:pt x="4288" y="7775"/>
                  </a:lnTo>
                  <a:lnTo>
                    <a:pt x="6537" y="8646"/>
                  </a:lnTo>
                  <a:lnTo>
                    <a:pt x="6537" y="10023"/>
                  </a:lnTo>
                  <a:lnTo>
                    <a:pt x="7199" y="10023"/>
                  </a:lnTo>
                  <a:lnTo>
                    <a:pt x="7199" y="8646"/>
                  </a:lnTo>
                  <a:lnTo>
                    <a:pt x="9448" y="7775"/>
                  </a:lnTo>
                  <a:lnTo>
                    <a:pt x="10320" y="7775"/>
                  </a:lnTo>
                  <a:cubicBezTo>
                    <a:pt x="11557" y="7775"/>
                    <a:pt x="12499" y="8786"/>
                    <a:pt x="12499" y="10023"/>
                  </a:cubicBezTo>
                  <a:lnTo>
                    <a:pt x="13144" y="10023"/>
                  </a:lnTo>
                  <a:cubicBezTo>
                    <a:pt x="13144" y="8419"/>
                    <a:pt x="11836" y="7182"/>
                    <a:pt x="10320" y="7182"/>
                  </a:cubicBezTo>
                  <a:lnTo>
                    <a:pt x="9657" y="7182"/>
                  </a:lnTo>
                  <a:lnTo>
                    <a:pt x="9657" y="6537"/>
                  </a:lnTo>
                  <a:lnTo>
                    <a:pt x="9744" y="6537"/>
                  </a:lnTo>
                  <a:cubicBezTo>
                    <a:pt x="10755" y="6537"/>
                    <a:pt x="11557" y="5735"/>
                    <a:pt x="11557" y="4724"/>
                  </a:cubicBezTo>
                  <a:lnTo>
                    <a:pt x="11557" y="3120"/>
                  </a:lnTo>
                  <a:cubicBezTo>
                    <a:pt x="12795" y="3120"/>
                    <a:pt x="13736" y="2109"/>
                    <a:pt x="13736" y="942"/>
                  </a:cubicBezTo>
                  <a:lnTo>
                    <a:pt x="13736" y="575"/>
                  </a:lnTo>
                  <a:lnTo>
                    <a:pt x="11557" y="575"/>
                  </a:lnTo>
                  <a:lnTo>
                    <a:pt x="11557" y="0"/>
                  </a:lnTo>
                  <a:lnTo>
                    <a:pt x="10965" y="0"/>
                  </a:lnTo>
                  <a:lnTo>
                    <a:pt x="10965" y="575"/>
                  </a:lnTo>
                  <a:lnTo>
                    <a:pt x="8716" y="575"/>
                  </a:lnTo>
                  <a:lnTo>
                    <a:pt x="8716" y="1238"/>
                  </a:lnTo>
                  <a:lnTo>
                    <a:pt x="13074" y="1238"/>
                  </a:lnTo>
                  <a:cubicBezTo>
                    <a:pt x="13004" y="1953"/>
                    <a:pt x="12359" y="2458"/>
                    <a:pt x="11557" y="2458"/>
                  </a:cubicBezTo>
                  <a:lnTo>
                    <a:pt x="7775" y="2458"/>
                  </a:lnTo>
                  <a:lnTo>
                    <a:pt x="7775" y="2179"/>
                  </a:lnTo>
                  <a:lnTo>
                    <a:pt x="7199" y="2179"/>
                  </a:lnTo>
                  <a:lnTo>
                    <a:pt x="7199" y="3120"/>
                  </a:lnTo>
                  <a:lnTo>
                    <a:pt x="10965" y="3120"/>
                  </a:lnTo>
                  <a:lnTo>
                    <a:pt x="10965" y="4724"/>
                  </a:lnTo>
                  <a:cubicBezTo>
                    <a:pt x="10965" y="5369"/>
                    <a:pt x="10389" y="5944"/>
                    <a:pt x="9744" y="5944"/>
                  </a:cubicBezTo>
                  <a:lnTo>
                    <a:pt x="7199" y="5944"/>
                  </a:lnTo>
                  <a:lnTo>
                    <a:pt x="7199" y="4637"/>
                  </a:lnTo>
                  <a:lnTo>
                    <a:pt x="6537" y="4637"/>
                  </a:lnTo>
                  <a:lnTo>
                    <a:pt x="6537" y="5944"/>
                  </a:lnTo>
                  <a:lnTo>
                    <a:pt x="3992" y="5944"/>
                  </a:lnTo>
                  <a:cubicBezTo>
                    <a:pt x="3347" y="5944"/>
                    <a:pt x="2772" y="5369"/>
                    <a:pt x="2772" y="4724"/>
                  </a:cubicBezTo>
                  <a:lnTo>
                    <a:pt x="2772" y="3120"/>
                  </a:lnTo>
                  <a:lnTo>
                    <a:pt x="6537" y="3120"/>
                  </a:lnTo>
                  <a:lnTo>
                    <a:pt x="6537" y="2179"/>
                  </a:lnTo>
                  <a:lnTo>
                    <a:pt x="5962" y="2179"/>
                  </a:lnTo>
                  <a:lnTo>
                    <a:pt x="5962" y="2458"/>
                  </a:lnTo>
                  <a:lnTo>
                    <a:pt x="2179" y="2458"/>
                  </a:lnTo>
                  <a:cubicBezTo>
                    <a:pt x="1377" y="2458"/>
                    <a:pt x="732" y="1953"/>
                    <a:pt x="593" y="1238"/>
                  </a:cubicBezTo>
                  <a:lnTo>
                    <a:pt x="5021" y="1238"/>
                  </a:lnTo>
                  <a:lnTo>
                    <a:pt x="5021" y="575"/>
                  </a:lnTo>
                  <a:lnTo>
                    <a:pt x="2772" y="575"/>
                  </a:lnTo>
                  <a:lnTo>
                    <a:pt x="27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0"/>
            <p:cNvSpPr/>
            <p:nvPr/>
          </p:nvSpPr>
          <p:spPr>
            <a:xfrm>
              <a:off x="6428413" y="4538275"/>
              <a:ext cx="16575" cy="16600"/>
            </a:xfrm>
            <a:custGeom>
              <a:rect b="b" l="l" r="r" t="t"/>
              <a:pathLst>
                <a:path extrusionOk="0" h="664" w="663">
                  <a:moveTo>
                    <a:pt x="0" y="1"/>
                  </a:moveTo>
                  <a:lnTo>
                    <a:pt x="0" y="663"/>
                  </a:lnTo>
                  <a:lnTo>
                    <a:pt x="663" y="663"/>
                  </a:lnTo>
                  <a:lnTo>
                    <a:pt x="6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 name="Google Shape;2095;p50"/>
          <p:cNvGrpSpPr/>
          <p:nvPr/>
        </p:nvGrpSpPr>
        <p:grpSpPr>
          <a:xfrm>
            <a:off x="6987963" y="1348025"/>
            <a:ext cx="322925" cy="492000"/>
            <a:chOff x="6987963" y="1157525"/>
            <a:chExt cx="322925" cy="492000"/>
          </a:xfrm>
        </p:grpSpPr>
        <p:sp>
          <p:nvSpPr>
            <p:cNvPr id="2096" name="Google Shape;2096;p50"/>
            <p:cNvSpPr/>
            <p:nvPr/>
          </p:nvSpPr>
          <p:spPr>
            <a:xfrm>
              <a:off x="7134813" y="1611600"/>
              <a:ext cx="30950" cy="30525"/>
            </a:xfrm>
            <a:custGeom>
              <a:rect b="b" l="l" r="r" t="t"/>
              <a:pathLst>
                <a:path extrusionOk="0" h="1221" w="1238">
                  <a:moveTo>
                    <a:pt x="593" y="0"/>
                  </a:moveTo>
                  <a:cubicBezTo>
                    <a:pt x="227" y="0"/>
                    <a:pt x="0" y="279"/>
                    <a:pt x="0" y="645"/>
                  </a:cubicBezTo>
                  <a:cubicBezTo>
                    <a:pt x="0" y="942"/>
                    <a:pt x="227" y="1221"/>
                    <a:pt x="593" y="1221"/>
                  </a:cubicBezTo>
                  <a:cubicBezTo>
                    <a:pt x="942" y="1221"/>
                    <a:pt x="1238" y="942"/>
                    <a:pt x="1238" y="645"/>
                  </a:cubicBezTo>
                  <a:cubicBezTo>
                    <a:pt x="1238" y="279"/>
                    <a:pt x="942" y="0"/>
                    <a:pt x="593" y="0"/>
                  </a:cubicBezTo>
                  <a:close/>
                </a:path>
              </a:pathLst>
            </a:custGeom>
            <a:solidFill>
              <a:srgbClr val="A4C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0"/>
            <p:cNvSpPr/>
            <p:nvPr/>
          </p:nvSpPr>
          <p:spPr>
            <a:xfrm>
              <a:off x="7025863" y="1199350"/>
              <a:ext cx="247125" cy="342975"/>
            </a:xfrm>
            <a:custGeom>
              <a:rect b="b" l="l" r="r" t="t"/>
              <a:pathLst>
                <a:path extrusionOk="0" h="13719" w="9885">
                  <a:moveTo>
                    <a:pt x="4289" y="1"/>
                  </a:moveTo>
                  <a:cubicBezTo>
                    <a:pt x="1970" y="1"/>
                    <a:pt x="1" y="2023"/>
                    <a:pt x="1" y="4358"/>
                  </a:cubicBezTo>
                  <a:lnTo>
                    <a:pt x="1" y="13719"/>
                  </a:lnTo>
                  <a:lnTo>
                    <a:pt x="9884" y="13719"/>
                  </a:lnTo>
                  <a:lnTo>
                    <a:pt x="9884" y="4358"/>
                  </a:lnTo>
                  <a:cubicBezTo>
                    <a:pt x="9884" y="2023"/>
                    <a:pt x="7914" y="1"/>
                    <a:pt x="55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0"/>
            <p:cNvSpPr/>
            <p:nvPr/>
          </p:nvSpPr>
          <p:spPr>
            <a:xfrm>
              <a:off x="7205838" y="1212000"/>
              <a:ext cx="67150" cy="330325"/>
            </a:xfrm>
            <a:custGeom>
              <a:rect b="b" l="l" r="r" t="t"/>
              <a:pathLst>
                <a:path extrusionOk="0" h="13213" w="2686">
                  <a:moveTo>
                    <a:pt x="1" y="0"/>
                  </a:moveTo>
                  <a:lnTo>
                    <a:pt x="210" y="13213"/>
                  </a:lnTo>
                  <a:lnTo>
                    <a:pt x="2685" y="13213"/>
                  </a:lnTo>
                  <a:lnTo>
                    <a:pt x="2685" y="4428"/>
                  </a:lnTo>
                  <a:cubicBezTo>
                    <a:pt x="2685" y="2615"/>
                    <a:pt x="1587" y="8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0"/>
            <p:cNvSpPr/>
            <p:nvPr/>
          </p:nvSpPr>
          <p:spPr>
            <a:xfrm>
              <a:off x="6994913" y="1542300"/>
              <a:ext cx="309000" cy="30975"/>
            </a:xfrm>
            <a:custGeom>
              <a:rect b="b" l="l" r="r" t="t"/>
              <a:pathLst>
                <a:path extrusionOk="0" h="1239" w="12360">
                  <a:moveTo>
                    <a:pt x="1" y="1"/>
                  </a:moveTo>
                  <a:lnTo>
                    <a:pt x="1" y="1239"/>
                  </a:lnTo>
                  <a:lnTo>
                    <a:pt x="12360" y="1239"/>
                  </a:lnTo>
                  <a:lnTo>
                    <a:pt x="123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0"/>
            <p:cNvSpPr/>
            <p:nvPr/>
          </p:nvSpPr>
          <p:spPr>
            <a:xfrm>
              <a:off x="7196688" y="1542300"/>
              <a:ext cx="107225" cy="30975"/>
            </a:xfrm>
            <a:custGeom>
              <a:rect b="b" l="l" r="r" t="t"/>
              <a:pathLst>
                <a:path extrusionOk="0" h="1239" w="4289">
                  <a:moveTo>
                    <a:pt x="1" y="1"/>
                  </a:moveTo>
                  <a:lnTo>
                    <a:pt x="1" y="1239"/>
                  </a:lnTo>
                  <a:lnTo>
                    <a:pt x="4289" y="1239"/>
                  </a:lnTo>
                  <a:lnTo>
                    <a:pt x="42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0"/>
            <p:cNvSpPr/>
            <p:nvPr/>
          </p:nvSpPr>
          <p:spPr>
            <a:xfrm>
              <a:off x="7125663" y="1587625"/>
              <a:ext cx="47525" cy="61900"/>
            </a:xfrm>
            <a:custGeom>
              <a:rect b="b" l="l" r="r" t="t"/>
              <a:pathLst>
                <a:path extrusionOk="0" h="2476" w="1901">
                  <a:moveTo>
                    <a:pt x="959" y="1238"/>
                  </a:moveTo>
                  <a:cubicBezTo>
                    <a:pt x="1168" y="1238"/>
                    <a:pt x="1238" y="1395"/>
                    <a:pt x="1238" y="1604"/>
                  </a:cubicBezTo>
                  <a:cubicBezTo>
                    <a:pt x="1238" y="1744"/>
                    <a:pt x="1168" y="1901"/>
                    <a:pt x="959" y="1901"/>
                  </a:cubicBezTo>
                  <a:cubicBezTo>
                    <a:pt x="802" y="1901"/>
                    <a:pt x="663" y="1744"/>
                    <a:pt x="663" y="1604"/>
                  </a:cubicBezTo>
                  <a:cubicBezTo>
                    <a:pt x="663" y="1395"/>
                    <a:pt x="802" y="1238"/>
                    <a:pt x="959" y="1238"/>
                  </a:cubicBezTo>
                  <a:close/>
                  <a:moveTo>
                    <a:pt x="663" y="1"/>
                  </a:moveTo>
                  <a:lnTo>
                    <a:pt x="663" y="733"/>
                  </a:lnTo>
                  <a:cubicBezTo>
                    <a:pt x="297" y="803"/>
                    <a:pt x="0" y="1169"/>
                    <a:pt x="0" y="1604"/>
                  </a:cubicBezTo>
                  <a:cubicBezTo>
                    <a:pt x="0" y="2110"/>
                    <a:pt x="436" y="2476"/>
                    <a:pt x="959" y="2476"/>
                  </a:cubicBezTo>
                  <a:cubicBezTo>
                    <a:pt x="1465" y="2476"/>
                    <a:pt x="1900" y="2110"/>
                    <a:pt x="1900" y="1604"/>
                  </a:cubicBezTo>
                  <a:cubicBezTo>
                    <a:pt x="1900" y="1169"/>
                    <a:pt x="1604" y="803"/>
                    <a:pt x="1238" y="733"/>
                  </a:cubicBezTo>
                  <a:lnTo>
                    <a:pt x="1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0"/>
            <p:cNvSpPr/>
            <p:nvPr/>
          </p:nvSpPr>
          <p:spPr>
            <a:xfrm>
              <a:off x="6987963" y="1157525"/>
              <a:ext cx="322925" cy="423150"/>
            </a:xfrm>
            <a:custGeom>
              <a:rect b="b" l="l" r="r" t="t"/>
              <a:pathLst>
                <a:path extrusionOk="0" h="16926" w="12917">
                  <a:moveTo>
                    <a:pt x="6467" y="1813"/>
                  </a:moveTo>
                  <a:cubicBezTo>
                    <a:pt x="8995" y="1813"/>
                    <a:pt x="11104" y="3922"/>
                    <a:pt x="11104" y="6467"/>
                  </a:cubicBezTo>
                  <a:lnTo>
                    <a:pt x="11104" y="14154"/>
                  </a:lnTo>
                  <a:cubicBezTo>
                    <a:pt x="11104" y="14520"/>
                    <a:pt x="11173" y="14817"/>
                    <a:pt x="11400" y="15113"/>
                  </a:cubicBezTo>
                  <a:lnTo>
                    <a:pt x="1517" y="15113"/>
                  </a:lnTo>
                  <a:cubicBezTo>
                    <a:pt x="1743" y="14817"/>
                    <a:pt x="1883" y="14520"/>
                    <a:pt x="1883" y="14154"/>
                  </a:cubicBezTo>
                  <a:lnTo>
                    <a:pt x="1883" y="6467"/>
                  </a:lnTo>
                  <a:cubicBezTo>
                    <a:pt x="1883" y="3922"/>
                    <a:pt x="3922" y="1813"/>
                    <a:pt x="6467" y="1813"/>
                  </a:cubicBezTo>
                  <a:close/>
                  <a:moveTo>
                    <a:pt x="12341" y="15688"/>
                  </a:moveTo>
                  <a:lnTo>
                    <a:pt x="12341" y="16333"/>
                  </a:lnTo>
                  <a:lnTo>
                    <a:pt x="645" y="16333"/>
                  </a:lnTo>
                  <a:lnTo>
                    <a:pt x="645" y="15688"/>
                  </a:lnTo>
                  <a:close/>
                  <a:moveTo>
                    <a:pt x="6171" y="0"/>
                  </a:moveTo>
                  <a:lnTo>
                    <a:pt x="6171" y="1238"/>
                  </a:lnTo>
                  <a:cubicBezTo>
                    <a:pt x="3417" y="1377"/>
                    <a:pt x="1238" y="3696"/>
                    <a:pt x="1238" y="6467"/>
                  </a:cubicBezTo>
                  <a:lnTo>
                    <a:pt x="1238" y="14154"/>
                  </a:lnTo>
                  <a:cubicBezTo>
                    <a:pt x="1238" y="14677"/>
                    <a:pt x="802" y="15113"/>
                    <a:pt x="279" y="15113"/>
                  </a:cubicBezTo>
                  <a:lnTo>
                    <a:pt x="0" y="15113"/>
                  </a:lnTo>
                  <a:lnTo>
                    <a:pt x="0" y="16926"/>
                  </a:lnTo>
                  <a:lnTo>
                    <a:pt x="12917" y="16926"/>
                  </a:lnTo>
                  <a:lnTo>
                    <a:pt x="12917" y="15113"/>
                  </a:lnTo>
                  <a:lnTo>
                    <a:pt x="12638" y="15113"/>
                  </a:lnTo>
                  <a:cubicBezTo>
                    <a:pt x="12132" y="15113"/>
                    <a:pt x="11696" y="14677"/>
                    <a:pt x="11696" y="14154"/>
                  </a:cubicBezTo>
                  <a:lnTo>
                    <a:pt x="11696" y="6467"/>
                  </a:lnTo>
                  <a:cubicBezTo>
                    <a:pt x="11696" y="3696"/>
                    <a:pt x="9518" y="1377"/>
                    <a:pt x="6746" y="1238"/>
                  </a:cubicBezTo>
                  <a:lnTo>
                    <a:pt x="674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0"/>
            <p:cNvSpPr/>
            <p:nvPr/>
          </p:nvSpPr>
          <p:spPr>
            <a:xfrm>
              <a:off x="7049388" y="1219400"/>
              <a:ext cx="100275" cy="99825"/>
            </a:xfrm>
            <a:custGeom>
              <a:rect b="b" l="l" r="r" t="t"/>
              <a:pathLst>
                <a:path extrusionOk="0" h="3993" w="4011">
                  <a:moveTo>
                    <a:pt x="4010" y="0"/>
                  </a:moveTo>
                  <a:cubicBezTo>
                    <a:pt x="1831" y="0"/>
                    <a:pt x="1" y="1813"/>
                    <a:pt x="1" y="3992"/>
                  </a:cubicBezTo>
                  <a:lnTo>
                    <a:pt x="594" y="3992"/>
                  </a:lnTo>
                  <a:cubicBezTo>
                    <a:pt x="594" y="2092"/>
                    <a:pt x="2110" y="576"/>
                    <a:pt x="4010" y="576"/>
                  </a:cubicBezTo>
                  <a:lnTo>
                    <a:pt x="401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0"/>
            <p:cNvSpPr/>
            <p:nvPr/>
          </p:nvSpPr>
          <p:spPr>
            <a:xfrm>
              <a:off x="7049388" y="1333575"/>
              <a:ext cx="14850" cy="40125"/>
            </a:xfrm>
            <a:custGeom>
              <a:rect b="b" l="l" r="r" t="t"/>
              <a:pathLst>
                <a:path extrusionOk="0" h="1605" w="594">
                  <a:moveTo>
                    <a:pt x="1" y="0"/>
                  </a:moveTo>
                  <a:lnTo>
                    <a:pt x="1" y="1604"/>
                  </a:lnTo>
                  <a:lnTo>
                    <a:pt x="594" y="1604"/>
                  </a:lnTo>
                  <a:lnTo>
                    <a:pt x="5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 name="Google Shape;2105;p50"/>
          <p:cNvGrpSpPr/>
          <p:nvPr/>
        </p:nvGrpSpPr>
        <p:grpSpPr>
          <a:xfrm>
            <a:off x="6973138" y="2026825"/>
            <a:ext cx="354300" cy="492025"/>
            <a:chOff x="6973138" y="1883950"/>
            <a:chExt cx="354300" cy="492025"/>
          </a:xfrm>
        </p:grpSpPr>
        <p:sp>
          <p:nvSpPr>
            <p:cNvPr id="2106" name="Google Shape;2106;p50"/>
            <p:cNvSpPr/>
            <p:nvPr/>
          </p:nvSpPr>
          <p:spPr>
            <a:xfrm>
              <a:off x="6978813" y="1890925"/>
              <a:ext cx="341225" cy="69325"/>
            </a:xfrm>
            <a:custGeom>
              <a:rect b="b" l="l" r="r" t="t"/>
              <a:pathLst>
                <a:path extrusionOk="0" h="2773" w="13649">
                  <a:moveTo>
                    <a:pt x="1377" y="1"/>
                  </a:moveTo>
                  <a:cubicBezTo>
                    <a:pt x="645" y="1"/>
                    <a:pt x="0" y="593"/>
                    <a:pt x="0" y="1378"/>
                  </a:cubicBezTo>
                  <a:cubicBezTo>
                    <a:pt x="0" y="2110"/>
                    <a:pt x="645" y="2772"/>
                    <a:pt x="1377" y="2772"/>
                  </a:cubicBezTo>
                  <a:lnTo>
                    <a:pt x="13649" y="2772"/>
                  </a:lnTo>
                  <a:lnTo>
                    <a:pt x="1241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0"/>
            <p:cNvSpPr/>
            <p:nvPr/>
          </p:nvSpPr>
          <p:spPr>
            <a:xfrm>
              <a:off x="6980538" y="1936250"/>
              <a:ext cx="38375" cy="432325"/>
            </a:xfrm>
            <a:custGeom>
              <a:rect b="b" l="l" r="r" t="t"/>
              <a:pathLst>
                <a:path extrusionOk="0" h="17293" w="1535">
                  <a:moveTo>
                    <a:pt x="1" y="1"/>
                  </a:moveTo>
                  <a:lnTo>
                    <a:pt x="1" y="16717"/>
                  </a:lnTo>
                  <a:lnTo>
                    <a:pt x="872" y="17292"/>
                  </a:lnTo>
                  <a:lnTo>
                    <a:pt x="1535" y="17292"/>
                  </a:lnTo>
                  <a:lnTo>
                    <a:pt x="1535" y="959"/>
                  </a:lnTo>
                  <a:lnTo>
                    <a:pt x="872" y="959"/>
                  </a:lnTo>
                  <a:lnTo>
                    <a:pt x="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0"/>
            <p:cNvSpPr/>
            <p:nvPr/>
          </p:nvSpPr>
          <p:spPr>
            <a:xfrm>
              <a:off x="7018888" y="1960225"/>
              <a:ext cx="301150" cy="408350"/>
            </a:xfrm>
            <a:custGeom>
              <a:rect b="b" l="l" r="r" t="t"/>
              <a:pathLst>
                <a:path extrusionOk="0" h="16334" w="12046">
                  <a:moveTo>
                    <a:pt x="1" y="0"/>
                  </a:moveTo>
                  <a:lnTo>
                    <a:pt x="1" y="16333"/>
                  </a:lnTo>
                  <a:lnTo>
                    <a:pt x="12046" y="16333"/>
                  </a:lnTo>
                  <a:lnTo>
                    <a:pt x="1204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0"/>
            <p:cNvSpPr/>
            <p:nvPr/>
          </p:nvSpPr>
          <p:spPr>
            <a:xfrm>
              <a:off x="7196688" y="1960225"/>
              <a:ext cx="61900" cy="192200"/>
            </a:xfrm>
            <a:custGeom>
              <a:rect b="b" l="l" r="r" t="t"/>
              <a:pathLst>
                <a:path extrusionOk="0" h="7688" w="2476">
                  <a:moveTo>
                    <a:pt x="1" y="0"/>
                  </a:moveTo>
                  <a:lnTo>
                    <a:pt x="1" y="7687"/>
                  </a:lnTo>
                  <a:lnTo>
                    <a:pt x="2476" y="7687"/>
                  </a:lnTo>
                  <a:lnTo>
                    <a:pt x="24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0"/>
            <p:cNvSpPr/>
            <p:nvPr/>
          </p:nvSpPr>
          <p:spPr>
            <a:xfrm>
              <a:off x="6973138" y="1883950"/>
              <a:ext cx="354300" cy="492025"/>
            </a:xfrm>
            <a:custGeom>
              <a:rect b="b" l="l" r="r" t="t"/>
              <a:pathLst>
                <a:path extrusionOk="0" h="19681" w="14172">
                  <a:moveTo>
                    <a:pt x="1674" y="1"/>
                  </a:moveTo>
                  <a:cubicBezTo>
                    <a:pt x="802" y="1"/>
                    <a:pt x="88" y="646"/>
                    <a:pt x="0" y="1517"/>
                  </a:cubicBezTo>
                  <a:lnTo>
                    <a:pt x="0" y="18147"/>
                  </a:lnTo>
                  <a:cubicBezTo>
                    <a:pt x="0" y="19018"/>
                    <a:pt x="663" y="19681"/>
                    <a:pt x="1534" y="19681"/>
                  </a:cubicBezTo>
                  <a:lnTo>
                    <a:pt x="14172" y="19681"/>
                  </a:lnTo>
                  <a:lnTo>
                    <a:pt x="14172" y="2755"/>
                  </a:lnTo>
                  <a:lnTo>
                    <a:pt x="11993" y="2755"/>
                  </a:lnTo>
                  <a:lnTo>
                    <a:pt x="11993" y="3330"/>
                  </a:lnTo>
                  <a:lnTo>
                    <a:pt x="13510" y="3330"/>
                  </a:lnTo>
                  <a:lnTo>
                    <a:pt x="13510" y="19088"/>
                  </a:lnTo>
                  <a:lnTo>
                    <a:pt x="1534" y="19088"/>
                  </a:lnTo>
                  <a:cubicBezTo>
                    <a:pt x="1029" y="19088"/>
                    <a:pt x="593" y="18652"/>
                    <a:pt x="593" y="18147"/>
                  </a:cubicBezTo>
                  <a:lnTo>
                    <a:pt x="593" y="2964"/>
                  </a:lnTo>
                  <a:cubicBezTo>
                    <a:pt x="872" y="3191"/>
                    <a:pt x="1238" y="3330"/>
                    <a:pt x="1674" y="3330"/>
                  </a:cubicBezTo>
                  <a:lnTo>
                    <a:pt x="8280" y="3330"/>
                  </a:lnTo>
                  <a:lnTo>
                    <a:pt x="8280" y="2755"/>
                  </a:lnTo>
                  <a:lnTo>
                    <a:pt x="1674" y="2755"/>
                  </a:lnTo>
                  <a:cubicBezTo>
                    <a:pt x="1099" y="2755"/>
                    <a:pt x="593" y="2250"/>
                    <a:pt x="593" y="1657"/>
                  </a:cubicBezTo>
                  <a:cubicBezTo>
                    <a:pt x="593" y="1082"/>
                    <a:pt x="1099" y="576"/>
                    <a:pt x="1674" y="576"/>
                  </a:cubicBezTo>
                  <a:lnTo>
                    <a:pt x="12934" y="576"/>
                  </a:lnTo>
                  <a:lnTo>
                    <a:pt x="1293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0"/>
            <p:cNvSpPr/>
            <p:nvPr/>
          </p:nvSpPr>
          <p:spPr>
            <a:xfrm>
              <a:off x="7002338" y="1905750"/>
              <a:ext cx="286775" cy="16150"/>
            </a:xfrm>
            <a:custGeom>
              <a:rect b="b" l="l" r="r" t="t"/>
              <a:pathLst>
                <a:path extrusionOk="0" h="646" w="11471">
                  <a:moveTo>
                    <a:pt x="0" y="0"/>
                  </a:moveTo>
                  <a:lnTo>
                    <a:pt x="0" y="645"/>
                  </a:lnTo>
                  <a:lnTo>
                    <a:pt x="11470" y="645"/>
                  </a:lnTo>
                  <a:lnTo>
                    <a:pt x="1147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0"/>
            <p:cNvSpPr/>
            <p:nvPr/>
          </p:nvSpPr>
          <p:spPr>
            <a:xfrm>
              <a:off x="7002338" y="1929275"/>
              <a:ext cx="301575" cy="14400"/>
            </a:xfrm>
            <a:custGeom>
              <a:rect b="b" l="l" r="r" t="t"/>
              <a:pathLst>
                <a:path extrusionOk="0" h="576" w="12063">
                  <a:moveTo>
                    <a:pt x="0" y="1"/>
                  </a:moveTo>
                  <a:lnTo>
                    <a:pt x="0" y="576"/>
                  </a:lnTo>
                  <a:lnTo>
                    <a:pt x="12063" y="576"/>
                  </a:lnTo>
                  <a:lnTo>
                    <a:pt x="120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0"/>
            <p:cNvSpPr/>
            <p:nvPr/>
          </p:nvSpPr>
          <p:spPr>
            <a:xfrm>
              <a:off x="7187538" y="1952825"/>
              <a:ext cx="78025" cy="219650"/>
            </a:xfrm>
            <a:custGeom>
              <a:rect b="b" l="l" r="r" t="t"/>
              <a:pathLst>
                <a:path extrusionOk="0" h="8786" w="3121">
                  <a:moveTo>
                    <a:pt x="2476" y="575"/>
                  </a:moveTo>
                  <a:lnTo>
                    <a:pt x="2476" y="7844"/>
                  </a:lnTo>
                  <a:lnTo>
                    <a:pt x="1604" y="7339"/>
                  </a:lnTo>
                  <a:lnTo>
                    <a:pt x="663" y="7844"/>
                  </a:lnTo>
                  <a:lnTo>
                    <a:pt x="663" y="575"/>
                  </a:lnTo>
                  <a:close/>
                  <a:moveTo>
                    <a:pt x="1" y="0"/>
                  </a:moveTo>
                  <a:lnTo>
                    <a:pt x="1" y="8785"/>
                  </a:lnTo>
                  <a:lnTo>
                    <a:pt x="1604" y="8053"/>
                  </a:lnTo>
                  <a:lnTo>
                    <a:pt x="3121" y="8785"/>
                  </a:lnTo>
                  <a:lnTo>
                    <a:pt x="312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0"/>
            <p:cNvSpPr/>
            <p:nvPr/>
          </p:nvSpPr>
          <p:spPr>
            <a:xfrm>
              <a:off x="7011488" y="1976350"/>
              <a:ext cx="14400" cy="377850"/>
            </a:xfrm>
            <a:custGeom>
              <a:rect b="b" l="l" r="r" t="t"/>
              <a:pathLst>
                <a:path extrusionOk="0" h="15114" w="576">
                  <a:moveTo>
                    <a:pt x="0" y="0"/>
                  </a:moveTo>
                  <a:lnTo>
                    <a:pt x="0" y="15113"/>
                  </a:lnTo>
                  <a:lnTo>
                    <a:pt x="576" y="15113"/>
                  </a:lnTo>
                  <a:lnTo>
                    <a:pt x="5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0"/>
            <p:cNvSpPr/>
            <p:nvPr/>
          </p:nvSpPr>
          <p:spPr>
            <a:xfrm>
              <a:off x="7049388" y="1990725"/>
              <a:ext cx="76300" cy="14850"/>
            </a:xfrm>
            <a:custGeom>
              <a:rect b="b" l="l" r="r" t="t"/>
              <a:pathLst>
                <a:path extrusionOk="0" h="594" w="3052">
                  <a:moveTo>
                    <a:pt x="1" y="1"/>
                  </a:moveTo>
                  <a:lnTo>
                    <a:pt x="1" y="593"/>
                  </a:lnTo>
                  <a:lnTo>
                    <a:pt x="3051" y="593"/>
                  </a:lnTo>
                  <a:lnTo>
                    <a:pt x="30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0"/>
            <p:cNvSpPr/>
            <p:nvPr/>
          </p:nvSpPr>
          <p:spPr>
            <a:xfrm>
              <a:off x="7204088" y="2323225"/>
              <a:ext cx="14425" cy="14400"/>
            </a:xfrm>
            <a:custGeom>
              <a:rect b="b" l="l" r="r" t="t"/>
              <a:pathLst>
                <a:path extrusionOk="0" h="576" w="577">
                  <a:moveTo>
                    <a:pt x="1" y="0"/>
                  </a:moveTo>
                  <a:lnTo>
                    <a:pt x="1" y="576"/>
                  </a:lnTo>
                  <a:lnTo>
                    <a:pt x="576" y="576"/>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0"/>
            <p:cNvSpPr/>
            <p:nvPr/>
          </p:nvSpPr>
          <p:spPr>
            <a:xfrm>
              <a:off x="7234613" y="2323225"/>
              <a:ext cx="14825" cy="14400"/>
            </a:xfrm>
            <a:custGeom>
              <a:rect b="b" l="l" r="r" t="t"/>
              <a:pathLst>
                <a:path extrusionOk="0" h="576" w="593">
                  <a:moveTo>
                    <a:pt x="0" y="0"/>
                  </a:moveTo>
                  <a:lnTo>
                    <a:pt x="0" y="576"/>
                  </a:lnTo>
                  <a:lnTo>
                    <a:pt x="593" y="576"/>
                  </a:lnTo>
                  <a:lnTo>
                    <a:pt x="5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0"/>
            <p:cNvSpPr/>
            <p:nvPr/>
          </p:nvSpPr>
          <p:spPr>
            <a:xfrm>
              <a:off x="7265538" y="2323225"/>
              <a:ext cx="14850" cy="14400"/>
            </a:xfrm>
            <a:custGeom>
              <a:rect b="b" l="l" r="r" t="t"/>
              <a:pathLst>
                <a:path extrusionOk="0" h="576" w="594">
                  <a:moveTo>
                    <a:pt x="1" y="0"/>
                  </a:moveTo>
                  <a:lnTo>
                    <a:pt x="1" y="576"/>
                  </a:lnTo>
                  <a:lnTo>
                    <a:pt x="593" y="576"/>
                  </a:lnTo>
                  <a:lnTo>
                    <a:pt x="5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0"/>
            <p:cNvSpPr/>
            <p:nvPr/>
          </p:nvSpPr>
          <p:spPr>
            <a:xfrm>
              <a:off x="7049388" y="2021675"/>
              <a:ext cx="45800" cy="14825"/>
            </a:xfrm>
            <a:custGeom>
              <a:rect b="b" l="l" r="r" t="t"/>
              <a:pathLst>
                <a:path extrusionOk="0" h="593" w="1832">
                  <a:moveTo>
                    <a:pt x="1" y="0"/>
                  </a:moveTo>
                  <a:lnTo>
                    <a:pt x="1" y="593"/>
                  </a:lnTo>
                  <a:lnTo>
                    <a:pt x="1831" y="593"/>
                  </a:lnTo>
                  <a:lnTo>
                    <a:pt x="18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0"/>
            <p:cNvSpPr/>
            <p:nvPr/>
          </p:nvSpPr>
          <p:spPr>
            <a:xfrm>
              <a:off x="7049388" y="2052600"/>
              <a:ext cx="45800" cy="14400"/>
            </a:xfrm>
            <a:custGeom>
              <a:rect b="b" l="l" r="r" t="t"/>
              <a:pathLst>
                <a:path extrusionOk="0" h="576" w="1832">
                  <a:moveTo>
                    <a:pt x="1" y="1"/>
                  </a:moveTo>
                  <a:lnTo>
                    <a:pt x="1" y="576"/>
                  </a:lnTo>
                  <a:lnTo>
                    <a:pt x="1831" y="576"/>
                  </a:lnTo>
                  <a:lnTo>
                    <a:pt x="183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 name="Google Shape;2121;p50"/>
          <p:cNvGrpSpPr/>
          <p:nvPr/>
        </p:nvGrpSpPr>
        <p:grpSpPr>
          <a:xfrm>
            <a:off x="6997113" y="2703475"/>
            <a:ext cx="305050" cy="493750"/>
            <a:chOff x="6997113" y="2608225"/>
            <a:chExt cx="305050" cy="493750"/>
          </a:xfrm>
        </p:grpSpPr>
        <p:sp>
          <p:nvSpPr>
            <p:cNvPr id="2122" name="Google Shape;2122;p50"/>
            <p:cNvSpPr/>
            <p:nvPr/>
          </p:nvSpPr>
          <p:spPr>
            <a:xfrm>
              <a:off x="7067688" y="3016975"/>
              <a:ext cx="76300" cy="78025"/>
            </a:xfrm>
            <a:custGeom>
              <a:rect b="b" l="l" r="r" t="t"/>
              <a:pathLst>
                <a:path extrusionOk="0" h="3121" w="3052">
                  <a:moveTo>
                    <a:pt x="1" y="1"/>
                  </a:moveTo>
                  <a:lnTo>
                    <a:pt x="1" y="3121"/>
                  </a:lnTo>
                  <a:lnTo>
                    <a:pt x="3051" y="3121"/>
                  </a:lnTo>
                  <a:lnTo>
                    <a:pt x="305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0"/>
            <p:cNvSpPr/>
            <p:nvPr/>
          </p:nvSpPr>
          <p:spPr>
            <a:xfrm>
              <a:off x="7027613" y="2986050"/>
              <a:ext cx="154725" cy="30950"/>
            </a:xfrm>
            <a:custGeom>
              <a:rect b="b" l="l" r="r" t="t"/>
              <a:pathLst>
                <a:path extrusionOk="0" h="1238" w="6189">
                  <a:moveTo>
                    <a:pt x="0" y="0"/>
                  </a:moveTo>
                  <a:lnTo>
                    <a:pt x="0" y="1238"/>
                  </a:lnTo>
                  <a:lnTo>
                    <a:pt x="6188" y="1238"/>
                  </a:lnTo>
                  <a:lnTo>
                    <a:pt x="61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0"/>
            <p:cNvSpPr/>
            <p:nvPr/>
          </p:nvSpPr>
          <p:spPr>
            <a:xfrm>
              <a:off x="7212813" y="2786025"/>
              <a:ext cx="78475" cy="85425"/>
            </a:xfrm>
            <a:custGeom>
              <a:rect b="b" l="l" r="r" t="t"/>
              <a:pathLst>
                <a:path extrusionOk="0" h="3417" w="3139">
                  <a:moveTo>
                    <a:pt x="1535" y="0"/>
                  </a:moveTo>
                  <a:cubicBezTo>
                    <a:pt x="733" y="0"/>
                    <a:pt x="1" y="802"/>
                    <a:pt x="1" y="1674"/>
                  </a:cubicBezTo>
                  <a:cubicBezTo>
                    <a:pt x="1" y="2615"/>
                    <a:pt x="733" y="3417"/>
                    <a:pt x="1535" y="3417"/>
                  </a:cubicBezTo>
                  <a:cubicBezTo>
                    <a:pt x="2406" y="3417"/>
                    <a:pt x="3138" y="2615"/>
                    <a:pt x="3138" y="1674"/>
                  </a:cubicBezTo>
                  <a:cubicBezTo>
                    <a:pt x="3138" y="802"/>
                    <a:pt x="2406" y="0"/>
                    <a:pt x="15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0"/>
            <p:cNvSpPr/>
            <p:nvPr/>
          </p:nvSpPr>
          <p:spPr>
            <a:xfrm>
              <a:off x="7067688" y="2886250"/>
              <a:ext cx="21825" cy="23550"/>
            </a:xfrm>
            <a:custGeom>
              <a:rect b="b" l="l" r="r" t="t"/>
              <a:pathLst>
                <a:path extrusionOk="0" h="942" w="873">
                  <a:moveTo>
                    <a:pt x="1" y="0"/>
                  </a:moveTo>
                  <a:lnTo>
                    <a:pt x="1" y="942"/>
                  </a:lnTo>
                  <a:lnTo>
                    <a:pt x="873" y="942"/>
                  </a:lnTo>
                  <a:lnTo>
                    <a:pt x="873" y="0"/>
                  </a:lnTo>
                  <a:close/>
                </a:path>
              </a:pathLst>
            </a:custGeom>
            <a:solidFill>
              <a:srgbClr val="1E72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0"/>
            <p:cNvSpPr/>
            <p:nvPr/>
          </p:nvSpPr>
          <p:spPr>
            <a:xfrm>
              <a:off x="7051588" y="2864450"/>
              <a:ext cx="54475" cy="21825"/>
            </a:xfrm>
            <a:custGeom>
              <a:rect b="b" l="l" r="r" t="t"/>
              <a:pathLst>
                <a:path extrusionOk="0" h="873" w="2179">
                  <a:moveTo>
                    <a:pt x="0" y="1"/>
                  </a:moveTo>
                  <a:lnTo>
                    <a:pt x="0" y="872"/>
                  </a:lnTo>
                  <a:lnTo>
                    <a:pt x="2179" y="872"/>
                  </a:lnTo>
                  <a:lnTo>
                    <a:pt x="2179" y="1"/>
                  </a:lnTo>
                  <a:close/>
                </a:path>
              </a:pathLst>
            </a:custGeom>
            <a:solidFill>
              <a:srgbClr val="A4C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0"/>
            <p:cNvSpPr/>
            <p:nvPr/>
          </p:nvSpPr>
          <p:spPr>
            <a:xfrm>
              <a:off x="7044163" y="2833525"/>
              <a:ext cx="68875" cy="30950"/>
            </a:xfrm>
            <a:custGeom>
              <a:rect b="b" l="l" r="r" t="t"/>
              <a:pathLst>
                <a:path extrusionOk="0" h="1238" w="2755">
                  <a:moveTo>
                    <a:pt x="1" y="0"/>
                  </a:moveTo>
                  <a:lnTo>
                    <a:pt x="1" y="1238"/>
                  </a:lnTo>
                  <a:lnTo>
                    <a:pt x="2755" y="1238"/>
                  </a:lnTo>
                  <a:lnTo>
                    <a:pt x="27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0"/>
            <p:cNvSpPr/>
            <p:nvPr/>
          </p:nvSpPr>
          <p:spPr>
            <a:xfrm>
              <a:off x="7036763" y="2662700"/>
              <a:ext cx="83700" cy="161700"/>
            </a:xfrm>
            <a:custGeom>
              <a:rect b="b" l="l" r="r" t="t"/>
              <a:pathLst>
                <a:path extrusionOk="0" h="6468" w="3348">
                  <a:moveTo>
                    <a:pt x="1674" y="0"/>
                  </a:moveTo>
                  <a:cubicBezTo>
                    <a:pt x="732" y="0"/>
                    <a:pt x="0" y="802"/>
                    <a:pt x="0" y="1674"/>
                  </a:cubicBezTo>
                  <a:lnTo>
                    <a:pt x="0" y="6467"/>
                  </a:lnTo>
                  <a:lnTo>
                    <a:pt x="3347" y="6467"/>
                  </a:lnTo>
                  <a:lnTo>
                    <a:pt x="3347" y="1674"/>
                  </a:lnTo>
                  <a:cubicBezTo>
                    <a:pt x="3347" y="802"/>
                    <a:pt x="2615" y="0"/>
                    <a:pt x="1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0"/>
            <p:cNvSpPr/>
            <p:nvPr/>
          </p:nvSpPr>
          <p:spPr>
            <a:xfrm>
              <a:off x="7005813" y="2947700"/>
              <a:ext cx="192650" cy="38375"/>
            </a:xfrm>
            <a:custGeom>
              <a:rect b="b" l="l" r="r" t="t"/>
              <a:pathLst>
                <a:path extrusionOk="0" h="1535" w="7706">
                  <a:moveTo>
                    <a:pt x="1" y="0"/>
                  </a:moveTo>
                  <a:lnTo>
                    <a:pt x="1" y="1534"/>
                  </a:lnTo>
                  <a:lnTo>
                    <a:pt x="7705" y="1534"/>
                  </a:lnTo>
                  <a:lnTo>
                    <a:pt x="77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0"/>
            <p:cNvSpPr/>
            <p:nvPr/>
          </p:nvSpPr>
          <p:spPr>
            <a:xfrm>
              <a:off x="7036763" y="2840500"/>
              <a:ext cx="83700" cy="30950"/>
            </a:xfrm>
            <a:custGeom>
              <a:rect b="b" l="l" r="r" t="t"/>
              <a:pathLst>
                <a:path extrusionOk="0" h="1238" w="3348">
                  <a:moveTo>
                    <a:pt x="0" y="0"/>
                  </a:moveTo>
                  <a:lnTo>
                    <a:pt x="0" y="1238"/>
                  </a:lnTo>
                  <a:lnTo>
                    <a:pt x="3347" y="1238"/>
                  </a:lnTo>
                  <a:lnTo>
                    <a:pt x="3347" y="0"/>
                  </a:lnTo>
                  <a:lnTo>
                    <a:pt x="2772" y="0"/>
                  </a:lnTo>
                  <a:lnTo>
                    <a:pt x="2772" y="593"/>
                  </a:lnTo>
                  <a:lnTo>
                    <a:pt x="593" y="593"/>
                  </a:lnTo>
                  <a:lnTo>
                    <a:pt x="5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0"/>
            <p:cNvSpPr/>
            <p:nvPr/>
          </p:nvSpPr>
          <p:spPr>
            <a:xfrm>
              <a:off x="7051588" y="2878850"/>
              <a:ext cx="54475" cy="14400"/>
            </a:xfrm>
            <a:custGeom>
              <a:rect b="b" l="l" r="r" t="t"/>
              <a:pathLst>
                <a:path extrusionOk="0" h="576" w="2179">
                  <a:moveTo>
                    <a:pt x="0" y="0"/>
                  </a:moveTo>
                  <a:lnTo>
                    <a:pt x="0" y="575"/>
                  </a:lnTo>
                  <a:lnTo>
                    <a:pt x="2179" y="575"/>
                  </a:lnTo>
                  <a:lnTo>
                    <a:pt x="21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0"/>
            <p:cNvSpPr/>
            <p:nvPr/>
          </p:nvSpPr>
          <p:spPr>
            <a:xfrm>
              <a:off x="7067688" y="2902375"/>
              <a:ext cx="21825" cy="14400"/>
            </a:xfrm>
            <a:custGeom>
              <a:rect b="b" l="l" r="r" t="t"/>
              <a:pathLst>
                <a:path extrusionOk="0" h="576" w="873">
                  <a:moveTo>
                    <a:pt x="1" y="0"/>
                  </a:moveTo>
                  <a:lnTo>
                    <a:pt x="1" y="576"/>
                  </a:lnTo>
                  <a:lnTo>
                    <a:pt x="873" y="576"/>
                  </a:lnTo>
                  <a:lnTo>
                    <a:pt x="8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0"/>
            <p:cNvSpPr/>
            <p:nvPr/>
          </p:nvSpPr>
          <p:spPr>
            <a:xfrm>
              <a:off x="7051588" y="2608225"/>
              <a:ext cx="50575" cy="32700"/>
            </a:xfrm>
            <a:custGeom>
              <a:rect b="b" l="l" r="r" t="t"/>
              <a:pathLst>
                <a:path extrusionOk="0" h="1308" w="2023">
                  <a:moveTo>
                    <a:pt x="0" y="0"/>
                  </a:moveTo>
                  <a:lnTo>
                    <a:pt x="0" y="663"/>
                  </a:lnTo>
                  <a:lnTo>
                    <a:pt x="715" y="663"/>
                  </a:lnTo>
                  <a:lnTo>
                    <a:pt x="715" y="1308"/>
                  </a:lnTo>
                  <a:lnTo>
                    <a:pt x="1307" y="1308"/>
                  </a:lnTo>
                  <a:lnTo>
                    <a:pt x="1307" y="663"/>
                  </a:lnTo>
                  <a:lnTo>
                    <a:pt x="2022" y="663"/>
                  </a:lnTo>
                  <a:lnTo>
                    <a:pt x="2022" y="0"/>
                  </a:lnTo>
                  <a:close/>
                </a:path>
              </a:pathLst>
            </a:custGeom>
            <a:solidFill>
              <a:srgbClr val="1D1E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0"/>
            <p:cNvSpPr/>
            <p:nvPr/>
          </p:nvSpPr>
          <p:spPr>
            <a:xfrm>
              <a:off x="6997113" y="2651800"/>
              <a:ext cx="305050" cy="343425"/>
            </a:xfrm>
            <a:custGeom>
              <a:rect b="b" l="l" r="r" t="t"/>
              <a:pathLst>
                <a:path extrusionOk="0" h="13737" w="12202">
                  <a:moveTo>
                    <a:pt x="3190" y="576"/>
                  </a:moveTo>
                  <a:cubicBezTo>
                    <a:pt x="3922" y="576"/>
                    <a:pt x="4567" y="1238"/>
                    <a:pt x="4567" y="1970"/>
                  </a:cubicBezTo>
                  <a:lnTo>
                    <a:pt x="4567" y="6764"/>
                  </a:lnTo>
                  <a:lnTo>
                    <a:pt x="1813" y="6764"/>
                  </a:lnTo>
                  <a:lnTo>
                    <a:pt x="1813" y="1970"/>
                  </a:lnTo>
                  <a:cubicBezTo>
                    <a:pt x="1813" y="1238"/>
                    <a:pt x="2388" y="576"/>
                    <a:pt x="3190" y="576"/>
                  </a:cubicBezTo>
                  <a:close/>
                  <a:moveTo>
                    <a:pt x="10232" y="5666"/>
                  </a:moveTo>
                  <a:cubicBezTo>
                    <a:pt x="10964" y="5666"/>
                    <a:pt x="11609" y="6241"/>
                    <a:pt x="11609" y="7043"/>
                  </a:cubicBezTo>
                  <a:cubicBezTo>
                    <a:pt x="11609" y="7775"/>
                    <a:pt x="10964" y="8420"/>
                    <a:pt x="10232" y="8420"/>
                  </a:cubicBezTo>
                  <a:cubicBezTo>
                    <a:pt x="9430" y="8420"/>
                    <a:pt x="8855" y="7775"/>
                    <a:pt x="8855" y="7043"/>
                  </a:cubicBezTo>
                  <a:cubicBezTo>
                    <a:pt x="8855" y="6241"/>
                    <a:pt x="9430" y="5666"/>
                    <a:pt x="10232" y="5666"/>
                  </a:cubicBezTo>
                  <a:close/>
                  <a:moveTo>
                    <a:pt x="7757" y="12133"/>
                  </a:moveTo>
                  <a:lnTo>
                    <a:pt x="7757" y="13074"/>
                  </a:lnTo>
                  <a:lnTo>
                    <a:pt x="645" y="13074"/>
                  </a:lnTo>
                  <a:lnTo>
                    <a:pt x="645" y="12133"/>
                  </a:lnTo>
                  <a:close/>
                  <a:moveTo>
                    <a:pt x="3190" y="1"/>
                  </a:moveTo>
                  <a:cubicBezTo>
                    <a:pt x="2092" y="1"/>
                    <a:pt x="1151" y="872"/>
                    <a:pt x="1151" y="1970"/>
                  </a:cubicBezTo>
                  <a:lnTo>
                    <a:pt x="1151" y="7339"/>
                  </a:lnTo>
                  <a:lnTo>
                    <a:pt x="5142" y="7339"/>
                  </a:lnTo>
                  <a:lnTo>
                    <a:pt x="5142" y="1970"/>
                  </a:lnTo>
                  <a:cubicBezTo>
                    <a:pt x="5142" y="1883"/>
                    <a:pt x="5142" y="1744"/>
                    <a:pt x="5073" y="1674"/>
                  </a:cubicBezTo>
                  <a:lnTo>
                    <a:pt x="5073" y="1674"/>
                  </a:lnTo>
                  <a:cubicBezTo>
                    <a:pt x="6101" y="1744"/>
                    <a:pt x="6973" y="2110"/>
                    <a:pt x="7757" y="2685"/>
                  </a:cubicBezTo>
                  <a:cubicBezTo>
                    <a:pt x="8559" y="3347"/>
                    <a:pt x="9221" y="4219"/>
                    <a:pt x="9587" y="5160"/>
                  </a:cubicBezTo>
                  <a:cubicBezTo>
                    <a:pt x="8785" y="5456"/>
                    <a:pt x="8193" y="6171"/>
                    <a:pt x="8193" y="7043"/>
                  </a:cubicBezTo>
                  <a:cubicBezTo>
                    <a:pt x="8193" y="7914"/>
                    <a:pt x="8785" y="8646"/>
                    <a:pt x="9587" y="8856"/>
                  </a:cubicBezTo>
                  <a:cubicBezTo>
                    <a:pt x="9152" y="9954"/>
                    <a:pt x="8419" y="10895"/>
                    <a:pt x="7478" y="11557"/>
                  </a:cubicBezTo>
                  <a:lnTo>
                    <a:pt x="0" y="11557"/>
                  </a:lnTo>
                  <a:lnTo>
                    <a:pt x="0" y="13736"/>
                  </a:lnTo>
                  <a:lnTo>
                    <a:pt x="8350" y="13736"/>
                  </a:lnTo>
                  <a:lnTo>
                    <a:pt x="8350" y="11627"/>
                  </a:lnTo>
                  <a:cubicBezTo>
                    <a:pt x="9152" y="10965"/>
                    <a:pt x="9796" y="10023"/>
                    <a:pt x="10163" y="9012"/>
                  </a:cubicBezTo>
                  <a:lnTo>
                    <a:pt x="10232" y="9012"/>
                  </a:lnTo>
                  <a:cubicBezTo>
                    <a:pt x="11330" y="9012"/>
                    <a:pt x="12202" y="8141"/>
                    <a:pt x="12202" y="7043"/>
                  </a:cubicBezTo>
                  <a:cubicBezTo>
                    <a:pt x="12202" y="5962"/>
                    <a:pt x="11330" y="5021"/>
                    <a:pt x="10232" y="5021"/>
                  </a:cubicBezTo>
                  <a:lnTo>
                    <a:pt x="10163" y="5021"/>
                  </a:lnTo>
                  <a:cubicBezTo>
                    <a:pt x="9796" y="3923"/>
                    <a:pt x="9064" y="2912"/>
                    <a:pt x="8123" y="2179"/>
                  </a:cubicBezTo>
                  <a:cubicBezTo>
                    <a:pt x="7182" y="1534"/>
                    <a:pt x="6101" y="1099"/>
                    <a:pt x="4863" y="1012"/>
                  </a:cubicBezTo>
                  <a:cubicBezTo>
                    <a:pt x="4567" y="436"/>
                    <a:pt x="3922" y="1"/>
                    <a:pt x="31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0"/>
            <p:cNvSpPr/>
            <p:nvPr/>
          </p:nvSpPr>
          <p:spPr>
            <a:xfrm>
              <a:off x="7245488" y="2810000"/>
              <a:ext cx="14850" cy="34450"/>
            </a:xfrm>
            <a:custGeom>
              <a:rect b="b" l="l" r="r" t="t"/>
              <a:pathLst>
                <a:path extrusionOk="0" h="1378" w="594">
                  <a:moveTo>
                    <a:pt x="1" y="0"/>
                  </a:moveTo>
                  <a:lnTo>
                    <a:pt x="1" y="1377"/>
                  </a:lnTo>
                  <a:lnTo>
                    <a:pt x="594" y="1377"/>
                  </a:lnTo>
                  <a:lnTo>
                    <a:pt x="5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0"/>
            <p:cNvSpPr/>
            <p:nvPr/>
          </p:nvSpPr>
          <p:spPr>
            <a:xfrm>
              <a:off x="7234613" y="2820875"/>
              <a:ext cx="34875" cy="14425"/>
            </a:xfrm>
            <a:custGeom>
              <a:rect b="b" l="l" r="r" t="t"/>
              <a:pathLst>
                <a:path extrusionOk="0" h="577" w="1395">
                  <a:moveTo>
                    <a:pt x="0" y="1"/>
                  </a:moveTo>
                  <a:lnTo>
                    <a:pt x="0" y="576"/>
                  </a:lnTo>
                  <a:lnTo>
                    <a:pt x="1395" y="576"/>
                  </a:lnTo>
                  <a:lnTo>
                    <a:pt x="13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0"/>
            <p:cNvSpPr/>
            <p:nvPr/>
          </p:nvSpPr>
          <p:spPr>
            <a:xfrm>
              <a:off x="7020638" y="3002175"/>
              <a:ext cx="168675" cy="23550"/>
            </a:xfrm>
            <a:custGeom>
              <a:rect b="b" l="l" r="r" t="t"/>
              <a:pathLst>
                <a:path extrusionOk="0" h="942" w="6747">
                  <a:moveTo>
                    <a:pt x="0" y="0"/>
                  </a:moveTo>
                  <a:lnTo>
                    <a:pt x="0" y="941"/>
                  </a:lnTo>
                  <a:lnTo>
                    <a:pt x="6746" y="941"/>
                  </a:lnTo>
                  <a:lnTo>
                    <a:pt x="6746" y="0"/>
                  </a:lnTo>
                  <a:lnTo>
                    <a:pt x="6171" y="0"/>
                  </a:lnTo>
                  <a:lnTo>
                    <a:pt x="6171" y="296"/>
                  </a:lnTo>
                  <a:lnTo>
                    <a:pt x="576" y="296"/>
                  </a:lnTo>
                  <a:lnTo>
                    <a:pt x="5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0"/>
            <p:cNvSpPr/>
            <p:nvPr/>
          </p:nvSpPr>
          <p:spPr>
            <a:xfrm>
              <a:off x="7058538" y="3033100"/>
              <a:ext cx="16600" cy="45350"/>
            </a:xfrm>
            <a:custGeom>
              <a:rect b="b" l="l" r="r" t="t"/>
              <a:pathLst>
                <a:path extrusionOk="0" h="1814" w="664">
                  <a:moveTo>
                    <a:pt x="1" y="1"/>
                  </a:moveTo>
                  <a:lnTo>
                    <a:pt x="1" y="1814"/>
                  </a:lnTo>
                  <a:lnTo>
                    <a:pt x="663" y="1814"/>
                  </a:lnTo>
                  <a:lnTo>
                    <a:pt x="6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0"/>
            <p:cNvSpPr/>
            <p:nvPr/>
          </p:nvSpPr>
          <p:spPr>
            <a:xfrm>
              <a:off x="7136563" y="3033100"/>
              <a:ext cx="14825" cy="45350"/>
            </a:xfrm>
            <a:custGeom>
              <a:rect b="b" l="l" r="r" t="t"/>
              <a:pathLst>
                <a:path extrusionOk="0" h="1814" w="593">
                  <a:moveTo>
                    <a:pt x="0" y="1"/>
                  </a:moveTo>
                  <a:lnTo>
                    <a:pt x="0" y="1814"/>
                  </a:lnTo>
                  <a:lnTo>
                    <a:pt x="593" y="1814"/>
                  </a:lnTo>
                  <a:lnTo>
                    <a:pt x="5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0"/>
            <p:cNvSpPr/>
            <p:nvPr/>
          </p:nvSpPr>
          <p:spPr>
            <a:xfrm>
              <a:off x="7051588" y="3087575"/>
              <a:ext cx="106775" cy="14400"/>
            </a:xfrm>
            <a:custGeom>
              <a:rect b="b" l="l" r="r" t="t"/>
              <a:pathLst>
                <a:path extrusionOk="0" h="576" w="4271">
                  <a:moveTo>
                    <a:pt x="0" y="1"/>
                  </a:moveTo>
                  <a:lnTo>
                    <a:pt x="0" y="576"/>
                  </a:lnTo>
                  <a:lnTo>
                    <a:pt x="4271" y="576"/>
                  </a:lnTo>
                  <a:lnTo>
                    <a:pt x="42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50"/>
          <p:cNvGrpSpPr/>
          <p:nvPr/>
        </p:nvGrpSpPr>
        <p:grpSpPr>
          <a:xfrm>
            <a:off x="7065963" y="4060675"/>
            <a:ext cx="168675" cy="494200"/>
            <a:chOff x="7065963" y="4060675"/>
            <a:chExt cx="168675" cy="494200"/>
          </a:xfrm>
        </p:grpSpPr>
        <p:sp>
          <p:nvSpPr>
            <p:cNvPr id="2142" name="Google Shape;2142;p50"/>
            <p:cNvSpPr/>
            <p:nvPr/>
          </p:nvSpPr>
          <p:spPr>
            <a:xfrm>
              <a:off x="7067189" y="4284225"/>
              <a:ext cx="163450" cy="263225"/>
            </a:xfrm>
            <a:custGeom>
              <a:rect b="b" l="l" r="r" t="t"/>
              <a:pathLst>
                <a:path extrusionOk="0" h="10529" w="6538">
                  <a:moveTo>
                    <a:pt x="3417" y="0"/>
                  </a:moveTo>
                  <a:cubicBezTo>
                    <a:pt x="1744" y="0"/>
                    <a:pt x="367" y="1081"/>
                    <a:pt x="367" y="2755"/>
                  </a:cubicBezTo>
                  <a:lnTo>
                    <a:pt x="1238" y="3121"/>
                  </a:lnTo>
                  <a:lnTo>
                    <a:pt x="1587" y="3992"/>
                  </a:lnTo>
                  <a:lnTo>
                    <a:pt x="1587" y="4655"/>
                  </a:lnTo>
                  <a:lnTo>
                    <a:pt x="942" y="5230"/>
                  </a:lnTo>
                  <a:lnTo>
                    <a:pt x="1" y="5596"/>
                  </a:lnTo>
                  <a:lnTo>
                    <a:pt x="1" y="7409"/>
                  </a:lnTo>
                  <a:cubicBezTo>
                    <a:pt x="1" y="9152"/>
                    <a:pt x="1744" y="10529"/>
                    <a:pt x="3417" y="10529"/>
                  </a:cubicBezTo>
                  <a:cubicBezTo>
                    <a:pt x="5160" y="10529"/>
                    <a:pt x="6537" y="9152"/>
                    <a:pt x="6537" y="7409"/>
                  </a:cubicBezTo>
                  <a:lnTo>
                    <a:pt x="6537" y="5230"/>
                  </a:lnTo>
                  <a:lnTo>
                    <a:pt x="5300" y="4655"/>
                  </a:lnTo>
                  <a:lnTo>
                    <a:pt x="5300" y="3992"/>
                  </a:lnTo>
                  <a:lnTo>
                    <a:pt x="5300" y="3417"/>
                  </a:lnTo>
                  <a:lnTo>
                    <a:pt x="5875" y="3121"/>
                  </a:lnTo>
                  <a:lnTo>
                    <a:pt x="6537" y="3121"/>
                  </a:lnTo>
                  <a:cubicBezTo>
                    <a:pt x="6537" y="1377"/>
                    <a:pt x="5160" y="0"/>
                    <a:pt x="34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0"/>
            <p:cNvSpPr/>
            <p:nvPr/>
          </p:nvSpPr>
          <p:spPr>
            <a:xfrm>
              <a:off x="7125663" y="4476825"/>
              <a:ext cx="47525" cy="70625"/>
            </a:xfrm>
            <a:custGeom>
              <a:rect b="b" l="l" r="r" t="t"/>
              <a:pathLst>
                <a:path extrusionOk="0" h="2825" w="1901">
                  <a:moveTo>
                    <a:pt x="0" y="1"/>
                  </a:moveTo>
                  <a:lnTo>
                    <a:pt x="663" y="2459"/>
                  </a:lnTo>
                  <a:lnTo>
                    <a:pt x="959" y="2825"/>
                  </a:lnTo>
                  <a:lnTo>
                    <a:pt x="1238" y="2459"/>
                  </a:lnTo>
                  <a:lnTo>
                    <a:pt x="1900" y="1"/>
                  </a:lnTo>
                  <a:close/>
                </a:path>
              </a:pathLst>
            </a:custGeom>
            <a:solidFill>
              <a:srgbClr val="A4C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0"/>
            <p:cNvSpPr/>
            <p:nvPr/>
          </p:nvSpPr>
          <p:spPr>
            <a:xfrm>
              <a:off x="7125663" y="4160900"/>
              <a:ext cx="47525" cy="185225"/>
            </a:xfrm>
            <a:custGeom>
              <a:rect b="b" l="l" r="r" t="t"/>
              <a:pathLst>
                <a:path extrusionOk="0" h="7409" w="1901">
                  <a:moveTo>
                    <a:pt x="663" y="0"/>
                  </a:moveTo>
                  <a:lnTo>
                    <a:pt x="366" y="349"/>
                  </a:lnTo>
                  <a:lnTo>
                    <a:pt x="0" y="7409"/>
                  </a:lnTo>
                  <a:lnTo>
                    <a:pt x="1900" y="7409"/>
                  </a:lnTo>
                  <a:lnTo>
                    <a:pt x="1604" y="349"/>
                  </a:lnTo>
                  <a:lnTo>
                    <a:pt x="123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0"/>
            <p:cNvSpPr/>
            <p:nvPr/>
          </p:nvSpPr>
          <p:spPr>
            <a:xfrm>
              <a:off x="7118688" y="4068075"/>
              <a:ext cx="61475" cy="92850"/>
            </a:xfrm>
            <a:custGeom>
              <a:rect b="b" l="l" r="r" t="t"/>
              <a:pathLst>
                <a:path extrusionOk="0" h="3714" w="2459">
                  <a:moveTo>
                    <a:pt x="0" y="1"/>
                  </a:moveTo>
                  <a:lnTo>
                    <a:pt x="0" y="3713"/>
                  </a:lnTo>
                  <a:lnTo>
                    <a:pt x="2458" y="3713"/>
                  </a:lnTo>
                  <a:lnTo>
                    <a:pt x="24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0"/>
            <p:cNvSpPr/>
            <p:nvPr/>
          </p:nvSpPr>
          <p:spPr>
            <a:xfrm>
              <a:off x="7196688" y="4122550"/>
              <a:ext cx="14400" cy="30975"/>
            </a:xfrm>
            <a:custGeom>
              <a:rect b="b" l="l" r="r" t="t"/>
              <a:pathLst>
                <a:path extrusionOk="0" h="1239" w="576">
                  <a:moveTo>
                    <a:pt x="1" y="0"/>
                  </a:moveTo>
                  <a:lnTo>
                    <a:pt x="1" y="1238"/>
                  </a:lnTo>
                  <a:lnTo>
                    <a:pt x="576" y="1238"/>
                  </a:lnTo>
                  <a:lnTo>
                    <a:pt x="5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0"/>
            <p:cNvSpPr/>
            <p:nvPr/>
          </p:nvSpPr>
          <p:spPr>
            <a:xfrm>
              <a:off x="7111288" y="4414950"/>
              <a:ext cx="76275" cy="16150"/>
            </a:xfrm>
            <a:custGeom>
              <a:rect b="b" l="l" r="r" t="t"/>
              <a:pathLst>
                <a:path extrusionOk="0" h="646" w="3051">
                  <a:moveTo>
                    <a:pt x="0" y="1"/>
                  </a:moveTo>
                  <a:lnTo>
                    <a:pt x="0" y="646"/>
                  </a:lnTo>
                  <a:lnTo>
                    <a:pt x="3051" y="646"/>
                  </a:lnTo>
                  <a:lnTo>
                    <a:pt x="30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0"/>
            <p:cNvSpPr/>
            <p:nvPr/>
          </p:nvSpPr>
          <p:spPr>
            <a:xfrm>
              <a:off x="7065963" y="4060675"/>
              <a:ext cx="168675" cy="494200"/>
            </a:xfrm>
            <a:custGeom>
              <a:rect b="b" l="l" r="r" t="t"/>
              <a:pathLst>
                <a:path extrusionOk="0" h="19768" w="6747">
                  <a:moveTo>
                    <a:pt x="4288" y="593"/>
                  </a:moveTo>
                  <a:lnTo>
                    <a:pt x="4288" y="3713"/>
                  </a:lnTo>
                  <a:lnTo>
                    <a:pt x="2388" y="3713"/>
                  </a:lnTo>
                  <a:lnTo>
                    <a:pt x="2388" y="593"/>
                  </a:lnTo>
                  <a:close/>
                  <a:moveTo>
                    <a:pt x="3696" y="4288"/>
                  </a:moveTo>
                  <a:lnTo>
                    <a:pt x="3992" y="11121"/>
                  </a:lnTo>
                  <a:lnTo>
                    <a:pt x="2754" y="11121"/>
                  </a:lnTo>
                  <a:lnTo>
                    <a:pt x="3051" y="4288"/>
                  </a:lnTo>
                  <a:close/>
                  <a:moveTo>
                    <a:pt x="2179" y="9518"/>
                  </a:moveTo>
                  <a:lnTo>
                    <a:pt x="2109" y="11697"/>
                  </a:lnTo>
                  <a:lnTo>
                    <a:pt x="4567" y="11697"/>
                  </a:lnTo>
                  <a:lnTo>
                    <a:pt x="4498" y="9518"/>
                  </a:lnTo>
                  <a:lnTo>
                    <a:pt x="4498" y="9518"/>
                  </a:lnTo>
                  <a:cubicBezTo>
                    <a:pt x="5299" y="9884"/>
                    <a:pt x="5875" y="10616"/>
                    <a:pt x="6101" y="11487"/>
                  </a:cubicBezTo>
                  <a:cubicBezTo>
                    <a:pt x="5369" y="11627"/>
                    <a:pt x="4933" y="12202"/>
                    <a:pt x="4933" y="12934"/>
                  </a:cubicBezTo>
                  <a:cubicBezTo>
                    <a:pt x="4933" y="13736"/>
                    <a:pt x="5439" y="14311"/>
                    <a:pt x="6101" y="14468"/>
                  </a:cubicBezTo>
                  <a:lnTo>
                    <a:pt x="6101" y="16351"/>
                  </a:lnTo>
                  <a:cubicBezTo>
                    <a:pt x="6101" y="17658"/>
                    <a:pt x="5230" y="18739"/>
                    <a:pt x="4062" y="19035"/>
                  </a:cubicBezTo>
                  <a:lnTo>
                    <a:pt x="4654" y="16351"/>
                  </a:lnTo>
                  <a:lnTo>
                    <a:pt x="2040" y="16351"/>
                  </a:lnTo>
                  <a:lnTo>
                    <a:pt x="2615" y="19035"/>
                  </a:lnTo>
                  <a:cubicBezTo>
                    <a:pt x="1447" y="18739"/>
                    <a:pt x="575" y="17658"/>
                    <a:pt x="575" y="16351"/>
                  </a:cubicBezTo>
                  <a:lnTo>
                    <a:pt x="575" y="14468"/>
                  </a:lnTo>
                  <a:cubicBezTo>
                    <a:pt x="1308" y="14311"/>
                    <a:pt x="1813" y="13736"/>
                    <a:pt x="1813" y="12934"/>
                  </a:cubicBezTo>
                  <a:cubicBezTo>
                    <a:pt x="1813" y="12202"/>
                    <a:pt x="1308" y="11627"/>
                    <a:pt x="645" y="11487"/>
                  </a:cubicBezTo>
                  <a:cubicBezTo>
                    <a:pt x="802" y="10616"/>
                    <a:pt x="1377" y="9884"/>
                    <a:pt x="2179" y="9518"/>
                  </a:cubicBezTo>
                  <a:close/>
                  <a:moveTo>
                    <a:pt x="3922" y="16996"/>
                  </a:moveTo>
                  <a:lnTo>
                    <a:pt x="3417" y="19105"/>
                  </a:lnTo>
                  <a:lnTo>
                    <a:pt x="3260" y="19105"/>
                  </a:lnTo>
                  <a:lnTo>
                    <a:pt x="2824" y="16996"/>
                  </a:lnTo>
                  <a:close/>
                  <a:moveTo>
                    <a:pt x="1813" y="0"/>
                  </a:moveTo>
                  <a:lnTo>
                    <a:pt x="1813" y="959"/>
                  </a:lnTo>
                  <a:lnTo>
                    <a:pt x="1517" y="959"/>
                  </a:lnTo>
                  <a:lnTo>
                    <a:pt x="1517" y="663"/>
                  </a:lnTo>
                  <a:lnTo>
                    <a:pt x="872" y="663"/>
                  </a:lnTo>
                  <a:lnTo>
                    <a:pt x="872" y="1900"/>
                  </a:lnTo>
                  <a:lnTo>
                    <a:pt x="1517" y="1900"/>
                  </a:lnTo>
                  <a:lnTo>
                    <a:pt x="1517" y="1534"/>
                  </a:lnTo>
                  <a:lnTo>
                    <a:pt x="1813" y="1534"/>
                  </a:lnTo>
                  <a:lnTo>
                    <a:pt x="1813" y="2772"/>
                  </a:lnTo>
                  <a:lnTo>
                    <a:pt x="1517" y="2772"/>
                  </a:lnTo>
                  <a:lnTo>
                    <a:pt x="1517" y="2475"/>
                  </a:lnTo>
                  <a:lnTo>
                    <a:pt x="872" y="2475"/>
                  </a:lnTo>
                  <a:lnTo>
                    <a:pt x="872" y="3713"/>
                  </a:lnTo>
                  <a:lnTo>
                    <a:pt x="1517" y="3713"/>
                  </a:lnTo>
                  <a:lnTo>
                    <a:pt x="1517" y="3417"/>
                  </a:lnTo>
                  <a:lnTo>
                    <a:pt x="1813" y="3417"/>
                  </a:lnTo>
                  <a:lnTo>
                    <a:pt x="1813" y="4288"/>
                  </a:lnTo>
                  <a:lnTo>
                    <a:pt x="2388" y="4288"/>
                  </a:lnTo>
                  <a:lnTo>
                    <a:pt x="2249" y="8873"/>
                  </a:lnTo>
                  <a:cubicBezTo>
                    <a:pt x="872" y="9308"/>
                    <a:pt x="0" y="10616"/>
                    <a:pt x="0" y="12063"/>
                  </a:cubicBezTo>
                  <a:lnTo>
                    <a:pt x="366" y="12063"/>
                  </a:lnTo>
                  <a:cubicBezTo>
                    <a:pt x="872" y="12063"/>
                    <a:pt x="1238" y="12498"/>
                    <a:pt x="1238" y="12934"/>
                  </a:cubicBezTo>
                  <a:cubicBezTo>
                    <a:pt x="1238" y="13440"/>
                    <a:pt x="802" y="13875"/>
                    <a:pt x="297" y="13875"/>
                  </a:cubicBezTo>
                  <a:lnTo>
                    <a:pt x="0" y="13875"/>
                  </a:lnTo>
                  <a:lnTo>
                    <a:pt x="0" y="16351"/>
                  </a:lnTo>
                  <a:cubicBezTo>
                    <a:pt x="0" y="18233"/>
                    <a:pt x="1447" y="19767"/>
                    <a:pt x="3347" y="19767"/>
                  </a:cubicBezTo>
                  <a:cubicBezTo>
                    <a:pt x="5230" y="19767"/>
                    <a:pt x="6746" y="18233"/>
                    <a:pt x="6746" y="16351"/>
                  </a:cubicBezTo>
                  <a:lnTo>
                    <a:pt x="6746" y="13875"/>
                  </a:lnTo>
                  <a:lnTo>
                    <a:pt x="6467" y="13875"/>
                  </a:lnTo>
                  <a:cubicBezTo>
                    <a:pt x="5962" y="13875"/>
                    <a:pt x="5526" y="13440"/>
                    <a:pt x="5526" y="12934"/>
                  </a:cubicBezTo>
                  <a:cubicBezTo>
                    <a:pt x="5526" y="12498"/>
                    <a:pt x="5875" y="12063"/>
                    <a:pt x="6310" y="12063"/>
                  </a:cubicBezTo>
                  <a:lnTo>
                    <a:pt x="6746" y="12063"/>
                  </a:lnTo>
                  <a:cubicBezTo>
                    <a:pt x="6746" y="10616"/>
                    <a:pt x="5805" y="9308"/>
                    <a:pt x="4498" y="8873"/>
                  </a:cubicBezTo>
                  <a:lnTo>
                    <a:pt x="4288" y="4288"/>
                  </a:lnTo>
                  <a:lnTo>
                    <a:pt x="4864" y="4288"/>
                  </a:lnTo>
                  <a:lnTo>
                    <a:pt x="4864" y="3417"/>
                  </a:lnTo>
                  <a:lnTo>
                    <a:pt x="5526" y="3417"/>
                  </a:lnTo>
                  <a:lnTo>
                    <a:pt x="5526" y="2772"/>
                  </a:lnTo>
                  <a:lnTo>
                    <a:pt x="4864" y="2772"/>
                  </a:lnTo>
                  <a:lnTo>
                    <a:pt x="4864" y="1534"/>
                  </a:lnTo>
                  <a:lnTo>
                    <a:pt x="5230" y="1534"/>
                  </a:lnTo>
                  <a:lnTo>
                    <a:pt x="5230" y="1900"/>
                  </a:lnTo>
                  <a:lnTo>
                    <a:pt x="5805" y="1900"/>
                  </a:lnTo>
                  <a:lnTo>
                    <a:pt x="5805" y="663"/>
                  </a:lnTo>
                  <a:lnTo>
                    <a:pt x="5230" y="663"/>
                  </a:lnTo>
                  <a:lnTo>
                    <a:pt x="5230" y="959"/>
                  </a:lnTo>
                  <a:lnTo>
                    <a:pt x="4864" y="959"/>
                  </a:lnTo>
                  <a:lnTo>
                    <a:pt x="486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0"/>
            <p:cNvSpPr/>
            <p:nvPr/>
          </p:nvSpPr>
          <p:spPr>
            <a:xfrm>
              <a:off x="7127838" y="4438500"/>
              <a:ext cx="14400" cy="23550"/>
            </a:xfrm>
            <a:custGeom>
              <a:rect b="b" l="l" r="r" t="t"/>
              <a:pathLst>
                <a:path extrusionOk="0" h="942" w="576">
                  <a:moveTo>
                    <a:pt x="0" y="0"/>
                  </a:moveTo>
                  <a:lnTo>
                    <a:pt x="0" y="941"/>
                  </a:lnTo>
                  <a:lnTo>
                    <a:pt x="576" y="941"/>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0"/>
            <p:cNvSpPr/>
            <p:nvPr/>
          </p:nvSpPr>
          <p:spPr>
            <a:xfrm>
              <a:off x="7158338" y="4438500"/>
              <a:ext cx="14850" cy="23550"/>
            </a:xfrm>
            <a:custGeom>
              <a:rect b="b" l="l" r="r" t="t"/>
              <a:pathLst>
                <a:path extrusionOk="0" h="942" w="594">
                  <a:moveTo>
                    <a:pt x="1" y="0"/>
                  </a:moveTo>
                  <a:lnTo>
                    <a:pt x="1" y="941"/>
                  </a:lnTo>
                  <a:lnTo>
                    <a:pt x="593" y="941"/>
                  </a:lnTo>
                  <a:lnTo>
                    <a:pt x="5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0"/>
            <p:cNvSpPr/>
            <p:nvPr/>
          </p:nvSpPr>
          <p:spPr>
            <a:xfrm>
              <a:off x="7127838" y="4362225"/>
              <a:ext cx="14400" cy="45350"/>
            </a:xfrm>
            <a:custGeom>
              <a:rect b="b" l="l" r="r" t="t"/>
              <a:pathLst>
                <a:path extrusionOk="0" h="1814" w="576">
                  <a:moveTo>
                    <a:pt x="0" y="1"/>
                  </a:moveTo>
                  <a:lnTo>
                    <a:pt x="0" y="1813"/>
                  </a:lnTo>
                  <a:lnTo>
                    <a:pt x="576" y="1813"/>
                  </a:lnTo>
                  <a:lnTo>
                    <a:pt x="5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0"/>
            <p:cNvSpPr/>
            <p:nvPr/>
          </p:nvSpPr>
          <p:spPr>
            <a:xfrm>
              <a:off x="7158338" y="4362225"/>
              <a:ext cx="14850" cy="45350"/>
            </a:xfrm>
            <a:custGeom>
              <a:rect b="b" l="l" r="r" t="t"/>
              <a:pathLst>
                <a:path extrusionOk="0" h="1814" w="594">
                  <a:moveTo>
                    <a:pt x="1" y="1"/>
                  </a:moveTo>
                  <a:lnTo>
                    <a:pt x="1" y="1813"/>
                  </a:lnTo>
                  <a:lnTo>
                    <a:pt x="593" y="1813"/>
                  </a:lnTo>
                  <a:lnTo>
                    <a:pt x="5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 name="Google Shape;2153;p50"/>
          <p:cNvGrpSpPr/>
          <p:nvPr/>
        </p:nvGrpSpPr>
        <p:grpSpPr>
          <a:xfrm>
            <a:off x="7639888" y="1440400"/>
            <a:ext cx="493750" cy="307250"/>
            <a:chOff x="7639888" y="1249900"/>
            <a:chExt cx="493750" cy="307250"/>
          </a:xfrm>
        </p:grpSpPr>
        <p:sp>
          <p:nvSpPr>
            <p:cNvPr id="2154" name="Google Shape;2154;p50"/>
            <p:cNvSpPr/>
            <p:nvPr/>
          </p:nvSpPr>
          <p:spPr>
            <a:xfrm>
              <a:off x="7663413" y="1257300"/>
              <a:ext cx="446700" cy="261500"/>
            </a:xfrm>
            <a:custGeom>
              <a:rect b="b" l="l" r="r" t="t"/>
              <a:pathLst>
                <a:path extrusionOk="0" h="10460" w="17868">
                  <a:moveTo>
                    <a:pt x="0" y="1"/>
                  </a:moveTo>
                  <a:lnTo>
                    <a:pt x="0" y="10460"/>
                  </a:lnTo>
                  <a:lnTo>
                    <a:pt x="17867" y="10460"/>
                  </a:lnTo>
                  <a:lnTo>
                    <a:pt x="1786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0"/>
            <p:cNvSpPr/>
            <p:nvPr/>
          </p:nvSpPr>
          <p:spPr>
            <a:xfrm>
              <a:off x="7955813" y="1497000"/>
              <a:ext cx="92425" cy="21800"/>
            </a:xfrm>
            <a:custGeom>
              <a:rect b="b" l="l" r="r" t="t"/>
              <a:pathLst>
                <a:path extrusionOk="0" h="872" w="3697">
                  <a:moveTo>
                    <a:pt x="1" y="0"/>
                  </a:moveTo>
                  <a:lnTo>
                    <a:pt x="1" y="872"/>
                  </a:lnTo>
                  <a:lnTo>
                    <a:pt x="3696" y="872"/>
                  </a:lnTo>
                  <a:lnTo>
                    <a:pt x="3696" y="0"/>
                  </a:lnTo>
                  <a:close/>
                </a:path>
              </a:pathLst>
            </a:custGeom>
            <a:solidFill>
              <a:srgbClr val="1E72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0"/>
            <p:cNvSpPr/>
            <p:nvPr/>
          </p:nvSpPr>
          <p:spPr>
            <a:xfrm>
              <a:off x="7646863" y="1518775"/>
              <a:ext cx="479375" cy="30975"/>
            </a:xfrm>
            <a:custGeom>
              <a:rect b="b" l="l" r="r" t="t"/>
              <a:pathLst>
                <a:path extrusionOk="0" h="1239" w="19175">
                  <a:moveTo>
                    <a:pt x="0" y="1"/>
                  </a:moveTo>
                  <a:lnTo>
                    <a:pt x="0" y="1238"/>
                  </a:lnTo>
                  <a:lnTo>
                    <a:pt x="19174" y="1238"/>
                  </a:lnTo>
                  <a:lnTo>
                    <a:pt x="191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0"/>
            <p:cNvSpPr/>
            <p:nvPr/>
          </p:nvSpPr>
          <p:spPr>
            <a:xfrm>
              <a:off x="7646863" y="1518775"/>
              <a:ext cx="123775" cy="30975"/>
            </a:xfrm>
            <a:custGeom>
              <a:rect b="b" l="l" r="r" t="t"/>
              <a:pathLst>
                <a:path extrusionOk="0" h="1239" w="4951">
                  <a:moveTo>
                    <a:pt x="0" y="1"/>
                  </a:moveTo>
                  <a:lnTo>
                    <a:pt x="0" y="1238"/>
                  </a:lnTo>
                  <a:lnTo>
                    <a:pt x="4951" y="1238"/>
                  </a:lnTo>
                  <a:lnTo>
                    <a:pt x="49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0"/>
            <p:cNvSpPr/>
            <p:nvPr/>
          </p:nvSpPr>
          <p:spPr>
            <a:xfrm>
              <a:off x="7656013" y="1249900"/>
              <a:ext cx="461075" cy="254525"/>
            </a:xfrm>
            <a:custGeom>
              <a:rect b="b" l="l" r="r" t="t"/>
              <a:pathLst>
                <a:path extrusionOk="0" h="10181" w="18443">
                  <a:moveTo>
                    <a:pt x="0" y="1"/>
                  </a:moveTo>
                  <a:lnTo>
                    <a:pt x="0" y="10180"/>
                  </a:lnTo>
                  <a:lnTo>
                    <a:pt x="575" y="10180"/>
                  </a:lnTo>
                  <a:lnTo>
                    <a:pt x="575" y="593"/>
                  </a:lnTo>
                  <a:lnTo>
                    <a:pt x="17867" y="593"/>
                  </a:lnTo>
                  <a:lnTo>
                    <a:pt x="17867" y="10180"/>
                  </a:lnTo>
                  <a:lnTo>
                    <a:pt x="18442" y="10180"/>
                  </a:lnTo>
                  <a:lnTo>
                    <a:pt x="184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0"/>
            <p:cNvSpPr/>
            <p:nvPr/>
          </p:nvSpPr>
          <p:spPr>
            <a:xfrm>
              <a:off x="7639888" y="1487850"/>
              <a:ext cx="493750" cy="69300"/>
            </a:xfrm>
            <a:custGeom>
              <a:rect b="b" l="l" r="r" t="t"/>
              <a:pathLst>
                <a:path extrusionOk="0" h="2772" w="19750">
                  <a:moveTo>
                    <a:pt x="16037" y="662"/>
                  </a:moveTo>
                  <a:lnTo>
                    <a:pt x="16037" y="941"/>
                  </a:lnTo>
                  <a:lnTo>
                    <a:pt x="12917" y="941"/>
                  </a:lnTo>
                  <a:lnTo>
                    <a:pt x="12917" y="662"/>
                  </a:lnTo>
                  <a:close/>
                  <a:moveTo>
                    <a:pt x="19087" y="1534"/>
                  </a:moveTo>
                  <a:lnTo>
                    <a:pt x="19087" y="2179"/>
                  </a:lnTo>
                  <a:lnTo>
                    <a:pt x="575" y="2179"/>
                  </a:lnTo>
                  <a:lnTo>
                    <a:pt x="575" y="1534"/>
                  </a:lnTo>
                  <a:close/>
                  <a:moveTo>
                    <a:pt x="12341" y="0"/>
                  </a:moveTo>
                  <a:lnTo>
                    <a:pt x="12341" y="941"/>
                  </a:lnTo>
                  <a:lnTo>
                    <a:pt x="0" y="941"/>
                  </a:lnTo>
                  <a:lnTo>
                    <a:pt x="0" y="2772"/>
                  </a:lnTo>
                  <a:lnTo>
                    <a:pt x="19750" y="2772"/>
                  </a:lnTo>
                  <a:lnTo>
                    <a:pt x="19750" y="941"/>
                  </a:lnTo>
                  <a:lnTo>
                    <a:pt x="16630" y="941"/>
                  </a:lnTo>
                  <a:lnTo>
                    <a:pt x="1663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0"/>
            <p:cNvSpPr/>
            <p:nvPr/>
          </p:nvSpPr>
          <p:spPr>
            <a:xfrm>
              <a:off x="7962788" y="1449925"/>
              <a:ext cx="78025" cy="30975"/>
            </a:xfrm>
            <a:custGeom>
              <a:rect b="b" l="l" r="r" t="t"/>
              <a:pathLst>
                <a:path extrusionOk="0" h="1239" w="3121">
                  <a:moveTo>
                    <a:pt x="1238" y="1"/>
                  </a:moveTo>
                  <a:lnTo>
                    <a:pt x="1238" y="645"/>
                  </a:lnTo>
                  <a:lnTo>
                    <a:pt x="1" y="645"/>
                  </a:lnTo>
                  <a:lnTo>
                    <a:pt x="1" y="1238"/>
                  </a:lnTo>
                  <a:lnTo>
                    <a:pt x="3121" y="1238"/>
                  </a:lnTo>
                  <a:lnTo>
                    <a:pt x="3121" y="645"/>
                  </a:lnTo>
                  <a:lnTo>
                    <a:pt x="1901" y="645"/>
                  </a:lnTo>
                  <a:lnTo>
                    <a:pt x="190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0"/>
            <p:cNvSpPr/>
            <p:nvPr/>
          </p:nvSpPr>
          <p:spPr>
            <a:xfrm>
              <a:off x="7741413" y="1328350"/>
              <a:ext cx="43600" cy="43600"/>
            </a:xfrm>
            <a:custGeom>
              <a:rect b="b" l="l" r="r" t="t"/>
              <a:pathLst>
                <a:path extrusionOk="0" h="1744" w="1744">
                  <a:moveTo>
                    <a:pt x="436" y="0"/>
                  </a:moveTo>
                  <a:lnTo>
                    <a:pt x="1" y="436"/>
                  </a:lnTo>
                  <a:lnTo>
                    <a:pt x="436" y="872"/>
                  </a:lnTo>
                  <a:lnTo>
                    <a:pt x="1" y="1308"/>
                  </a:lnTo>
                  <a:lnTo>
                    <a:pt x="436" y="1743"/>
                  </a:lnTo>
                  <a:lnTo>
                    <a:pt x="872" y="1308"/>
                  </a:lnTo>
                  <a:lnTo>
                    <a:pt x="1308" y="1743"/>
                  </a:lnTo>
                  <a:lnTo>
                    <a:pt x="1744" y="1308"/>
                  </a:lnTo>
                  <a:lnTo>
                    <a:pt x="1308" y="872"/>
                  </a:lnTo>
                  <a:lnTo>
                    <a:pt x="1744" y="436"/>
                  </a:lnTo>
                  <a:lnTo>
                    <a:pt x="1308" y="0"/>
                  </a:lnTo>
                  <a:lnTo>
                    <a:pt x="872" y="436"/>
                  </a:lnTo>
                  <a:lnTo>
                    <a:pt x="43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0"/>
            <p:cNvSpPr/>
            <p:nvPr/>
          </p:nvSpPr>
          <p:spPr>
            <a:xfrm>
              <a:off x="7893938" y="1368000"/>
              <a:ext cx="43600" cy="43600"/>
            </a:xfrm>
            <a:custGeom>
              <a:rect b="b" l="l" r="r" t="t"/>
              <a:pathLst>
                <a:path extrusionOk="0" h="1744" w="1744">
                  <a:moveTo>
                    <a:pt x="436" y="0"/>
                  </a:moveTo>
                  <a:lnTo>
                    <a:pt x="1" y="436"/>
                  </a:lnTo>
                  <a:lnTo>
                    <a:pt x="436" y="872"/>
                  </a:lnTo>
                  <a:lnTo>
                    <a:pt x="1" y="1308"/>
                  </a:lnTo>
                  <a:lnTo>
                    <a:pt x="436" y="1744"/>
                  </a:lnTo>
                  <a:lnTo>
                    <a:pt x="872" y="1308"/>
                  </a:lnTo>
                  <a:lnTo>
                    <a:pt x="1308" y="1744"/>
                  </a:lnTo>
                  <a:lnTo>
                    <a:pt x="1744" y="1308"/>
                  </a:lnTo>
                  <a:lnTo>
                    <a:pt x="1308" y="872"/>
                  </a:lnTo>
                  <a:lnTo>
                    <a:pt x="1744" y="436"/>
                  </a:lnTo>
                  <a:lnTo>
                    <a:pt x="1308" y="0"/>
                  </a:lnTo>
                  <a:lnTo>
                    <a:pt x="872" y="436"/>
                  </a:lnTo>
                  <a:lnTo>
                    <a:pt x="43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0"/>
            <p:cNvSpPr/>
            <p:nvPr/>
          </p:nvSpPr>
          <p:spPr>
            <a:xfrm>
              <a:off x="8002888" y="1368000"/>
              <a:ext cx="43600" cy="43600"/>
            </a:xfrm>
            <a:custGeom>
              <a:rect b="b" l="l" r="r" t="t"/>
              <a:pathLst>
                <a:path extrusionOk="0" h="1744" w="1744">
                  <a:moveTo>
                    <a:pt x="436" y="0"/>
                  </a:moveTo>
                  <a:lnTo>
                    <a:pt x="0" y="436"/>
                  </a:lnTo>
                  <a:lnTo>
                    <a:pt x="436" y="872"/>
                  </a:lnTo>
                  <a:lnTo>
                    <a:pt x="0" y="1308"/>
                  </a:lnTo>
                  <a:lnTo>
                    <a:pt x="436" y="1744"/>
                  </a:lnTo>
                  <a:lnTo>
                    <a:pt x="872" y="1308"/>
                  </a:lnTo>
                  <a:lnTo>
                    <a:pt x="1308" y="1744"/>
                  </a:lnTo>
                  <a:lnTo>
                    <a:pt x="1744" y="1308"/>
                  </a:lnTo>
                  <a:lnTo>
                    <a:pt x="1308" y="872"/>
                  </a:lnTo>
                  <a:lnTo>
                    <a:pt x="1744" y="436"/>
                  </a:lnTo>
                  <a:lnTo>
                    <a:pt x="1308" y="0"/>
                  </a:lnTo>
                  <a:lnTo>
                    <a:pt x="872" y="436"/>
                  </a:lnTo>
                  <a:lnTo>
                    <a:pt x="43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0"/>
            <p:cNvSpPr/>
            <p:nvPr/>
          </p:nvSpPr>
          <p:spPr>
            <a:xfrm>
              <a:off x="7741413" y="1404600"/>
              <a:ext cx="43600" cy="43600"/>
            </a:xfrm>
            <a:custGeom>
              <a:rect b="b" l="l" r="r" t="t"/>
              <a:pathLst>
                <a:path extrusionOk="0" h="1744" w="1744">
                  <a:moveTo>
                    <a:pt x="436" y="1"/>
                  </a:moveTo>
                  <a:lnTo>
                    <a:pt x="1" y="436"/>
                  </a:lnTo>
                  <a:lnTo>
                    <a:pt x="436" y="872"/>
                  </a:lnTo>
                  <a:lnTo>
                    <a:pt x="1" y="1308"/>
                  </a:lnTo>
                  <a:lnTo>
                    <a:pt x="436" y="1744"/>
                  </a:lnTo>
                  <a:lnTo>
                    <a:pt x="872" y="1308"/>
                  </a:lnTo>
                  <a:lnTo>
                    <a:pt x="1308" y="1744"/>
                  </a:lnTo>
                  <a:lnTo>
                    <a:pt x="1744" y="1308"/>
                  </a:lnTo>
                  <a:lnTo>
                    <a:pt x="1308" y="872"/>
                  </a:lnTo>
                  <a:lnTo>
                    <a:pt x="1744" y="436"/>
                  </a:lnTo>
                  <a:lnTo>
                    <a:pt x="1308" y="1"/>
                  </a:lnTo>
                  <a:lnTo>
                    <a:pt x="872" y="436"/>
                  </a:lnTo>
                  <a:lnTo>
                    <a:pt x="43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0"/>
            <p:cNvSpPr/>
            <p:nvPr/>
          </p:nvSpPr>
          <p:spPr>
            <a:xfrm>
              <a:off x="7825088" y="1364525"/>
              <a:ext cx="45350" cy="47075"/>
            </a:xfrm>
            <a:custGeom>
              <a:rect b="b" l="l" r="r" t="t"/>
              <a:pathLst>
                <a:path extrusionOk="0" h="1883" w="1814">
                  <a:moveTo>
                    <a:pt x="576" y="0"/>
                  </a:moveTo>
                  <a:lnTo>
                    <a:pt x="576" y="645"/>
                  </a:lnTo>
                  <a:lnTo>
                    <a:pt x="0" y="645"/>
                  </a:lnTo>
                  <a:lnTo>
                    <a:pt x="0" y="1238"/>
                  </a:lnTo>
                  <a:lnTo>
                    <a:pt x="576" y="1238"/>
                  </a:lnTo>
                  <a:lnTo>
                    <a:pt x="576" y="1883"/>
                  </a:lnTo>
                  <a:lnTo>
                    <a:pt x="1221" y="1883"/>
                  </a:lnTo>
                  <a:lnTo>
                    <a:pt x="1221" y="1238"/>
                  </a:lnTo>
                  <a:lnTo>
                    <a:pt x="1813" y="1238"/>
                  </a:lnTo>
                  <a:lnTo>
                    <a:pt x="1813" y="645"/>
                  </a:lnTo>
                  <a:lnTo>
                    <a:pt x="1221" y="645"/>
                  </a:lnTo>
                  <a:lnTo>
                    <a:pt x="122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0"/>
            <p:cNvSpPr/>
            <p:nvPr/>
          </p:nvSpPr>
          <p:spPr>
            <a:xfrm>
              <a:off x="7716138" y="1380650"/>
              <a:ext cx="92425" cy="14825"/>
            </a:xfrm>
            <a:custGeom>
              <a:rect b="b" l="l" r="r" t="t"/>
              <a:pathLst>
                <a:path extrusionOk="0" h="593" w="3697">
                  <a:moveTo>
                    <a:pt x="1" y="0"/>
                  </a:moveTo>
                  <a:lnTo>
                    <a:pt x="1" y="593"/>
                  </a:lnTo>
                  <a:lnTo>
                    <a:pt x="3696" y="593"/>
                  </a:lnTo>
                  <a:lnTo>
                    <a:pt x="36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0"/>
            <p:cNvSpPr/>
            <p:nvPr/>
          </p:nvSpPr>
          <p:spPr>
            <a:xfrm>
              <a:off x="7955813" y="1373675"/>
              <a:ext cx="30525" cy="14400"/>
            </a:xfrm>
            <a:custGeom>
              <a:rect b="b" l="l" r="r" t="t"/>
              <a:pathLst>
                <a:path extrusionOk="0" h="576" w="1221">
                  <a:moveTo>
                    <a:pt x="1" y="0"/>
                  </a:moveTo>
                  <a:lnTo>
                    <a:pt x="1" y="575"/>
                  </a:lnTo>
                  <a:lnTo>
                    <a:pt x="1221" y="575"/>
                  </a:lnTo>
                  <a:lnTo>
                    <a:pt x="122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0"/>
            <p:cNvSpPr/>
            <p:nvPr/>
          </p:nvSpPr>
          <p:spPr>
            <a:xfrm>
              <a:off x="7955813" y="1395450"/>
              <a:ext cx="30525" cy="16150"/>
            </a:xfrm>
            <a:custGeom>
              <a:rect b="b" l="l" r="r" t="t"/>
              <a:pathLst>
                <a:path extrusionOk="0" h="646" w="1221">
                  <a:moveTo>
                    <a:pt x="1" y="1"/>
                  </a:moveTo>
                  <a:lnTo>
                    <a:pt x="1" y="646"/>
                  </a:lnTo>
                  <a:lnTo>
                    <a:pt x="1221" y="646"/>
                  </a:lnTo>
                  <a:lnTo>
                    <a:pt x="122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 name="Google Shape;2169;p50"/>
          <p:cNvGrpSpPr/>
          <p:nvPr/>
        </p:nvGrpSpPr>
        <p:grpSpPr>
          <a:xfrm>
            <a:off x="7639888" y="2781475"/>
            <a:ext cx="493750" cy="339500"/>
            <a:chOff x="7639888" y="2686225"/>
            <a:chExt cx="493750" cy="339500"/>
          </a:xfrm>
        </p:grpSpPr>
        <p:sp>
          <p:nvSpPr>
            <p:cNvPr id="2170" name="Google Shape;2170;p50"/>
            <p:cNvSpPr/>
            <p:nvPr/>
          </p:nvSpPr>
          <p:spPr>
            <a:xfrm>
              <a:off x="7670388" y="2878850"/>
              <a:ext cx="30950" cy="130750"/>
            </a:xfrm>
            <a:custGeom>
              <a:rect b="b" l="l" r="r" t="t"/>
              <a:pathLst>
                <a:path extrusionOk="0" h="5230" w="1238">
                  <a:moveTo>
                    <a:pt x="0" y="0"/>
                  </a:moveTo>
                  <a:lnTo>
                    <a:pt x="0" y="5229"/>
                  </a:lnTo>
                  <a:lnTo>
                    <a:pt x="1238" y="5229"/>
                  </a:lnTo>
                  <a:lnTo>
                    <a:pt x="12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0"/>
            <p:cNvSpPr/>
            <p:nvPr/>
          </p:nvSpPr>
          <p:spPr>
            <a:xfrm>
              <a:off x="7739663" y="2810000"/>
              <a:ext cx="294175" cy="23550"/>
            </a:xfrm>
            <a:custGeom>
              <a:rect b="b" l="l" r="r" t="t"/>
              <a:pathLst>
                <a:path extrusionOk="0" h="942" w="11767">
                  <a:moveTo>
                    <a:pt x="1" y="0"/>
                  </a:moveTo>
                  <a:lnTo>
                    <a:pt x="1" y="941"/>
                  </a:lnTo>
                  <a:lnTo>
                    <a:pt x="11767" y="941"/>
                  </a:lnTo>
                  <a:lnTo>
                    <a:pt x="1176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0"/>
            <p:cNvSpPr/>
            <p:nvPr/>
          </p:nvSpPr>
          <p:spPr>
            <a:xfrm>
              <a:off x="7746638" y="2717175"/>
              <a:ext cx="278050" cy="92850"/>
            </a:xfrm>
            <a:custGeom>
              <a:rect b="b" l="l" r="r" t="t"/>
              <a:pathLst>
                <a:path extrusionOk="0" h="3714" w="11122">
                  <a:moveTo>
                    <a:pt x="1" y="0"/>
                  </a:moveTo>
                  <a:lnTo>
                    <a:pt x="1" y="3713"/>
                  </a:lnTo>
                  <a:lnTo>
                    <a:pt x="11122" y="3713"/>
                  </a:lnTo>
                  <a:lnTo>
                    <a:pt x="111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0"/>
            <p:cNvSpPr/>
            <p:nvPr/>
          </p:nvSpPr>
          <p:spPr>
            <a:xfrm>
              <a:off x="7701313" y="2709750"/>
              <a:ext cx="432325" cy="14850"/>
            </a:xfrm>
            <a:custGeom>
              <a:rect b="b" l="l" r="r" t="t"/>
              <a:pathLst>
                <a:path extrusionOk="0" h="594" w="17293">
                  <a:moveTo>
                    <a:pt x="1" y="1"/>
                  </a:moveTo>
                  <a:lnTo>
                    <a:pt x="1" y="594"/>
                  </a:lnTo>
                  <a:lnTo>
                    <a:pt x="17293" y="594"/>
                  </a:lnTo>
                  <a:lnTo>
                    <a:pt x="172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0"/>
            <p:cNvSpPr/>
            <p:nvPr/>
          </p:nvSpPr>
          <p:spPr>
            <a:xfrm>
              <a:off x="7739663" y="2733725"/>
              <a:ext cx="292450" cy="83250"/>
            </a:xfrm>
            <a:custGeom>
              <a:rect b="b" l="l" r="r" t="t"/>
              <a:pathLst>
                <a:path extrusionOk="0" h="3330" w="11698">
                  <a:moveTo>
                    <a:pt x="1" y="1"/>
                  </a:moveTo>
                  <a:lnTo>
                    <a:pt x="1" y="3330"/>
                  </a:lnTo>
                  <a:lnTo>
                    <a:pt x="11697" y="3330"/>
                  </a:lnTo>
                  <a:lnTo>
                    <a:pt x="11697" y="1"/>
                  </a:lnTo>
                  <a:lnTo>
                    <a:pt x="11105" y="1"/>
                  </a:lnTo>
                  <a:lnTo>
                    <a:pt x="11105" y="2755"/>
                  </a:lnTo>
                  <a:lnTo>
                    <a:pt x="646" y="2755"/>
                  </a:lnTo>
                  <a:lnTo>
                    <a:pt x="64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0"/>
            <p:cNvSpPr/>
            <p:nvPr/>
          </p:nvSpPr>
          <p:spPr>
            <a:xfrm>
              <a:off x="7677788" y="2686225"/>
              <a:ext cx="208775" cy="154300"/>
            </a:xfrm>
            <a:custGeom>
              <a:rect b="b" l="l" r="r" t="t"/>
              <a:pathLst>
                <a:path extrusionOk="0" h="6172" w="8351">
                  <a:moveTo>
                    <a:pt x="1" y="1"/>
                  </a:moveTo>
                  <a:lnTo>
                    <a:pt x="1" y="6171"/>
                  </a:lnTo>
                  <a:lnTo>
                    <a:pt x="663" y="6171"/>
                  </a:lnTo>
                  <a:lnTo>
                    <a:pt x="663" y="593"/>
                  </a:lnTo>
                  <a:lnTo>
                    <a:pt x="8350" y="593"/>
                  </a:lnTo>
                  <a:lnTo>
                    <a:pt x="83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0"/>
            <p:cNvSpPr/>
            <p:nvPr/>
          </p:nvSpPr>
          <p:spPr>
            <a:xfrm>
              <a:off x="7670388" y="2847900"/>
              <a:ext cx="30950" cy="16575"/>
            </a:xfrm>
            <a:custGeom>
              <a:rect b="b" l="l" r="r" t="t"/>
              <a:pathLst>
                <a:path extrusionOk="0" h="663" w="1238">
                  <a:moveTo>
                    <a:pt x="0" y="1"/>
                  </a:moveTo>
                  <a:lnTo>
                    <a:pt x="0" y="663"/>
                  </a:lnTo>
                  <a:lnTo>
                    <a:pt x="1238" y="663"/>
                  </a:lnTo>
                  <a:lnTo>
                    <a:pt x="1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0"/>
            <p:cNvSpPr/>
            <p:nvPr/>
          </p:nvSpPr>
          <p:spPr>
            <a:xfrm>
              <a:off x="7663413" y="2871425"/>
              <a:ext cx="45350" cy="69325"/>
            </a:xfrm>
            <a:custGeom>
              <a:rect b="b" l="l" r="r" t="t"/>
              <a:pathLst>
                <a:path extrusionOk="0" h="2773" w="1814">
                  <a:moveTo>
                    <a:pt x="0" y="1"/>
                  </a:moveTo>
                  <a:lnTo>
                    <a:pt x="0" y="2772"/>
                  </a:lnTo>
                  <a:lnTo>
                    <a:pt x="576" y="2772"/>
                  </a:lnTo>
                  <a:lnTo>
                    <a:pt x="576" y="593"/>
                  </a:lnTo>
                  <a:lnTo>
                    <a:pt x="1238" y="593"/>
                  </a:lnTo>
                  <a:lnTo>
                    <a:pt x="1238" y="2772"/>
                  </a:lnTo>
                  <a:lnTo>
                    <a:pt x="1813" y="2772"/>
                  </a:lnTo>
                  <a:lnTo>
                    <a:pt x="18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0"/>
            <p:cNvSpPr/>
            <p:nvPr/>
          </p:nvSpPr>
          <p:spPr>
            <a:xfrm>
              <a:off x="7646863" y="2949425"/>
              <a:ext cx="78025" cy="14850"/>
            </a:xfrm>
            <a:custGeom>
              <a:rect b="b" l="l" r="r" t="t"/>
              <a:pathLst>
                <a:path extrusionOk="0" h="594" w="3121">
                  <a:moveTo>
                    <a:pt x="0" y="1"/>
                  </a:moveTo>
                  <a:lnTo>
                    <a:pt x="0" y="594"/>
                  </a:lnTo>
                  <a:lnTo>
                    <a:pt x="3120" y="594"/>
                  </a:lnTo>
                  <a:lnTo>
                    <a:pt x="312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0"/>
            <p:cNvSpPr/>
            <p:nvPr/>
          </p:nvSpPr>
          <p:spPr>
            <a:xfrm>
              <a:off x="7656013" y="2971225"/>
              <a:ext cx="14400" cy="38375"/>
            </a:xfrm>
            <a:custGeom>
              <a:rect b="b" l="l" r="r" t="t"/>
              <a:pathLst>
                <a:path extrusionOk="0" h="1535" w="576">
                  <a:moveTo>
                    <a:pt x="0" y="1"/>
                  </a:moveTo>
                  <a:lnTo>
                    <a:pt x="0" y="1534"/>
                  </a:lnTo>
                  <a:lnTo>
                    <a:pt x="575" y="1534"/>
                  </a:lnTo>
                  <a:lnTo>
                    <a:pt x="5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0"/>
            <p:cNvSpPr/>
            <p:nvPr/>
          </p:nvSpPr>
          <p:spPr>
            <a:xfrm>
              <a:off x="7701313" y="2971225"/>
              <a:ext cx="14850" cy="38375"/>
            </a:xfrm>
            <a:custGeom>
              <a:rect b="b" l="l" r="r" t="t"/>
              <a:pathLst>
                <a:path extrusionOk="0" h="1535" w="594">
                  <a:moveTo>
                    <a:pt x="1" y="1"/>
                  </a:moveTo>
                  <a:lnTo>
                    <a:pt x="1" y="1534"/>
                  </a:lnTo>
                  <a:lnTo>
                    <a:pt x="594" y="1534"/>
                  </a:lnTo>
                  <a:lnTo>
                    <a:pt x="59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0"/>
            <p:cNvSpPr/>
            <p:nvPr/>
          </p:nvSpPr>
          <p:spPr>
            <a:xfrm>
              <a:off x="7677788" y="2971225"/>
              <a:ext cx="16600" cy="54500"/>
            </a:xfrm>
            <a:custGeom>
              <a:rect b="b" l="l" r="r" t="t"/>
              <a:pathLst>
                <a:path extrusionOk="0" h="2180" w="664">
                  <a:moveTo>
                    <a:pt x="1" y="1"/>
                  </a:moveTo>
                  <a:lnTo>
                    <a:pt x="1" y="2179"/>
                  </a:lnTo>
                  <a:lnTo>
                    <a:pt x="663" y="2179"/>
                  </a:lnTo>
                  <a:lnTo>
                    <a:pt x="6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0"/>
            <p:cNvSpPr/>
            <p:nvPr/>
          </p:nvSpPr>
          <p:spPr>
            <a:xfrm>
              <a:off x="7639888" y="2709750"/>
              <a:ext cx="30525" cy="14850"/>
            </a:xfrm>
            <a:custGeom>
              <a:rect b="b" l="l" r="r" t="t"/>
              <a:pathLst>
                <a:path extrusionOk="0" h="594" w="1221">
                  <a:moveTo>
                    <a:pt x="0" y="1"/>
                  </a:moveTo>
                  <a:lnTo>
                    <a:pt x="0" y="594"/>
                  </a:lnTo>
                  <a:lnTo>
                    <a:pt x="1220" y="594"/>
                  </a:lnTo>
                  <a:lnTo>
                    <a:pt x="122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 name="Google Shape;2183;p50"/>
          <p:cNvGrpSpPr/>
          <p:nvPr/>
        </p:nvGrpSpPr>
        <p:grpSpPr>
          <a:xfrm>
            <a:off x="7819413" y="3382300"/>
            <a:ext cx="134250" cy="493750"/>
            <a:chOff x="7819413" y="3334675"/>
            <a:chExt cx="134250" cy="493750"/>
          </a:xfrm>
        </p:grpSpPr>
        <p:sp>
          <p:nvSpPr>
            <p:cNvPr id="2184" name="Google Shape;2184;p50"/>
            <p:cNvSpPr/>
            <p:nvPr/>
          </p:nvSpPr>
          <p:spPr>
            <a:xfrm>
              <a:off x="7848613" y="3679375"/>
              <a:ext cx="59725" cy="122025"/>
            </a:xfrm>
            <a:custGeom>
              <a:rect b="b" l="l" r="r" t="t"/>
              <a:pathLst>
                <a:path extrusionOk="0" h="4881" w="2389">
                  <a:moveTo>
                    <a:pt x="280" y="0"/>
                  </a:moveTo>
                  <a:lnTo>
                    <a:pt x="280" y="1238"/>
                  </a:lnTo>
                  <a:lnTo>
                    <a:pt x="1" y="2109"/>
                  </a:lnTo>
                  <a:lnTo>
                    <a:pt x="1238" y="4881"/>
                  </a:lnTo>
                  <a:lnTo>
                    <a:pt x="2389" y="2109"/>
                  </a:lnTo>
                  <a:lnTo>
                    <a:pt x="2110" y="1238"/>
                  </a:lnTo>
                  <a:lnTo>
                    <a:pt x="211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0"/>
            <p:cNvSpPr/>
            <p:nvPr/>
          </p:nvSpPr>
          <p:spPr>
            <a:xfrm>
              <a:off x="7848613" y="3545150"/>
              <a:ext cx="59725" cy="134250"/>
            </a:xfrm>
            <a:custGeom>
              <a:rect b="b" l="l" r="r" t="t"/>
              <a:pathLst>
                <a:path extrusionOk="0" h="5370" w="2389">
                  <a:moveTo>
                    <a:pt x="1" y="0"/>
                  </a:moveTo>
                  <a:lnTo>
                    <a:pt x="280" y="5369"/>
                  </a:lnTo>
                  <a:lnTo>
                    <a:pt x="2110" y="5369"/>
                  </a:lnTo>
                  <a:lnTo>
                    <a:pt x="23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0"/>
            <p:cNvSpPr/>
            <p:nvPr/>
          </p:nvSpPr>
          <p:spPr>
            <a:xfrm>
              <a:off x="7841213" y="3537725"/>
              <a:ext cx="76275" cy="150825"/>
            </a:xfrm>
            <a:custGeom>
              <a:rect b="b" l="l" r="r" t="t"/>
              <a:pathLst>
                <a:path extrusionOk="0" h="6033" w="3051">
                  <a:moveTo>
                    <a:pt x="2406" y="594"/>
                  </a:moveTo>
                  <a:lnTo>
                    <a:pt x="2110" y="5387"/>
                  </a:lnTo>
                  <a:lnTo>
                    <a:pt x="872" y="5387"/>
                  </a:lnTo>
                  <a:lnTo>
                    <a:pt x="663" y="594"/>
                  </a:lnTo>
                  <a:close/>
                  <a:moveTo>
                    <a:pt x="0" y="1"/>
                  </a:moveTo>
                  <a:lnTo>
                    <a:pt x="297" y="6032"/>
                  </a:lnTo>
                  <a:lnTo>
                    <a:pt x="2685" y="6032"/>
                  </a:lnTo>
                  <a:lnTo>
                    <a:pt x="3051" y="1"/>
                  </a:lnTo>
                  <a:close/>
                </a:path>
              </a:pathLst>
            </a:custGeom>
            <a:solidFill>
              <a:srgbClr val="1D1E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0"/>
            <p:cNvSpPr/>
            <p:nvPr/>
          </p:nvSpPr>
          <p:spPr>
            <a:xfrm>
              <a:off x="7848613" y="3341625"/>
              <a:ext cx="59725" cy="38375"/>
            </a:xfrm>
            <a:custGeom>
              <a:rect b="b" l="l" r="r" t="t"/>
              <a:pathLst>
                <a:path extrusionOk="0" h="1535" w="2389">
                  <a:moveTo>
                    <a:pt x="1" y="1"/>
                  </a:moveTo>
                  <a:lnTo>
                    <a:pt x="1" y="1535"/>
                  </a:lnTo>
                  <a:lnTo>
                    <a:pt x="2389" y="1535"/>
                  </a:lnTo>
                  <a:lnTo>
                    <a:pt x="238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0"/>
            <p:cNvSpPr/>
            <p:nvPr/>
          </p:nvSpPr>
          <p:spPr>
            <a:xfrm>
              <a:off x="7841213" y="3379975"/>
              <a:ext cx="74550" cy="165200"/>
            </a:xfrm>
            <a:custGeom>
              <a:rect b="b" l="l" r="r" t="t"/>
              <a:pathLst>
                <a:path extrusionOk="0" h="6608" w="2982">
                  <a:moveTo>
                    <a:pt x="0" y="1"/>
                  </a:moveTo>
                  <a:lnTo>
                    <a:pt x="0" y="6607"/>
                  </a:lnTo>
                  <a:lnTo>
                    <a:pt x="2981" y="6607"/>
                  </a:lnTo>
                  <a:lnTo>
                    <a:pt x="29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0"/>
            <p:cNvSpPr/>
            <p:nvPr/>
          </p:nvSpPr>
          <p:spPr>
            <a:xfrm>
              <a:off x="7819413" y="3334675"/>
              <a:ext cx="134250" cy="493750"/>
            </a:xfrm>
            <a:custGeom>
              <a:rect b="b" l="l" r="r" t="t"/>
              <a:pathLst>
                <a:path extrusionOk="0" h="19750" w="5370">
                  <a:moveTo>
                    <a:pt x="3278" y="645"/>
                  </a:moveTo>
                  <a:lnTo>
                    <a:pt x="3278" y="1517"/>
                  </a:lnTo>
                  <a:lnTo>
                    <a:pt x="1448" y="1517"/>
                  </a:lnTo>
                  <a:lnTo>
                    <a:pt x="1448" y="645"/>
                  </a:lnTo>
                  <a:close/>
                  <a:moveTo>
                    <a:pt x="3557" y="2109"/>
                  </a:moveTo>
                  <a:lnTo>
                    <a:pt x="3557" y="2388"/>
                  </a:lnTo>
                  <a:lnTo>
                    <a:pt x="3557" y="8123"/>
                  </a:lnTo>
                  <a:lnTo>
                    <a:pt x="1169" y="8123"/>
                  </a:lnTo>
                  <a:lnTo>
                    <a:pt x="1169" y="2388"/>
                  </a:lnTo>
                  <a:lnTo>
                    <a:pt x="1169" y="2109"/>
                  </a:lnTo>
                  <a:close/>
                  <a:moveTo>
                    <a:pt x="3278" y="8716"/>
                  </a:moveTo>
                  <a:lnTo>
                    <a:pt x="2982" y="13509"/>
                  </a:lnTo>
                  <a:lnTo>
                    <a:pt x="1744" y="13509"/>
                  </a:lnTo>
                  <a:lnTo>
                    <a:pt x="1535" y="8716"/>
                  </a:lnTo>
                  <a:close/>
                  <a:moveTo>
                    <a:pt x="2982" y="14154"/>
                  </a:moveTo>
                  <a:lnTo>
                    <a:pt x="2982" y="15095"/>
                  </a:lnTo>
                  <a:lnTo>
                    <a:pt x="3278" y="15897"/>
                  </a:lnTo>
                  <a:lnTo>
                    <a:pt x="2685" y="17205"/>
                  </a:lnTo>
                  <a:lnTo>
                    <a:pt x="2685" y="16194"/>
                  </a:lnTo>
                  <a:lnTo>
                    <a:pt x="2110" y="16194"/>
                  </a:lnTo>
                  <a:lnTo>
                    <a:pt x="2110" y="17205"/>
                  </a:lnTo>
                  <a:lnTo>
                    <a:pt x="1535" y="15897"/>
                  </a:lnTo>
                  <a:lnTo>
                    <a:pt x="1814" y="15095"/>
                  </a:lnTo>
                  <a:lnTo>
                    <a:pt x="1814" y="14154"/>
                  </a:lnTo>
                  <a:close/>
                  <a:moveTo>
                    <a:pt x="872" y="0"/>
                  </a:moveTo>
                  <a:lnTo>
                    <a:pt x="872" y="1517"/>
                  </a:lnTo>
                  <a:lnTo>
                    <a:pt x="1" y="1517"/>
                  </a:lnTo>
                  <a:lnTo>
                    <a:pt x="1" y="2109"/>
                  </a:lnTo>
                  <a:lnTo>
                    <a:pt x="576" y="2109"/>
                  </a:lnTo>
                  <a:lnTo>
                    <a:pt x="576" y="2388"/>
                  </a:lnTo>
                  <a:lnTo>
                    <a:pt x="576" y="8716"/>
                  </a:lnTo>
                  <a:lnTo>
                    <a:pt x="872" y="8716"/>
                  </a:lnTo>
                  <a:lnTo>
                    <a:pt x="1169" y="13875"/>
                  </a:lnTo>
                  <a:lnTo>
                    <a:pt x="1169" y="14956"/>
                  </a:lnTo>
                  <a:lnTo>
                    <a:pt x="872" y="15967"/>
                  </a:lnTo>
                  <a:lnTo>
                    <a:pt x="2406" y="19750"/>
                  </a:lnTo>
                  <a:lnTo>
                    <a:pt x="3923" y="15967"/>
                  </a:lnTo>
                  <a:lnTo>
                    <a:pt x="3557" y="14956"/>
                  </a:lnTo>
                  <a:lnTo>
                    <a:pt x="3557" y="13875"/>
                  </a:lnTo>
                  <a:lnTo>
                    <a:pt x="3853" y="8716"/>
                  </a:lnTo>
                  <a:lnTo>
                    <a:pt x="4219" y="8716"/>
                  </a:lnTo>
                  <a:lnTo>
                    <a:pt x="4219" y="2388"/>
                  </a:lnTo>
                  <a:lnTo>
                    <a:pt x="4219" y="2109"/>
                  </a:lnTo>
                  <a:lnTo>
                    <a:pt x="4794" y="2109"/>
                  </a:lnTo>
                  <a:lnTo>
                    <a:pt x="4794" y="6310"/>
                  </a:lnTo>
                  <a:lnTo>
                    <a:pt x="5370" y="6310"/>
                  </a:lnTo>
                  <a:lnTo>
                    <a:pt x="5370" y="1517"/>
                  </a:lnTo>
                  <a:lnTo>
                    <a:pt x="3853" y="1517"/>
                  </a:lnTo>
                  <a:lnTo>
                    <a:pt x="392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0"/>
            <p:cNvSpPr/>
            <p:nvPr/>
          </p:nvSpPr>
          <p:spPr>
            <a:xfrm>
              <a:off x="7855588" y="3507225"/>
              <a:ext cx="45775" cy="16150"/>
            </a:xfrm>
            <a:custGeom>
              <a:rect b="b" l="l" r="r" t="t"/>
              <a:pathLst>
                <a:path extrusionOk="0" h="646" w="1831">
                  <a:moveTo>
                    <a:pt x="1" y="1"/>
                  </a:moveTo>
                  <a:lnTo>
                    <a:pt x="1" y="646"/>
                  </a:lnTo>
                  <a:lnTo>
                    <a:pt x="1831" y="646"/>
                  </a:lnTo>
                  <a:lnTo>
                    <a:pt x="18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 name="Google Shape;2191;p50"/>
          <p:cNvGrpSpPr/>
          <p:nvPr/>
        </p:nvGrpSpPr>
        <p:grpSpPr>
          <a:xfrm>
            <a:off x="7719638" y="4060675"/>
            <a:ext cx="334250" cy="494200"/>
            <a:chOff x="7719638" y="4060675"/>
            <a:chExt cx="334250" cy="494200"/>
          </a:xfrm>
        </p:grpSpPr>
        <p:sp>
          <p:nvSpPr>
            <p:cNvPr id="2192" name="Google Shape;2192;p50"/>
            <p:cNvSpPr/>
            <p:nvPr/>
          </p:nvSpPr>
          <p:spPr>
            <a:xfrm>
              <a:off x="7727038" y="4206225"/>
              <a:ext cx="61475" cy="341225"/>
            </a:xfrm>
            <a:custGeom>
              <a:rect b="b" l="l" r="r" t="t"/>
              <a:pathLst>
                <a:path extrusionOk="0" h="13649" w="2459">
                  <a:moveTo>
                    <a:pt x="0" y="0"/>
                  </a:moveTo>
                  <a:lnTo>
                    <a:pt x="0" y="7844"/>
                  </a:lnTo>
                  <a:lnTo>
                    <a:pt x="1221" y="9361"/>
                  </a:lnTo>
                  <a:lnTo>
                    <a:pt x="1221" y="9953"/>
                  </a:lnTo>
                  <a:lnTo>
                    <a:pt x="0" y="9953"/>
                  </a:lnTo>
                  <a:lnTo>
                    <a:pt x="0" y="13649"/>
                  </a:lnTo>
                  <a:lnTo>
                    <a:pt x="942" y="13649"/>
                  </a:lnTo>
                  <a:lnTo>
                    <a:pt x="1221" y="12411"/>
                  </a:lnTo>
                  <a:lnTo>
                    <a:pt x="2458" y="11470"/>
                  </a:lnTo>
                  <a:lnTo>
                    <a:pt x="245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0"/>
            <p:cNvSpPr/>
            <p:nvPr/>
          </p:nvSpPr>
          <p:spPr>
            <a:xfrm>
              <a:off x="7727038" y="4158725"/>
              <a:ext cx="61475" cy="47525"/>
            </a:xfrm>
            <a:custGeom>
              <a:rect b="b" l="l" r="r" t="t"/>
              <a:pathLst>
                <a:path extrusionOk="0" h="1901" w="2459">
                  <a:moveTo>
                    <a:pt x="0" y="0"/>
                  </a:moveTo>
                  <a:lnTo>
                    <a:pt x="0" y="1900"/>
                  </a:lnTo>
                  <a:lnTo>
                    <a:pt x="2458" y="1900"/>
                  </a:lnTo>
                  <a:lnTo>
                    <a:pt x="24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0"/>
            <p:cNvSpPr/>
            <p:nvPr/>
          </p:nvSpPr>
          <p:spPr>
            <a:xfrm>
              <a:off x="7727038" y="4206225"/>
              <a:ext cx="61475" cy="74525"/>
            </a:xfrm>
            <a:custGeom>
              <a:rect b="b" l="l" r="r" t="t"/>
              <a:pathLst>
                <a:path extrusionOk="0" h="2981" w="2459">
                  <a:moveTo>
                    <a:pt x="0" y="0"/>
                  </a:moveTo>
                  <a:lnTo>
                    <a:pt x="0" y="2981"/>
                  </a:lnTo>
                  <a:lnTo>
                    <a:pt x="2458" y="2981"/>
                  </a:lnTo>
                  <a:lnTo>
                    <a:pt x="245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0"/>
            <p:cNvSpPr/>
            <p:nvPr/>
          </p:nvSpPr>
          <p:spPr>
            <a:xfrm>
              <a:off x="7741413" y="4197075"/>
              <a:ext cx="30975" cy="16150"/>
            </a:xfrm>
            <a:custGeom>
              <a:rect b="b" l="l" r="r" t="t"/>
              <a:pathLst>
                <a:path extrusionOk="0" h="646" w="1239">
                  <a:moveTo>
                    <a:pt x="1" y="0"/>
                  </a:moveTo>
                  <a:lnTo>
                    <a:pt x="1" y="645"/>
                  </a:lnTo>
                  <a:lnTo>
                    <a:pt x="1238" y="645"/>
                  </a:lnTo>
                  <a:lnTo>
                    <a:pt x="12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0"/>
            <p:cNvSpPr/>
            <p:nvPr/>
          </p:nvSpPr>
          <p:spPr>
            <a:xfrm>
              <a:off x="7719638" y="4144350"/>
              <a:ext cx="76275" cy="410525"/>
            </a:xfrm>
            <a:custGeom>
              <a:rect b="b" l="l" r="r" t="t"/>
              <a:pathLst>
                <a:path extrusionOk="0" h="16421" w="3051">
                  <a:moveTo>
                    <a:pt x="2388" y="941"/>
                  </a:moveTo>
                  <a:lnTo>
                    <a:pt x="2475" y="13875"/>
                  </a:lnTo>
                  <a:cubicBezTo>
                    <a:pt x="1604" y="14015"/>
                    <a:pt x="872" y="14816"/>
                    <a:pt x="872" y="15758"/>
                  </a:cubicBezTo>
                  <a:lnTo>
                    <a:pt x="575" y="15758"/>
                  </a:lnTo>
                  <a:lnTo>
                    <a:pt x="575" y="12777"/>
                  </a:lnTo>
                  <a:lnTo>
                    <a:pt x="1813" y="12707"/>
                  </a:lnTo>
                  <a:lnTo>
                    <a:pt x="1813" y="11627"/>
                  </a:lnTo>
                  <a:lnTo>
                    <a:pt x="575" y="10250"/>
                  </a:lnTo>
                  <a:lnTo>
                    <a:pt x="575" y="941"/>
                  </a:lnTo>
                  <a:close/>
                  <a:moveTo>
                    <a:pt x="1238" y="0"/>
                  </a:moveTo>
                  <a:lnTo>
                    <a:pt x="1238" y="296"/>
                  </a:lnTo>
                  <a:lnTo>
                    <a:pt x="0" y="296"/>
                  </a:lnTo>
                  <a:lnTo>
                    <a:pt x="0" y="10459"/>
                  </a:lnTo>
                  <a:lnTo>
                    <a:pt x="1238" y="11836"/>
                  </a:lnTo>
                  <a:lnTo>
                    <a:pt x="1238" y="12132"/>
                  </a:lnTo>
                  <a:lnTo>
                    <a:pt x="0" y="12132"/>
                  </a:lnTo>
                  <a:lnTo>
                    <a:pt x="0" y="16420"/>
                  </a:lnTo>
                  <a:lnTo>
                    <a:pt x="1447" y="16420"/>
                  </a:lnTo>
                  <a:lnTo>
                    <a:pt x="1447" y="15915"/>
                  </a:lnTo>
                  <a:cubicBezTo>
                    <a:pt x="1447" y="15113"/>
                    <a:pt x="2040" y="14450"/>
                    <a:pt x="2754" y="14450"/>
                  </a:cubicBezTo>
                  <a:lnTo>
                    <a:pt x="3051" y="14450"/>
                  </a:lnTo>
                  <a:lnTo>
                    <a:pt x="3051" y="296"/>
                  </a:lnTo>
                  <a:lnTo>
                    <a:pt x="1813" y="296"/>
                  </a:lnTo>
                  <a:lnTo>
                    <a:pt x="1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0"/>
            <p:cNvSpPr/>
            <p:nvPr/>
          </p:nvSpPr>
          <p:spPr>
            <a:xfrm>
              <a:off x="7750563" y="4060675"/>
              <a:ext cx="234050" cy="432300"/>
            </a:xfrm>
            <a:custGeom>
              <a:rect b="b" l="l" r="r" t="t"/>
              <a:pathLst>
                <a:path extrusionOk="0" h="17292" w="9362">
                  <a:moveTo>
                    <a:pt x="2180" y="0"/>
                  </a:moveTo>
                  <a:lnTo>
                    <a:pt x="2180" y="593"/>
                  </a:lnTo>
                  <a:cubicBezTo>
                    <a:pt x="2459" y="663"/>
                    <a:pt x="2825" y="732"/>
                    <a:pt x="3051" y="959"/>
                  </a:cubicBezTo>
                  <a:lnTo>
                    <a:pt x="3487" y="523"/>
                  </a:lnTo>
                  <a:cubicBezTo>
                    <a:pt x="3121" y="227"/>
                    <a:pt x="2685" y="0"/>
                    <a:pt x="2180" y="0"/>
                  </a:cubicBezTo>
                  <a:close/>
                  <a:moveTo>
                    <a:pt x="1517" y="87"/>
                  </a:moveTo>
                  <a:cubicBezTo>
                    <a:pt x="1081" y="227"/>
                    <a:pt x="646" y="523"/>
                    <a:pt x="367" y="872"/>
                  </a:cubicBezTo>
                  <a:lnTo>
                    <a:pt x="872" y="1238"/>
                  </a:lnTo>
                  <a:cubicBezTo>
                    <a:pt x="1081" y="959"/>
                    <a:pt x="1378" y="802"/>
                    <a:pt x="1674" y="663"/>
                  </a:cubicBezTo>
                  <a:lnTo>
                    <a:pt x="1517" y="87"/>
                  </a:lnTo>
                  <a:close/>
                  <a:moveTo>
                    <a:pt x="3923" y="1029"/>
                  </a:moveTo>
                  <a:lnTo>
                    <a:pt x="3417" y="1308"/>
                  </a:lnTo>
                  <a:cubicBezTo>
                    <a:pt x="3557" y="1604"/>
                    <a:pt x="3626" y="1831"/>
                    <a:pt x="3626" y="2109"/>
                  </a:cubicBezTo>
                  <a:lnTo>
                    <a:pt x="3626" y="2336"/>
                  </a:lnTo>
                  <a:lnTo>
                    <a:pt x="4202" y="2336"/>
                  </a:lnTo>
                  <a:lnTo>
                    <a:pt x="4202" y="2109"/>
                  </a:lnTo>
                  <a:cubicBezTo>
                    <a:pt x="4202" y="1743"/>
                    <a:pt x="4132" y="1395"/>
                    <a:pt x="3923" y="1029"/>
                  </a:cubicBezTo>
                  <a:close/>
                  <a:moveTo>
                    <a:pt x="70" y="1464"/>
                  </a:moveTo>
                  <a:cubicBezTo>
                    <a:pt x="1" y="1674"/>
                    <a:pt x="1" y="1900"/>
                    <a:pt x="1" y="2109"/>
                  </a:cubicBezTo>
                  <a:lnTo>
                    <a:pt x="1" y="2772"/>
                  </a:lnTo>
                  <a:lnTo>
                    <a:pt x="576" y="2772"/>
                  </a:lnTo>
                  <a:lnTo>
                    <a:pt x="576" y="2109"/>
                  </a:lnTo>
                  <a:cubicBezTo>
                    <a:pt x="576" y="1970"/>
                    <a:pt x="576" y="1831"/>
                    <a:pt x="646" y="1674"/>
                  </a:cubicBezTo>
                  <a:lnTo>
                    <a:pt x="70" y="1464"/>
                  </a:lnTo>
                  <a:close/>
                  <a:moveTo>
                    <a:pt x="3626" y="2911"/>
                  </a:moveTo>
                  <a:lnTo>
                    <a:pt x="3626" y="4079"/>
                  </a:lnTo>
                  <a:lnTo>
                    <a:pt x="4202" y="4079"/>
                  </a:lnTo>
                  <a:lnTo>
                    <a:pt x="4202" y="2911"/>
                  </a:lnTo>
                  <a:close/>
                  <a:moveTo>
                    <a:pt x="3626" y="4654"/>
                  </a:moveTo>
                  <a:lnTo>
                    <a:pt x="3626" y="5892"/>
                  </a:lnTo>
                  <a:lnTo>
                    <a:pt x="4202" y="5892"/>
                  </a:lnTo>
                  <a:lnTo>
                    <a:pt x="4202" y="4654"/>
                  </a:lnTo>
                  <a:close/>
                  <a:moveTo>
                    <a:pt x="3626" y="6467"/>
                  </a:moveTo>
                  <a:lnTo>
                    <a:pt x="3626" y="7635"/>
                  </a:lnTo>
                  <a:lnTo>
                    <a:pt x="4202" y="7635"/>
                  </a:lnTo>
                  <a:lnTo>
                    <a:pt x="4202" y="6467"/>
                  </a:lnTo>
                  <a:close/>
                  <a:moveTo>
                    <a:pt x="3626" y="8210"/>
                  </a:moveTo>
                  <a:lnTo>
                    <a:pt x="3626" y="9448"/>
                  </a:lnTo>
                  <a:lnTo>
                    <a:pt x="4202" y="9448"/>
                  </a:lnTo>
                  <a:lnTo>
                    <a:pt x="4202" y="8210"/>
                  </a:lnTo>
                  <a:close/>
                  <a:moveTo>
                    <a:pt x="3626" y="10023"/>
                  </a:moveTo>
                  <a:lnTo>
                    <a:pt x="3626" y="11191"/>
                  </a:lnTo>
                  <a:lnTo>
                    <a:pt x="4202" y="11191"/>
                  </a:lnTo>
                  <a:lnTo>
                    <a:pt x="4202" y="10023"/>
                  </a:lnTo>
                  <a:close/>
                  <a:moveTo>
                    <a:pt x="8786" y="11557"/>
                  </a:moveTo>
                  <a:lnTo>
                    <a:pt x="8786" y="12725"/>
                  </a:lnTo>
                  <a:lnTo>
                    <a:pt x="9361" y="12725"/>
                  </a:lnTo>
                  <a:lnTo>
                    <a:pt x="9361" y="11557"/>
                  </a:lnTo>
                  <a:close/>
                  <a:moveTo>
                    <a:pt x="3626" y="11766"/>
                  </a:moveTo>
                  <a:lnTo>
                    <a:pt x="3626" y="13004"/>
                  </a:lnTo>
                  <a:lnTo>
                    <a:pt x="4202" y="13004"/>
                  </a:lnTo>
                  <a:lnTo>
                    <a:pt x="4202" y="11766"/>
                  </a:lnTo>
                  <a:close/>
                  <a:moveTo>
                    <a:pt x="8786" y="13300"/>
                  </a:moveTo>
                  <a:lnTo>
                    <a:pt x="8786" y="14468"/>
                  </a:lnTo>
                  <a:lnTo>
                    <a:pt x="8786" y="14538"/>
                  </a:lnTo>
                  <a:lnTo>
                    <a:pt x="9361" y="14538"/>
                  </a:lnTo>
                  <a:lnTo>
                    <a:pt x="9361" y="14468"/>
                  </a:lnTo>
                  <a:lnTo>
                    <a:pt x="9361" y="13300"/>
                  </a:lnTo>
                  <a:close/>
                  <a:moveTo>
                    <a:pt x="3626" y="13597"/>
                  </a:moveTo>
                  <a:lnTo>
                    <a:pt x="3626" y="14468"/>
                  </a:lnTo>
                  <a:lnTo>
                    <a:pt x="3626" y="14817"/>
                  </a:lnTo>
                  <a:lnTo>
                    <a:pt x="4202" y="14747"/>
                  </a:lnTo>
                  <a:lnTo>
                    <a:pt x="4202" y="14468"/>
                  </a:lnTo>
                  <a:lnTo>
                    <a:pt x="4202" y="13597"/>
                  </a:lnTo>
                  <a:close/>
                  <a:moveTo>
                    <a:pt x="8716" y="15043"/>
                  </a:moveTo>
                  <a:cubicBezTo>
                    <a:pt x="8647" y="15340"/>
                    <a:pt x="8420" y="15688"/>
                    <a:pt x="8211" y="15915"/>
                  </a:cubicBezTo>
                  <a:lnTo>
                    <a:pt x="8647" y="16351"/>
                  </a:lnTo>
                  <a:cubicBezTo>
                    <a:pt x="8925" y="15985"/>
                    <a:pt x="9152" y="15619"/>
                    <a:pt x="9292" y="15183"/>
                  </a:cubicBezTo>
                  <a:lnTo>
                    <a:pt x="8716" y="15043"/>
                  </a:lnTo>
                  <a:close/>
                  <a:moveTo>
                    <a:pt x="4359" y="15252"/>
                  </a:moveTo>
                  <a:lnTo>
                    <a:pt x="3766" y="15409"/>
                  </a:lnTo>
                  <a:cubicBezTo>
                    <a:pt x="3923" y="15845"/>
                    <a:pt x="4202" y="16211"/>
                    <a:pt x="4498" y="16560"/>
                  </a:cubicBezTo>
                  <a:lnTo>
                    <a:pt x="4934" y="16054"/>
                  </a:lnTo>
                  <a:cubicBezTo>
                    <a:pt x="4637" y="15845"/>
                    <a:pt x="4498" y="15549"/>
                    <a:pt x="4359" y="15252"/>
                  </a:cubicBezTo>
                  <a:close/>
                  <a:moveTo>
                    <a:pt x="5370" y="16420"/>
                  </a:moveTo>
                  <a:lnTo>
                    <a:pt x="5073" y="16926"/>
                  </a:lnTo>
                  <a:cubicBezTo>
                    <a:pt x="5439" y="17152"/>
                    <a:pt x="5875" y="17292"/>
                    <a:pt x="6311" y="17292"/>
                  </a:cubicBezTo>
                  <a:lnTo>
                    <a:pt x="6311" y="16717"/>
                  </a:lnTo>
                  <a:cubicBezTo>
                    <a:pt x="6032" y="16717"/>
                    <a:pt x="5666" y="16560"/>
                    <a:pt x="5370" y="16420"/>
                  </a:cubicBezTo>
                  <a:close/>
                  <a:moveTo>
                    <a:pt x="7845" y="16281"/>
                  </a:moveTo>
                  <a:cubicBezTo>
                    <a:pt x="7548" y="16490"/>
                    <a:pt x="7182" y="16647"/>
                    <a:pt x="6903" y="16717"/>
                  </a:cubicBezTo>
                  <a:lnTo>
                    <a:pt x="6973" y="17292"/>
                  </a:lnTo>
                  <a:cubicBezTo>
                    <a:pt x="7409" y="17222"/>
                    <a:pt x="7845" y="16996"/>
                    <a:pt x="8211" y="16786"/>
                  </a:cubicBezTo>
                  <a:lnTo>
                    <a:pt x="7845" y="1628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0"/>
            <p:cNvSpPr/>
            <p:nvPr/>
          </p:nvSpPr>
          <p:spPr>
            <a:xfrm>
              <a:off x="7901338" y="4175275"/>
              <a:ext cx="152550" cy="159950"/>
            </a:xfrm>
            <a:custGeom>
              <a:rect b="b" l="l" r="r" t="t"/>
              <a:pathLst>
                <a:path extrusionOk="0" h="6398" w="6102">
                  <a:moveTo>
                    <a:pt x="3051" y="576"/>
                  </a:moveTo>
                  <a:cubicBezTo>
                    <a:pt x="4359" y="576"/>
                    <a:pt x="5439" y="1674"/>
                    <a:pt x="5439" y="3051"/>
                  </a:cubicBezTo>
                  <a:cubicBezTo>
                    <a:pt x="5439" y="4358"/>
                    <a:pt x="4359" y="5439"/>
                    <a:pt x="3051" y="5439"/>
                  </a:cubicBezTo>
                  <a:cubicBezTo>
                    <a:pt x="1744" y="5439"/>
                    <a:pt x="646" y="4358"/>
                    <a:pt x="646" y="3051"/>
                  </a:cubicBezTo>
                  <a:cubicBezTo>
                    <a:pt x="646" y="1674"/>
                    <a:pt x="1744" y="576"/>
                    <a:pt x="3051" y="576"/>
                  </a:cubicBezTo>
                  <a:close/>
                  <a:moveTo>
                    <a:pt x="3051" y="1"/>
                  </a:moveTo>
                  <a:cubicBezTo>
                    <a:pt x="1378" y="1"/>
                    <a:pt x="1" y="1378"/>
                    <a:pt x="1" y="3051"/>
                  </a:cubicBezTo>
                  <a:cubicBezTo>
                    <a:pt x="1" y="4568"/>
                    <a:pt x="1221" y="5875"/>
                    <a:pt x="2755" y="6032"/>
                  </a:cubicBezTo>
                  <a:lnTo>
                    <a:pt x="2755" y="6398"/>
                  </a:lnTo>
                  <a:lnTo>
                    <a:pt x="3330" y="6398"/>
                  </a:lnTo>
                  <a:lnTo>
                    <a:pt x="3330" y="6032"/>
                  </a:lnTo>
                  <a:cubicBezTo>
                    <a:pt x="4864" y="5875"/>
                    <a:pt x="6102" y="4568"/>
                    <a:pt x="6102" y="3051"/>
                  </a:cubicBezTo>
                  <a:cubicBezTo>
                    <a:pt x="6102" y="1378"/>
                    <a:pt x="4707" y="1"/>
                    <a:pt x="3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50"/>
          <p:cNvGrpSpPr/>
          <p:nvPr/>
        </p:nvGrpSpPr>
        <p:grpSpPr>
          <a:xfrm>
            <a:off x="7786738" y="2026825"/>
            <a:ext cx="199600" cy="492025"/>
            <a:chOff x="7786738" y="2026825"/>
            <a:chExt cx="199600" cy="492025"/>
          </a:xfrm>
        </p:grpSpPr>
        <p:grpSp>
          <p:nvGrpSpPr>
            <p:cNvPr id="2200" name="Google Shape;2200;p50"/>
            <p:cNvGrpSpPr/>
            <p:nvPr/>
          </p:nvGrpSpPr>
          <p:grpSpPr>
            <a:xfrm>
              <a:off x="7786738" y="2026825"/>
              <a:ext cx="199600" cy="492025"/>
              <a:chOff x="7786738" y="1883950"/>
              <a:chExt cx="199600" cy="492025"/>
            </a:xfrm>
          </p:grpSpPr>
          <p:sp>
            <p:nvSpPr>
              <p:cNvPr id="2201" name="Google Shape;2201;p50"/>
              <p:cNvSpPr/>
              <p:nvPr/>
            </p:nvSpPr>
            <p:spPr>
              <a:xfrm>
                <a:off x="7915738" y="2174200"/>
                <a:ext cx="30950" cy="178250"/>
              </a:xfrm>
              <a:custGeom>
                <a:rect b="b" l="l" r="r" t="t"/>
                <a:pathLst>
                  <a:path extrusionOk="0" h="7130" w="1238">
                    <a:moveTo>
                      <a:pt x="0" y="0"/>
                    </a:moveTo>
                    <a:lnTo>
                      <a:pt x="0" y="6171"/>
                    </a:lnTo>
                    <a:lnTo>
                      <a:pt x="645" y="7129"/>
                    </a:lnTo>
                    <a:lnTo>
                      <a:pt x="1238" y="6171"/>
                    </a:lnTo>
                    <a:lnTo>
                      <a:pt x="12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0"/>
              <p:cNvSpPr/>
              <p:nvPr/>
            </p:nvSpPr>
            <p:spPr>
              <a:xfrm>
                <a:off x="7917463" y="2314075"/>
                <a:ext cx="30975" cy="45350"/>
              </a:xfrm>
              <a:custGeom>
                <a:rect b="b" l="l" r="r" t="t"/>
                <a:pathLst>
                  <a:path extrusionOk="0" h="1814" w="1239">
                    <a:moveTo>
                      <a:pt x="297" y="0"/>
                    </a:moveTo>
                    <a:lnTo>
                      <a:pt x="1" y="576"/>
                    </a:lnTo>
                    <a:lnTo>
                      <a:pt x="576" y="1813"/>
                    </a:lnTo>
                    <a:lnTo>
                      <a:pt x="1238" y="576"/>
                    </a:lnTo>
                    <a:lnTo>
                      <a:pt x="872" y="0"/>
                    </a:lnTo>
                    <a:close/>
                  </a:path>
                </a:pathLst>
              </a:custGeom>
              <a:solidFill>
                <a:srgbClr val="A4C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0"/>
              <p:cNvSpPr/>
              <p:nvPr/>
            </p:nvSpPr>
            <p:spPr>
              <a:xfrm>
                <a:off x="7815938" y="2083550"/>
                <a:ext cx="23550" cy="230550"/>
              </a:xfrm>
              <a:custGeom>
                <a:rect b="b" l="l" r="r" t="t"/>
                <a:pathLst>
                  <a:path extrusionOk="0" h="9222" w="942">
                    <a:moveTo>
                      <a:pt x="0" y="0"/>
                    </a:moveTo>
                    <a:lnTo>
                      <a:pt x="0" y="9221"/>
                    </a:lnTo>
                    <a:lnTo>
                      <a:pt x="942" y="8280"/>
                    </a:lnTo>
                    <a:lnTo>
                      <a:pt x="9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0"/>
              <p:cNvSpPr/>
              <p:nvPr/>
            </p:nvSpPr>
            <p:spPr>
              <a:xfrm>
                <a:off x="7862988" y="2083550"/>
                <a:ext cx="21825" cy="230550"/>
              </a:xfrm>
              <a:custGeom>
                <a:rect b="b" l="l" r="r" t="t"/>
                <a:pathLst>
                  <a:path extrusionOk="0" h="9222" w="873">
                    <a:moveTo>
                      <a:pt x="1" y="0"/>
                    </a:moveTo>
                    <a:lnTo>
                      <a:pt x="1" y="8280"/>
                    </a:lnTo>
                    <a:lnTo>
                      <a:pt x="873" y="9221"/>
                    </a:lnTo>
                    <a:lnTo>
                      <a:pt x="8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0"/>
              <p:cNvSpPr/>
              <p:nvPr/>
            </p:nvSpPr>
            <p:spPr>
              <a:xfrm>
                <a:off x="7815938" y="1936250"/>
                <a:ext cx="68875" cy="147325"/>
              </a:xfrm>
              <a:custGeom>
                <a:rect b="b" l="l" r="r" t="t"/>
                <a:pathLst>
                  <a:path extrusionOk="0" h="5893" w="2755">
                    <a:moveTo>
                      <a:pt x="0" y="1"/>
                    </a:moveTo>
                    <a:lnTo>
                      <a:pt x="0" y="5892"/>
                    </a:lnTo>
                    <a:lnTo>
                      <a:pt x="2755" y="5892"/>
                    </a:lnTo>
                    <a:lnTo>
                      <a:pt x="27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0"/>
              <p:cNvSpPr/>
              <p:nvPr/>
            </p:nvSpPr>
            <p:spPr>
              <a:xfrm>
                <a:off x="7901338" y="2252200"/>
                <a:ext cx="61475" cy="14825"/>
              </a:xfrm>
              <a:custGeom>
                <a:rect b="b" l="l" r="r" t="t"/>
                <a:pathLst>
                  <a:path extrusionOk="0" h="593" w="2459">
                    <a:moveTo>
                      <a:pt x="1" y="0"/>
                    </a:moveTo>
                    <a:lnTo>
                      <a:pt x="1" y="593"/>
                    </a:lnTo>
                    <a:lnTo>
                      <a:pt x="2459" y="593"/>
                    </a:lnTo>
                    <a:lnTo>
                      <a:pt x="24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0"/>
              <p:cNvSpPr/>
              <p:nvPr/>
            </p:nvSpPr>
            <p:spPr>
              <a:xfrm>
                <a:off x="7910063" y="2167225"/>
                <a:ext cx="45775" cy="78025"/>
              </a:xfrm>
              <a:custGeom>
                <a:rect b="b" l="l" r="r" t="t"/>
                <a:pathLst>
                  <a:path extrusionOk="0" h="3121" w="1831">
                    <a:moveTo>
                      <a:pt x="1" y="0"/>
                    </a:moveTo>
                    <a:lnTo>
                      <a:pt x="1" y="3120"/>
                    </a:lnTo>
                    <a:lnTo>
                      <a:pt x="593" y="3120"/>
                    </a:lnTo>
                    <a:lnTo>
                      <a:pt x="593" y="645"/>
                    </a:lnTo>
                    <a:lnTo>
                      <a:pt x="1238" y="645"/>
                    </a:lnTo>
                    <a:lnTo>
                      <a:pt x="1238" y="3120"/>
                    </a:lnTo>
                    <a:lnTo>
                      <a:pt x="1831" y="3120"/>
                    </a:lnTo>
                    <a:lnTo>
                      <a:pt x="18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0"/>
              <p:cNvSpPr/>
              <p:nvPr/>
            </p:nvSpPr>
            <p:spPr>
              <a:xfrm>
                <a:off x="7924888" y="2128875"/>
                <a:ext cx="14400" cy="30950"/>
              </a:xfrm>
              <a:custGeom>
                <a:rect b="b" l="l" r="r" t="t"/>
                <a:pathLst>
                  <a:path extrusionOk="0" h="1238" w="576">
                    <a:moveTo>
                      <a:pt x="0" y="0"/>
                    </a:moveTo>
                    <a:lnTo>
                      <a:pt x="0" y="1238"/>
                    </a:lnTo>
                    <a:lnTo>
                      <a:pt x="575" y="1238"/>
                    </a:lnTo>
                    <a:lnTo>
                      <a:pt x="5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0"/>
              <p:cNvSpPr/>
              <p:nvPr/>
            </p:nvSpPr>
            <p:spPr>
              <a:xfrm>
                <a:off x="7971938" y="2245225"/>
                <a:ext cx="14400" cy="28775"/>
              </a:xfrm>
              <a:custGeom>
                <a:rect b="b" l="l" r="r" t="t"/>
                <a:pathLst>
                  <a:path extrusionOk="0" h="1151" w="576">
                    <a:moveTo>
                      <a:pt x="1" y="0"/>
                    </a:moveTo>
                    <a:lnTo>
                      <a:pt x="1" y="1151"/>
                    </a:lnTo>
                    <a:lnTo>
                      <a:pt x="576" y="1151"/>
                    </a:lnTo>
                    <a:lnTo>
                      <a:pt x="5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0"/>
              <p:cNvSpPr/>
              <p:nvPr/>
            </p:nvSpPr>
            <p:spPr>
              <a:xfrm>
                <a:off x="7910063" y="2273975"/>
                <a:ext cx="45775" cy="102000"/>
              </a:xfrm>
              <a:custGeom>
                <a:rect b="b" l="l" r="r" t="t"/>
                <a:pathLst>
                  <a:path extrusionOk="0" h="4080" w="1831">
                    <a:moveTo>
                      <a:pt x="1238" y="1901"/>
                    </a:moveTo>
                    <a:lnTo>
                      <a:pt x="1238" y="2110"/>
                    </a:lnTo>
                    <a:lnTo>
                      <a:pt x="872" y="2772"/>
                    </a:lnTo>
                    <a:lnTo>
                      <a:pt x="593" y="2110"/>
                    </a:lnTo>
                    <a:lnTo>
                      <a:pt x="593" y="1901"/>
                    </a:lnTo>
                    <a:close/>
                    <a:moveTo>
                      <a:pt x="1" y="1"/>
                    </a:moveTo>
                    <a:lnTo>
                      <a:pt x="1" y="2267"/>
                    </a:lnTo>
                    <a:lnTo>
                      <a:pt x="872" y="4080"/>
                    </a:lnTo>
                    <a:lnTo>
                      <a:pt x="1831" y="2267"/>
                    </a:lnTo>
                    <a:lnTo>
                      <a:pt x="1831" y="1"/>
                    </a:lnTo>
                    <a:lnTo>
                      <a:pt x="1238" y="1"/>
                    </a:lnTo>
                    <a:lnTo>
                      <a:pt x="1238" y="1238"/>
                    </a:lnTo>
                    <a:lnTo>
                      <a:pt x="593" y="1238"/>
                    </a:lnTo>
                    <a:lnTo>
                      <a:pt x="5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0"/>
              <p:cNvSpPr/>
              <p:nvPr/>
            </p:nvSpPr>
            <p:spPr>
              <a:xfrm>
                <a:off x="7786738" y="2259600"/>
                <a:ext cx="14400" cy="38375"/>
              </a:xfrm>
              <a:custGeom>
                <a:rect b="b" l="l" r="r" t="t"/>
                <a:pathLst>
                  <a:path extrusionOk="0" h="1535" w="576">
                    <a:moveTo>
                      <a:pt x="0" y="1"/>
                    </a:moveTo>
                    <a:lnTo>
                      <a:pt x="0" y="1534"/>
                    </a:lnTo>
                    <a:lnTo>
                      <a:pt x="576" y="1534"/>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0"/>
              <p:cNvSpPr/>
              <p:nvPr/>
            </p:nvSpPr>
            <p:spPr>
              <a:xfrm>
                <a:off x="7842963" y="1883950"/>
                <a:ext cx="16575" cy="37950"/>
              </a:xfrm>
              <a:custGeom>
                <a:rect b="b" l="l" r="r" t="t"/>
                <a:pathLst>
                  <a:path extrusionOk="0" h="1518" w="663">
                    <a:moveTo>
                      <a:pt x="0" y="1"/>
                    </a:moveTo>
                    <a:lnTo>
                      <a:pt x="0" y="1517"/>
                    </a:lnTo>
                    <a:lnTo>
                      <a:pt x="663" y="1517"/>
                    </a:lnTo>
                    <a:lnTo>
                      <a:pt x="6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0"/>
              <p:cNvSpPr/>
              <p:nvPr/>
            </p:nvSpPr>
            <p:spPr>
              <a:xfrm>
                <a:off x="7832063" y="2036475"/>
                <a:ext cx="14825" cy="16150"/>
              </a:xfrm>
              <a:custGeom>
                <a:rect b="b" l="l" r="r" t="t"/>
                <a:pathLst>
                  <a:path extrusionOk="0" h="646" w="593">
                    <a:moveTo>
                      <a:pt x="0" y="1"/>
                    </a:moveTo>
                    <a:lnTo>
                      <a:pt x="0" y="646"/>
                    </a:lnTo>
                    <a:lnTo>
                      <a:pt x="593" y="646"/>
                    </a:lnTo>
                    <a:lnTo>
                      <a:pt x="5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0"/>
              <p:cNvSpPr/>
              <p:nvPr/>
            </p:nvSpPr>
            <p:spPr>
              <a:xfrm>
                <a:off x="7855588" y="2036475"/>
                <a:ext cx="14850" cy="16150"/>
              </a:xfrm>
              <a:custGeom>
                <a:rect b="b" l="l" r="r" t="t"/>
                <a:pathLst>
                  <a:path extrusionOk="0" h="646" w="594">
                    <a:moveTo>
                      <a:pt x="1" y="1"/>
                    </a:moveTo>
                    <a:lnTo>
                      <a:pt x="1" y="646"/>
                    </a:lnTo>
                    <a:lnTo>
                      <a:pt x="593" y="646"/>
                    </a:lnTo>
                    <a:lnTo>
                      <a:pt x="5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5" name="Google Shape;2215;p50"/>
            <p:cNvSpPr/>
            <p:nvPr/>
          </p:nvSpPr>
          <p:spPr>
            <a:xfrm>
              <a:off x="7808538" y="2072150"/>
              <a:ext cx="85425" cy="444950"/>
            </a:xfrm>
            <a:custGeom>
              <a:rect b="b" l="l" r="r" t="t"/>
              <a:pathLst>
                <a:path extrusionOk="0" h="17798" w="3417">
                  <a:moveTo>
                    <a:pt x="2754" y="576"/>
                  </a:moveTo>
                  <a:lnTo>
                    <a:pt x="2754" y="5875"/>
                  </a:lnTo>
                  <a:lnTo>
                    <a:pt x="662" y="5875"/>
                  </a:lnTo>
                  <a:lnTo>
                    <a:pt x="662" y="576"/>
                  </a:lnTo>
                  <a:close/>
                  <a:moveTo>
                    <a:pt x="941" y="6468"/>
                  </a:moveTo>
                  <a:lnTo>
                    <a:pt x="941" y="14312"/>
                  </a:lnTo>
                  <a:lnTo>
                    <a:pt x="662" y="14660"/>
                  </a:lnTo>
                  <a:lnTo>
                    <a:pt x="662" y="6468"/>
                  </a:lnTo>
                  <a:close/>
                  <a:moveTo>
                    <a:pt x="2754" y="6468"/>
                  </a:moveTo>
                  <a:lnTo>
                    <a:pt x="2754" y="14660"/>
                  </a:lnTo>
                  <a:lnTo>
                    <a:pt x="2475" y="14312"/>
                  </a:lnTo>
                  <a:lnTo>
                    <a:pt x="2475" y="6468"/>
                  </a:lnTo>
                  <a:close/>
                  <a:moveTo>
                    <a:pt x="0" y="1"/>
                  </a:moveTo>
                  <a:lnTo>
                    <a:pt x="0" y="17798"/>
                  </a:lnTo>
                  <a:lnTo>
                    <a:pt x="662" y="17798"/>
                  </a:lnTo>
                  <a:lnTo>
                    <a:pt x="662" y="15462"/>
                  </a:lnTo>
                  <a:lnTo>
                    <a:pt x="1534" y="14591"/>
                  </a:lnTo>
                  <a:lnTo>
                    <a:pt x="1534" y="6468"/>
                  </a:lnTo>
                  <a:lnTo>
                    <a:pt x="1883" y="6468"/>
                  </a:lnTo>
                  <a:lnTo>
                    <a:pt x="1883" y="14591"/>
                  </a:lnTo>
                  <a:lnTo>
                    <a:pt x="3417" y="16125"/>
                  </a:lnTo>
                  <a:lnTo>
                    <a:pt x="34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6" name="Google Shape;2216;p50"/>
          <p:cNvSpPr/>
          <p:nvPr/>
        </p:nvSpPr>
        <p:spPr>
          <a:xfrm>
            <a:off x="6274138" y="2086525"/>
            <a:ext cx="278050" cy="61925"/>
          </a:xfrm>
          <a:custGeom>
            <a:rect b="b" l="l" r="r" t="t"/>
            <a:pathLst>
              <a:path extrusionOk="0" h="2477" w="11122">
                <a:moveTo>
                  <a:pt x="9745" y="1605"/>
                </a:moveTo>
                <a:cubicBezTo>
                  <a:pt x="9658" y="1674"/>
                  <a:pt x="9658" y="1744"/>
                  <a:pt x="9588" y="1884"/>
                </a:cubicBezTo>
                <a:lnTo>
                  <a:pt x="1535" y="1884"/>
                </a:lnTo>
                <a:cubicBezTo>
                  <a:pt x="1465" y="1744"/>
                  <a:pt x="1465" y="1674"/>
                  <a:pt x="1378" y="1605"/>
                </a:cubicBezTo>
                <a:close/>
                <a:moveTo>
                  <a:pt x="1" y="1"/>
                </a:moveTo>
                <a:lnTo>
                  <a:pt x="1" y="1605"/>
                </a:lnTo>
                <a:lnTo>
                  <a:pt x="297" y="1605"/>
                </a:lnTo>
                <a:cubicBezTo>
                  <a:pt x="663" y="1605"/>
                  <a:pt x="942" y="1814"/>
                  <a:pt x="942" y="2180"/>
                </a:cubicBezTo>
                <a:lnTo>
                  <a:pt x="942" y="2476"/>
                </a:lnTo>
                <a:lnTo>
                  <a:pt x="10181" y="2476"/>
                </a:lnTo>
                <a:lnTo>
                  <a:pt x="10181" y="2180"/>
                </a:lnTo>
                <a:cubicBezTo>
                  <a:pt x="10181" y="1814"/>
                  <a:pt x="10459" y="1605"/>
                  <a:pt x="10826" y="1605"/>
                </a:cubicBezTo>
                <a:lnTo>
                  <a:pt x="11122" y="1605"/>
                </a:lnTo>
                <a:lnTo>
                  <a:pt x="11122" y="1"/>
                </a:lnTo>
                <a:lnTo>
                  <a:pt x="10459" y="1"/>
                </a:lnTo>
                <a:lnTo>
                  <a:pt x="10459" y="942"/>
                </a:lnTo>
                <a:lnTo>
                  <a:pt x="593" y="942"/>
                </a:lnTo>
                <a:lnTo>
                  <a:pt x="5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0"/>
          <p:cNvSpPr/>
          <p:nvPr/>
        </p:nvSpPr>
        <p:spPr>
          <a:xfrm>
            <a:off x="4809038" y="2048625"/>
            <a:ext cx="261500" cy="470225"/>
          </a:xfrm>
          <a:custGeom>
            <a:rect b="b" l="l" r="r" t="t"/>
            <a:pathLst>
              <a:path extrusionOk="0" h="18809" w="10460">
                <a:moveTo>
                  <a:pt x="9797" y="7409"/>
                </a:moveTo>
                <a:lnTo>
                  <a:pt x="9797" y="8350"/>
                </a:lnTo>
                <a:lnTo>
                  <a:pt x="646" y="8350"/>
                </a:lnTo>
                <a:lnTo>
                  <a:pt x="646" y="7409"/>
                </a:lnTo>
                <a:close/>
                <a:moveTo>
                  <a:pt x="3330" y="8995"/>
                </a:moveTo>
                <a:lnTo>
                  <a:pt x="3330" y="14817"/>
                </a:lnTo>
                <a:cubicBezTo>
                  <a:pt x="3330" y="15253"/>
                  <a:pt x="3051" y="15532"/>
                  <a:pt x="2616" y="15532"/>
                </a:cubicBezTo>
                <a:cubicBezTo>
                  <a:pt x="2180" y="15532"/>
                  <a:pt x="1884" y="15253"/>
                  <a:pt x="1884" y="14817"/>
                </a:cubicBezTo>
                <a:lnTo>
                  <a:pt x="1884" y="8995"/>
                </a:lnTo>
                <a:close/>
                <a:moveTo>
                  <a:pt x="8560" y="8995"/>
                </a:moveTo>
                <a:lnTo>
                  <a:pt x="8560" y="14817"/>
                </a:lnTo>
                <a:cubicBezTo>
                  <a:pt x="8560" y="15253"/>
                  <a:pt x="8281" y="15532"/>
                  <a:pt x="7845" y="15532"/>
                </a:cubicBezTo>
                <a:cubicBezTo>
                  <a:pt x="7409" y="15532"/>
                  <a:pt x="7113" y="15253"/>
                  <a:pt x="7113" y="14817"/>
                </a:cubicBezTo>
                <a:lnTo>
                  <a:pt x="7113" y="8995"/>
                </a:lnTo>
                <a:close/>
                <a:moveTo>
                  <a:pt x="7688" y="17937"/>
                </a:moveTo>
                <a:lnTo>
                  <a:pt x="7688" y="18146"/>
                </a:lnTo>
                <a:lnTo>
                  <a:pt x="2755" y="18146"/>
                </a:lnTo>
                <a:lnTo>
                  <a:pt x="2755" y="17937"/>
                </a:lnTo>
                <a:close/>
                <a:moveTo>
                  <a:pt x="1239" y="0"/>
                </a:moveTo>
                <a:lnTo>
                  <a:pt x="1239" y="6816"/>
                </a:lnTo>
                <a:lnTo>
                  <a:pt x="1" y="6816"/>
                </a:lnTo>
                <a:lnTo>
                  <a:pt x="1" y="8995"/>
                </a:lnTo>
                <a:lnTo>
                  <a:pt x="1239" y="8995"/>
                </a:lnTo>
                <a:lnTo>
                  <a:pt x="1239" y="14817"/>
                </a:lnTo>
                <a:cubicBezTo>
                  <a:pt x="1239" y="15601"/>
                  <a:pt x="1814" y="16194"/>
                  <a:pt x="2616" y="16194"/>
                </a:cubicBezTo>
                <a:cubicBezTo>
                  <a:pt x="3417" y="16194"/>
                  <a:pt x="3993" y="15601"/>
                  <a:pt x="3993" y="14817"/>
                </a:cubicBezTo>
                <a:lnTo>
                  <a:pt x="3993" y="8995"/>
                </a:lnTo>
                <a:lnTo>
                  <a:pt x="4934" y="8995"/>
                </a:lnTo>
                <a:lnTo>
                  <a:pt x="4934" y="17275"/>
                </a:lnTo>
                <a:lnTo>
                  <a:pt x="2110" y="17275"/>
                </a:lnTo>
                <a:lnTo>
                  <a:pt x="2110" y="18809"/>
                </a:lnTo>
                <a:lnTo>
                  <a:pt x="8351" y="18809"/>
                </a:lnTo>
                <a:lnTo>
                  <a:pt x="8351" y="17275"/>
                </a:lnTo>
                <a:lnTo>
                  <a:pt x="5509" y="17275"/>
                </a:lnTo>
                <a:lnTo>
                  <a:pt x="5509" y="8995"/>
                </a:lnTo>
                <a:lnTo>
                  <a:pt x="6468" y="8995"/>
                </a:lnTo>
                <a:lnTo>
                  <a:pt x="6468" y="14817"/>
                </a:lnTo>
                <a:cubicBezTo>
                  <a:pt x="6468" y="15601"/>
                  <a:pt x="7043" y="16194"/>
                  <a:pt x="7845" y="16194"/>
                </a:cubicBezTo>
                <a:cubicBezTo>
                  <a:pt x="8647" y="16194"/>
                  <a:pt x="9222" y="15601"/>
                  <a:pt x="9222" y="14817"/>
                </a:cubicBezTo>
                <a:lnTo>
                  <a:pt x="9222" y="8995"/>
                </a:lnTo>
                <a:lnTo>
                  <a:pt x="10460" y="8995"/>
                </a:lnTo>
                <a:lnTo>
                  <a:pt x="10460" y="6816"/>
                </a:lnTo>
                <a:lnTo>
                  <a:pt x="9222" y="6816"/>
                </a:lnTo>
                <a:lnTo>
                  <a:pt x="9222" y="0"/>
                </a:lnTo>
                <a:lnTo>
                  <a:pt x="8560" y="0"/>
                </a:lnTo>
                <a:lnTo>
                  <a:pt x="8560" y="6816"/>
                </a:lnTo>
                <a:lnTo>
                  <a:pt x="7113" y="6816"/>
                </a:lnTo>
                <a:lnTo>
                  <a:pt x="7113" y="0"/>
                </a:lnTo>
                <a:lnTo>
                  <a:pt x="6468" y="0"/>
                </a:lnTo>
                <a:lnTo>
                  <a:pt x="6468" y="6816"/>
                </a:lnTo>
                <a:lnTo>
                  <a:pt x="3993" y="6816"/>
                </a:lnTo>
                <a:lnTo>
                  <a:pt x="3993" y="0"/>
                </a:lnTo>
                <a:lnTo>
                  <a:pt x="3330" y="0"/>
                </a:lnTo>
                <a:lnTo>
                  <a:pt x="3330" y="6816"/>
                </a:lnTo>
                <a:lnTo>
                  <a:pt x="1884" y="6816"/>
                </a:lnTo>
                <a:lnTo>
                  <a:pt x="188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0"/>
          <p:cNvSpPr/>
          <p:nvPr/>
        </p:nvSpPr>
        <p:spPr>
          <a:xfrm>
            <a:off x="2651938" y="2397250"/>
            <a:ext cx="47075" cy="14400"/>
          </a:xfrm>
          <a:custGeom>
            <a:rect b="b" l="l" r="r" t="t"/>
            <a:pathLst>
              <a:path extrusionOk="0" h="576" w="1883">
                <a:moveTo>
                  <a:pt x="0" y="0"/>
                </a:moveTo>
                <a:lnTo>
                  <a:pt x="0" y="576"/>
                </a:lnTo>
                <a:lnTo>
                  <a:pt x="1883" y="576"/>
                </a:lnTo>
                <a:lnTo>
                  <a:pt x="18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9" name="Google Shape;2219;p50"/>
          <p:cNvGrpSpPr/>
          <p:nvPr/>
        </p:nvGrpSpPr>
        <p:grpSpPr>
          <a:xfrm>
            <a:off x="1010363" y="2794125"/>
            <a:ext cx="492000" cy="312475"/>
            <a:chOff x="1010363" y="2794125"/>
            <a:chExt cx="492000" cy="312475"/>
          </a:xfrm>
        </p:grpSpPr>
        <p:grpSp>
          <p:nvGrpSpPr>
            <p:cNvPr id="2220" name="Google Shape;2220;p50"/>
            <p:cNvGrpSpPr/>
            <p:nvPr/>
          </p:nvGrpSpPr>
          <p:grpSpPr>
            <a:xfrm>
              <a:off x="1010363" y="2794125"/>
              <a:ext cx="492000" cy="301575"/>
              <a:chOff x="1010363" y="2698875"/>
              <a:chExt cx="492000" cy="301575"/>
            </a:xfrm>
          </p:grpSpPr>
          <p:sp>
            <p:nvSpPr>
              <p:cNvPr id="2221" name="Google Shape;2221;p50"/>
              <p:cNvSpPr/>
              <p:nvPr/>
            </p:nvSpPr>
            <p:spPr>
              <a:xfrm>
                <a:off x="1172013" y="2938550"/>
                <a:ext cx="30975" cy="61900"/>
              </a:xfrm>
              <a:custGeom>
                <a:rect b="b" l="l" r="r" t="t"/>
                <a:pathLst>
                  <a:path extrusionOk="0" h="2476" w="1239">
                    <a:moveTo>
                      <a:pt x="1" y="0"/>
                    </a:moveTo>
                    <a:lnTo>
                      <a:pt x="1" y="2475"/>
                    </a:lnTo>
                    <a:lnTo>
                      <a:pt x="1239" y="2475"/>
                    </a:lnTo>
                    <a:lnTo>
                      <a:pt x="123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0"/>
              <p:cNvSpPr/>
              <p:nvPr/>
            </p:nvSpPr>
            <p:spPr>
              <a:xfrm>
                <a:off x="1162863" y="2891475"/>
                <a:ext cx="47100" cy="47100"/>
              </a:xfrm>
              <a:custGeom>
                <a:rect b="b" l="l" r="r" t="t"/>
                <a:pathLst>
                  <a:path extrusionOk="0" h="1884" w="1884">
                    <a:moveTo>
                      <a:pt x="942" y="1"/>
                    </a:moveTo>
                    <a:cubicBezTo>
                      <a:pt x="437" y="1"/>
                      <a:pt x="1" y="436"/>
                      <a:pt x="1" y="942"/>
                    </a:cubicBezTo>
                    <a:cubicBezTo>
                      <a:pt x="1" y="1447"/>
                      <a:pt x="437" y="1883"/>
                      <a:pt x="942" y="1883"/>
                    </a:cubicBezTo>
                    <a:cubicBezTo>
                      <a:pt x="1448" y="1883"/>
                      <a:pt x="1884" y="1447"/>
                      <a:pt x="1884" y="942"/>
                    </a:cubicBezTo>
                    <a:cubicBezTo>
                      <a:pt x="1884" y="436"/>
                      <a:pt x="1448" y="1"/>
                      <a:pt x="9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0"/>
              <p:cNvSpPr/>
              <p:nvPr/>
            </p:nvSpPr>
            <p:spPr>
              <a:xfrm>
                <a:off x="1402563" y="2706275"/>
                <a:ext cx="92825" cy="92850"/>
              </a:xfrm>
              <a:custGeom>
                <a:rect b="b" l="l" r="r" t="t"/>
                <a:pathLst>
                  <a:path extrusionOk="0" h="3714" w="3713">
                    <a:moveTo>
                      <a:pt x="1883" y="0"/>
                    </a:moveTo>
                    <a:cubicBezTo>
                      <a:pt x="802" y="0"/>
                      <a:pt x="0" y="872"/>
                      <a:pt x="0" y="1883"/>
                    </a:cubicBezTo>
                    <a:cubicBezTo>
                      <a:pt x="0" y="2911"/>
                      <a:pt x="802" y="3713"/>
                      <a:pt x="1883" y="3713"/>
                    </a:cubicBezTo>
                    <a:cubicBezTo>
                      <a:pt x="2911" y="3713"/>
                      <a:pt x="3713" y="2911"/>
                      <a:pt x="3713" y="1883"/>
                    </a:cubicBezTo>
                    <a:cubicBezTo>
                      <a:pt x="3713" y="872"/>
                      <a:pt x="2911" y="0"/>
                      <a:pt x="18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0"/>
              <p:cNvSpPr/>
              <p:nvPr/>
            </p:nvSpPr>
            <p:spPr>
              <a:xfrm>
                <a:off x="1402563" y="2753325"/>
                <a:ext cx="68875" cy="45800"/>
              </a:xfrm>
              <a:custGeom>
                <a:rect b="b" l="l" r="r" t="t"/>
                <a:pathLst>
                  <a:path extrusionOk="0" h="1832" w="2755">
                    <a:moveTo>
                      <a:pt x="296" y="1"/>
                    </a:moveTo>
                    <a:lnTo>
                      <a:pt x="0" y="594"/>
                    </a:lnTo>
                    <a:lnTo>
                      <a:pt x="296" y="960"/>
                    </a:lnTo>
                    <a:lnTo>
                      <a:pt x="1238" y="1831"/>
                    </a:lnTo>
                    <a:lnTo>
                      <a:pt x="2179" y="1831"/>
                    </a:lnTo>
                    <a:lnTo>
                      <a:pt x="2754" y="1535"/>
                    </a:lnTo>
                    <a:lnTo>
                      <a:pt x="2754" y="594"/>
                    </a:lnTo>
                    <a:lnTo>
                      <a:pt x="21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0"/>
              <p:cNvSpPr/>
              <p:nvPr/>
            </p:nvSpPr>
            <p:spPr>
              <a:xfrm>
                <a:off x="1017763" y="2706275"/>
                <a:ext cx="392225" cy="92850"/>
              </a:xfrm>
              <a:custGeom>
                <a:rect b="b" l="l" r="r" t="t"/>
                <a:pathLst>
                  <a:path extrusionOk="0" h="3714" w="15689">
                    <a:moveTo>
                      <a:pt x="1813" y="0"/>
                    </a:moveTo>
                    <a:cubicBezTo>
                      <a:pt x="802" y="0"/>
                      <a:pt x="0" y="872"/>
                      <a:pt x="0" y="1883"/>
                    </a:cubicBezTo>
                    <a:cubicBezTo>
                      <a:pt x="0" y="2911"/>
                      <a:pt x="802" y="3713"/>
                      <a:pt x="1813" y="3713"/>
                    </a:cubicBezTo>
                    <a:lnTo>
                      <a:pt x="15688" y="3713"/>
                    </a:lnTo>
                    <a:lnTo>
                      <a:pt x="1568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0"/>
              <p:cNvSpPr/>
              <p:nvPr/>
            </p:nvSpPr>
            <p:spPr>
              <a:xfrm>
                <a:off x="1179438" y="2706275"/>
                <a:ext cx="85000" cy="92850"/>
              </a:xfrm>
              <a:custGeom>
                <a:rect b="b" l="l" r="r" t="t"/>
                <a:pathLst>
                  <a:path extrusionOk="0" h="3714" w="3400">
                    <a:moveTo>
                      <a:pt x="0" y="0"/>
                    </a:moveTo>
                    <a:lnTo>
                      <a:pt x="0" y="3713"/>
                    </a:lnTo>
                    <a:lnTo>
                      <a:pt x="3399" y="3713"/>
                    </a:lnTo>
                    <a:lnTo>
                      <a:pt x="33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0"/>
              <p:cNvSpPr/>
              <p:nvPr/>
            </p:nvSpPr>
            <p:spPr>
              <a:xfrm>
                <a:off x="1271813" y="2799100"/>
                <a:ext cx="14400" cy="16150"/>
              </a:xfrm>
              <a:custGeom>
                <a:rect b="b" l="l" r="r" t="t"/>
                <a:pathLst>
                  <a:path extrusionOk="0" h="646" w="576">
                    <a:moveTo>
                      <a:pt x="1" y="0"/>
                    </a:moveTo>
                    <a:lnTo>
                      <a:pt x="1" y="645"/>
                    </a:lnTo>
                    <a:lnTo>
                      <a:pt x="576" y="645"/>
                    </a:lnTo>
                    <a:lnTo>
                      <a:pt x="576" y="0"/>
                    </a:lnTo>
                    <a:close/>
                  </a:path>
                </a:pathLst>
              </a:custGeom>
              <a:solidFill>
                <a:srgbClr val="1D1E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0"/>
              <p:cNvSpPr/>
              <p:nvPr/>
            </p:nvSpPr>
            <p:spPr>
              <a:xfrm>
                <a:off x="1188138" y="2838750"/>
                <a:ext cx="98075" cy="76275"/>
              </a:xfrm>
              <a:custGeom>
                <a:rect b="b" l="l" r="r" t="t"/>
                <a:pathLst>
                  <a:path extrusionOk="0" h="3051" w="3923">
                    <a:moveTo>
                      <a:pt x="873" y="0"/>
                    </a:moveTo>
                    <a:cubicBezTo>
                      <a:pt x="524" y="0"/>
                      <a:pt x="228" y="157"/>
                      <a:pt x="1" y="367"/>
                    </a:cubicBezTo>
                    <a:lnTo>
                      <a:pt x="437" y="802"/>
                    </a:lnTo>
                    <a:cubicBezTo>
                      <a:pt x="524" y="663"/>
                      <a:pt x="733" y="593"/>
                      <a:pt x="873" y="593"/>
                    </a:cubicBezTo>
                    <a:cubicBezTo>
                      <a:pt x="1029" y="593"/>
                      <a:pt x="1169" y="663"/>
                      <a:pt x="1239" y="733"/>
                    </a:cubicBezTo>
                    <a:lnTo>
                      <a:pt x="1605" y="227"/>
                    </a:lnTo>
                    <a:cubicBezTo>
                      <a:pt x="1395" y="70"/>
                      <a:pt x="1169" y="0"/>
                      <a:pt x="873" y="0"/>
                    </a:cubicBezTo>
                    <a:close/>
                    <a:moveTo>
                      <a:pt x="3348" y="0"/>
                    </a:moveTo>
                    <a:lnTo>
                      <a:pt x="3348" y="1378"/>
                    </a:lnTo>
                    <a:lnTo>
                      <a:pt x="3923" y="1378"/>
                    </a:lnTo>
                    <a:lnTo>
                      <a:pt x="3923" y="0"/>
                    </a:lnTo>
                    <a:close/>
                    <a:moveTo>
                      <a:pt x="2110" y="1029"/>
                    </a:moveTo>
                    <a:lnTo>
                      <a:pt x="1465" y="1099"/>
                    </a:lnTo>
                    <a:lnTo>
                      <a:pt x="1465" y="1168"/>
                    </a:lnTo>
                    <a:lnTo>
                      <a:pt x="1465" y="1813"/>
                    </a:lnTo>
                    <a:cubicBezTo>
                      <a:pt x="1465" y="2110"/>
                      <a:pt x="1605" y="2336"/>
                      <a:pt x="1744" y="2545"/>
                    </a:cubicBezTo>
                    <a:lnTo>
                      <a:pt x="2267" y="2179"/>
                    </a:lnTo>
                    <a:cubicBezTo>
                      <a:pt x="2110" y="2110"/>
                      <a:pt x="2110" y="1970"/>
                      <a:pt x="2110" y="1813"/>
                    </a:cubicBezTo>
                    <a:lnTo>
                      <a:pt x="2110" y="1168"/>
                    </a:lnTo>
                    <a:lnTo>
                      <a:pt x="2110" y="1029"/>
                    </a:lnTo>
                    <a:close/>
                    <a:moveTo>
                      <a:pt x="3348" y="1970"/>
                    </a:moveTo>
                    <a:cubicBezTo>
                      <a:pt x="3278" y="2249"/>
                      <a:pt x="2982" y="2476"/>
                      <a:pt x="2703" y="2476"/>
                    </a:cubicBezTo>
                    <a:lnTo>
                      <a:pt x="2616" y="2406"/>
                    </a:lnTo>
                    <a:lnTo>
                      <a:pt x="2476" y="3051"/>
                    </a:lnTo>
                    <a:lnTo>
                      <a:pt x="2703" y="3051"/>
                    </a:lnTo>
                    <a:cubicBezTo>
                      <a:pt x="3278" y="3051"/>
                      <a:pt x="3784" y="2685"/>
                      <a:pt x="3923" y="2179"/>
                    </a:cubicBezTo>
                    <a:lnTo>
                      <a:pt x="3348" y="19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0"/>
              <p:cNvSpPr/>
              <p:nvPr/>
            </p:nvSpPr>
            <p:spPr>
              <a:xfrm>
                <a:off x="1172013" y="2746375"/>
                <a:ext cx="14425" cy="14400"/>
              </a:xfrm>
              <a:custGeom>
                <a:rect b="b" l="l" r="r" t="t"/>
                <a:pathLst>
                  <a:path extrusionOk="0" h="576" w="577">
                    <a:moveTo>
                      <a:pt x="1" y="0"/>
                    </a:moveTo>
                    <a:lnTo>
                      <a:pt x="1" y="575"/>
                    </a:lnTo>
                    <a:lnTo>
                      <a:pt x="576" y="575"/>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0"/>
              <p:cNvSpPr/>
              <p:nvPr/>
            </p:nvSpPr>
            <p:spPr>
              <a:xfrm>
                <a:off x="1193813" y="2746375"/>
                <a:ext cx="16150" cy="14400"/>
              </a:xfrm>
              <a:custGeom>
                <a:rect b="b" l="l" r="r" t="t"/>
                <a:pathLst>
                  <a:path extrusionOk="0" h="576" w="646">
                    <a:moveTo>
                      <a:pt x="1" y="0"/>
                    </a:moveTo>
                    <a:lnTo>
                      <a:pt x="1" y="575"/>
                    </a:lnTo>
                    <a:lnTo>
                      <a:pt x="646" y="575"/>
                    </a:lnTo>
                    <a:lnTo>
                      <a:pt x="64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0"/>
              <p:cNvSpPr/>
              <p:nvPr/>
            </p:nvSpPr>
            <p:spPr>
              <a:xfrm>
                <a:off x="1217338" y="2746375"/>
                <a:ext cx="16600" cy="14400"/>
              </a:xfrm>
              <a:custGeom>
                <a:rect b="b" l="l" r="r" t="t"/>
                <a:pathLst>
                  <a:path extrusionOk="0" h="576" w="664">
                    <a:moveTo>
                      <a:pt x="1" y="0"/>
                    </a:moveTo>
                    <a:lnTo>
                      <a:pt x="1" y="575"/>
                    </a:lnTo>
                    <a:lnTo>
                      <a:pt x="663" y="575"/>
                    </a:lnTo>
                    <a:lnTo>
                      <a:pt x="6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0"/>
              <p:cNvSpPr/>
              <p:nvPr/>
            </p:nvSpPr>
            <p:spPr>
              <a:xfrm>
                <a:off x="1240888" y="2746375"/>
                <a:ext cx="14825" cy="14400"/>
              </a:xfrm>
              <a:custGeom>
                <a:rect b="b" l="l" r="r" t="t"/>
                <a:pathLst>
                  <a:path extrusionOk="0" h="576" w="593">
                    <a:moveTo>
                      <a:pt x="0" y="0"/>
                    </a:moveTo>
                    <a:lnTo>
                      <a:pt x="0" y="575"/>
                    </a:lnTo>
                    <a:lnTo>
                      <a:pt x="593" y="575"/>
                    </a:lnTo>
                    <a:lnTo>
                      <a:pt x="5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0"/>
              <p:cNvSpPr/>
              <p:nvPr/>
            </p:nvSpPr>
            <p:spPr>
              <a:xfrm>
                <a:off x="1179438" y="2908050"/>
                <a:ext cx="14400" cy="14400"/>
              </a:xfrm>
              <a:custGeom>
                <a:rect b="b" l="l" r="r" t="t"/>
                <a:pathLst>
                  <a:path extrusionOk="0" h="576" w="576">
                    <a:moveTo>
                      <a:pt x="0" y="0"/>
                    </a:moveTo>
                    <a:lnTo>
                      <a:pt x="0" y="575"/>
                    </a:lnTo>
                    <a:lnTo>
                      <a:pt x="576" y="575"/>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0"/>
              <p:cNvSpPr/>
              <p:nvPr/>
            </p:nvSpPr>
            <p:spPr>
              <a:xfrm>
                <a:off x="1010363" y="2698875"/>
                <a:ext cx="492000" cy="107225"/>
              </a:xfrm>
              <a:custGeom>
                <a:rect b="b" l="l" r="r" t="t"/>
                <a:pathLst>
                  <a:path extrusionOk="0" h="4289" w="19680">
                    <a:moveTo>
                      <a:pt x="17571" y="593"/>
                    </a:moveTo>
                    <a:cubicBezTo>
                      <a:pt x="18373" y="593"/>
                      <a:pt x="19105" y="1307"/>
                      <a:pt x="19105" y="2179"/>
                    </a:cubicBezTo>
                    <a:cubicBezTo>
                      <a:pt x="19105" y="2545"/>
                      <a:pt x="18965" y="2841"/>
                      <a:pt x="18739" y="3138"/>
                    </a:cubicBezTo>
                    <a:cubicBezTo>
                      <a:pt x="18739" y="2406"/>
                      <a:pt x="18233" y="1900"/>
                      <a:pt x="17571" y="1900"/>
                    </a:cubicBezTo>
                    <a:lnTo>
                      <a:pt x="16054" y="1900"/>
                    </a:lnTo>
                    <a:cubicBezTo>
                      <a:pt x="16194" y="1168"/>
                      <a:pt x="16786" y="593"/>
                      <a:pt x="17571" y="593"/>
                    </a:cubicBezTo>
                    <a:close/>
                    <a:moveTo>
                      <a:pt x="6833" y="593"/>
                    </a:moveTo>
                    <a:cubicBezTo>
                      <a:pt x="6676" y="732"/>
                      <a:pt x="6537" y="959"/>
                      <a:pt x="6397" y="1098"/>
                    </a:cubicBezTo>
                    <a:cubicBezTo>
                      <a:pt x="6240" y="1395"/>
                      <a:pt x="6171" y="1830"/>
                      <a:pt x="6171" y="2179"/>
                    </a:cubicBezTo>
                    <a:cubicBezTo>
                      <a:pt x="6171" y="2772"/>
                      <a:pt x="6397" y="3347"/>
                      <a:pt x="6833" y="3713"/>
                    </a:cubicBezTo>
                    <a:lnTo>
                      <a:pt x="2109" y="3713"/>
                    </a:lnTo>
                    <a:cubicBezTo>
                      <a:pt x="1307" y="3713"/>
                      <a:pt x="575" y="3051"/>
                      <a:pt x="575" y="2179"/>
                    </a:cubicBezTo>
                    <a:cubicBezTo>
                      <a:pt x="575" y="1307"/>
                      <a:pt x="1307" y="593"/>
                      <a:pt x="2109" y="593"/>
                    </a:cubicBezTo>
                    <a:close/>
                    <a:moveTo>
                      <a:pt x="10162" y="593"/>
                    </a:moveTo>
                    <a:cubicBezTo>
                      <a:pt x="9814" y="1029"/>
                      <a:pt x="9517" y="1534"/>
                      <a:pt x="9517" y="2179"/>
                    </a:cubicBezTo>
                    <a:cubicBezTo>
                      <a:pt x="9517" y="2772"/>
                      <a:pt x="9814" y="3347"/>
                      <a:pt x="10162" y="3713"/>
                    </a:cubicBezTo>
                    <a:lnTo>
                      <a:pt x="8280" y="3713"/>
                    </a:lnTo>
                    <a:cubicBezTo>
                      <a:pt x="7408" y="3713"/>
                      <a:pt x="6763" y="3051"/>
                      <a:pt x="6763" y="2179"/>
                    </a:cubicBezTo>
                    <a:cubicBezTo>
                      <a:pt x="6763" y="1900"/>
                      <a:pt x="6833" y="1604"/>
                      <a:pt x="6972" y="1395"/>
                    </a:cubicBezTo>
                    <a:cubicBezTo>
                      <a:pt x="7269" y="959"/>
                      <a:pt x="7774" y="593"/>
                      <a:pt x="8280" y="593"/>
                    </a:cubicBezTo>
                    <a:close/>
                    <a:moveTo>
                      <a:pt x="16054" y="593"/>
                    </a:moveTo>
                    <a:cubicBezTo>
                      <a:pt x="15618" y="1029"/>
                      <a:pt x="15392" y="1534"/>
                      <a:pt x="15392" y="2179"/>
                    </a:cubicBezTo>
                    <a:cubicBezTo>
                      <a:pt x="15392" y="2772"/>
                      <a:pt x="15618" y="3347"/>
                      <a:pt x="16054" y="3713"/>
                    </a:cubicBezTo>
                    <a:lnTo>
                      <a:pt x="11696" y="3713"/>
                    </a:lnTo>
                    <a:cubicBezTo>
                      <a:pt x="10825" y="3713"/>
                      <a:pt x="10162" y="3051"/>
                      <a:pt x="10162" y="2179"/>
                    </a:cubicBezTo>
                    <a:cubicBezTo>
                      <a:pt x="10162" y="1307"/>
                      <a:pt x="10825" y="593"/>
                      <a:pt x="11696" y="593"/>
                    </a:cubicBezTo>
                    <a:close/>
                    <a:moveTo>
                      <a:pt x="17571" y="2475"/>
                    </a:moveTo>
                    <a:cubicBezTo>
                      <a:pt x="17867" y="2475"/>
                      <a:pt x="18163" y="2772"/>
                      <a:pt x="18163" y="3138"/>
                    </a:cubicBezTo>
                    <a:cubicBezTo>
                      <a:pt x="18163" y="3417"/>
                      <a:pt x="17867" y="3713"/>
                      <a:pt x="17571" y="3713"/>
                    </a:cubicBezTo>
                    <a:cubicBezTo>
                      <a:pt x="16786" y="3713"/>
                      <a:pt x="16194" y="3207"/>
                      <a:pt x="16054" y="2475"/>
                    </a:cubicBezTo>
                    <a:close/>
                    <a:moveTo>
                      <a:pt x="2109" y="0"/>
                    </a:moveTo>
                    <a:cubicBezTo>
                      <a:pt x="941" y="0"/>
                      <a:pt x="0" y="959"/>
                      <a:pt x="0" y="2179"/>
                    </a:cubicBezTo>
                    <a:cubicBezTo>
                      <a:pt x="0" y="3347"/>
                      <a:pt x="941" y="4288"/>
                      <a:pt x="2109" y="4288"/>
                    </a:cubicBezTo>
                    <a:lnTo>
                      <a:pt x="17571" y="4288"/>
                    </a:lnTo>
                    <a:cubicBezTo>
                      <a:pt x="18739" y="4288"/>
                      <a:pt x="19680" y="3347"/>
                      <a:pt x="19680" y="2179"/>
                    </a:cubicBezTo>
                    <a:cubicBezTo>
                      <a:pt x="19680" y="959"/>
                      <a:pt x="18739" y="0"/>
                      <a:pt x="175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0"/>
              <p:cNvSpPr/>
              <p:nvPr/>
            </p:nvSpPr>
            <p:spPr>
              <a:xfrm>
                <a:off x="1271813" y="2807800"/>
                <a:ext cx="14400" cy="14850"/>
              </a:xfrm>
              <a:custGeom>
                <a:rect b="b" l="l" r="r" t="t"/>
                <a:pathLst>
                  <a:path extrusionOk="0" h="594" w="576">
                    <a:moveTo>
                      <a:pt x="1" y="1"/>
                    </a:moveTo>
                    <a:lnTo>
                      <a:pt x="1" y="594"/>
                    </a:lnTo>
                    <a:lnTo>
                      <a:pt x="576" y="594"/>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6" name="Google Shape;2236;p50"/>
            <p:cNvSpPr/>
            <p:nvPr/>
          </p:nvSpPr>
          <p:spPr>
            <a:xfrm>
              <a:off x="1155463" y="2963200"/>
              <a:ext cx="61900" cy="143400"/>
            </a:xfrm>
            <a:custGeom>
              <a:rect b="b" l="l" r="r" t="t"/>
              <a:pathLst>
                <a:path extrusionOk="0" h="5736" w="2476">
                  <a:moveTo>
                    <a:pt x="1238" y="1238"/>
                  </a:moveTo>
                  <a:cubicBezTo>
                    <a:pt x="1604" y="1238"/>
                    <a:pt x="1901" y="1517"/>
                    <a:pt x="1901" y="1883"/>
                  </a:cubicBezTo>
                  <a:cubicBezTo>
                    <a:pt x="1901" y="2249"/>
                    <a:pt x="1604" y="2545"/>
                    <a:pt x="1238" y="2545"/>
                  </a:cubicBezTo>
                  <a:cubicBezTo>
                    <a:pt x="872" y="2545"/>
                    <a:pt x="663" y="2249"/>
                    <a:pt x="663" y="1883"/>
                  </a:cubicBezTo>
                  <a:cubicBezTo>
                    <a:pt x="663" y="1517"/>
                    <a:pt x="872" y="1238"/>
                    <a:pt x="1238" y="1238"/>
                  </a:cubicBezTo>
                  <a:close/>
                  <a:moveTo>
                    <a:pt x="1604" y="3051"/>
                  </a:moveTo>
                  <a:lnTo>
                    <a:pt x="1604" y="4794"/>
                  </a:lnTo>
                  <a:lnTo>
                    <a:pt x="1238" y="4654"/>
                  </a:lnTo>
                  <a:lnTo>
                    <a:pt x="959" y="4794"/>
                  </a:lnTo>
                  <a:lnTo>
                    <a:pt x="959" y="3051"/>
                  </a:lnTo>
                  <a:cubicBezTo>
                    <a:pt x="1029" y="3121"/>
                    <a:pt x="1168" y="3121"/>
                    <a:pt x="1238" y="3121"/>
                  </a:cubicBezTo>
                  <a:cubicBezTo>
                    <a:pt x="1395" y="3121"/>
                    <a:pt x="1465" y="3121"/>
                    <a:pt x="1604" y="3051"/>
                  </a:cubicBezTo>
                  <a:close/>
                  <a:moveTo>
                    <a:pt x="959" y="0"/>
                  </a:moveTo>
                  <a:lnTo>
                    <a:pt x="959" y="732"/>
                  </a:lnTo>
                  <a:cubicBezTo>
                    <a:pt x="436" y="802"/>
                    <a:pt x="1" y="1308"/>
                    <a:pt x="1" y="1883"/>
                  </a:cubicBezTo>
                  <a:cubicBezTo>
                    <a:pt x="1" y="2179"/>
                    <a:pt x="157" y="2476"/>
                    <a:pt x="367" y="2685"/>
                  </a:cubicBezTo>
                  <a:lnTo>
                    <a:pt x="367" y="5735"/>
                  </a:lnTo>
                  <a:lnTo>
                    <a:pt x="1238" y="5299"/>
                  </a:lnTo>
                  <a:lnTo>
                    <a:pt x="2180" y="5735"/>
                  </a:lnTo>
                  <a:lnTo>
                    <a:pt x="2180" y="2685"/>
                  </a:lnTo>
                  <a:cubicBezTo>
                    <a:pt x="2406" y="2476"/>
                    <a:pt x="2476" y="2179"/>
                    <a:pt x="2476" y="1883"/>
                  </a:cubicBezTo>
                  <a:cubicBezTo>
                    <a:pt x="2476" y="1308"/>
                    <a:pt x="2110" y="802"/>
                    <a:pt x="1535" y="732"/>
                  </a:cubicBezTo>
                  <a:lnTo>
                    <a:pt x="153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7" name="Google Shape;2237;p50"/>
          <p:cNvSpPr/>
          <p:nvPr/>
        </p:nvSpPr>
        <p:spPr>
          <a:xfrm>
            <a:off x="7739663" y="2919625"/>
            <a:ext cx="294175" cy="16150"/>
          </a:xfrm>
          <a:custGeom>
            <a:rect b="b" l="l" r="r" t="t"/>
            <a:pathLst>
              <a:path extrusionOk="0" h="646" w="11767">
                <a:moveTo>
                  <a:pt x="1" y="0"/>
                </a:moveTo>
                <a:lnTo>
                  <a:pt x="1" y="645"/>
                </a:lnTo>
                <a:lnTo>
                  <a:pt x="11767" y="645"/>
                </a:lnTo>
                <a:lnTo>
                  <a:pt x="1176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8" name="Google Shape;2238;p50"/>
          <p:cNvGrpSpPr/>
          <p:nvPr/>
        </p:nvGrpSpPr>
        <p:grpSpPr>
          <a:xfrm>
            <a:off x="7095163" y="3382300"/>
            <a:ext cx="108950" cy="493750"/>
            <a:chOff x="7095163" y="3382300"/>
            <a:chExt cx="108950" cy="493750"/>
          </a:xfrm>
        </p:grpSpPr>
        <p:grpSp>
          <p:nvGrpSpPr>
            <p:cNvPr id="2239" name="Google Shape;2239;p50"/>
            <p:cNvGrpSpPr/>
            <p:nvPr/>
          </p:nvGrpSpPr>
          <p:grpSpPr>
            <a:xfrm>
              <a:off x="7095163" y="3389250"/>
              <a:ext cx="108950" cy="486800"/>
              <a:chOff x="7095163" y="3341625"/>
              <a:chExt cx="108950" cy="486800"/>
            </a:xfrm>
          </p:grpSpPr>
          <p:sp>
            <p:nvSpPr>
              <p:cNvPr id="2240" name="Google Shape;2240;p50"/>
              <p:cNvSpPr/>
              <p:nvPr/>
            </p:nvSpPr>
            <p:spPr>
              <a:xfrm>
                <a:off x="7125663" y="3728600"/>
                <a:ext cx="47525" cy="76300"/>
              </a:xfrm>
              <a:custGeom>
                <a:rect b="b" l="l" r="r" t="t"/>
                <a:pathLst>
                  <a:path extrusionOk="0" h="3052" w="1901">
                    <a:moveTo>
                      <a:pt x="0" y="1"/>
                    </a:moveTo>
                    <a:lnTo>
                      <a:pt x="366" y="2476"/>
                    </a:lnTo>
                    <a:lnTo>
                      <a:pt x="959" y="3051"/>
                    </a:lnTo>
                    <a:lnTo>
                      <a:pt x="1604" y="2476"/>
                    </a:lnTo>
                    <a:lnTo>
                      <a:pt x="190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0"/>
              <p:cNvSpPr/>
              <p:nvPr/>
            </p:nvSpPr>
            <p:spPr>
              <a:xfrm>
                <a:off x="7134813" y="3341625"/>
                <a:ext cx="30950" cy="61925"/>
              </a:xfrm>
              <a:custGeom>
                <a:rect b="b" l="l" r="r" t="t"/>
                <a:pathLst>
                  <a:path extrusionOk="0" h="2477" w="1238">
                    <a:moveTo>
                      <a:pt x="0" y="1"/>
                    </a:moveTo>
                    <a:lnTo>
                      <a:pt x="0" y="2476"/>
                    </a:lnTo>
                    <a:lnTo>
                      <a:pt x="1238" y="2476"/>
                    </a:lnTo>
                    <a:lnTo>
                      <a:pt x="12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0"/>
              <p:cNvSpPr/>
              <p:nvPr/>
            </p:nvSpPr>
            <p:spPr>
              <a:xfrm>
                <a:off x="7111288" y="3403525"/>
                <a:ext cx="76275" cy="47075"/>
              </a:xfrm>
              <a:custGeom>
                <a:rect b="b" l="l" r="r" t="t"/>
                <a:pathLst>
                  <a:path extrusionOk="0" h="1883" w="3051">
                    <a:moveTo>
                      <a:pt x="0" y="0"/>
                    </a:moveTo>
                    <a:lnTo>
                      <a:pt x="0" y="1883"/>
                    </a:lnTo>
                    <a:lnTo>
                      <a:pt x="3051" y="1883"/>
                    </a:lnTo>
                    <a:lnTo>
                      <a:pt x="305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0"/>
              <p:cNvSpPr/>
              <p:nvPr/>
            </p:nvSpPr>
            <p:spPr>
              <a:xfrm>
                <a:off x="7118688" y="3427050"/>
                <a:ext cx="61475" cy="30975"/>
              </a:xfrm>
              <a:custGeom>
                <a:rect b="b" l="l" r="r" t="t"/>
                <a:pathLst>
                  <a:path extrusionOk="0" h="1239" w="2459">
                    <a:moveTo>
                      <a:pt x="0" y="0"/>
                    </a:moveTo>
                    <a:lnTo>
                      <a:pt x="0" y="1238"/>
                    </a:lnTo>
                    <a:lnTo>
                      <a:pt x="2458" y="1238"/>
                    </a:lnTo>
                    <a:lnTo>
                      <a:pt x="245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0"/>
              <p:cNvSpPr/>
              <p:nvPr/>
            </p:nvSpPr>
            <p:spPr>
              <a:xfrm>
                <a:off x="7118688" y="3458000"/>
                <a:ext cx="61475" cy="270625"/>
              </a:xfrm>
              <a:custGeom>
                <a:rect b="b" l="l" r="r" t="t"/>
                <a:pathLst>
                  <a:path extrusionOk="0" h="10825" w="2459">
                    <a:moveTo>
                      <a:pt x="0" y="0"/>
                    </a:moveTo>
                    <a:lnTo>
                      <a:pt x="0" y="10825"/>
                    </a:lnTo>
                    <a:lnTo>
                      <a:pt x="2458" y="10825"/>
                    </a:lnTo>
                    <a:lnTo>
                      <a:pt x="245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0"/>
              <p:cNvSpPr/>
              <p:nvPr/>
            </p:nvSpPr>
            <p:spPr>
              <a:xfrm>
                <a:off x="7095163" y="3420075"/>
                <a:ext cx="108950" cy="408350"/>
              </a:xfrm>
              <a:custGeom>
                <a:rect b="b" l="l" r="r" t="t"/>
                <a:pathLst>
                  <a:path extrusionOk="0" h="16334" w="4358">
                    <a:moveTo>
                      <a:pt x="3120" y="576"/>
                    </a:moveTo>
                    <a:lnTo>
                      <a:pt x="3120" y="1221"/>
                    </a:lnTo>
                    <a:lnTo>
                      <a:pt x="1220" y="1221"/>
                    </a:lnTo>
                    <a:lnTo>
                      <a:pt x="1220" y="576"/>
                    </a:lnTo>
                    <a:close/>
                    <a:moveTo>
                      <a:pt x="3120" y="1813"/>
                    </a:moveTo>
                    <a:lnTo>
                      <a:pt x="3120" y="12045"/>
                    </a:lnTo>
                    <a:lnTo>
                      <a:pt x="1220" y="12045"/>
                    </a:lnTo>
                    <a:lnTo>
                      <a:pt x="1220" y="1813"/>
                    </a:lnTo>
                    <a:lnTo>
                      <a:pt x="1883" y="1813"/>
                    </a:lnTo>
                    <a:lnTo>
                      <a:pt x="1883" y="6171"/>
                    </a:lnTo>
                    <a:lnTo>
                      <a:pt x="2458" y="6171"/>
                    </a:lnTo>
                    <a:lnTo>
                      <a:pt x="2458" y="1813"/>
                    </a:lnTo>
                    <a:close/>
                    <a:moveTo>
                      <a:pt x="2824" y="12638"/>
                    </a:moveTo>
                    <a:lnTo>
                      <a:pt x="2824" y="14085"/>
                    </a:lnTo>
                    <a:lnTo>
                      <a:pt x="2318" y="14817"/>
                    </a:lnTo>
                    <a:lnTo>
                      <a:pt x="2022" y="14817"/>
                    </a:lnTo>
                    <a:lnTo>
                      <a:pt x="1586" y="14085"/>
                    </a:lnTo>
                    <a:lnTo>
                      <a:pt x="1586" y="12638"/>
                    </a:lnTo>
                    <a:close/>
                    <a:moveTo>
                      <a:pt x="645" y="1"/>
                    </a:moveTo>
                    <a:lnTo>
                      <a:pt x="645" y="1221"/>
                    </a:lnTo>
                    <a:lnTo>
                      <a:pt x="0" y="1221"/>
                    </a:lnTo>
                    <a:lnTo>
                      <a:pt x="0" y="1813"/>
                    </a:lnTo>
                    <a:lnTo>
                      <a:pt x="645" y="1813"/>
                    </a:lnTo>
                    <a:lnTo>
                      <a:pt x="645" y="12638"/>
                    </a:lnTo>
                    <a:lnTo>
                      <a:pt x="941" y="12638"/>
                    </a:lnTo>
                    <a:lnTo>
                      <a:pt x="941" y="14224"/>
                    </a:lnTo>
                    <a:lnTo>
                      <a:pt x="1743" y="15392"/>
                    </a:lnTo>
                    <a:lnTo>
                      <a:pt x="1883" y="15392"/>
                    </a:lnTo>
                    <a:lnTo>
                      <a:pt x="1883" y="16334"/>
                    </a:lnTo>
                    <a:lnTo>
                      <a:pt x="2458" y="16334"/>
                    </a:lnTo>
                    <a:lnTo>
                      <a:pt x="2458" y="15392"/>
                    </a:lnTo>
                    <a:lnTo>
                      <a:pt x="2685" y="15392"/>
                    </a:lnTo>
                    <a:lnTo>
                      <a:pt x="3399" y="14224"/>
                    </a:lnTo>
                    <a:lnTo>
                      <a:pt x="3399" y="12638"/>
                    </a:lnTo>
                    <a:lnTo>
                      <a:pt x="3696" y="12638"/>
                    </a:lnTo>
                    <a:lnTo>
                      <a:pt x="3696" y="1813"/>
                    </a:lnTo>
                    <a:lnTo>
                      <a:pt x="4358" y="1813"/>
                    </a:lnTo>
                    <a:lnTo>
                      <a:pt x="4358" y="1221"/>
                    </a:lnTo>
                    <a:lnTo>
                      <a:pt x="3696" y="1221"/>
                    </a:lnTo>
                    <a:lnTo>
                      <a:pt x="369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0"/>
              <p:cNvSpPr/>
              <p:nvPr/>
            </p:nvSpPr>
            <p:spPr>
              <a:xfrm>
                <a:off x="7134813" y="3628825"/>
                <a:ext cx="30950" cy="14400"/>
              </a:xfrm>
              <a:custGeom>
                <a:rect b="b" l="l" r="r" t="t"/>
                <a:pathLst>
                  <a:path extrusionOk="0" h="576" w="1238">
                    <a:moveTo>
                      <a:pt x="0" y="0"/>
                    </a:moveTo>
                    <a:lnTo>
                      <a:pt x="0" y="575"/>
                    </a:lnTo>
                    <a:lnTo>
                      <a:pt x="1238" y="575"/>
                    </a:lnTo>
                    <a:lnTo>
                      <a:pt x="12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7" name="Google Shape;2247;p50"/>
            <p:cNvSpPr/>
            <p:nvPr/>
          </p:nvSpPr>
          <p:spPr>
            <a:xfrm>
              <a:off x="7111288" y="3382300"/>
              <a:ext cx="76275" cy="78025"/>
            </a:xfrm>
            <a:custGeom>
              <a:rect b="b" l="l" r="r" t="t"/>
              <a:pathLst>
                <a:path extrusionOk="0" h="3121" w="3051">
                  <a:moveTo>
                    <a:pt x="1813" y="645"/>
                  </a:moveTo>
                  <a:lnTo>
                    <a:pt x="1813" y="2458"/>
                  </a:lnTo>
                  <a:lnTo>
                    <a:pt x="1238" y="2458"/>
                  </a:lnTo>
                  <a:lnTo>
                    <a:pt x="1238" y="645"/>
                  </a:lnTo>
                  <a:close/>
                  <a:moveTo>
                    <a:pt x="575" y="0"/>
                  </a:moveTo>
                  <a:lnTo>
                    <a:pt x="662" y="2458"/>
                  </a:lnTo>
                  <a:lnTo>
                    <a:pt x="0" y="2458"/>
                  </a:lnTo>
                  <a:lnTo>
                    <a:pt x="0" y="3120"/>
                  </a:lnTo>
                  <a:lnTo>
                    <a:pt x="3051" y="3120"/>
                  </a:lnTo>
                  <a:lnTo>
                    <a:pt x="3051" y="2458"/>
                  </a:lnTo>
                  <a:lnTo>
                    <a:pt x="2475" y="2458"/>
                  </a:lnTo>
                  <a:lnTo>
                    <a:pt x="24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 name="Google Shape;2248;p50"/>
          <p:cNvGrpSpPr/>
          <p:nvPr/>
        </p:nvGrpSpPr>
        <p:grpSpPr>
          <a:xfrm>
            <a:off x="5522413" y="3382300"/>
            <a:ext cx="309000" cy="493750"/>
            <a:chOff x="5522413" y="3334675"/>
            <a:chExt cx="309000" cy="493750"/>
          </a:xfrm>
        </p:grpSpPr>
        <p:sp>
          <p:nvSpPr>
            <p:cNvPr id="2249" name="Google Shape;2249;p50"/>
            <p:cNvSpPr/>
            <p:nvPr/>
          </p:nvSpPr>
          <p:spPr>
            <a:xfrm>
              <a:off x="5529838" y="3341625"/>
              <a:ext cx="292425" cy="479400"/>
            </a:xfrm>
            <a:custGeom>
              <a:rect b="b" l="l" r="r" t="t"/>
              <a:pathLst>
                <a:path extrusionOk="0" h="19176" w="11697">
                  <a:moveTo>
                    <a:pt x="7984" y="15480"/>
                  </a:moveTo>
                  <a:cubicBezTo>
                    <a:pt x="8489" y="15480"/>
                    <a:pt x="8925" y="15916"/>
                    <a:pt x="8925" y="16421"/>
                  </a:cubicBezTo>
                  <a:cubicBezTo>
                    <a:pt x="8925" y="16927"/>
                    <a:pt x="8489" y="17293"/>
                    <a:pt x="7984" y="17293"/>
                  </a:cubicBezTo>
                  <a:cubicBezTo>
                    <a:pt x="7478" y="17293"/>
                    <a:pt x="7112" y="16927"/>
                    <a:pt x="7112" y="16421"/>
                  </a:cubicBezTo>
                  <a:cubicBezTo>
                    <a:pt x="7112" y="15916"/>
                    <a:pt x="7478" y="15480"/>
                    <a:pt x="7984" y="15480"/>
                  </a:cubicBezTo>
                  <a:close/>
                  <a:moveTo>
                    <a:pt x="0" y="1"/>
                  </a:moveTo>
                  <a:lnTo>
                    <a:pt x="0" y="8647"/>
                  </a:lnTo>
                  <a:lnTo>
                    <a:pt x="0" y="9884"/>
                  </a:lnTo>
                  <a:lnTo>
                    <a:pt x="0" y="19175"/>
                  </a:lnTo>
                  <a:lnTo>
                    <a:pt x="11697" y="19175"/>
                  </a:lnTo>
                  <a:lnTo>
                    <a:pt x="11400" y="16717"/>
                  </a:lnTo>
                  <a:lnTo>
                    <a:pt x="10459" y="15183"/>
                  </a:lnTo>
                  <a:lnTo>
                    <a:pt x="9221" y="13946"/>
                  </a:lnTo>
                  <a:lnTo>
                    <a:pt x="8925" y="11767"/>
                  </a:lnTo>
                  <a:lnTo>
                    <a:pt x="9884" y="10547"/>
                  </a:lnTo>
                  <a:lnTo>
                    <a:pt x="11697" y="9884"/>
                  </a:lnTo>
                  <a:lnTo>
                    <a:pt x="1169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0"/>
            <p:cNvSpPr/>
            <p:nvPr/>
          </p:nvSpPr>
          <p:spPr>
            <a:xfrm>
              <a:off x="5584313" y="3389125"/>
              <a:ext cx="61900" cy="61475"/>
            </a:xfrm>
            <a:custGeom>
              <a:rect b="b" l="l" r="r" t="t"/>
              <a:pathLst>
                <a:path extrusionOk="0" h="2459" w="2476">
                  <a:moveTo>
                    <a:pt x="1238" y="1"/>
                  </a:moveTo>
                  <a:cubicBezTo>
                    <a:pt x="506" y="1"/>
                    <a:pt x="0" y="576"/>
                    <a:pt x="0" y="1239"/>
                  </a:cubicBezTo>
                  <a:cubicBezTo>
                    <a:pt x="0" y="1884"/>
                    <a:pt x="506" y="2459"/>
                    <a:pt x="1238" y="2459"/>
                  </a:cubicBezTo>
                  <a:cubicBezTo>
                    <a:pt x="1883" y="2459"/>
                    <a:pt x="2475" y="1884"/>
                    <a:pt x="2475" y="1239"/>
                  </a:cubicBezTo>
                  <a:cubicBezTo>
                    <a:pt x="2475" y="576"/>
                    <a:pt x="1883" y="1"/>
                    <a:pt x="12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0"/>
            <p:cNvSpPr/>
            <p:nvPr/>
          </p:nvSpPr>
          <p:spPr>
            <a:xfrm>
              <a:off x="5707638" y="3389125"/>
              <a:ext cx="61900" cy="61475"/>
            </a:xfrm>
            <a:custGeom>
              <a:rect b="b" l="l" r="r" t="t"/>
              <a:pathLst>
                <a:path extrusionOk="0" h="2459" w="2476">
                  <a:moveTo>
                    <a:pt x="1238" y="1"/>
                  </a:moveTo>
                  <a:cubicBezTo>
                    <a:pt x="506" y="1"/>
                    <a:pt x="0" y="576"/>
                    <a:pt x="0" y="1239"/>
                  </a:cubicBezTo>
                  <a:cubicBezTo>
                    <a:pt x="0" y="1884"/>
                    <a:pt x="506" y="2459"/>
                    <a:pt x="1238" y="2459"/>
                  </a:cubicBezTo>
                  <a:cubicBezTo>
                    <a:pt x="1900" y="2459"/>
                    <a:pt x="2475" y="1884"/>
                    <a:pt x="2475" y="1239"/>
                  </a:cubicBezTo>
                  <a:cubicBezTo>
                    <a:pt x="2475" y="576"/>
                    <a:pt x="1900" y="1"/>
                    <a:pt x="1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0"/>
            <p:cNvSpPr/>
            <p:nvPr/>
          </p:nvSpPr>
          <p:spPr>
            <a:xfrm>
              <a:off x="5584313" y="3496350"/>
              <a:ext cx="61900" cy="61450"/>
            </a:xfrm>
            <a:custGeom>
              <a:rect b="b" l="l" r="r" t="t"/>
              <a:pathLst>
                <a:path extrusionOk="0" h="2458" w="2476">
                  <a:moveTo>
                    <a:pt x="1238" y="0"/>
                  </a:moveTo>
                  <a:cubicBezTo>
                    <a:pt x="506" y="0"/>
                    <a:pt x="0" y="575"/>
                    <a:pt x="0" y="1220"/>
                  </a:cubicBezTo>
                  <a:cubicBezTo>
                    <a:pt x="0" y="1952"/>
                    <a:pt x="506" y="2458"/>
                    <a:pt x="1238" y="2458"/>
                  </a:cubicBezTo>
                  <a:cubicBezTo>
                    <a:pt x="1883" y="2458"/>
                    <a:pt x="2475" y="1952"/>
                    <a:pt x="2475" y="1220"/>
                  </a:cubicBezTo>
                  <a:cubicBezTo>
                    <a:pt x="2475" y="575"/>
                    <a:pt x="1883" y="0"/>
                    <a:pt x="12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0"/>
            <p:cNvSpPr/>
            <p:nvPr/>
          </p:nvSpPr>
          <p:spPr>
            <a:xfrm>
              <a:off x="5584313" y="3605275"/>
              <a:ext cx="61900" cy="61475"/>
            </a:xfrm>
            <a:custGeom>
              <a:rect b="b" l="l" r="r" t="t"/>
              <a:pathLst>
                <a:path extrusionOk="0" h="2459" w="2476">
                  <a:moveTo>
                    <a:pt x="1238" y="1"/>
                  </a:moveTo>
                  <a:cubicBezTo>
                    <a:pt x="506" y="1"/>
                    <a:pt x="0" y="506"/>
                    <a:pt x="0" y="1221"/>
                  </a:cubicBezTo>
                  <a:cubicBezTo>
                    <a:pt x="0" y="1883"/>
                    <a:pt x="506" y="2459"/>
                    <a:pt x="1238" y="2459"/>
                  </a:cubicBezTo>
                  <a:cubicBezTo>
                    <a:pt x="1883" y="2459"/>
                    <a:pt x="2475" y="1883"/>
                    <a:pt x="2475" y="1221"/>
                  </a:cubicBezTo>
                  <a:cubicBezTo>
                    <a:pt x="2475" y="506"/>
                    <a:pt x="1883" y="1"/>
                    <a:pt x="12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0"/>
            <p:cNvSpPr/>
            <p:nvPr/>
          </p:nvSpPr>
          <p:spPr>
            <a:xfrm>
              <a:off x="5584313" y="3712050"/>
              <a:ext cx="61900" cy="61900"/>
            </a:xfrm>
            <a:custGeom>
              <a:rect b="b" l="l" r="r" t="t"/>
              <a:pathLst>
                <a:path extrusionOk="0" h="2476" w="2476">
                  <a:moveTo>
                    <a:pt x="1238" y="0"/>
                  </a:moveTo>
                  <a:cubicBezTo>
                    <a:pt x="506" y="0"/>
                    <a:pt x="0" y="593"/>
                    <a:pt x="0" y="1238"/>
                  </a:cubicBezTo>
                  <a:cubicBezTo>
                    <a:pt x="0" y="1970"/>
                    <a:pt x="506" y="2476"/>
                    <a:pt x="1238" y="2476"/>
                  </a:cubicBezTo>
                  <a:cubicBezTo>
                    <a:pt x="1883" y="2476"/>
                    <a:pt x="2475" y="1970"/>
                    <a:pt x="2475" y="1238"/>
                  </a:cubicBezTo>
                  <a:cubicBezTo>
                    <a:pt x="2475" y="593"/>
                    <a:pt x="1883" y="0"/>
                    <a:pt x="12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0"/>
            <p:cNvSpPr/>
            <p:nvPr/>
          </p:nvSpPr>
          <p:spPr>
            <a:xfrm>
              <a:off x="5707638" y="3496350"/>
              <a:ext cx="61900" cy="61450"/>
            </a:xfrm>
            <a:custGeom>
              <a:rect b="b" l="l" r="r" t="t"/>
              <a:pathLst>
                <a:path extrusionOk="0" h="2458" w="2476">
                  <a:moveTo>
                    <a:pt x="1238" y="0"/>
                  </a:moveTo>
                  <a:cubicBezTo>
                    <a:pt x="506" y="0"/>
                    <a:pt x="0" y="575"/>
                    <a:pt x="0" y="1220"/>
                  </a:cubicBezTo>
                  <a:cubicBezTo>
                    <a:pt x="0" y="1952"/>
                    <a:pt x="506" y="2458"/>
                    <a:pt x="1238" y="2458"/>
                  </a:cubicBezTo>
                  <a:cubicBezTo>
                    <a:pt x="1900" y="2458"/>
                    <a:pt x="2475" y="1952"/>
                    <a:pt x="2475" y="1220"/>
                  </a:cubicBezTo>
                  <a:cubicBezTo>
                    <a:pt x="2475" y="575"/>
                    <a:pt x="1900" y="0"/>
                    <a:pt x="12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0"/>
            <p:cNvSpPr/>
            <p:nvPr/>
          </p:nvSpPr>
          <p:spPr>
            <a:xfrm>
              <a:off x="5522413" y="3334675"/>
              <a:ext cx="309000" cy="493750"/>
            </a:xfrm>
            <a:custGeom>
              <a:rect b="b" l="l" r="r" t="t"/>
              <a:pathLst>
                <a:path extrusionOk="0" h="19750" w="12360">
                  <a:moveTo>
                    <a:pt x="11697" y="645"/>
                  </a:moveTo>
                  <a:lnTo>
                    <a:pt x="11697" y="9866"/>
                  </a:lnTo>
                  <a:cubicBezTo>
                    <a:pt x="10181" y="10023"/>
                    <a:pt x="8943" y="11400"/>
                    <a:pt x="8943" y="13004"/>
                  </a:cubicBezTo>
                  <a:cubicBezTo>
                    <a:pt x="8943" y="14015"/>
                    <a:pt x="9449" y="15026"/>
                    <a:pt x="10390" y="15618"/>
                  </a:cubicBezTo>
                  <a:cubicBezTo>
                    <a:pt x="11192" y="16124"/>
                    <a:pt x="11697" y="17065"/>
                    <a:pt x="11697" y="18076"/>
                  </a:cubicBezTo>
                  <a:lnTo>
                    <a:pt x="11697" y="19174"/>
                  </a:lnTo>
                  <a:lnTo>
                    <a:pt x="594" y="19174"/>
                  </a:lnTo>
                  <a:lnTo>
                    <a:pt x="594" y="645"/>
                  </a:lnTo>
                  <a:close/>
                  <a:moveTo>
                    <a:pt x="1" y="0"/>
                  </a:moveTo>
                  <a:lnTo>
                    <a:pt x="1" y="19750"/>
                  </a:lnTo>
                  <a:lnTo>
                    <a:pt x="12360" y="19750"/>
                  </a:lnTo>
                  <a:lnTo>
                    <a:pt x="12360" y="18076"/>
                  </a:lnTo>
                  <a:cubicBezTo>
                    <a:pt x="12360" y="16839"/>
                    <a:pt x="11697" y="15688"/>
                    <a:pt x="10686" y="15026"/>
                  </a:cubicBezTo>
                  <a:cubicBezTo>
                    <a:pt x="9954" y="14590"/>
                    <a:pt x="9518" y="13788"/>
                    <a:pt x="9518" y="13004"/>
                  </a:cubicBezTo>
                  <a:cubicBezTo>
                    <a:pt x="9518" y="11609"/>
                    <a:pt x="10686" y="10528"/>
                    <a:pt x="11994" y="10528"/>
                  </a:cubicBezTo>
                  <a:lnTo>
                    <a:pt x="12360" y="10528"/>
                  </a:lnTo>
                  <a:lnTo>
                    <a:pt x="123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0"/>
            <p:cNvSpPr/>
            <p:nvPr/>
          </p:nvSpPr>
          <p:spPr>
            <a:xfrm>
              <a:off x="5576888" y="3381725"/>
              <a:ext cx="76300" cy="76300"/>
            </a:xfrm>
            <a:custGeom>
              <a:rect b="b" l="l" r="r" t="t"/>
              <a:pathLst>
                <a:path extrusionOk="0" h="3052" w="3052">
                  <a:moveTo>
                    <a:pt x="1535" y="576"/>
                  </a:moveTo>
                  <a:cubicBezTo>
                    <a:pt x="2040" y="576"/>
                    <a:pt x="2476" y="1012"/>
                    <a:pt x="2476" y="1535"/>
                  </a:cubicBezTo>
                  <a:cubicBezTo>
                    <a:pt x="2476" y="2040"/>
                    <a:pt x="2040" y="2476"/>
                    <a:pt x="1535" y="2476"/>
                  </a:cubicBezTo>
                  <a:cubicBezTo>
                    <a:pt x="1029" y="2476"/>
                    <a:pt x="593" y="2040"/>
                    <a:pt x="593" y="1535"/>
                  </a:cubicBezTo>
                  <a:cubicBezTo>
                    <a:pt x="593" y="1012"/>
                    <a:pt x="1029" y="576"/>
                    <a:pt x="1535" y="576"/>
                  </a:cubicBezTo>
                  <a:close/>
                  <a:moveTo>
                    <a:pt x="1535" y="1"/>
                  </a:moveTo>
                  <a:cubicBezTo>
                    <a:pt x="663" y="1"/>
                    <a:pt x="1" y="663"/>
                    <a:pt x="1" y="1535"/>
                  </a:cubicBezTo>
                  <a:cubicBezTo>
                    <a:pt x="1" y="2406"/>
                    <a:pt x="663" y="3051"/>
                    <a:pt x="1535" y="3051"/>
                  </a:cubicBezTo>
                  <a:cubicBezTo>
                    <a:pt x="2337" y="3051"/>
                    <a:pt x="3051" y="2406"/>
                    <a:pt x="3051" y="1535"/>
                  </a:cubicBezTo>
                  <a:cubicBezTo>
                    <a:pt x="3051" y="663"/>
                    <a:pt x="2337" y="1"/>
                    <a:pt x="15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0"/>
            <p:cNvSpPr/>
            <p:nvPr/>
          </p:nvSpPr>
          <p:spPr>
            <a:xfrm>
              <a:off x="5576888" y="3488925"/>
              <a:ext cx="76300" cy="78025"/>
            </a:xfrm>
            <a:custGeom>
              <a:rect b="b" l="l" r="r" t="t"/>
              <a:pathLst>
                <a:path extrusionOk="0" h="3121" w="3052">
                  <a:moveTo>
                    <a:pt x="1535" y="646"/>
                  </a:moveTo>
                  <a:cubicBezTo>
                    <a:pt x="2040" y="646"/>
                    <a:pt x="2476" y="1012"/>
                    <a:pt x="2476" y="1517"/>
                  </a:cubicBezTo>
                  <a:cubicBezTo>
                    <a:pt x="2476" y="2040"/>
                    <a:pt x="2040" y="2476"/>
                    <a:pt x="1535" y="2476"/>
                  </a:cubicBezTo>
                  <a:cubicBezTo>
                    <a:pt x="1029" y="2476"/>
                    <a:pt x="593" y="2040"/>
                    <a:pt x="593" y="1517"/>
                  </a:cubicBezTo>
                  <a:cubicBezTo>
                    <a:pt x="593" y="1012"/>
                    <a:pt x="1029" y="646"/>
                    <a:pt x="1535" y="646"/>
                  </a:cubicBezTo>
                  <a:close/>
                  <a:moveTo>
                    <a:pt x="1535" y="1"/>
                  </a:moveTo>
                  <a:cubicBezTo>
                    <a:pt x="663" y="1"/>
                    <a:pt x="1" y="733"/>
                    <a:pt x="1" y="1517"/>
                  </a:cubicBezTo>
                  <a:cubicBezTo>
                    <a:pt x="1" y="2389"/>
                    <a:pt x="663" y="3121"/>
                    <a:pt x="1535" y="3121"/>
                  </a:cubicBezTo>
                  <a:cubicBezTo>
                    <a:pt x="2337" y="3121"/>
                    <a:pt x="3051" y="2389"/>
                    <a:pt x="3051" y="1517"/>
                  </a:cubicBezTo>
                  <a:cubicBezTo>
                    <a:pt x="3051" y="733"/>
                    <a:pt x="2337" y="1"/>
                    <a:pt x="15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0"/>
            <p:cNvSpPr/>
            <p:nvPr/>
          </p:nvSpPr>
          <p:spPr>
            <a:xfrm>
              <a:off x="5700663" y="3381725"/>
              <a:ext cx="76275" cy="76300"/>
            </a:xfrm>
            <a:custGeom>
              <a:rect b="b" l="l" r="r" t="t"/>
              <a:pathLst>
                <a:path extrusionOk="0" h="3052" w="3051">
                  <a:moveTo>
                    <a:pt x="1517" y="576"/>
                  </a:moveTo>
                  <a:cubicBezTo>
                    <a:pt x="2022" y="576"/>
                    <a:pt x="2458" y="1012"/>
                    <a:pt x="2458" y="1535"/>
                  </a:cubicBezTo>
                  <a:cubicBezTo>
                    <a:pt x="2458" y="2040"/>
                    <a:pt x="2022" y="2476"/>
                    <a:pt x="1517" y="2476"/>
                  </a:cubicBezTo>
                  <a:cubicBezTo>
                    <a:pt x="1011" y="2476"/>
                    <a:pt x="575" y="2040"/>
                    <a:pt x="575" y="1535"/>
                  </a:cubicBezTo>
                  <a:cubicBezTo>
                    <a:pt x="575" y="1012"/>
                    <a:pt x="1011" y="576"/>
                    <a:pt x="1517" y="576"/>
                  </a:cubicBezTo>
                  <a:close/>
                  <a:moveTo>
                    <a:pt x="1517" y="1"/>
                  </a:moveTo>
                  <a:cubicBezTo>
                    <a:pt x="645" y="1"/>
                    <a:pt x="0" y="663"/>
                    <a:pt x="0" y="1535"/>
                  </a:cubicBezTo>
                  <a:cubicBezTo>
                    <a:pt x="0" y="2406"/>
                    <a:pt x="645" y="3051"/>
                    <a:pt x="1517" y="3051"/>
                  </a:cubicBezTo>
                  <a:cubicBezTo>
                    <a:pt x="2319" y="3051"/>
                    <a:pt x="3051" y="2406"/>
                    <a:pt x="3051" y="1535"/>
                  </a:cubicBezTo>
                  <a:cubicBezTo>
                    <a:pt x="3051" y="663"/>
                    <a:pt x="2319" y="1"/>
                    <a:pt x="15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0"/>
            <p:cNvSpPr/>
            <p:nvPr/>
          </p:nvSpPr>
          <p:spPr>
            <a:xfrm>
              <a:off x="5700663" y="3488925"/>
              <a:ext cx="76275" cy="78025"/>
            </a:xfrm>
            <a:custGeom>
              <a:rect b="b" l="l" r="r" t="t"/>
              <a:pathLst>
                <a:path extrusionOk="0" h="3121" w="3051">
                  <a:moveTo>
                    <a:pt x="1517" y="646"/>
                  </a:moveTo>
                  <a:cubicBezTo>
                    <a:pt x="2022" y="646"/>
                    <a:pt x="2458" y="1012"/>
                    <a:pt x="2458" y="1517"/>
                  </a:cubicBezTo>
                  <a:cubicBezTo>
                    <a:pt x="2458" y="2040"/>
                    <a:pt x="2022" y="2476"/>
                    <a:pt x="1517" y="2476"/>
                  </a:cubicBezTo>
                  <a:cubicBezTo>
                    <a:pt x="1011" y="2476"/>
                    <a:pt x="575" y="2040"/>
                    <a:pt x="575" y="1517"/>
                  </a:cubicBezTo>
                  <a:cubicBezTo>
                    <a:pt x="575" y="1012"/>
                    <a:pt x="1011" y="646"/>
                    <a:pt x="1517" y="646"/>
                  </a:cubicBezTo>
                  <a:close/>
                  <a:moveTo>
                    <a:pt x="1517" y="1"/>
                  </a:moveTo>
                  <a:cubicBezTo>
                    <a:pt x="645" y="1"/>
                    <a:pt x="0" y="733"/>
                    <a:pt x="0" y="1517"/>
                  </a:cubicBezTo>
                  <a:cubicBezTo>
                    <a:pt x="0" y="2389"/>
                    <a:pt x="645" y="3121"/>
                    <a:pt x="1517" y="3121"/>
                  </a:cubicBezTo>
                  <a:cubicBezTo>
                    <a:pt x="2319" y="3121"/>
                    <a:pt x="3051" y="2389"/>
                    <a:pt x="3051" y="1517"/>
                  </a:cubicBezTo>
                  <a:cubicBezTo>
                    <a:pt x="3051" y="733"/>
                    <a:pt x="2319" y="1"/>
                    <a:pt x="15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0"/>
            <p:cNvSpPr/>
            <p:nvPr/>
          </p:nvSpPr>
          <p:spPr>
            <a:xfrm>
              <a:off x="5576888" y="3597875"/>
              <a:ext cx="76300" cy="76275"/>
            </a:xfrm>
            <a:custGeom>
              <a:rect b="b" l="l" r="r" t="t"/>
              <a:pathLst>
                <a:path extrusionOk="0" h="3051" w="3052">
                  <a:moveTo>
                    <a:pt x="1535" y="576"/>
                  </a:moveTo>
                  <a:cubicBezTo>
                    <a:pt x="2040" y="576"/>
                    <a:pt x="2476" y="1011"/>
                    <a:pt x="2476" y="1517"/>
                  </a:cubicBezTo>
                  <a:cubicBezTo>
                    <a:pt x="2476" y="2040"/>
                    <a:pt x="2040" y="2476"/>
                    <a:pt x="1535" y="2476"/>
                  </a:cubicBezTo>
                  <a:cubicBezTo>
                    <a:pt x="1029" y="2476"/>
                    <a:pt x="593" y="2040"/>
                    <a:pt x="593" y="1517"/>
                  </a:cubicBezTo>
                  <a:cubicBezTo>
                    <a:pt x="593" y="1011"/>
                    <a:pt x="1029" y="576"/>
                    <a:pt x="1535" y="576"/>
                  </a:cubicBezTo>
                  <a:close/>
                  <a:moveTo>
                    <a:pt x="1535" y="0"/>
                  </a:moveTo>
                  <a:cubicBezTo>
                    <a:pt x="663" y="0"/>
                    <a:pt x="1" y="645"/>
                    <a:pt x="1" y="1517"/>
                  </a:cubicBezTo>
                  <a:cubicBezTo>
                    <a:pt x="1" y="2389"/>
                    <a:pt x="663" y="3051"/>
                    <a:pt x="1535" y="3051"/>
                  </a:cubicBezTo>
                  <a:cubicBezTo>
                    <a:pt x="2337" y="3051"/>
                    <a:pt x="3051" y="2389"/>
                    <a:pt x="3051" y="1517"/>
                  </a:cubicBezTo>
                  <a:cubicBezTo>
                    <a:pt x="3051" y="645"/>
                    <a:pt x="2337" y="0"/>
                    <a:pt x="15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0"/>
            <p:cNvSpPr/>
            <p:nvPr/>
          </p:nvSpPr>
          <p:spPr>
            <a:xfrm>
              <a:off x="5576888" y="3705075"/>
              <a:ext cx="76300" cy="76275"/>
            </a:xfrm>
            <a:custGeom>
              <a:rect b="b" l="l" r="r" t="t"/>
              <a:pathLst>
                <a:path extrusionOk="0" h="3051" w="3052">
                  <a:moveTo>
                    <a:pt x="1535" y="576"/>
                  </a:moveTo>
                  <a:cubicBezTo>
                    <a:pt x="2040" y="576"/>
                    <a:pt x="2476" y="1012"/>
                    <a:pt x="2476" y="1517"/>
                  </a:cubicBezTo>
                  <a:cubicBezTo>
                    <a:pt x="2476" y="2023"/>
                    <a:pt x="2040" y="2458"/>
                    <a:pt x="1535" y="2458"/>
                  </a:cubicBezTo>
                  <a:cubicBezTo>
                    <a:pt x="1029" y="2458"/>
                    <a:pt x="593" y="2023"/>
                    <a:pt x="593" y="1517"/>
                  </a:cubicBezTo>
                  <a:cubicBezTo>
                    <a:pt x="593" y="1012"/>
                    <a:pt x="1029" y="576"/>
                    <a:pt x="1535" y="576"/>
                  </a:cubicBezTo>
                  <a:close/>
                  <a:moveTo>
                    <a:pt x="1535" y="0"/>
                  </a:moveTo>
                  <a:cubicBezTo>
                    <a:pt x="663" y="0"/>
                    <a:pt x="1" y="715"/>
                    <a:pt x="1" y="1517"/>
                  </a:cubicBezTo>
                  <a:cubicBezTo>
                    <a:pt x="1" y="2389"/>
                    <a:pt x="663" y="3051"/>
                    <a:pt x="1535" y="3051"/>
                  </a:cubicBezTo>
                  <a:cubicBezTo>
                    <a:pt x="2337" y="3051"/>
                    <a:pt x="3051" y="2389"/>
                    <a:pt x="3051" y="1517"/>
                  </a:cubicBezTo>
                  <a:cubicBezTo>
                    <a:pt x="3051" y="715"/>
                    <a:pt x="2337" y="0"/>
                    <a:pt x="15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0"/>
            <p:cNvSpPr/>
            <p:nvPr/>
          </p:nvSpPr>
          <p:spPr>
            <a:xfrm>
              <a:off x="5700663" y="3721200"/>
              <a:ext cx="59725" cy="60150"/>
            </a:xfrm>
            <a:custGeom>
              <a:rect b="b" l="l" r="r" t="t"/>
              <a:pathLst>
                <a:path extrusionOk="0" h="2406" w="2389">
                  <a:moveTo>
                    <a:pt x="1151" y="593"/>
                  </a:moveTo>
                  <a:cubicBezTo>
                    <a:pt x="1517" y="593"/>
                    <a:pt x="1813" y="872"/>
                    <a:pt x="1813" y="1238"/>
                  </a:cubicBezTo>
                  <a:cubicBezTo>
                    <a:pt x="1813" y="1534"/>
                    <a:pt x="1517" y="1813"/>
                    <a:pt x="1151" y="1813"/>
                  </a:cubicBezTo>
                  <a:cubicBezTo>
                    <a:pt x="872" y="1813"/>
                    <a:pt x="575" y="1534"/>
                    <a:pt x="575" y="1238"/>
                  </a:cubicBezTo>
                  <a:cubicBezTo>
                    <a:pt x="575" y="872"/>
                    <a:pt x="872" y="593"/>
                    <a:pt x="1151" y="593"/>
                  </a:cubicBezTo>
                  <a:close/>
                  <a:moveTo>
                    <a:pt x="1151" y="0"/>
                  </a:moveTo>
                  <a:cubicBezTo>
                    <a:pt x="506" y="0"/>
                    <a:pt x="0" y="506"/>
                    <a:pt x="0" y="1238"/>
                  </a:cubicBezTo>
                  <a:cubicBezTo>
                    <a:pt x="0" y="1900"/>
                    <a:pt x="506" y="2406"/>
                    <a:pt x="1151" y="2406"/>
                  </a:cubicBezTo>
                  <a:cubicBezTo>
                    <a:pt x="1883" y="2406"/>
                    <a:pt x="2388" y="1900"/>
                    <a:pt x="2388" y="1238"/>
                  </a:cubicBezTo>
                  <a:cubicBezTo>
                    <a:pt x="2388" y="506"/>
                    <a:pt x="1883" y="0"/>
                    <a:pt x="11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 name="Google Shape;2264;p50"/>
          <p:cNvGrpSpPr/>
          <p:nvPr/>
        </p:nvGrpSpPr>
        <p:grpSpPr>
          <a:xfrm>
            <a:off x="1202963" y="4060675"/>
            <a:ext cx="107225" cy="494200"/>
            <a:chOff x="1202963" y="4060675"/>
            <a:chExt cx="107225" cy="494200"/>
          </a:xfrm>
        </p:grpSpPr>
        <p:grpSp>
          <p:nvGrpSpPr>
            <p:cNvPr id="2265" name="Google Shape;2265;p50"/>
            <p:cNvGrpSpPr/>
            <p:nvPr/>
          </p:nvGrpSpPr>
          <p:grpSpPr>
            <a:xfrm>
              <a:off x="1202963" y="4060675"/>
              <a:ext cx="107225" cy="475900"/>
              <a:chOff x="1202963" y="4060675"/>
              <a:chExt cx="107225" cy="475900"/>
            </a:xfrm>
          </p:grpSpPr>
          <p:sp>
            <p:nvSpPr>
              <p:cNvPr id="2266" name="Google Shape;2266;p50"/>
              <p:cNvSpPr/>
              <p:nvPr/>
            </p:nvSpPr>
            <p:spPr>
              <a:xfrm>
                <a:off x="1240888" y="4491225"/>
                <a:ext cx="30950" cy="45350"/>
              </a:xfrm>
              <a:custGeom>
                <a:rect b="b" l="l" r="r" t="t"/>
                <a:pathLst>
                  <a:path extrusionOk="0" h="1814" w="1238">
                    <a:moveTo>
                      <a:pt x="296" y="0"/>
                    </a:moveTo>
                    <a:lnTo>
                      <a:pt x="0" y="297"/>
                    </a:lnTo>
                    <a:lnTo>
                      <a:pt x="593" y="1813"/>
                    </a:lnTo>
                    <a:lnTo>
                      <a:pt x="1238" y="297"/>
                    </a:lnTo>
                    <a:lnTo>
                      <a:pt x="941" y="0"/>
                    </a:lnTo>
                    <a:close/>
                  </a:path>
                </a:pathLst>
              </a:custGeom>
              <a:solidFill>
                <a:srgbClr val="A4C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0"/>
              <p:cNvSpPr/>
              <p:nvPr/>
            </p:nvSpPr>
            <p:spPr>
              <a:xfrm>
                <a:off x="1209938" y="4429325"/>
                <a:ext cx="92850" cy="61925"/>
              </a:xfrm>
              <a:custGeom>
                <a:rect b="b" l="l" r="r" t="t"/>
                <a:pathLst>
                  <a:path extrusionOk="0" h="2477" w="3714">
                    <a:moveTo>
                      <a:pt x="297" y="1"/>
                    </a:moveTo>
                    <a:lnTo>
                      <a:pt x="1" y="594"/>
                    </a:lnTo>
                    <a:lnTo>
                      <a:pt x="1238" y="2476"/>
                    </a:lnTo>
                    <a:lnTo>
                      <a:pt x="2476" y="2476"/>
                    </a:lnTo>
                    <a:lnTo>
                      <a:pt x="2772" y="2110"/>
                    </a:lnTo>
                    <a:lnTo>
                      <a:pt x="37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0"/>
              <p:cNvSpPr/>
              <p:nvPr/>
            </p:nvSpPr>
            <p:spPr>
              <a:xfrm>
                <a:off x="1209938" y="4068075"/>
                <a:ext cx="92850" cy="47100"/>
              </a:xfrm>
              <a:custGeom>
                <a:rect b="b" l="l" r="r" t="t"/>
                <a:pathLst>
                  <a:path extrusionOk="0" h="1884" w="3714">
                    <a:moveTo>
                      <a:pt x="1" y="1"/>
                    </a:moveTo>
                    <a:lnTo>
                      <a:pt x="1" y="1883"/>
                    </a:lnTo>
                    <a:lnTo>
                      <a:pt x="3713" y="1883"/>
                    </a:lnTo>
                    <a:lnTo>
                      <a:pt x="37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0"/>
              <p:cNvSpPr/>
              <p:nvPr/>
            </p:nvSpPr>
            <p:spPr>
              <a:xfrm>
                <a:off x="1279238" y="4115150"/>
                <a:ext cx="23550" cy="307250"/>
              </a:xfrm>
              <a:custGeom>
                <a:rect b="b" l="l" r="r" t="t"/>
                <a:pathLst>
                  <a:path extrusionOk="0" h="12290" w="942">
                    <a:moveTo>
                      <a:pt x="0" y="0"/>
                    </a:moveTo>
                    <a:lnTo>
                      <a:pt x="0" y="12289"/>
                    </a:lnTo>
                    <a:lnTo>
                      <a:pt x="941" y="12289"/>
                    </a:lnTo>
                    <a:lnTo>
                      <a:pt x="94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0"/>
              <p:cNvSpPr/>
              <p:nvPr/>
            </p:nvSpPr>
            <p:spPr>
              <a:xfrm>
                <a:off x="1209938" y="4115150"/>
                <a:ext cx="24000" cy="307250"/>
              </a:xfrm>
              <a:custGeom>
                <a:rect b="b" l="l" r="r" t="t"/>
                <a:pathLst>
                  <a:path extrusionOk="0" h="12290" w="960">
                    <a:moveTo>
                      <a:pt x="1" y="0"/>
                    </a:moveTo>
                    <a:lnTo>
                      <a:pt x="1" y="12289"/>
                    </a:lnTo>
                    <a:lnTo>
                      <a:pt x="959" y="12289"/>
                    </a:lnTo>
                    <a:lnTo>
                      <a:pt x="9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0"/>
              <p:cNvSpPr/>
              <p:nvPr/>
            </p:nvSpPr>
            <p:spPr>
              <a:xfrm>
                <a:off x="1233913" y="4115150"/>
                <a:ext cx="45350" cy="314200"/>
              </a:xfrm>
              <a:custGeom>
                <a:rect b="b" l="l" r="r" t="t"/>
                <a:pathLst>
                  <a:path extrusionOk="0" h="12568" w="1814">
                    <a:moveTo>
                      <a:pt x="0" y="0"/>
                    </a:moveTo>
                    <a:lnTo>
                      <a:pt x="0" y="12568"/>
                    </a:lnTo>
                    <a:lnTo>
                      <a:pt x="1813" y="12568"/>
                    </a:lnTo>
                    <a:lnTo>
                      <a:pt x="18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0"/>
              <p:cNvSpPr/>
              <p:nvPr/>
            </p:nvSpPr>
            <p:spPr>
              <a:xfrm>
                <a:off x="1202963" y="4106425"/>
                <a:ext cx="107225" cy="16150"/>
              </a:xfrm>
              <a:custGeom>
                <a:rect b="b" l="l" r="r" t="t"/>
                <a:pathLst>
                  <a:path extrusionOk="0" h="646" w="4289">
                    <a:moveTo>
                      <a:pt x="1" y="1"/>
                    </a:moveTo>
                    <a:lnTo>
                      <a:pt x="1" y="645"/>
                    </a:lnTo>
                    <a:lnTo>
                      <a:pt x="4289" y="645"/>
                    </a:lnTo>
                    <a:lnTo>
                      <a:pt x="428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0"/>
              <p:cNvSpPr/>
              <p:nvPr/>
            </p:nvSpPr>
            <p:spPr>
              <a:xfrm>
                <a:off x="1202963" y="4060675"/>
                <a:ext cx="107225" cy="38375"/>
              </a:xfrm>
              <a:custGeom>
                <a:rect b="b" l="l" r="r" t="t"/>
                <a:pathLst>
                  <a:path extrusionOk="0" h="1535" w="4289">
                    <a:moveTo>
                      <a:pt x="1" y="0"/>
                    </a:moveTo>
                    <a:lnTo>
                      <a:pt x="1" y="1534"/>
                    </a:lnTo>
                    <a:lnTo>
                      <a:pt x="576" y="1534"/>
                    </a:lnTo>
                    <a:lnTo>
                      <a:pt x="576" y="593"/>
                    </a:lnTo>
                    <a:lnTo>
                      <a:pt x="3696" y="593"/>
                    </a:lnTo>
                    <a:lnTo>
                      <a:pt x="3696" y="1534"/>
                    </a:lnTo>
                    <a:lnTo>
                      <a:pt x="4289" y="1534"/>
                    </a:lnTo>
                    <a:lnTo>
                      <a:pt x="42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4" name="Google Shape;2274;p50"/>
            <p:cNvSpPr/>
            <p:nvPr/>
          </p:nvSpPr>
          <p:spPr>
            <a:xfrm>
              <a:off x="1202963" y="4129950"/>
              <a:ext cx="107225" cy="424925"/>
            </a:xfrm>
            <a:custGeom>
              <a:rect b="b" l="l" r="r" t="t"/>
              <a:pathLst>
                <a:path extrusionOk="0" h="16997" w="4289">
                  <a:moveTo>
                    <a:pt x="3051" y="12046"/>
                  </a:moveTo>
                  <a:lnTo>
                    <a:pt x="3626" y="12412"/>
                  </a:lnTo>
                  <a:lnTo>
                    <a:pt x="2755" y="14085"/>
                  </a:lnTo>
                  <a:lnTo>
                    <a:pt x="1447" y="14085"/>
                  </a:lnTo>
                  <a:lnTo>
                    <a:pt x="646" y="12412"/>
                  </a:lnTo>
                  <a:lnTo>
                    <a:pt x="1238" y="12046"/>
                  </a:lnTo>
                  <a:lnTo>
                    <a:pt x="2110" y="12638"/>
                  </a:lnTo>
                  <a:lnTo>
                    <a:pt x="3051" y="12046"/>
                  </a:lnTo>
                  <a:close/>
                  <a:moveTo>
                    <a:pt x="2546" y="14748"/>
                  </a:moveTo>
                  <a:lnTo>
                    <a:pt x="2110" y="15532"/>
                  </a:lnTo>
                  <a:lnTo>
                    <a:pt x="1744" y="14748"/>
                  </a:lnTo>
                  <a:close/>
                  <a:moveTo>
                    <a:pt x="1" y="1"/>
                  </a:moveTo>
                  <a:lnTo>
                    <a:pt x="1" y="12342"/>
                  </a:lnTo>
                  <a:lnTo>
                    <a:pt x="2110" y="16996"/>
                  </a:lnTo>
                  <a:lnTo>
                    <a:pt x="4289" y="12342"/>
                  </a:lnTo>
                  <a:lnTo>
                    <a:pt x="4289" y="1"/>
                  </a:lnTo>
                  <a:lnTo>
                    <a:pt x="3696" y="1"/>
                  </a:lnTo>
                  <a:lnTo>
                    <a:pt x="3696" y="11697"/>
                  </a:lnTo>
                  <a:lnTo>
                    <a:pt x="3330" y="11470"/>
                  </a:lnTo>
                  <a:lnTo>
                    <a:pt x="3330" y="1"/>
                  </a:lnTo>
                  <a:lnTo>
                    <a:pt x="2755" y="1"/>
                  </a:lnTo>
                  <a:lnTo>
                    <a:pt x="2755" y="11470"/>
                  </a:lnTo>
                  <a:lnTo>
                    <a:pt x="2110" y="11906"/>
                  </a:lnTo>
                  <a:lnTo>
                    <a:pt x="1517" y="11470"/>
                  </a:lnTo>
                  <a:lnTo>
                    <a:pt x="1517" y="1"/>
                  </a:lnTo>
                  <a:lnTo>
                    <a:pt x="942" y="1"/>
                  </a:lnTo>
                  <a:lnTo>
                    <a:pt x="942" y="11470"/>
                  </a:lnTo>
                  <a:lnTo>
                    <a:pt x="576" y="11697"/>
                  </a:lnTo>
                  <a:lnTo>
                    <a:pt x="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5" name="Google Shape;2275;p50"/>
          <p:cNvSpPr/>
          <p:nvPr/>
        </p:nvSpPr>
        <p:spPr>
          <a:xfrm>
            <a:off x="2677213" y="4514750"/>
            <a:ext cx="105475" cy="14400"/>
          </a:xfrm>
          <a:custGeom>
            <a:rect b="b" l="l" r="r" t="t"/>
            <a:pathLst>
              <a:path extrusionOk="0" h="576" w="4219">
                <a:moveTo>
                  <a:pt x="0" y="0"/>
                </a:moveTo>
                <a:lnTo>
                  <a:pt x="0" y="576"/>
                </a:lnTo>
                <a:lnTo>
                  <a:pt x="4219" y="576"/>
                </a:lnTo>
                <a:lnTo>
                  <a:pt x="42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0"/>
          <p:cNvSpPr/>
          <p:nvPr/>
        </p:nvSpPr>
        <p:spPr>
          <a:xfrm>
            <a:off x="3296463" y="4122550"/>
            <a:ext cx="339500" cy="14400"/>
          </a:xfrm>
          <a:custGeom>
            <a:rect b="b" l="l" r="r" t="t"/>
            <a:pathLst>
              <a:path extrusionOk="0" h="576" w="13580">
                <a:moveTo>
                  <a:pt x="0" y="0"/>
                </a:moveTo>
                <a:lnTo>
                  <a:pt x="0" y="576"/>
                </a:lnTo>
                <a:lnTo>
                  <a:pt x="13579" y="576"/>
                </a:lnTo>
                <a:lnTo>
                  <a:pt x="135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0"/>
          <p:cNvSpPr/>
          <p:nvPr/>
        </p:nvSpPr>
        <p:spPr>
          <a:xfrm>
            <a:off x="6295938" y="4108175"/>
            <a:ext cx="234475" cy="61475"/>
          </a:xfrm>
          <a:custGeom>
            <a:rect b="b" l="l" r="r" t="t"/>
            <a:pathLst>
              <a:path extrusionOk="0" h="2459" w="9379">
                <a:moveTo>
                  <a:pt x="0" y="0"/>
                </a:moveTo>
                <a:lnTo>
                  <a:pt x="0" y="2458"/>
                </a:lnTo>
                <a:lnTo>
                  <a:pt x="9378" y="2458"/>
                </a:lnTo>
                <a:lnTo>
                  <a:pt x="9378" y="0"/>
                </a:lnTo>
                <a:lnTo>
                  <a:pt x="8786" y="0"/>
                </a:lnTo>
                <a:lnTo>
                  <a:pt x="8786" y="1883"/>
                </a:lnTo>
                <a:lnTo>
                  <a:pt x="593" y="1883"/>
                </a:lnTo>
                <a:lnTo>
                  <a:pt x="5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1" name="Shape 2281"/>
        <p:cNvGrpSpPr/>
        <p:nvPr/>
      </p:nvGrpSpPr>
      <p:grpSpPr>
        <a:xfrm>
          <a:off x="0" y="0"/>
          <a:ext cx="0" cy="0"/>
          <a:chOff x="0" y="0"/>
          <a:chExt cx="0" cy="0"/>
        </a:xfrm>
      </p:grpSpPr>
      <p:sp>
        <p:nvSpPr>
          <p:cNvPr id="2282" name="Google Shape;2282;p51"/>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2283" name="Google Shape;2283;p51"/>
          <p:cNvGrpSpPr/>
          <p:nvPr/>
        </p:nvGrpSpPr>
        <p:grpSpPr>
          <a:xfrm>
            <a:off x="828573" y="1738149"/>
            <a:ext cx="3450087" cy="2222130"/>
            <a:chOff x="1522075" y="1452400"/>
            <a:chExt cx="4344650" cy="2798300"/>
          </a:xfrm>
        </p:grpSpPr>
        <p:sp>
          <p:nvSpPr>
            <p:cNvPr id="2284" name="Google Shape;2284;p51"/>
            <p:cNvSpPr/>
            <p:nvPr/>
          </p:nvSpPr>
          <p:spPr>
            <a:xfrm>
              <a:off x="1686850" y="3464950"/>
              <a:ext cx="1365325" cy="232475"/>
            </a:xfrm>
            <a:custGeom>
              <a:rect b="b" l="l" r="r" t="t"/>
              <a:pathLst>
                <a:path extrusionOk="0" h="9299" w="54613">
                  <a:moveTo>
                    <a:pt x="1454" y="0"/>
                  </a:moveTo>
                  <a:cubicBezTo>
                    <a:pt x="728" y="0"/>
                    <a:pt x="1" y="627"/>
                    <a:pt x="1" y="1454"/>
                  </a:cubicBezTo>
                  <a:lnTo>
                    <a:pt x="1" y="7845"/>
                  </a:lnTo>
                  <a:cubicBezTo>
                    <a:pt x="1" y="8672"/>
                    <a:pt x="728" y="9299"/>
                    <a:pt x="1454" y="9299"/>
                  </a:cubicBezTo>
                  <a:lnTo>
                    <a:pt x="53159" y="9299"/>
                  </a:lnTo>
                  <a:cubicBezTo>
                    <a:pt x="53986" y="9299"/>
                    <a:pt x="54613" y="8672"/>
                    <a:pt x="54613" y="7845"/>
                  </a:cubicBezTo>
                  <a:lnTo>
                    <a:pt x="54613" y="1454"/>
                  </a:lnTo>
                  <a:cubicBezTo>
                    <a:pt x="54613" y="627"/>
                    <a:pt x="53986" y="0"/>
                    <a:pt x="531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1"/>
            <p:cNvSpPr/>
            <p:nvPr/>
          </p:nvSpPr>
          <p:spPr>
            <a:xfrm>
              <a:off x="1684350" y="3459925"/>
              <a:ext cx="1370325" cy="240000"/>
            </a:xfrm>
            <a:custGeom>
              <a:rect b="b" l="l" r="r" t="t"/>
              <a:pathLst>
                <a:path extrusionOk="0" h="9600" w="54813">
                  <a:moveTo>
                    <a:pt x="53259" y="302"/>
                  </a:moveTo>
                  <a:cubicBezTo>
                    <a:pt x="53560" y="302"/>
                    <a:pt x="53885" y="527"/>
                    <a:pt x="54186" y="728"/>
                  </a:cubicBezTo>
                  <a:cubicBezTo>
                    <a:pt x="54387" y="928"/>
                    <a:pt x="54512" y="1254"/>
                    <a:pt x="54512" y="1655"/>
                  </a:cubicBezTo>
                  <a:lnTo>
                    <a:pt x="54512" y="8046"/>
                  </a:lnTo>
                  <a:cubicBezTo>
                    <a:pt x="54512" y="8347"/>
                    <a:pt x="54387" y="8673"/>
                    <a:pt x="54186" y="8973"/>
                  </a:cubicBezTo>
                  <a:cubicBezTo>
                    <a:pt x="53885" y="9174"/>
                    <a:pt x="53560" y="9299"/>
                    <a:pt x="53259" y="9299"/>
                  </a:cubicBezTo>
                  <a:lnTo>
                    <a:pt x="1554" y="9299"/>
                  </a:lnTo>
                  <a:cubicBezTo>
                    <a:pt x="1254" y="9299"/>
                    <a:pt x="928" y="9174"/>
                    <a:pt x="727" y="8973"/>
                  </a:cubicBezTo>
                  <a:cubicBezTo>
                    <a:pt x="401" y="8673"/>
                    <a:pt x="301" y="8347"/>
                    <a:pt x="301" y="8046"/>
                  </a:cubicBezTo>
                  <a:lnTo>
                    <a:pt x="301" y="1655"/>
                  </a:lnTo>
                  <a:cubicBezTo>
                    <a:pt x="301" y="1254"/>
                    <a:pt x="401" y="928"/>
                    <a:pt x="727" y="728"/>
                  </a:cubicBezTo>
                  <a:cubicBezTo>
                    <a:pt x="928" y="527"/>
                    <a:pt x="1254" y="302"/>
                    <a:pt x="1554" y="302"/>
                  </a:cubicBezTo>
                  <a:close/>
                  <a:moveTo>
                    <a:pt x="1554" y="1"/>
                  </a:moveTo>
                  <a:cubicBezTo>
                    <a:pt x="727" y="1"/>
                    <a:pt x="0" y="728"/>
                    <a:pt x="0" y="1655"/>
                  </a:cubicBezTo>
                  <a:lnTo>
                    <a:pt x="0" y="8046"/>
                  </a:lnTo>
                  <a:cubicBezTo>
                    <a:pt x="0" y="8873"/>
                    <a:pt x="727" y="9600"/>
                    <a:pt x="1554" y="9600"/>
                  </a:cubicBezTo>
                  <a:lnTo>
                    <a:pt x="53259" y="9600"/>
                  </a:lnTo>
                  <a:cubicBezTo>
                    <a:pt x="54086" y="9600"/>
                    <a:pt x="54813" y="8873"/>
                    <a:pt x="54813" y="8046"/>
                  </a:cubicBezTo>
                  <a:lnTo>
                    <a:pt x="54813" y="1655"/>
                  </a:lnTo>
                  <a:cubicBezTo>
                    <a:pt x="54813" y="728"/>
                    <a:pt x="54086" y="1"/>
                    <a:pt x="53259" y="1"/>
                  </a:cubicBez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1"/>
            <p:cNvSpPr/>
            <p:nvPr/>
          </p:nvSpPr>
          <p:spPr>
            <a:xfrm>
              <a:off x="1981975" y="3496275"/>
              <a:ext cx="770075" cy="169825"/>
            </a:xfrm>
            <a:custGeom>
              <a:rect b="b" l="l" r="r" t="t"/>
              <a:pathLst>
                <a:path extrusionOk="0" h="6793" w="30803">
                  <a:moveTo>
                    <a:pt x="201" y="1"/>
                  </a:moveTo>
                  <a:cubicBezTo>
                    <a:pt x="101" y="1"/>
                    <a:pt x="0" y="101"/>
                    <a:pt x="0" y="201"/>
                  </a:cubicBezTo>
                  <a:lnTo>
                    <a:pt x="0" y="6692"/>
                  </a:lnTo>
                  <a:cubicBezTo>
                    <a:pt x="0" y="6793"/>
                    <a:pt x="101" y="6793"/>
                    <a:pt x="201" y="6793"/>
                  </a:cubicBezTo>
                  <a:lnTo>
                    <a:pt x="30702" y="6793"/>
                  </a:lnTo>
                  <a:cubicBezTo>
                    <a:pt x="30802" y="6793"/>
                    <a:pt x="30802" y="6793"/>
                    <a:pt x="30802" y="6692"/>
                  </a:cubicBezTo>
                  <a:lnTo>
                    <a:pt x="30802" y="201"/>
                  </a:lnTo>
                  <a:cubicBezTo>
                    <a:pt x="30802" y="101"/>
                    <a:pt x="30802" y="1"/>
                    <a:pt x="307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1"/>
            <p:cNvSpPr/>
            <p:nvPr/>
          </p:nvSpPr>
          <p:spPr>
            <a:xfrm>
              <a:off x="1978825" y="3493775"/>
              <a:ext cx="778225" cy="177350"/>
            </a:xfrm>
            <a:custGeom>
              <a:rect b="b" l="l" r="r" t="t"/>
              <a:pathLst>
                <a:path extrusionOk="0" h="7094" w="31129">
                  <a:moveTo>
                    <a:pt x="30828" y="301"/>
                  </a:moveTo>
                  <a:lnTo>
                    <a:pt x="30828" y="6792"/>
                  </a:lnTo>
                  <a:lnTo>
                    <a:pt x="327" y="6792"/>
                  </a:lnTo>
                  <a:lnTo>
                    <a:pt x="327" y="301"/>
                  </a:lnTo>
                  <a:close/>
                  <a:moveTo>
                    <a:pt x="327" y="0"/>
                  </a:moveTo>
                  <a:cubicBezTo>
                    <a:pt x="126" y="0"/>
                    <a:pt x="1" y="101"/>
                    <a:pt x="1" y="301"/>
                  </a:cubicBezTo>
                  <a:lnTo>
                    <a:pt x="1" y="6792"/>
                  </a:lnTo>
                  <a:cubicBezTo>
                    <a:pt x="1" y="6993"/>
                    <a:pt x="126" y="7093"/>
                    <a:pt x="327" y="7093"/>
                  </a:cubicBezTo>
                  <a:lnTo>
                    <a:pt x="30828" y="7093"/>
                  </a:lnTo>
                  <a:cubicBezTo>
                    <a:pt x="31029" y="7093"/>
                    <a:pt x="31129" y="6993"/>
                    <a:pt x="31129" y="6792"/>
                  </a:cubicBezTo>
                  <a:lnTo>
                    <a:pt x="31129" y="301"/>
                  </a:lnTo>
                  <a:cubicBezTo>
                    <a:pt x="31129" y="101"/>
                    <a:pt x="31029" y="0"/>
                    <a:pt x="30828" y="0"/>
                  </a:cubicBez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1"/>
            <p:cNvSpPr/>
            <p:nvPr/>
          </p:nvSpPr>
          <p:spPr>
            <a:xfrm>
              <a:off x="2817200" y="3496275"/>
              <a:ext cx="36350" cy="169825"/>
            </a:xfrm>
            <a:custGeom>
              <a:rect b="b" l="l" r="r" t="t"/>
              <a:pathLst>
                <a:path extrusionOk="0" h="6793" w="1454">
                  <a:moveTo>
                    <a:pt x="0" y="1"/>
                  </a:moveTo>
                  <a:lnTo>
                    <a:pt x="0" y="6793"/>
                  </a:lnTo>
                  <a:lnTo>
                    <a:pt x="1454" y="6793"/>
                  </a:lnTo>
                  <a:lnTo>
                    <a:pt x="1454" y="1"/>
                  </a:lnTo>
                  <a:close/>
                </a:path>
              </a:pathLst>
            </a:custGeom>
            <a:solidFill>
              <a:srgbClr val="FF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1"/>
            <p:cNvSpPr/>
            <p:nvPr/>
          </p:nvSpPr>
          <p:spPr>
            <a:xfrm>
              <a:off x="2814675" y="3493775"/>
              <a:ext cx="41375" cy="177350"/>
            </a:xfrm>
            <a:custGeom>
              <a:rect b="b" l="l" r="r" t="t"/>
              <a:pathLst>
                <a:path extrusionOk="0" h="7094" w="1655">
                  <a:moveTo>
                    <a:pt x="1354" y="301"/>
                  </a:moveTo>
                  <a:lnTo>
                    <a:pt x="1354" y="6792"/>
                  </a:lnTo>
                  <a:lnTo>
                    <a:pt x="302" y="6792"/>
                  </a:lnTo>
                  <a:lnTo>
                    <a:pt x="302" y="301"/>
                  </a:lnTo>
                  <a:close/>
                  <a:moveTo>
                    <a:pt x="1" y="0"/>
                  </a:moveTo>
                  <a:lnTo>
                    <a:pt x="1" y="7093"/>
                  </a:lnTo>
                  <a:lnTo>
                    <a:pt x="1655" y="7093"/>
                  </a:lnTo>
                  <a:lnTo>
                    <a:pt x="1655" y="6893"/>
                  </a:lnTo>
                  <a:lnTo>
                    <a:pt x="1655" y="0"/>
                  </a:lnTo>
                  <a:close/>
                </a:path>
              </a:pathLst>
            </a:custGeom>
            <a:solidFill>
              <a:srgbClr val="282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1"/>
            <p:cNvSpPr/>
            <p:nvPr/>
          </p:nvSpPr>
          <p:spPr>
            <a:xfrm>
              <a:off x="2890500" y="3520075"/>
              <a:ext cx="36350" cy="122225"/>
            </a:xfrm>
            <a:custGeom>
              <a:rect b="b" l="l" r="r" t="t"/>
              <a:pathLst>
                <a:path extrusionOk="0" h="4889" w="1454">
                  <a:moveTo>
                    <a:pt x="0" y="1"/>
                  </a:moveTo>
                  <a:lnTo>
                    <a:pt x="0" y="4888"/>
                  </a:lnTo>
                  <a:lnTo>
                    <a:pt x="1454" y="4888"/>
                  </a:lnTo>
                  <a:lnTo>
                    <a:pt x="1454" y="1"/>
                  </a:lnTo>
                  <a:close/>
                </a:path>
              </a:pathLst>
            </a:custGeom>
            <a:solidFill>
              <a:srgbClr val="FF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1"/>
            <p:cNvSpPr/>
            <p:nvPr/>
          </p:nvSpPr>
          <p:spPr>
            <a:xfrm>
              <a:off x="2887375" y="3516950"/>
              <a:ext cx="44500" cy="130975"/>
            </a:xfrm>
            <a:custGeom>
              <a:rect b="b" l="l" r="r" t="t"/>
              <a:pathLst>
                <a:path extrusionOk="0" h="5239" w="1780">
                  <a:moveTo>
                    <a:pt x="1479" y="326"/>
                  </a:moveTo>
                  <a:lnTo>
                    <a:pt x="1479" y="4913"/>
                  </a:lnTo>
                  <a:lnTo>
                    <a:pt x="326" y="4913"/>
                  </a:lnTo>
                  <a:lnTo>
                    <a:pt x="326" y="326"/>
                  </a:lnTo>
                  <a:close/>
                  <a:moveTo>
                    <a:pt x="0" y="1"/>
                  </a:moveTo>
                  <a:lnTo>
                    <a:pt x="0" y="5239"/>
                  </a:lnTo>
                  <a:lnTo>
                    <a:pt x="1780" y="5239"/>
                  </a:lnTo>
                  <a:lnTo>
                    <a:pt x="1780" y="5013"/>
                  </a:lnTo>
                  <a:lnTo>
                    <a:pt x="1780" y="1"/>
                  </a:lnTo>
                  <a:close/>
                </a:path>
              </a:pathLst>
            </a:custGeom>
            <a:solidFill>
              <a:srgbClr val="282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1"/>
            <p:cNvSpPr/>
            <p:nvPr/>
          </p:nvSpPr>
          <p:spPr>
            <a:xfrm>
              <a:off x="1747000" y="3545775"/>
              <a:ext cx="72725" cy="73325"/>
            </a:xfrm>
            <a:custGeom>
              <a:rect b="b" l="l" r="r" t="t"/>
              <a:pathLst>
                <a:path extrusionOk="0" h="2933" w="2909">
                  <a:moveTo>
                    <a:pt x="1" y="0"/>
                  </a:moveTo>
                  <a:lnTo>
                    <a:pt x="1" y="2933"/>
                  </a:lnTo>
                  <a:lnTo>
                    <a:pt x="2908" y="2933"/>
                  </a:lnTo>
                  <a:lnTo>
                    <a:pt x="29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1"/>
            <p:cNvSpPr/>
            <p:nvPr/>
          </p:nvSpPr>
          <p:spPr>
            <a:xfrm>
              <a:off x="1743875" y="3543275"/>
              <a:ext cx="78350" cy="78350"/>
            </a:xfrm>
            <a:custGeom>
              <a:rect b="b" l="l" r="r" t="t"/>
              <a:pathLst>
                <a:path extrusionOk="0" h="3134" w="3134">
                  <a:moveTo>
                    <a:pt x="2833" y="326"/>
                  </a:moveTo>
                  <a:lnTo>
                    <a:pt x="2833" y="2832"/>
                  </a:lnTo>
                  <a:lnTo>
                    <a:pt x="326" y="2832"/>
                  </a:lnTo>
                  <a:lnTo>
                    <a:pt x="326" y="326"/>
                  </a:lnTo>
                  <a:close/>
                  <a:moveTo>
                    <a:pt x="0" y="0"/>
                  </a:moveTo>
                  <a:lnTo>
                    <a:pt x="0" y="100"/>
                  </a:lnTo>
                  <a:lnTo>
                    <a:pt x="0" y="3033"/>
                  </a:lnTo>
                  <a:lnTo>
                    <a:pt x="0" y="3133"/>
                  </a:lnTo>
                  <a:lnTo>
                    <a:pt x="3133" y="3133"/>
                  </a:lnTo>
                  <a:lnTo>
                    <a:pt x="3133" y="3033"/>
                  </a:lnTo>
                  <a:lnTo>
                    <a:pt x="3133" y="100"/>
                  </a:lnTo>
                  <a:lnTo>
                    <a:pt x="3133" y="0"/>
                  </a:ln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1"/>
            <p:cNvSpPr/>
            <p:nvPr/>
          </p:nvSpPr>
          <p:spPr>
            <a:xfrm>
              <a:off x="1686850" y="3713075"/>
              <a:ext cx="1401675" cy="286975"/>
            </a:xfrm>
            <a:custGeom>
              <a:rect b="b" l="l" r="r" t="t"/>
              <a:pathLst>
                <a:path extrusionOk="0" h="11479" w="56067">
                  <a:moveTo>
                    <a:pt x="1" y="0"/>
                  </a:moveTo>
                  <a:cubicBezTo>
                    <a:pt x="1" y="0"/>
                    <a:pt x="2808" y="6065"/>
                    <a:pt x="1" y="11479"/>
                  </a:cubicBezTo>
                  <a:lnTo>
                    <a:pt x="53259" y="11479"/>
                  </a:lnTo>
                  <a:cubicBezTo>
                    <a:pt x="54813" y="11479"/>
                    <a:pt x="56066" y="9825"/>
                    <a:pt x="56066" y="7720"/>
                  </a:cubicBezTo>
                  <a:lnTo>
                    <a:pt x="56066" y="3760"/>
                  </a:lnTo>
                  <a:cubicBezTo>
                    <a:pt x="56066" y="1679"/>
                    <a:pt x="54813" y="0"/>
                    <a:pt x="532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1"/>
            <p:cNvSpPr/>
            <p:nvPr/>
          </p:nvSpPr>
          <p:spPr>
            <a:xfrm>
              <a:off x="1678700" y="3708050"/>
              <a:ext cx="1415450" cy="297650"/>
            </a:xfrm>
            <a:custGeom>
              <a:rect b="b" l="l" r="r" t="t"/>
              <a:pathLst>
                <a:path extrusionOk="0" h="11906" w="56618">
                  <a:moveTo>
                    <a:pt x="53585" y="402"/>
                  </a:moveTo>
                  <a:cubicBezTo>
                    <a:pt x="54312" y="402"/>
                    <a:pt x="54939" y="828"/>
                    <a:pt x="55465" y="1454"/>
                  </a:cubicBezTo>
                  <a:cubicBezTo>
                    <a:pt x="55866" y="2081"/>
                    <a:pt x="56192" y="2908"/>
                    <a:pt x="56192" y="3961"/>
                  </a:cubicBezTo>
                  <a:lnTo>
                    <a:pt x="56192" y="7921"/>
                  </a:lnTo>
                  <a:cubicBezTo>
                    <a:pt x="56192" y="8973"/>
                    <a:pt x="55866" y="9800"/>
                    <a:pt x="55465" y="10427"/>
                  </a:cubicBezTo>
                  <a:cubicBezTo>
                    <a:pt x="54939" y="11053"/>
                    <a:pt x="54312" y="11480"/>
                    <a:pt x="53585" y="11480"/>
                  </a:cubicBezTo>
                  <a:lnTo>
                    <a:pt x="674" y="11480"/>
                  </a:lnTo>
                  <a:cubicBezTo>
                    <a:pt x="1511" y="9700"/>
                    <a:pt x="1780" y="7927"/>
                    <a:pt x="1780" y="6266"/>
                  </a:cubicBezTo>
                  <a:cubicBezTo>
                    <a:pt x="1780" y="3490"/>
                    <a:pt x="973" y="1198"/>
                    <a:pt x="654" y="402"/>
                  </a:cubicBezTo>
                  <a:close/>
                  <a:moveTo>
                    <a:pt x="1" y="1"/>
                  </a:moveTo>
                  <a:lnTo>
                    <a:pt x="226" y="302"/>
                  </a:lnTo>
                  <a:cubicBezTo>
                    <a:pt x="327" y="627"/>
                    <a:pt x="1354" y="3134"/>
                    <a:pt x="1354" y="6266"/>
                  </a:cubicBezTo>
                  <a:cubicBezTo>
                    <a:pt x="1354" y="7921"/>
                    <a:pt x="1054" y="9800"/>
                    <a:pt x="226" y="11580"/>
                  </a:cubicBezTo>
                  <a:lnTo>
                    <a:pt x="1" y="11906"/>
                  </a:lnTo>
                  <a:lnTo>
                    <a:pt x="53585" y="11906"/>
                  </a:lnTo>
                  <a:cubicBezTo>
                    <a:pt x="54512" y="11906"/>
                    <a:pt x="55239" y="11379"/>
                    <a:pt x="55766" y="10652"/>
                  </a:cubicBezTo>
                  <a:cubicBezTo>
                    <a:pt x="56292" y="10026"/>
                    <a:pt x="56618" y="8973"/>
                    <a:pt x="56618" y="7921"/>
                  </a:cubicBezTo>
                  <a:lnTo>
                    <a:pt x="56618" y="3961"/>
                  </a:lnTo>
                  <a:cubicBezTo>
                    <a:pt x="56618" y="2808"/>
                    <a:pt x="56292" y="1880"/>
                    <a:pt x="55766" y="1129"/>
                  </a:cubicBezTo>
                  <a:cubicBezTo>
                    <a:pt x="55239" y="502"/>
                    <a:pt x="54512" y="1"/>
                    <a:pt x="53585" y="1"/>
                  </a:cubicBez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1"/>
            <p:cNvSpPr/>
            <p:nvPr/>
          </p:nvSpPr>
          <p:spPr>
            <a:xfrm>
              <a:off x="1718175" y="3791400"/>
              <a:ext cx="1365325" cy="7525"/>
            </a:xfrm>
            <a:custGeom>
              <a:rect b="b" l="l" r="r" t="t"/>
              <a:pathLst>
                <a:path extrusionOk="0" h="301" w="54613">
                  <a:moveTo>
                    <a:pt x="1" y="0"/>
                  </a:moveTo>
                  <a:lnTo>
                    <a:pt x="1" y="301"/>
                  </a:lnTo>
                  <a:lnTo>
                    <a:pt x="54613" y="301"/>
                  </a:lnTo>
                  <a:lnTo>
                    <a:pt x="546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1"/>
            <p:cNvSpPr/>
            <p:nvPr/>
          </p:nvSpPr>
          <p:spPr>
            <a:xfrm>
              <a:off x="1712550" y="3934875"/>
              <a:ext cx="1365950" cy="8175"/>
            </a:xfrm>
            <a:custGeom>
              <a:rect b="b" l="l" r="r" t="t"/>
              <a:pathLst>
                <a:path extrusionOk="0" h="327" w="54638">
                  <a:moveTo>
                    <a:pt x="0" y="0"/>
                  </a:moveTo>
                  <a:lnTo>
                    <a:pt x="0" y="326"/>
                  </a:lnTo>
                  <a:lnTo>
                    <a:pt x="54637" y="326"/>
                  </a:lnTo>
                  <a:lnTo>
                    <a:pt x="546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1"/>
            <p:cNvSpPr/>
            <p:nvPr/>
          </p:nvSpPr>
          <p:spPr>
            <a:xfrm>
              <a:off x="1723200" y="3838375"/>
              <a:ext cx="1360300" cy="7550"/>
            </a:xfrm>
            <a:custGeom>
              <a:rect b="b" l="l" r="r" t="t"/>
              <a:pathLst>
                <a:path extrusionOk="0" h="302" w="54412">
                  <a:moveTo>
                    <a:pt x="0" y="1"/>
                  </a:moveTo>
                  <a:lnTo>
                    <a:pt x="0" y="302"/>
                  </a:lnTo>
                  <a:lnTo>
                    <a:pt x="54412" y="302"/>
                  </a:lnTo>
                  <a:lnTo>
                    <a:pt x="544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1"/>
            <p:cNvSpPr/>
            <p:nvPr/>
          </p:nvSpPr>
          <p:spPr>
            <a:xfrm>
              <a:off x="1710050" y="3767575"/>
              <a:ext cx="1370950" cy="8175"/>
            </a:xfrm>
            <a:custGeom>
              <a:rect b="b" l="l" r="r" t="t"/>
              <a:pathLst>
                <a:path extrusionOk="0" h="327" w="54838">
                  <a:moveTo>
                    <a:pt x="0" y="1"/>
                  </a:moveTo>
                  <a:lnTo>
                    <a:pt x="0" y="327"/>
                  </a:lnTo>
                  <a:lnTo>
                    <a:pt x="54837" y="327"/>
                  </a:lnTo>
                  <a:lnTo>
                    <a:pt x="5483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1"/>
            <p:cNvSpPr/>
            <p:nvPr/>
          </p:nvSpPr>
          <p:spPr>
            <a:xfrm>
              <a:off x="1723200" y="3882875"/>
              <a:ext cx="1360300" cy="7550"/>
            </a:xfrm>
            <a:custGeom>
              <a:rect b="b" l="l" r="r" t="t"/>
              <a:pathLst>
                <a:path extrusionOk="0" h="302" w="54412">
                  <a:moveTo>
                    <a:pt x="0" y="0"/>
                  </a:moveTo>
                  <a:lnTo>
                    <a:pt x="0" y="301"/>
                  </a:lnTo>
                  <a:lnTo>
                    <a:pt x="54412" y="301"/>
                  </a:lnTo>
                  <a:lnTo>
                    <a:pt x="544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1"/>
            <p:cNvSpPr/>
            <p:nvPr/>
          </p:nvSpPr>
          <p:spPr>
            <a:xfrm>
              <a:off x="1673700" y="3699900"/>
              <a:ext cx="1430475" cy="313325"/>
            </a:xfrm>
            <a:custGeom>
              <a:rect b="b" l="l" r="r" t="t"/>
              <a:pathLst>
                <a:path extrusionOk="0" h="12533" w="57219">
                  <a:moveTo>
                    <a:pt x="527" y="1"/>
                  </a:moveTo>
                  <a:cubicBezTo>
                    <a:pt x="201" y="1"/>
                    <a:pt x="0" y="201"/>
                    <a:pt x="0" y="527"/>
                  </a:cubicBezTo>
                  <a:cubicBezTo>
                    <a:pt x="0" y="828"/>
                    <a:pt x="201" y="1154"/>
                    <a:pt x="527" y="1154"/>
                  </a:cubicBezTo>
                  <a:lnTo>
                    <a:pt x="53785" y="1154"/>
                  </a:lnTo>
                  <a:cubicBezTo>
                    <a:pt x="55038" y="1154"/>
                    <a:pt x="56066" y="2507"/>
                    <a:pt x="56066" y="4287"/>
                  </a:cubicBezTo>
                  <a:lnTo>
                    <a:pt x="56066" y="8247"/>
                  </a:lnTo>
                  <a:cubicBezTo>
                    <a:pt x="56066" y="9926"/>
                    <a:pt x="55038" y="11379"/>
                    <a:pt x="53785" y="11379"/>
                  </a:cubicBezTo>
                  <a:lnTo>
                    <a:pt x="527" y="11379"/>
                  </a:lnTo>
                  <a:cubicBezTo>
                    <a:pt x="201" y="11379"/>
                    <a:pt x="0" y="11705"/>
                    <a:pt x="0" y="12006"/>
                  </a:cubicBezTo>
                  <a:cubicBezTo>
                    <a:pt x="0" y="12332"/>
                    <a:pt x="201" y="12532"/>
                    <a:pt x="527" y="12532"/>
                  </a:cubicBezTo>
                  <a:lnTo>
                    <a:pt x="53785" y="12532"/>
                  </a:lnTo>
                  <a:cubicBezTo>
                    <a:pt x="55665" y="12532"/>
                    <a:pt x="57219" y="10653"/>
                    <a:pt x="57219" y="8247"/>
                  </a:cubicBezTo>
                  <a:lnTo>
                    <a:pt x="57219" y="4287"/>
                  </a:lnTo>
                  <a:cubicBezTo>
                    <a:pt x="57219" y="1881"/>
                    <a:pt x="55665" y="1"/>
                    <a:pt x="53785" y="1"/>
                  </a:cubicBezTo>
                  <a:close/>
                </a:path>
              </a:pathLst>
            </a:custGeom>
            <a:solidFill>
              <a:srgbClr val="416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1"/>
            <p:cNvSpPr/>
            <p:nvPr/>
          </p:nvSpPr>
          <p:spPr>
            <a:xfrm>
              <a:off x="1668675" y="3694900"/>
              <a:ext cx="1438025" cy="323325"/>
            </a:xfrm>
            <a:custGeom>
              <a:rect b="b" l="l" r="r" t="t"/>
              <a:pathLst>
                <a:path extrusionOk="0" h="12933" w="57521">
                  <a:moveTo>
                    <a:pt x="53986" y="301"/>
                  </a:moveTo>
                  <a:cubicBezTo>
                    <a:pt x="54913" y="301"/>
                    <a:pt x="55766" y="727"/>
                    <a:pt x="56267" y="1554"/>
                  </a:cubicBezTo>
                  <a:cubicBezTo>
                    <a:pt x="56893" y="2281"/>
                    <a:pt x="57219" y="3334"/>
                    <a:pt x="57219" y="4487"/>
                  </a:cubicBezTo>
                  <a:lnTo>
                    <a:pt x="57219" y="8447"/>
                  </a:lnTo>
                  <a:cubicBezTo>
                    <a:pt x="57219" y="9599"/>
                    <a:pt x="56893" y="10652"/>
                    <a:pt x="56267" y="11379"/>
                  </a:cubicBezTo>
                  <a:cubicBezTo>
                    <a:pt x="55766" y="12106"/>
                    <a:pt x="54913" y="12632"/>
                    <a:pt x="53986" y="12632"/>
                  </a:cubicBezTo>
                  <a:lnTo>
                    <a:pt x="728" y="12632"/>
                  </a:lnTo>
                  <a:cubicBezTo>
                    <a:pt x="502" y="12632"/>
                    <a:pt x="302" y="12432"/>
                    <a:pt x="302" y="12206"/>
                  </a:cubicBezTo>
                  <a:cubicBezTo>
                    <a:pt x="302" y="11905"/>
                    <a:pt x="502" y="11805"/>
                    <a:pt x="728" y="11805"/>
                  </a:cubicBezTo>
                  <a:lnTo>
                    <a:pt x="53986" y="11805"/>
                  </a:lnTo>
                  <a:cubicBezTo>
                    <a:pt x="54713" y="11805"/>
                    <a:pt x="55340" y="11379"/>
                    <a:pt x="55766" y="10752"/>
                  </a:cubicBezTo>
                  <a:cubicBezTo>
                    <a:pt x="56167" y="10126"/>
                    <a:pt x="56392" y="9399"/>
                    <a:pt x="56392" y="8447"/>
                  </a:cubicBezTo>
                  <a:lnTo>
                    <a:pt x="56392" y="4487"/>
                  </a:lnTo>
                  <a:cubicBezTo>
                    <a:pt x="56392" y="3534"/>
                    <a:pt x="56167" y="2707"/>
                    <a:pt x="55766" y="2181"/>
                  </a:cubicBezTo>
                  <a:cubicBezTo>
                    <a:pt x="55340" y="1554"/>
                    <a:pt x="54713" y="1153"/>
                    <a:pt x="53986" y="1153"/>
                  </a:cubicBezTo>
                  <a:lnTo>
                    <a:pt x="728" y="1153"/>
                  </a:lnTo>
                  <a:cubicBezTo>
                    <a:pt x="502" y="1153"/>
                    <a:pt x="302" y="928"/>
                    <a:pt x="302" y="727"/>
                  </a:cubicBezTo>
                  <a:cubicBezTo>
                    <a:pt x="302" y="527"/>
                    <a:pt x="502" y="301"/>
                    <a:pt x="728" y="301"/>
                  </a:cubicBezTo>
                  <a:close/>
                  <a:moveTo>
                    <a:pt x="728" y="0"/>
                  </a:moveTo>
                  <a:cubicBezTo>
                    <a:pt x="302" y="0"/>
                    <a:pt x="1" y="301"/>
                    <a:pt x="1" y="727"/>
                  </a:cubicBezTo>
                  <a:cubicBezTo>
                    <a:pt x="1" y="1153"/>
                    <a:pt x="302" y="1454"/>
                    <a:pt x="728" y="1454"/>
                  </a:cubicBezTo>
                  <a:lnTo>
                    <a:pt x="53986" y="1454"/>
                  </a:lnTo>
                  <a:cubicBezTo>
                    <a:pt x="54613" y="1454"/>
                    <a:pt x="55139" y="1780"/>
                    <a:pt x="55440" y="2281"/>
                  </a:cubicBezTo>
                  <a:cubicBezTo>
                    <a:pt x="55866" y="2908"/>
                    <a:pt x="56066" y="3660"/>
                    <a:pt x="56066" y="4487"/>
                  </a:cubicBezTo>
                  <a:lnTo>
                    <a:pt x="56066" y="8447"/>
                  </a:lnTo>
                  <a:cubicBezTo>
                    <a:pt x="56066" y="9299"/>
                    <a:pt x="55866" y="10026"/>
                    <a:pt x="55440" y="10552"/>
                  </a:cubicBezTo>
                  <a:cubicBezTo>
                    <a:pt x="55139" y="11178"/>
                    <a:pt x="54613" y="11479"/>
                    <a:pt x="53986" y="11479"/>
                  </a:cubicBezTo>
                  <a:lnTo>
                    <a:pt x="728" y="11479"/>
                  </a:lnTo>
                  <a:cubicBezTo>
                    <a:pt x="302" y="11479"/>
                    <a:pt x="1" y="11805"/>
                    <a:pt x="1" y="12206"/>
                  </a:cubicBezTo>
                  <a:cubicBezTo>
                    <a:pt x="1" y="12632"/>
                    <a:pt x="302" y="12933"/>
                    <a:pt x="728" y="12933"/>
                  </a:cubicBezTo>
                  <a:lnTo>
                    <a:pt x="53986" y="12933"/>
                  </a:lnTo>
                  <a:cubicBezTo>
                    <a:pt x="55014" y="12933"/>
                    <a:pt x="55966" y="12432"/>
                    <a:pt x="56593" y="11579"/>
                  </a:cubicBezTo>
                  <a:cubicBezTo>
                    <a:pt x="57219" y="10752"/>
                    <a:pt x="57520" y="9700"/>
                    <a:pt x="57520" y="8447"/>
                  </a:cubicBezTo>
                  <a:lnTo>
                    <a:pt x="57520" y="4487"/>
                  </a:lnTo>
                  <a:cubicBezTo>
                    <a:pt x="57520" y="3234"/>
                    <a:pt x="57219" y="2081"/>
                    <a:pt x="56593" y="1354"/>
                  </a:cubicBezTo>
                  <a:cubicBezTo>
                    <a:pt x="55966" y="527"/>
                    <a:pt x="55014" y="0"/>
                    <a:pt x="53986" y="0"/>
                  </a:cubicBez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1"/>
            <p:cNvSpPr/>
            <p:nvPr/>
          </p:nvSpPr>
          <p:spPr>
            <a:xfrm>
              <a:off x="1634225" y="3240625"/>
              <a:ext cx="1326475" cy="211200"/>
            </a:xfrm>
            <a:custGeom>
              <a:rect b="b" l="l" r="r" t="t"/>
              <a:pathLst>
                <a:path extrusionOk="0" h="8448" w="53059">
                  <a:moveTo>
                    <a:pt x="2106" y="1"/>
                  </a:moveTo>
                  <a:cubicBezTo>
                    <a:pt x="953" y="1"/>
                    <a:pt x="0" y="1154"/>
                    <a:pt x="0" y="2708"/>
                  </a:cubicBezTo>
                  <a:lnTo>
                    <a:pt x="0" y="5740"/>
                  </a:lnTo>
                  <a:cubicBezTo>
                    <a:pt x="0" y="7194"/>
                    <a:pt x="953" y="8447"/>
                    <a:pt x="2106" y="8447"/>
                  </a:cubicBezTo>
                  <a:lnTo>
                    <a:pt x="53058" y="8447"/>
                  </a:lnTo>
                  <a:cubicBezTo>
                    <a:pt x="53058" y="8447"/>
                    <a:pt x="50978" y="3961"/>
                    <a:pt x="530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1"/>
            <p:cNvSpPr/>
            <p:nvPr/>
          </p:nvSpPr>
          <p:spPr>
            <a:xfrm>
              <a:off x="1629200" y="3235000"/>
              <a:ext cx="1336500" cy="222450"/>
            </a:xfrm>
            <a:custGeom>
              <a:rect b="b" l="l" r="r" t="t"/>
              <a:pathLst>
                <a:path extrusionOk="0" h="8898" w="53460">
                  <a:moveTo>
                    <a:pt x="52906" y="426"/>
                  </a:moveTo>
                  <a:cubicBezTo>
                    <a:pt x="52300" y="1692"/>
                    <a:pt x="52107" y="3025"/>
                    <a:pt x="52107" y="4186"/>
                  </a:cubicBezTo>
                  <a:cubicBezTo>
                    <a:pt x="52107" y="6125"/>
                    <a:pt x="52676" y="7808"/>
                    <a:pt x="52935" y="8472"/>
                  </a:cubicBezTo>
                  <a:lnTo>
                    <a:pt x="2307" y="8472"/>
                  </a:lnTo>
                  <a:cubicBezTo>
                    <a:pt x="1780" y="8472"/>
                    <a:pt x="1254" y="8146"/>
                    <a:pt x="953" y="7745"/>
                  </a:cubicBezTo>
                  <a:cubicBezTo>
                    <a:pt x="628" y="7319"/>
                    <a:pt x="427" y="6692"/>
                    <a:pt x="427" y="5965"/>
                  </a:cubicBezTo>
                  <a:lnTo>
                    <a:pt x="427" y="2933"/>
                  </a:lnTo>
                  <a:cubicBezTo>
                    <a:pt x="427" y="2206"/>
                    <a:pt x="628" y="1579"/>
                    <a:pt x="953" y="1153"/>
                  </a:cubicBezTo>
                  <a:cubicBezTo>
                    <a:pt x="1254" y="627"/>
                    <a:pt x="1780" y="426"/>
                    <a:pt x="2307" y="426"/>
                  </a:cubicBezTo>
                  <a:close/>
                  <a:moveTo>
                    <a:pt x="2307" y="0"/>
                  </a:moveTo>
                  <a:cubicBezTo>
                    <a:pt x="1580" y="0"/>
                    <a:pt x="1054" y="326"/>
                    <a:pt x="628" y="852"/>
                  </a:cubicBezTo>
                  <a:cubicBezTo>
                    <a:pt x="201" y="1379"/>
                    <a:pt x="1" y="2106"/>
                    <a:pt x="1" y="2933"/>
                  </a:cubicBezTo>
                  <a:lnTo>
                    <a:pt x="1" y="5965"/>
                  </a:lnTo>
                  <a:cubicBezTo>
                    <a:pt x="1" y="6692"/>
                    <a:pt x="201" y="7419"/>
                    <a:pt x="628" y="8045"/>
                  </a:cubicBezTo>
                  <a:cubicBezTo>
                    <a:pt x="1054" y="8572"/>
                    <a:pt x="1580" y="8898"/>
                    <a:pt x="2307" y="8898"/>
                  </a:cubicBezTo>
                  <a:lnTo>
                    <a:pt x="53259" y="8898"/>
                  </a:lnTo>
                  <a:cubicBezTo>
                    <a:pt x="53259" y="8898"/>
                    <a:pt x="53360" y="8898"/>
                    <a:pt x="53360" y="8772"/>
                  </a:cubicBezTo>
                  <a:cubicBezTo>
                    <a:pt x="53460" y="8772"/>
                    <a:pt x="53460" y="8672"/>
                    <a:pt x="53360" y="8572"/>
                  </a:cubicBezTo>
                  <a:cubicBezTo>
                    <a:pt x="53259" y="8371"/>
                    <a:pt x="52533" y="6492"/>
                    <a:pt x="52533" y="4186"/>
                  </a:cubicBezTo>
                  <a:cubicBezTo>
                    <a:pt x="52533" y="2933"/>
                    <a:pt x="52733" y="1579"/>
                    <a:pt x="53360" y="226"/>
                  </a:cubicBezTo>
                  <a:cubicBezTo>
                    <a:pt x="53460" y="226"/>
                    <a:pt x="53460" y="126"/>
                    <a:pt x="53360" y="126"/>
                  </a:cubicBezTo>
                  <a:cubicBezTo>
                    <a:pt x="53360" y="0"/>
                    <a:pt x="53259" y="0"/>
                    <a:pt x="53259" y="0"/>
                  </a:cubicBezTo>
                  <a:close/>
                </a:path>
              </a:pathLst>
            </a:custGeom>
            <a:solidFill>
              <a:srgbClr val="282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1"/>
            <p:cNvSpPr/>
            <p:nvPr/>
          </p:nvSpPr>
          <p:spPr>
            <a:xfrm>
              <a:off x="1637350" y="3389125"/>
              <a:ext cx="1300175" cy="8175"/>
            </a:xfrm>
            <a:custGeom>
              <a:rect b="b" l="l" r="r" t="t"/>
              <a:pathLst>
                <a:path extrusionOk="0" h="327" w="52007">
                  <a:moveTo>
                    <a:pt x="1" y="1"/>
                  </a:moveTo>
                  <a:lnTo>
                    <a:pt x="1" y="327"/>
                  </a:lnTo>
                  <a:lnTo>
                    <a:pt x="52006" y="327"/>
                  </a:lnTo>
                  <a:lnTo>
                    <a:pt x="5200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1"/>
            <p:cNvSpPr/>
            <p:nvPr/>
          </p:nvSpPr>
          <p:spPr>
            <a:xfrm>
              <a:off x="1637350" y="3292650"/>
              <a:ext cx="1305175" cy="5025"/>
            </a:xfrm>
            <a:custGeom>
              <a:rect b="b" l="l" r="r" t="t"/>
              <a:pathLst>
                <a:path extrusionOk="0" h="201" w="52207">
                  <a:moveTo>
                    <a:pt x="1" y="0"/>
                  </a:moveTo>
                  <a:lnTo>
                    <a:pt x="1" y="201"/>
                  </a:lnTo>
                  <a:lnTo>
                    <a:pt x="52207" y="201"/>
                  </a:lnTo>
                  <a:lnTo>
                    <a:pt x="5220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1"/>
            <p:cNvSpPr/>
            <p:nvPr/>
          </p:nvSpPr>
          <p:spPr>
            <a:xfrm>
              <a:off x="1637350" y="3357800"/>
              <a:ext cx="1294525" cy="8175"/>
            </a:xfrm>
            <a:custGeom>
              <a:rect b="b" l="l" r="r" t="t"/>
              <a:pathLst>
                <a:path extrusionOk="0" h="327" w="51781">
                  <a:moveTo>
                    <a:pt x="1" y="1"/>
                  </a:moveTo>
                  <a:lnTo>
                    <a:pt x="1" y="326"/>
                  </a:lnTo>
                  <a:lnTo>
                    <a:pt x="51781" y="326"/>
                  </a:lnTo>
                  <a:lnTo>
                    <a:pt x="5178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1"/>
            <p:cNvSpPr/>
            <p:nvPr/>
          </p:nvSpPr>
          <p:spPr>
            <a:xfrm>
              <a:off x="1637350" y="3404800"/>
              <a:ext cx="1305175" cy="8175"/>
            </a:xfrm>
            <a:custGeom>
              <a:rect b="b" l="l" r="r" t="t"/>
              <a:pathLst>
                <a:path extrusionOk="0" h="327" w="52207">
                  <a:moveTo>
                    <a:pt x="1" y="0"/>
                  </a:moveTo>
                  <a:lnTo>
                    <a:pt x="1" y="326"/>
                  </a:lnTo>
                  <a:lnTo>
                    <a:pt x="52207" y="326"/>
                  </a:lnTo>
                  <a:lnTo>
                    <a:pt x="5220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1"/>
            <p:cNvSpPr/>
            <p:nvPr/>
          </p:nvSpPr>
          <p:spPr>
            <a:xfrm>
              <a:off x="1637350" y="3326475"/>
              <a:ext cx="1294525" cy="8175"/>
            </a:xfrm>
            <a:custGeom>
              <a:rect b="b" l="l" r="r" t="t"/>
              <a:pathLst>
                <a:path extrusionOk="0" h="327" w="51781">
                  <a:moveTo>
                    <a:pt x="1" y="1"/>
                  </a:moveTo>
                  <a:lnTo>
                    <a:pt x="1" y="326"/>
                  </a:lnTo>
                  <a:lnTo>
                    <a:pt x="51781" y="326"/>
                  </a:lnTo>
                  <a:lnTo>
                    <a:pt x="5178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1"/>
            <p:cNvSpPr/>
            <p:nvPr/>
          </p:nvSpPr>
          <p:spPr>
            <a:xfrm>
              <a:off x="1621700" y="3227475"/>
              <a:ext cx="1349650" cy="237500"/>
            </a:xfrm>
            <a:custGeom>
              <a:rect b="b" l="l" r="r" t="t"/>
              <a:pathLst>
                <a:path extrusionOk="0" h="9500" w="53986">
                  <a:moveTo>
                    <a:pt x="2607" y="1"/>
                  </a:moveTo>
                  <a:cubicBezTo>
                    <a:pt x="1128" y="1"/>
                    <a:pt x="0" y="1454"/>
                    <a:pt x="0" y="3234"/>
                  </a:cubicBezTo>
                  <a:lnTo>
                    <a:pt x="0" y="6266"/>
                  </a:lnTo>
                  <a:cubicBezTo>
                    <a:pt x="0" y="8046"/>
                    <a:pt x="1128" y="9499"/>
                    <a:pt x="2607" y="9499"/>
                  </a:cubicBezTo>
                  <a:lnTo>
                    <a:pt x="53559" y="9499"/>
                  </a:lnTo>
                  <a:cubicBezTo>
                    <a:pt x="53760" y="9499"/>
                    <a:pt x="53985" y="9299"/>
                    <a:pt x="53985" y="8973"/>
                  </a:cubicBezTo>
                  <a:cubicBezTo>
                    <a:pt x="53985" y="8672"/>
                    <a:pt x="53760" y="8447"/>
                    <a:pt x="53559" y="8447"/>
                  </a:cubicBezTo>
                  <a:lnTo>
                    <a:pt x="2607" y="8447"/>
                  </a:lnTo>
                  <a:cubicBezTo>
                    <a:pt x="1654" y="8447"/>
                    <a:pt x="928" y="7419"/>
                    <a:pt x="928" y="6266"/>
                  </a:cubicBezTo>
                  <a:lnTo>
                    <a:pt x="928" y="3234"/>
                  </a:lnTo>
                  <a:cubicBezTo>
                    <a:pt x="928" y="1981"/>
                    <a:pt x="1654" y="928"/>
                    <a:pt x="2607" y="928"/>
                  </a:cubicBezTo>
                  <a:lnTo>
                    <a:pt x="53559" y="928"/>
                  </a:lnTo>
                  <a:cubicBezTo>
                    <a:pt x="53760" y="928"/>
                    <a:pt x="53985" y="727"/>
                    <a:pt x="53985" y="527"/>
                  </a:cubicBezTo>
                  <a:cubicBezTo>
                    <a:pt x="53985" y="201"/>
                    <a:pt x="53760" y="1"/>
                    <a:pt x="535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1"/>
            <p:cNvSpPr/>
            <p:nvPr/>
          </p:nvSpPr>
          <p:spPr>
            <a:xfrm>
              <a:off x="1616050" y="3222475"/>
              <a:ext cx="1360300" cy="245000"/>
            </a:xfrm>
            <a:custGeom>
              <a:rect b="b" l="l" r="r" t="t"/>
              <a:pathLst>
                <a:path extrusionOk="0" h="9800" w="54412">
                  <a:moveTo>
                    <a:pt x="53785" y="301"/>
                  </a:moveTo>
                  <a:cubicBezTo>
                    <a:pt x="53886" y="301"/>
                    <a:pt x="54111" y="501"/>
                    <a:pt x="54111" y="727"/>
                  </a:cubicBezTo>
                  <a:cubicBezTo>
                    <a:pt x="54111" y="827"/>
                    <a:pt x="53886" y="1028"/>
                    <a:pt x="53785" y="1028"/>
                  </a:cubicBezTo>
                  <a:lnTo>
                    <a:pt x="2833" y="1028"/>
                  </a:lnTo>
                  <a:cubicBezTo>
                    <a:pt x="2306" y="1028"/>
                    <a:pt x="1880" y="1353"/>
                    <a:pt x="1580" y="1754"/>
                  </a:cubicBezTo>
                  <a:cubicBezTo>
                    <a:pt x="1254" y="2181"/>
                    <a:pt x="1053" y="2807"/>
                    <a:pt x="1053" y="3434"/>
                  </a:cubicBezTo>
                  <a:lnTo>
                    <a:pt x="1053" y="6466"/>
                  </a:lnTo>
                  <a:cubicBezTo>
                    <a:pt x="1053" y="7093"/>
                    <a:pt x="1254" y="7719"/>
                    <a:pt x="1580" y="8145"/>
                  </a:cubicBezTo>
                  <a:cubicBezTo>
                    <a:pt x="1880" y="8546"/>
                    <a:pt x="2306" y="8872"/>
                    <a:pt x="2833" y="8872"/>
                  </a:cubicBezTo>
                  <a:lnTo>
                    <a:pt x="53785" y="8872"/>
                  </a:lnTo>
                  <a:cubicBezTo>
                    <a:pt x="53886" y="8872"/>
                    <a:pt x="54111" y="8973"/>
                    <a:pt x="54111" y="9173"/>
                  </a:cubicBezTo>
                  <a:cubicBezTo>
                    <a:pt x="54111" y="9399"/>
                    <a:pt x="53886" y="9499"/>
                    <a:pt x="53785" y="9499"/>
                  </a:cubicBezTo>
                  <a:lnTo>
                    <a:pt x="2833" y="9499"/>
                  </a:lnTo>
                  <a:cubicBezTo>
                    <a:pt x="2106" y="9499"/>
                    <a:pt x="1580" y="9173"/>
                    <a:pt x="1053" y="8647"/>
                  </a:cubicBezTo>
                  <a:cubicBezTo>
                    <a:pt x="627" y="8020"/>
                    <a:pt x="326" y="7293"/>
                    <a:pt x="326" y="6466"/>
                  </a:cubicBezTo>
                  <a:lnTo>
                    <a:pt x="326" y="3434"/>
                  </a:lnTo>
                  <a:cubicBezTo>
                    <a:pt x="326" y="2607"/>
                    <a:pt x="627" y="1754"/>
                    <a:pt x="1053" y="1253"/>
                  </a:cubicBezTo>
                  <a:cubicBezTo>
                    <a:pt x="1580" y="727"/>
                    <a:pt x="2106" y="301"/>
                    <a:pt x="2833" y="301"/>
                  </a:cubicBezTo>
                  <a:close/>
                  <a:moveTo>
                    <a:pt x="2833" y="0"/>
                  </a:moveTo>
                  <a:cubicBezTo>
                    <a:pt x="1981" y="0"/>
                    <a:pt x="1354" y="401"/>
                    <a:pt x="853" y="1028"/>
                  </a:cubicBezTo>
                  <a:cubicBezTo>
                    <a:pt x="326" y="1654"/>
                    <a:pt x="1" y="2506"/>
                    <a:pt x="1" y="3434"/>
                  </a:cubicBezTo>
                  <a:lnTo>
                    <a:pt x="1" y="6466"/>
                  </a:lnTo>
                  <a:cubicBezTo>
                    <a:pt x="1" y="7394"/>
                    <a:pt x="326" y="8246"/>
                    <a:pt x="853" y="8872"/>
                  </a:cubicBezTo>
                  <a:cubicBezTo>
                    <a:pt x="1354" y="9499"/>
                    <a:pt x="1981" y="9800"/>
                    <a:pt x="2833" y="9800"/>
                  </a:cubicBezTo>
                  <a:lnTo>
                    <a:pt x="53785" y="9800"/>
                  </a:lnTo>
                  <a:cubicBezTo>
                    <a:pt x="54111" y="9800"/>
                    <a:pt x="54412" y="9499"/>
                    <a:pt x="54412" y="9173"/>
                  </a:cubicBezTo>
                  <a:cubicBezTo>
                    <a:pt x="54412" y="8872"/>
                    <a:pt x="54111" y="8546"/>
                    <a:pt x="53785" y="8546"/>
                  </a:cubicBezTo>
                  <a:lnTo>
                    <a:pt x="2833" y="8546"/>
                  </a:lnTo>
                  <a:cubicBezTo>
                    <a:pt x="2407" y="8546"/>
                    <a:pt x="2106" y="8346"/>
                    <a:pt x="1780" y="7920"/>
                  </a:cubicBezTo>
                  <a:cubicBezTo>
                    <a:pt x="1479" y="7519"/>
                    <a:pt x="1354" y="6993"/>
                    <a:pt x="1354" y="6466"/>
                  </a:cubicBezTo>
                  <a:lnTo>
                    <a:pt x="1354" y="3434"/>
                  </a:lnTo>
                  <a:cubicBezTo>
                    <a:pt x="1354" y="2807"/>
                    <a:pt x="1479" y="2281"/>
                    <a:pt x="1780" y="1980"/>
                  </a:cubicBezTo>
                  <a:cubicBezTo>
                    <a:pt x="2106" y="1554"/>
                    <a:pt x="2407" y="1353"/>
                    <a:pt x="2833" y="1353"/>
                  </a:cubicBezTo>
                  <a:lnTo>
                    <a:pt x="53785" y="1353"/>
                  </a:lnTo>
                  <a:cubicBezTo>
                    <a:pt x="54111" y="1353"/>
                    <a:pt x="54412" y="1028"/>
                    <a:pt x="54412" y="727"/>
                  </a:cubicBezTo>
                  <a:cubicBezTo>
                    <a:pt x="54412" y="301"/>
                    <a:pt x="54111" y="0"/>
                    <a:pt x="5378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1"/>
            <p:cNvSpPr/>
            <p:nvPr/>
          </p:nvSpPr>
          <p:spPr>
            <a:xfrm>
              <a:off x="1621700" y="4013200"/>
              <a:ext cx="1441125" cy="234975"/>
            </a:xfrm>
            <a:custGeom>
              <a:rect b="b" l="l" r="r" t="t"/>
              <a:pathLst>
                <a:path extrusionOk="0" h="9399" w="57645">
                  <a:moveTo>
                    <a:pt x="1454" y="0"/>
                  </a:moveTo>
                  <a:cubicBezTo>
                    <a:pt x="627" y="0"/>
                    <a:pt x="0" y="727"/>
                    <a:pt x="0" y="1579"/>
                  </a:cubicBezTo>
                  <a:lnTo>
                    <a:pt x="0" y="7845"/>
                  </a:lnTo>
                  <a:cubicBezTo>
                    <a:pt x="0" y="8672"/>
                    <a:pt x="627" y="9399"/>
                    <a:pt x="1454" y="9399"/>
                  </a:cubicBezTo>
                  <a:lnTo>
                    <a:pt x="56066" y="9399"/>
                  </a:lnTo>
                  <a:cubicBezTo>
                    <a:pt x="56893" y="9399"/>
                    <a:pt x="57645" y="8672"/>
                    <a:pt x="57645" y="7845"/>
                  </a:cubicBezTo>
                  <a:lnTo>
                    <a:pt x="57645" y="1579"/>
                  </a:lnTo>
                  <a:cubicBezTo>
                    <a:pt x="57645" y="727"/>
                    <a:pt x="56893" y="0"/>
                    <a:pt x="56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1"/>
            <p:cNvSpPr/>
            <p:nvPr/>
          </p:nvSpPr>
          <p:spPr>
            <a:xfrm>
              <a:off x="1616050" y="4010700"/>
              <a:ext cx="1449275" cy="240000"/>
            </a:xfrm>
            <a:custGeom>
              <a:rect b="b" l="l" r="r" t="t"/>
              <a:pathLst>
                <a:path extrusionOk="0" h="9600" w="57971">
                  <a:moveTo>
                    <a:pt x="56292" y="301"/>
                  </a:moveTo>
                  <a:cubicBezTo>
                    <a:pt x="56718" y="301"/>
                    <a:pt x="57018" y="426"/>
                    <a:pt x="57244" y="727"/>
                  </a:cubicBezTo>
                  <a:cubicBezTo>
                    <a:pt x="57545" y="927"/>
                    <a:pt x="57645" y="1253"/>
                    <a:pt x="57645" y="1679"/>
                  </a:cubicBezTo>
                  <a:lnTo>
                    <a:pt x="57645" y="7945"/>
                  </a:lnTo>
                  <a:cubicBezTo>
                    <a:pt x="57645" y="8346"/>
                    <a:pt x="57545" y="8672"/>
                    <a:pt x="57244" y="8872"/>
                  </a:cubicBezTo>
                  <a:cubicBezTo>
                    <a:pt x="57018" y="9198"/>
                    <a:pt x="56718" y="9298"/>
                    <a:pt x="56292" y="9298"/>
                  </a:cubicBezTo>
                  <a:lnTo>
                    <a:pt x="1680" y="9298"/>
                  </a:lnTo>
                  <a:cubicBezTo>
                    <a:pt x="1354" y="9298"/>
                    <a:pt x="953" y="9198"/>
                    <a:pt x="727" y="8872"/>
                  </a:cubicBezTo>
                  <a:cubicBezTo>
                    <a:pt x="527" y="8672"/>
                    <a:pt x="326" y="8346"/>
                    <a:pt x="326" y="7945"/>
                  </a:cubicBezTo>
                  <a:lnTo>
                    <a:pt x="326" y="1679"/>
                  </a:lnTo>
                  <a:cubicBezTo>
                    <a:pt x="326" y="1253"/>
                    <a:pt x="527" y="927"/>
                    <a:pt x="727" y="727"/>
                  </a:cubicBezTo>
                  <a:cubicBezTo>
                    <a:pt x="953" y="426"/>
                    <a:pt x="1354" y="301"/>
                    <a:pt x="1680" y="301"/>
                  </a:cubicBezTo>
                  <a:close/>
                  <a:moveTo>
                    <a:pt x="1680" y="0"/>
                  </a:moveTo>
                  <a:cubicBezTo>
                    <a:pt x="727" y="0"/>
                    <a:pt x="1" y="727"/>
                    <a:pt x="1" y="1679"/>
                  </a:cubicBezTo>
                  <a:lnTo>
                    <a:pt x="1" y="7945"/>
                  </a:lnTo>
                  <a:cubicBezTo>
                    <a:pt x="1" y="8872"/>
                    <a:pt x="727" y="9599"/>
                    <a:pt x="1680" y="9599"/>
                  </a:cubicBezTo>
                  <a:lnTo>
                    <a:pt x="56292" y="9599"/>
                  </a:lnTo>
                  <a:cubicBezTo>
                    <a:pt x="57244" y="9599"/>
                    <a:pt x="57971" y="8872"/>
                    <a:pt x="57971" y="7945"/>
                  </a:cubicBezTo>
                  <a:lnTo>
                    <a:pt x="57971" y="1679"/>
                  </a:lnTo>
                  <a:cubicBezTo>
                    <a:pt x="57971" y="727"/>
                    <a:pt x="57244" y="0"/>
                    <a:pt x="56292" y="0"/>
                  </a:cubicBez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1"/>
            <p:cNvSpPr/>
            <p:nvPr/>
          </p:nvSpPr>
          <p:spPr>
            <a:xfrm>
              <a:off x="2203775" y="4013200"/>
              <a:ext cx="273825" cy="234975"/>
            </a:xfrm>
            <a:custGeom>
              <a:rect b="b" l="l" r="r" t="t"/>
              <a:pathLst>
                <a:path extrusionOk="0" h="9399" w="10953">
                  <a:moveTo>
                    <a:pt x="1" y="0"/>
                  </a:moveTo>
                  <a:lnTo>
                    <a:pt x="1" y="9399"/>
                  </a:lnTo>
                  <a:lnTo>
                    <a:pt x="10953" y="9399"/>
                  </a:lnTo>
                  <a:lnTo>
                    <a:pt x="10953" y="0"/>
                  </a:lnTo>
                  <a:close/>
                </a:path>
              </a:pathLst>
            </a:custGeom>
            <a:solidFill>
              <a:schemeClr val="accent2"/>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1"/>
            <p:cNvSpPr/>
            <p:nvPr/>
          </p:nvSpPr>
          <p:spPr>
            <a:xfrm>
              <a:off x="2201275" y="4010700"/>
              <a:ext cx="281975" cy="240000"/>
            </a:xfrm>
            <a:custGeom>
              <a:rect b="b" l="l" r="r" t="t"/>
              <a:pathLst>
                <a:path extrusionOk="0" h="9600" w="11279">
                  <a:moveTo>
                    <a:pt x="10953" y="301"/>
                  </a:moveTo>
                  <a:lnTo>
                    <a:pt x="10953" y="9298"/>
                  </a:lnTo>
                  <a:lnTo>
                    <a:pt x="301" y="9298"/>
                  </a:lnTo>
                  <a:lnTo>
                    <a:pt x="301" y="301"/>
                  </a:lnTo>
                  <a:close/>
                  <a:moveTo>
                    <a:pt x="0" y="0"/>
                  </a:moveTo>
                  <a:lnTo>
                    <a:pt x="0" y="9599"/>
                  </a:lnTo>
                  <a:lnTo>
                    <a:pt x="11279" y="9599"/>
                  </a:lnTo>
                  <a:lnTo>
                    <a:pt x="11279" y="9499"/>
                  </a:lnTo>
                  <a:lnTo>
                    <a:pt x="112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1"/>
            <p:cNvSpPr/>
            <p:nvPr/>
          </p:nvSpPr>
          <p:spPr>
            <a:xfrm>
              <a:off x="1757025" y="4013200"/>
              <a:ext cx="44525" cy="234975"/>
            </a:xfrm>
            <a:custGeom>
              <a:rect b="b" l="l" r="r" t="t"/>
              <a:pathLst>
                <a:path extrusionOk="0" h="9399" w="1781">
                  <a:moveTo>
                    <a:pt x="1" y="0"/>
                  </a:moveTo>
                  <a:lnTo>
                    <a:pt x="1" y="9399"/>
                  </a:lnTo>
                  <a:lnTo>
                    <a:pt x="1780" y="9399"/>
                  </a:lnTo>
                  <a:lnTo>
                    <a:pt x="17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1"/>
            <p:cNvSpPr/>
            <p:nvPr/>
          </p:nvSpPr>
          <p:spPr>
            <a:xfrm>
              <a:off x="1752025" y="4010700"/>
              <a:ext cx="54525" cy="240000"/>
            </a:xfrm>
            <a:custGeom>
              <a:rect b="b" l="l" r="r" t="t"/>
              <a:pathLst>
                <a:path extrusionOk="0" h="9600" w="2181">
                  <a:moveTo>
                    <a:pt x="1880" y="301"/>
                  </a:moveTo>
                  <a:lnTo>
                    <a:pt x="1880" y="9298"/>
                  </a:lnTo>
                  <a:lnTo>
                    <a:pt x="301" y="9298"/>
                  </a:lnTo>
                  <a:lnTo>
                    <a:pt x="301" y="301"/>
                  </a:lnTo>
                  <a:close/>
                  <a:moveTo>
                    <a:pt x="0" y="0"/>
                  </a:moveTo>
                  <a:lnTo>
                    <a:pt x="0" y="9599"/>
                  </a:lnTo>
                  <a:lnTo>
                    <a:pt x="2181" y="9599"/>
                  </a:lnTo>
                  <a:lnTo>
                    <a:pt x="2181" y="9499"/>
                  </a:lnTo>
                  <a:lnTo>
                    <a:pt x="2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1"/>
            <p:cNvSpPr/>
            <p:nvPr/>
          </p:nvSpPr>
          <p:spPr>
            <a:xfrm>
              <a:off x="1832850" y="4013200"/>
              <a:ext cx="47025" cy="234975"/>
            </a:xfrm>
            <a:custGeom>
              <a:rect b="b" l="l" r="r" t="t"/>
              <a:pathLst>
                <a:path extrusionOk="0" h="9399" w="1881">
                  <a:moveTo>
                    <a:pt x="0" y="0"/>
                  </a:moveTo>
                  <a:lnTo>
                    <a:pt x="0" y="9399"/>
                  </a:lnTo>
                  <a:lnTo>
                    <a:pt x="1880" y="9399"/>
                  </a:lnTo>
                  <a:lnTo>
                    <a:pt x="18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1"/>
            <p:cNvSpPr/>
            <p:nvPr/>
          </p:nvSpPr>
          <p:spPr>
            <a:xfrm>
              <a:off x="1830350" y="4010700"/>
              <a:ext cx="52025" cy="240000"/>
            </a:xfrm>
            <a:custGeom>
              <a:rect b="b" l="l" r="r" t="t"/>
              <a:pathLst>
                <a:path extrusionOk="0" h="9600" w="2081">
                  <a:moveTo>
                    <a:pt x="1780" y="301"/>
                  </a:moveTo>
                  <a:lnTo>
                    <a:pt x="1780" y="9298"/>
                  </a:lnTo>
                  <a:lnTo>
                    <a:pt x="301" y="9298"/>
                  </a:lnTo>
                  <a:lnTo>
                    <a:pt x="301" y="301"/>
                  </a:lnTo>
                  <a:close/>
                  <a:moveTo>
                    <a:pt x="0" y="0"/>
                  </a:moveTo>
                  <a:lnTo>
                    <a:pt x="0" y="9599"/>
                  </a:lnTo>
                  <a:lnTo>
                    <a:pt x="2080" y="9599"/>
                  </a:lnTo>
                  <a:lnTo>
                    <a:pt x="2080" y="9499"/>
                  </a:lnTo>
                  <a:lnTo>
                    <a:pt x="20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1"/>
            <p:cNvSpPr/>
            <p:nvPr/>
          </p:nvSpPr>
          <p:spPr>
            <a:xfrm>
              <a:off x="2879850" y="4013200"/>
              <a:ext cx="44500" cy="234975"/>
            </a:xfrm>
            <a:custGeom>
              <a:rect b="b" l="l" r="r" t="t"/>
              <a:pathLst>
                <a:path extrusionOk="0" h="9399" w="1780">
                  <a:moveTo>
                    <a:pt x="0" y="0"/>
                  </a:moveTo>
                  <a:lnTo>
                    <a:pt x="0" y="9399"/>
                  </a:lnTo>
                  <a:lnTo>
                    <a:pt x="1780" y="9399"/>
                  </a:lnTo>
                  <a:lnTo>
                    <a:pt x="1780" y="0"/>
                  </a:lnTo>
                  <a:close/>
                </a:path>
              </a:pathLst>
            </a:custGeom>
            <a:solidFill>
              <a:srgbClr val="416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1"/>
            <p:cNvSpPr/>
            <p:nvPr/>
          </p:nvSpPr>
          <p:spPr>
            <a:xfrm>
              <a:off x="2874825" y="4010700"/>
              <a:ext cx="54550" cy="240000"/>
            </a:xfrm>
            <a:custGeom>
              <a:rect b="b" l="l" r="r" t="t"/>
              <a:pathLst>
                <a:path extrusionOk="0" h="9600" w="2182">
                  <a:moveTo>
                    <a:pt x="1880" y="301"/>
                  </a:moveTo>
                  <a:lnTo>
                    <a:pt x="1880" y="9298"/>
                  </a:lnTo>
                  <a:lnTo>
                    <a:pt x="302" y="9298"/>
                  </a:lnTo>
                  <a:lnTo>
                    <a:pt x="302" y="301"/>
                  </a:lnTo>
                  <a:close/>
                  <a:moveTo>
                    <a:pt x="1" y="0"/>
                  </a:moveTo>
                  <a:lnTo>
                    <a:pt x="1" y="9599"/>
                  </a:lnTo>
                  <a:lnTo>
                    <a:pt x="2181" y="9599"/>
                  </a:lnTo>
                  <a:lnTo>
                    <a:pt x="2181" y="9499"/>
                  </a:lnTo>
                  <a:lnTo>
                    <a:pt x="2181" y="0"/>
                  </a:ln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1"/>
            <p:cNvSpPr/>
            <p:nvPr/>
          </p:nvSpPr>
          <p:spPr>
            <a:xfrm>
              <a:off x="2166800" y="1757550"/>
              <a:ext cx="196150" cy="120325"/>
            </a:xfrm>
            <a:custGeom>
              <a:rect b="b" l="l" r="r" t="t"/>
              <a:pathLst>
                <a:path extrusionOk="0" h="4813" w="7846">
                  <a:moveTo>
                    <a:pt x="6066" y="0"/>
                  </a:moveTo>
                  <a:cubicBezTo>
                    <a:pt x="5013" y="0"/>
                    <a:pt x="3986" y="201"/>
                    <a:pt x="3033" y="727"/>
                  </a:cubicBezTo>
                  <a:cubicBezTo>
                    <a:pt x="1480" y="1679"/>
                    <a:pt x="427" y="3033"/>
                    <a:pt x="1" y="4587"/>
                  </a:cubicBezTo>
                  <a:lnTo>
                    <a:pt x="853" y="4812"/>
                  </a:lnTo>
                  <a:cubicBezTo>
                    <a:pt x="1154" y="3459"/>
                    <a:pt x="2106" y="2206"/>
                    <a:pt x="3459" y="1454"/>
                  </a:cubicBezTo>
                  <a:cubicBezTo>
                    <a:pt x="4287" y="1053"/>
                    <a:pt x="5239" y="827"/>
                    <a:pt x="6066" y="827"/>
                  </a:cubicBezTo>
                  <a:cubicBezTo>
                    <a:pt x="6592" y="827"/>
                    <a:pt x="7119" y="953"/>
                    <a:pt x="7645" y="1053"/>
                  </a:cubicBezTo>
                  <a:lnTo>
                    <a:pt x="7845" y="201"/>
                  </a:lnTo>
                  <a:cubicBezTo>
                    <a:pt x="7319" y="101"/>
                    <a:pt x="6693" y="0"/>
                    <a:pt x="6066" y="0"/>
                  </a:cubicBezTo>
                  <a:close/>
                </a:path>
              </a:pathLst>
            </a:custGeom>
            <a:solidFill>
              <a:srgbClr val="416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1"/>
            <p:cNvSpPr/>
            <p:nvPr/>
          </p:nvSpPr>
          <p:spPr>
            <a:xfrm>
              <a:off x="2088475" y="1676725"/>
              <a:ext cx="297650" cy="177325"/>
            </a:xfrm>
            <a:custGeom>
              <a:rect b="b" l="l" r="r" t="t"/>
              <a:pathLst>
                <a:path extrusionOk="0" h="7093" w="11906">
                  <a:moveTo>
                    <a:pt x="9199" y="0"/>
                  </a:moveTo>
                  <a:cubicBezTo>
                    <a:pt x="7645" y="0"/>
                    <a:pt x="6066" y="426"/>
                    <a:pt x="4613" y="1153"/>
                  </a:cubicBezTo>
                  <a:cubicBezTo>
                    <a:pt x="2307" y="2506"/>
                    <a:pt x="753" y="4587"/>
                    <a:pt x="1" y="6892"/>
                  </a:cubicBezTo>
                  <a:lnTo>
                    <a:pt x="853" y="7093"/>
                  </a:lnTo>
                  <a:cubicBezTo>
                    <a:pt x="1480" y="5013"/>
                    <a:pt x="2933" y="3133"/>
                    <a:pt x="5014" y="1880"/>
                  </a:cubicBezTo>
                  <a:cubicBezTo>
                    <a:pt x="6392" y="1153"/>
                    <a:pt x="7745" y="827"/>
                    <a:pt x="9199" y="827"/>
                  </a:cubicBezTo>
                  <a:cubicBezTo>
                    <a:pt x="10026" y="827"/>
                    <a:pt x="10878" y="927"/>
                    <a:pt x="11705" y="1153"/>
                  </a:cubicBezTo>
                  <a:lnTo>
                    <a:pt x="11906" y="426"/>
                  </a:lnTo>
                  <a:cubicBezTo>
                    <a:pt x="10978" y="100"/>
                    <a:pt x="10151" y="0"/>
                    <a:pt x="9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1"/>
            <p:cNvSpPr/>
            <p:nvPr/>
          </p:nvSpPr>
          <p:spPr>
            <a:xfrm>
              <a:off x="2013300" y="1595900"/>
              <a:ext cx="391625" cy="232475"/>
            </a:xfrm>
            <a:custGeom>
              <a:rect b="b" l="l" r="r" t="t"/>
              <a:pathLst>
                <a:path extrusionOk="0" h="9299" w="15665">
                  <a:moveTo>
                    <a:pt x="12106" y="0"/>
                  </a:moveTo>
                  <a:cubicBezTo>
                    <a:pt x="10026" y="0"/>
                    <a:pt x="7920" y="526"/>
                    <a:pt x="6041" y="1554"/>
                  </a:cubicBezTo>
                  <a:cubicBezTo>
                    <a:pt x="3008" y="3233"/>
                    <a:pt x="928" y="5940"/>
                    <a:pt x="0" y="9073"/>
                  </a:cubicBezTo>
                  <a:lnTo>
                    <a:pt x="828" y="9298"/>
                  </a:lnTo>
                  <a:cubicBezTo>
                    <a:pt x="1655" y="6366"/>
                    <a:pt x="3534" y="3860"/>
                    <a:pt x="6467" y="2281"/>
                  </a:cubicBezTo>
                  <a:cubicBezTo>
                    <a:pt x="8246" y="1253"/>
                    <a:pt x="10226" y="827"/>
                    <a:pt x="12106" y="827"/>
                  </a:cubicBezTo>
                  <a:cubicBezTo>
                    <a:pt x="13259" y="827"/>
                    <a:pt x="14286" y="927"/>
                    <a:pt x="15439" y="1253"/>
                  </a:cubicBezTo>
                  <a:lnTo>
                    <a:pt x="15665" y="526"/>
                  </a:lnTo>
                  <a:cubicBezTo>
                    <a:pt x="14512" y="100"/>
                    <a:pt x="13259" y="0"/>
                    <a:pt x="121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1"/>
            <p:cNvSpPr/>
            <p:nvPr/>
          </p:nvSpPr>
          <p:spPr>
            <a:xfrm>
              <a:off x="2245125" y="1838375"/>
              <a:ext cx="97150" cy="62675"/>
            </a:xfrm>
            <a:custGeom>
              <a:rect b="b" l="l" r="r" t="t"/>
              <a:pathLst>
                <a:path extrusionOk="0" h="2507" w="3886">
                  <a:moveTo>
                    <a:pt x="2933" y="0"/>
                  </a:moveTo>
                  <a:cubicBezTo>
                    <a:pt x="2407" y="0"/>
                    <a:pt x="1880" y="101"/>
                    <a:pt x="1479" y="326"/>
                  </a:cubicBezTo>
                  <a:cubicBezTo>
                    <a:pt x="753" y="727"/>
                    <a:pt x="226" y="1479"/>
                    <a:pt x="1" y="2206"/>
                  </a:cubicBezTo>
                  <a:lnTo>
                    <a:pt x="753" y="2507"/>
                  </a:lnTo>
                  <a:cubicBezTo>
                    <a:pt x="953" y="1880"/>
                    <a:pt x="1254" y="1354"/>
                    <a:pt x="1880" y="1053"/>
                  </a:cubicBezTo>
                  <a:cubicBezTo>
                    <a:pt x="2206" y="953"/>
                    <a:pt x="2632" y="853"/>
                    <a:pt x="2933" y="853"/>
                  </a:cubicBezTo>
                  <a:cubicBezTo>
                    <a:pt x="3134" y="853"/>
                    <a:pt x="3359" y="853"/>
                    <a:pt x="3560" y="953"/>
                  </a:cubicBezTo>
                  <a:lnTo>
                    <a:pt x="3885" y="101"/>
                  </a:lnTo>
                  <a:cubicBezTo>
                    <a:pt x="3560" y="0"/>
                    <a:pt x="3259" y="0"/>
                    <a:pt x="2933" y="0"/>
                  </a:cubicBezTo>
                  <a:close/>
                </a:path>
              </a:pathLst>
            </a:custGeom>
            <a:solidFill>
              <a:srgbClr val="416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1"/>
            <p:cNvSpPr/>
            <p:nvPr/>
          </p:nvSpPr>
          <p:spPr>
            <a:xfrm>
              <a:off x="2166800" y="1757550"/>
              <a:ext cx="196150" cy="120325"/>
            </a:xfrm>
            <a:custGeom>
              <a:rect b="b" l="l" r="r" t="t"/>
              <a:pathLst>
                <a:path extrusionOk="0" h="4813" w="7846">
                  <a:moveTo>
                    <a:pt x="6066" y="0"/>
                  </a:moveTo>
                  <a:cubicBezTo>
                    <a:pt x="5013" y="0"/>
                    <a:pt x="3986" y="201"/>
                    <a:pt x="3033" y="727"/>
                  </a:cubicBezTo>
                  <a:cubicBezTo>
                    <a:pt x="1480" y="1679"/>
                    <a:pt x="427" y="3033"/>
                    <a:pt x="1" y="4587"/>
                  </a:cubicBezTo>
                  <a:lnTo>
                    <a:pt x="853" y="4812"/>
                  </a:lnTo>
                  <a:cubicBezTo>
                    <a:pt x="1154" y="3459"/>
                    <a:pt x="2106" y="2206"/>
                    <a:pt x="3459" y="1454"/>
                  </a:cubicBezTo>
                  <a:cubicBezTo>
                    <a:pt x="4287" y="1053"/>
                    <a:pt x="5239" y="827"/>
                    <a:pt x="6066" y="827"/>
                  </a:cubicBezTo>
                  <a:cubicBezTo>
                    <a:pt x="6592" y="827"/>
                    <a:pt x="7119" y="953"/>
                    <a:pt x="7645" y="1053"/>
                  </a:cubicBezTo>
                  <a:lnTo>
                    <a:pt x="7845" y="201"/>
                  </a:lnTo>
                  <a:cubicBezTo>
                    <a:pt x="7319" y="101"/>
                    <a:pt x="6693" y="0"/>
                    <a:pt x="6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1"/>
            <p:cNvSpPr/>
            <p:nvPr/>
          </p:nvSpPr>
          <p:spPr>
            <a:xfrm>
              <a:off x="2245125" y="1838375"/>
              <a:ext cx="97150" cy="62675"/>
            </a:xfrm>
            <a:custGeom>
              <a:rect b="b" l="l" r="r" t="t"/>
              <a:pathLst>
                <a:path extrusionOk="0" h="2507" w="3886">
                  <a:moveTo>
                    <a:pt x="2933" y="0"/>
                  </a:moveTo>
                  <a:cubicBezTo>
                    <a:pt x="2407" y="0"/>
                    <a:pt x="1880" y="101"/>
                    <a:pt x="1479" y="326"/>
                  </a:cubicBezTo>
                  <a:cubicBezTo>
                    <a:pt x="753" y="727"/>
                    <a:pt x="226" y="1479"/>
                    <a:pt x="1" y="2206"/>
                  </a:cubicBezTo>
                  <a:lnTo>
                    <a:pt x="753" y="2507"/>
                  </a:lnTo>
                  <a:cubicBezTo>
                    <a:pt x="953" y="1880"/>
                    <a:pt x="1254" y="1354"/>
                    <a:pt x="1880" y="1053"/>
                  </a:cubicBezTo>
                  <a:cubicBezTo>
                    <a:pt x="2206" y="953"/>
                    <a:pt x="2632" y="853"/>
                    <a:pt x="2933" y="853"/>
                  </a:cubicBezTo>
                  <a:cubicBezTo>
                    <a:pt x="3134" y="853"/>
                    <a:pt x="3359" y="853"/>
                    <a:pt x="3560" y="953"/>
                  </a:cubicBezTo>
                  <a:lnTo>
                    <a:pt x="3885" y="101"/>
                  </a:lnTo>
                  <a:cubicBezTo>
                    <a:pt x="3560" y="0"/>
                    <a:pt x="3259" y="0"/>
                    <a:pt x="29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1"/>
            <p:cNvSpPr/>
            <p:nvPr/>
          </p:nvSpPr>
          <p:spPr>
            <a:xfrm>
              <a:off x="1997625" y="1755050"/>
              <a:ext cx="1589650" cy="657900"/>
            </a:xfrm>
            <a:custGeom>
              <a:rect b="b" l="l" r="r" t="t"/>
              <a:pathLst>
                <a:path extrusionOk="0" h="26316" w="63586">
                  <a:moveTo>
                    <a:pt x="29124" y="0"/>
                  </a:moveTo>
                  <a:lnTo>
                    <a:pt x="1" y="19724"/>
                  </a:lnTo>
                  <a:lnTo>
                    <a:pt x="34562" y="26316"/>
                  </a:lnTo>
                  <a:lnTo>
                    <a:pt x="63585" y="6566"/>
                  </a:lnTo>
                  <a:lnTo>
                    <a:pt x="29124" y="0"/>
                  </a:lnTo>
                  <a:close/>
                </a:path>
              </a:pathLst>
            </a:custGeom>
            <a:solidFill>
              <a:srgbClr val="4C6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1"/>
            <p:cNvSpPr/>
            <p:nvPr/>
          </p:nvSpPr>
          <p:spPr>
            <a:xfrm>
              <a:off x="1992000" y="1750025"/>
              <a:ext cx="1600275" cy="667950"/>
            </a:xfrm>
            <a:custGeom>
              <a:rect b="b" l="l" r="r" t="t"/>
              <a:pathLst>
                <a:path extrusionOk="0" h="26718" w="64011">
                  <a:moveTo>
                    <a:pt x="29290" y="409"/>
                  </a:moveTo>
                  <a:lnTo>
                    <a:pt x="63284" y="6893"/>
                  </a:lnTo>
                  <a:lnTo>
                    <a:pt x="34687" y="26316"/>
                  </a:lnTo>
                  <a:lnTo>
                    <a:pt x="727" y="19825"/>
                  </a:lnTo>
                  <a:lnTo>
                    <a:pt x="29290" y="409"/>
                  </a:lnTo>
                  <a:close/>
                  <a:moveTo>
                    <a:pt x="29148" y="1"/>
                  </a:moveTo>
                  <a:lnTo>
                    <a:pt x="101" y="19725"/>
                  </a:lnTo>
                  <a:cubicBezTo>
                    <a:pt x="0" y="19825"/>
                    <a:pt x="0" y="19825"/>
                    <a:pt x="0" y="19925"/>
                  </a:cubicBezTo>
                  <a:cubicBezTo>
                    <a:pt x="0" y="20051"/>
                    <a:pt x="101" y="20151"/>
                    <a:pt x="226" y="20151"/>
                  </a:cubicBezTo>
                  <a:lnTo>
                    <a:pt x="34687" y="26717"/>
                  </a:lnTo>
                  <a:cubicBezTo>
                    <a:pt x="34787" y="26717"/>
                    <a:pt x="34787" y="26717"/>
                    <a:pt x="34888" y="26617"/>
                  </a:cubicBezTo>
                  <a:lnTo>
                    <a:pt x="63910" y="6893"/>
                  </a:lnTo>
                  <a:cubicBezTo>
                    <a:pt x="64011" y="6893"/>
                    <a:pt x="64011" y="6767"/>
                    <a:pt x="64011" y="6667"/>
                  </a:cubicBezTo>
                  <a:lnTo>
                    <a:pt x="63910" y="6567"/>
                  </a:lnTo>
                  <a:lnTo>
                    <a:pt x="29349"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1"/>
            <p:cNvSpPr/>
            <p:nvPr/>
          </p:nvSpPr>
          <p:spPr>
            <a:xfrm>
              <a:off x="1992000" y="1726225"/>
              <a:ext cx="1595275" cy="521950"/>
            </a:xfrm>
            <a:custGeom>
              <a:rect b="b" l="l" r="r" t="t"/>
              <a:pathLst>
                <a:path extrusionOk="0" h="20878" w="63811">
                  <a:moveTo>
                    <a:pt x="29048" y="0"/>
                  </a:moveTo>
                  <a:lnTo>
                    <a:pt x="0" y="19750"/>
                  </a:lnTo>
                  <a:lnTo>
                    <a:pt x="226" y="20877"/>
                  </a:lnTo>
                  <a:lnTo>
                    <a:pt x="29349" y="1153"/>
                  </a:lnTo>
                  <a:lnTo>
                    <a:pt x="63810" y="7719"/>
                  </a:lnTo>
                  <a:lnTo>
                    <a:pt x="63610" y="6592"/>
                  </a:lnTo>
                  <a:lnTo>
                    <a:pt x="290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1"/>
            <p:cNvSpPr/>
            <p:nvPr/>
          </p:nvSpPr>
          <p:spPr>
            <a:xfrm>
              <a:off x="1986975" y="1721200"/>
              <a:ext cx="1605300" cy="532600"/>
            </a:xfrm>
            <a:custGeom>
              <a:rect b="b" l="l" r="r" t="t"/>
              <a:pathLst>
                <a:path extrusionOk="0" h="21304" w="64212">
                  <a:moveTo>
                    <a:pt x="29349" y="402"/>
                  </a:moveTo>
                  <a:lnTo>
                    <a:pt x="63585" y="6993"/>
                  </a:lnTo>
                  <a:lnTo>
                    <a:pt x="63811" y="7620"/>
                  </a:lnTo>
                  <a:lnTo>
                    <a:pt x="29550" y="1154"/>
                  </a:lnTo>
                  <a:lnTo>
                    <a:pt x="29349" y="1154"/>
                  </a:lnTo>
                  <a:lnTo>
                    <a:pt x="527" y="20677"/>
                  </a:lnTo>
                  <a:lnTo>
                    <a:pt x="441" y="20056"/>
                  </a:lnTo>
                  <a:lnTo>
                    <a:pt x="29349" y="402"/>
                  </a:lnTo>
                  <a:close/>
                  <a:moveTo>
                    <a:pt x="29124" y="1"/>
                  </a:moveTo>
                  <a:lnTo>
                    <a:pt x="101" y="19825"/>
                  </a:lnTo>
                  <a:cubicBezTo>
                    <a:pt x="1" y="19825"/>
                    <a:pt x="1" y="19951"/>
                    <a:pt x="1" y="20051"/>
                  </a:cubicBezTo>
                  <a:lnTo>
                    <a:pt x="201" y="21078"/>
                  </a:lnTo>
                  <a:cubicBezTo>
                    <a:pt x="201" y="21204"/>
                    <a:pt x="302" y="21204"/>
                    <a:pt x="302" y="21304"/>
                  </a:cubicBezTo>
                  <a:cubicBezTo>
                    <a:pt x="427" y="21304"/>
                    <a:pt x="527" y="21304"/>
                    <a:pt x="527" y="21204"/>
                  </a:cubicBezTo>
                  <a:lnTo>
                    <a:pt x="29550" y="1555"/>
                  </a:lnTo>
                  <a:lnTo>
                    <a:pt x="64011" y="8146"/>
                  </a:lnTo>
                  <a:cubicBezTo>
                    <a:pt x="64011" y="8146"/>
                    <a:pt x="64111" y="8146"/>
                    <a:pt x="64212" y="8046"/>
                  </a:cubicBezTo>
                  <a:lnTo>
                    <a:pt x="64212" y="7820"/>
                  </a:lnTo>
                  <a:lnTo>
                    <a:pt x="64011" y="6793"/>
                  </a:lnTo>
                  <a:cubicBezTo>
                    <a:pt x="64011" y="6667"/>
                    <a:pt x="63911" y="6667"/>
                    <a:pt x="63811" y="6567"/>
                  </a:cubicBezTo>
                  <a:lnTo>
                    <a:pt x="29349"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1"/>
            <p:cNvSpPr/>
            <p:nvPr/>
          </p:nvSpPr>
          <p:spPr>
            <a:xfrm>
              <a:off x="2436225" y="2325225"/>
              <a:ext cx="855925" cy="198850"/>
            </a:xfrm>
            <a:custGeom>
              <a:rect b="b" l="l" r="r" t="t"/>
              <a:pathLst>
                <a:path extrusionOk="0" h="7954" w="34237">
                  <a:moveTo>
                    <a:pt x="31893" y="0"/>
                  </a:moveTo>
                  <a:cubicBezTo>
                    <a:pt x="28930" y="0"/>
                    <a:pt x="23209" y="783"/>
                    <a:pt x="16693" y="2156"/>
                  </a:cubicBezTo>
                  <a:cubicBezTo>
                    <a:pt x="7294" y="4035"/>
                    <a:pt x="1" y="6542"/>
                    <a:pt x="201" y="7469"/>
                  </a:cubicBezTo>
                  <a:cubicBezTo>
                    <a:pt x="264" y="7798"/>
                    <a:pt x="1066" y="7954"/>
                    <a:pt x="2423" y="7954"/>
                  </a:cubicBezTo>
                  <a:cubicBezTo>
                    <a:pt x="5400" y="7954"/>
                    <a:pt x="11049" y="7206"/>
                    <a:pt x="17419" y="5915"/>
                  </a:cubicBezTo>
                  <a:cubicBezTo>
                    <a:pt x="26818" y="3935"/>
                    <a:pt x="34237" y="1529"/>
                    <a:pt x="34036" y="476"/>
                  </a:cubicBezTo>
                  <a:cubicBezTo>
                    <a:pt x="33975" y="154"/>
                    <a:pt x="33204" y="0"/>
                    <a:pt x="318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1"/>
            <p:cNvSpPr/>
            <p:nvPr/>
          </p:nvSpPr>
          <p:spPr>
            <a:xfrm>
              <a:off x="2436225" y="2321450"/>
              <a:ext cx="855925" cy="208675"/>
            </a:xfrm>
            <a:custGeom>
              <a:rect b="b" l="l" r="r" t="t"/>
              <a:pathLst>
                <a:path extrusionOk="0" h="8347" w="34237">
                  <a:moveTo>
                    <a:pt x="31831" y="427"/>
                  </a:moveTo>
                  <a:cubicBezTo>
                    <a:pt x="32457" y="427"/>
                    <a:pt x="32983" y="427"/>
                    <a:pt x="33309" y="527"/>
                  </a:cubicBezTo>
                  <a:cubicBezTo>
                    <a:pt x="33510" y="527"/>
                    <a:pt x="33610" y="627"/>
                    <a:pt x="33710" y="627"/>
                  </a:cubicBezTo>
                  <a:lnTo>
                    <a:pt x="33836" y="728"/>
                  </a:lnTo>
                  <a:lnTo>
                    <a:pt x="33710" y="828"/>
                  </a:lnTo>
                  <a:cubicBezTo>
                    <a:pt x="33710" y="953"/>
                    <a:pt x="33510" y="1053"/>
                    <a:pt x="33209" y="1254"/>
                  </a:cubicBezTo>
                  <a:cubicBezTo>
                    <a:pt x="32257" y="1780"/>
                    <a:pt x="30176" y="2607"/>
                    <a:pt x="27445" y="3459"/>
                  </a:cubicBezTo>
                  <a:cubicBezTo>
                    <a:pt x="24638" y="4186"/>
                    <a:pt x="21179" y="5114"/>
                    <a:pt x="17419" y="5840"/>
                  </a:cubicBezTo>
                  <a:cubicBezTo>
                    <a:pt x="10953" y="7219"/>
                    <a:pt x="5314" y="7946"/>
                    <a:pt x="2382" y="7946"/>
                  </a:cubicBezTo>
                  <a:cubicBezTo>
                    <a:pt x="1655" y="7946"/>
                    <a:pt x="1129" y="7946"/>
                    <a:pt x="828" y="7845"/>
                  </a:cubicBezTo>
                  <a:cubicBezTo>
                    <a:pt x="627" y="7845"/>
                    <a:pt x="502" y="7720"/>
                    <a:pt x="402" y="7720"/>
                  </a:cubicBezTo>
                  <a:lnTo>
                    <a:pt x="402" y="7620"/>
                  </a:lnTo>
                  <a:lnTo>
                    <a:pt x="402" y="7520"/>
                  </a:lnTo>
                  <a:cubicBezTo>
                    <a:pt x="502" y="7419"/>
                    <a:pt x="627" y="7319"/>
                    <a:pt x="928" y="7094"/>
                  </a:cubicBezTo>
                  <a:cubicBezTo>
                    <a:pt x="1881" y="6592"/>
                    <a:pt x="3961" y="5740"/>
                    <a:pt x="6768" y="4913"/>
                  </a:cubicBezTo>
                  <a:cubicBezTo>
                    <a:pt x="9500" y="4186"/>
                    <a:pt x="12933" y="3234"/>
                    <a:pt x="16693" y="2507"/>
                  </a:cubicBezTo>
                  <a:cubicBezTo>
                    <a:pt x="23184" y="1154"/>
                    <a:pt x="28923" y="427"/>
                    <a:pt x="31831" y="427"/>
                  </a:cubicBezTo>
                  <a:close/>
                  <a:moveTo>
                    <a:pt x="31831" y="1"/>
                  </a:moveTo>
                  <a:cubicBezTo>
                    <a:pt x="28823" y="1"/>
                    <a:pt x="23059" y="728"/>
                    <a:pt x="16693" y="2081"/>
                  </a:cubicBezTo>
                  <a:cubicBezTo>
                    <a:pt x="12006" y="3033"/>
                    <a:pt x="7921" y="4086"/>
                    <a:pt x="4888" y="5114"/>
                  </a:cubicBezTo>
                  <a:cubicBezTo>
                    <a:pt x="3434" y="5540"/>
                    <a:pt x="2181" y="6066"/>
                    <a:pt x="1354" y="6467"/>
                  </a:cubicBezTo>
                  <a:cubicBezTo>
                    <a:pt x="928" y="6592"/>
                    <a:pt x="627" y="6793"/>
                    <a:pt x="402" y="6993"/>
                  </a:cubicBezTo>
                  <a:cubicBezTo>
                    <a:pt x="201" y="7094"/>
                    <a:pt x="101" y="7219"/>
                    <a:pt x="101" y="7319"/>
                  </a:cubicBezTo>
                  <a:cubicBezTo>
                    <a:pt x="1" y="7419"/>
                    <a:pt x="1" y="7520"/>
                    <a:pt x="1" y="7620"/>
                  </a:cubicBezTo>
                  <a:lnTo>
                    <a:pt x="1" y="7720"/>
                  </a:lnTo>
                  <a:cubicBezTo>
                    <a:pt x="1" y="7845"/>
                    <a:pt x="101" y="8046"/>
                    <a:pt x="201" y="8046"/>
                  </a:cubicBezTo>
                  <a:cubicBezTo>
                    <a:pt x="402" y="8146"/>
                    <a:pt x="728" y="8246"/>
                    <a:pt x="1028" y="8246"/>
                  </a:cubicBezTo>
                  <a:cubicBezTo>
                    <a:pt x="1454" y="8347"/>
                    <a:pt x="1881" y="8347"/>
                    <a:pt x="2382" y="8347"/>
                  </a:cubicBezTo>
                  <a:cubicBezTo>
                    <a:pt x="5314" y="8347"/>
                    <a:pt x="11054" y="7620"/>
                    <a:pt x="17545" y="6266"/>
                  </a:cubicBezTo>
                  <a:cubicBezTo>
                    <a:pt x="22131" y="5339"/>
                    <a:pt x="26317" y="4287"/>
                    <a:pt x="29224" y="3234"/>
                  </a:cubicBezTo>
                  <a:cubicBezTo>
                    <a:pt x="30803" y="2833"/>
                    <a:pt x="31956" y="2307"/>
                    <a:pt x="32783" y="1880"/>
                  </a:cubicBezTo>
                  <a:cubicBezTo>
                    <a:pt x="33209" y="1680"/>
                    <a:pt x="33610" y="1580"/>
                    <a:pt x="33836" y="1354"/>
                  </a:cubicBezTo>
                  <a:cubicBezTo>
                    <a:pt x="33936" y="1254"/>
                    <a:pt x="34036" y="1154"/>
                    <a:pt x="34136" y="1053"/>
                  </a:cubicBezTo>
                  <a:cubicBezTo>
                    <a:pt x="34136" y="953"/>
                    <a:pt x="34237" y="828"/>
                    <a:pt x="34237" y="728"/>
                  </a:cubicBezTo>
                  <a:lnTo>
                    <a:pt x="34237" y="627"/>
                  </a:lnTo>
                  <a:cubicBezTo>
                    <a:pt x="34136" y="427"/>
                    <a:pt x="34036" y="327"/>
                    <a:pt x="33936" y="327"/>
                  </a:cubicBezTo>
                  <a:cubicBezTo>
                    <a:pt x="33710" y="201"/>
                    <a:pt x="33510" y="101"/>
                    <a:pt x="330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1"/>
            <p:cNvSpPr/>
            <p:nvPr/>
          </p:nvSpPr>
          <p:spPr>
            <a:xfrm>
              <a:off x="2508925" y="2355300"/>
              <a:ext cx="2584625" cy="1626600"/>
            </a:xfrm>
            <a:custGeom>
              <a:rect b="b" l="l" r="r" t="t"/>
              <a:pathLst>
                <a:path extrusionOk="0" h="65064" w="103385">
                  <a:moveTo>
                    <a:pt x="4712" y="0"/>
                  </a:moveTo>
                  <a:cubicBezTo>
                    <a:pt x="2105" y="0"/>
                    <a:pt x="0" y="2206"/>
                    <a:pt x="0" y="4712"/>
                  </a:cubicBezTo>
                  <a:lnTo>
                    <a:pt x="0" y="65063"/>
                  </a:lnTo>
                  <a:lnTo>
                    <a:pt x="103384" y="65063"/>
                  </a:lnTo>
                  <a:lnTo>
                    <a:pt x="103384" y="4712"/>
                  </a:lnTo>
                  <a:cubicBezTo>
                    <a:pt x="103384" y="2206"/>
                    <a:pt x="101304" y="0"/>
                    <a:pt x="98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1"/>
            <p:cNvSpPr/>
            <p:nvPr/>
          </p:nvSpPr>
          <p:spPr>
            <a:xfrm>
              <a:off x="2506400" y="2352775"/>
              <a:ext cx="2589650" cy="1631625"/>
            </a:xfrm>
            <a:custGeom>
              <a:rect b="b" l="l" r="r" t="t"/>
              <a:pathLst>
                <a:path extrusionOk="0" h="65265" w="103586">
                  <a:moveTo>
                    <a:pt x="98798" y="327"/>
                  </a:moveTo>
                  <a:cubicBezTo>
                    <a:pt x="100052" y="327"/>
                    <a:pt x="101204" y="828"/>
                    <a:pt x="102031" y="1680"/>
                  </a:cubicBezTo>
                  <a:cubicBezTo>
                    <a:pt x="102758" y="2407"/>
                    <a:pt x="103285" y="3560"/>
                    <a:pt x="103285" y="4813"/>
                  </a:cubicBezTo>
                  <a:lnTo>
                    <a:pt x="103285" y="64964"/>
                  </a:lnTo>
                  <a:lnTo>
                    <a:pt x="327" y="64964"/>
                  </a:lnTo>
                  <a:lnTo>
                    <a:pt x="327" y="4813"/>
                  </a:lnTo>
                  <a:cubicBezTo>
                    <a:pt x="327" y="3560"/>
                    <a:pt x="828" y="2407"/>
                    <a:pt x="1580" y="1680"/>
                  </a:cubicBezTo>
                  <a:cubicBezTo>
                    <a:pt x="2407" y="828"/>
                    <a:pt x="3560" y="327"/>
                    <a:pt x="4813" y="327"/>
                  </a:cubicBezTo>
                  <a:close/>
                  <a:moveTo>
                    <a:pt x="4813" y="1"/>
                  </a:moveTo>
                  <a:cubicBezTo>
                    <a:pt x="2081" y="1"/>
                    <a:pt x="1" y="2206"/>
                    <a:pt x="1" y="4813"/>
                  </a:cubicBezTo>
                  <a:lnTo>
                    <a:pt x="1" y="65264"/>
                  </a:lnTo>
                  <a:lnTo>
                    <a:pt x="103585" y="65264"/>
                  </a:lnTo>
                  <a:lnTo>
                    <a:pt x="103585" y="65164"/>
                  </a:lnTo>
                  <a:lnTo>
                    <a:pt x="103585" y="4813"/>
                  </a:lnTo>
                  <a:cubicBezTo>
                    <a:pt x="103585" y="2206"/>
                    <a:pt x="101505" y="1"/>
                    <a:pt x="9879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1"/>
            <p:cNvSpPr/>
            <p:nvPr/>
          </p:nvSpPr>
          <p:spPr>
            <a:xfrm>
              <a:off x="2597900" y="2493775"/>
              <a:ext cx="2407300" cy="1389125"/>
            </a:xfrm>
            <a:custGeom>
              <a:rect b="b" l="l" r="r" t="t"/>
              <a:pathLst>
                <a:path extrusionOk="0" h="55565" w="96292">
                  <a:moveTo>
                    <a:pt x="0" y="0"/>
                  </a:moveTo>
                  <a:lnTo>
                    <a:pt x="0" y="55564"/>
                  </a:lnTo>
                  <a:lnTo>
                    <a:pt x="96291" y="55564"/>
                  </a:lnTo>
                  <a:lnTo>
                    <a:pt x="96291" y="0"/>
                  </a:lnTo>
                  <a:close/>
                </a:path>
              </a:pathLst>
            </a:custGeom>
            <a:solidFill>
              <a:srgbClr val="D5E6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1"/>
            <p:cNvSpPr/>
            <p:nvPr/>
          </p:nvSpPr>
          <p:spPr>
            <a:xfrm>
              <a:off x="2595375" y="2488750"/>
              <a:ext cx="2412325" cy="1399150"/>
            </a:xfrm>
            <a:custGeom>
              <a:rect b="b" l="l" r="r" t="t"/>
              <a:pathLst>
                <a:path extrusionOk="0" h="55966" w="96493">
                  <a:moveTo>
                    <a:pt x="96167" y="301"/>
                  </a:moveTo>
                  <a:lnTo>
                    <a:pt x="96167" y="55665"/>
                  </a:lnTo>
                  <a:lnTo>
                    <a:pt x="302" y="55665"/>
                  </a:lnTo>
                  <a:lnTo>
                    <a:pt x="302" y="301"/>
                  </a:lnTo>
                  <a:close/>
                  <a:moveTo>
                    <a:pt x="1" y="1"/>
                  </a:moveTo>
                  <a:lnTo>
                    <a:pt x="1" y="55966"/>
                  </a:lnTo>
                  <a:lnTo>
                    <a:pt x="96493" y="55966"/>
                  </a:lnTo>
                  <a:lnTo>
                    <a:pt x="96493" y="55765"/>
                  </a:lnTo>
                  <a:lnTo>
                    <a:pt x="96493"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1"/>
            <p:cNvSpPr/>
            <p:nvPr/>
          </p:nvSpPr>
          <p:spPr>
            <a:xfrm>
              <a:off x="3780225" y="2412925"/>
              <a:ext cx="42000" cy="42025"/>
            </a:xfrm>
            <a:custGeom>
              <a:rect b="b" l="l" r="r" t="t"/>
              <a:pathLst>
                <a:path extrusionOk="0" h="1681" w="1680">
                  <a:moveTo>
                    <a:pt x="853" y="1"/>
                  </a:moveTo>
                  <a:cubicBezTo>
                    <a:pt x="427" y="1"/>
                    <a:pt x="1" y="302"/>
                    <a:pt x="1" y="828"/>
                  </a:cubicBezTo>
                  <a:cubicBezTo>
                    <a:pt x="1" y="1254"/>
                    <a:pt x="427" y="1680"/>
                    <a:pt x="853" y="1680"/>
                  </a:cubicBezTo>
                  <a:cubicBezTo>
                    <a:pt x="1254" y="1680"/>
                    <a:pt x="1680" y="1254"/>
                    <a:pt x="1680" y="828"/>
                  </a:cubicBezTo>
                  <a:cubicBezTo>
                    <a:pt x="1680" y="302"/>
                    <a:pt x="1254" y="1"/>
                    <a:pt x="8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1"/>
            <p:cNvSpPr/>
            <p:nvPr/>
          </p:nvSpPr>
          <p:spPr>
            <a:xfrm>
              <a:off x="2169950" y="3981875"/>
              <a:ext cx="3263200" cy="62675"/>
            </a:xfrm>
            <a:custGeom>
              <a:rect b="b" l="l" r="r" t="t"/>
              <a:pathLst>
                <a:path extrusionOk="0" h="2507" w="130528">
                  <a:moveTo>
                    <a:pt x="0" y="0"/>
                  </a:moveTo>
                  <a:lnTo>
                    <a:pt x="0" y="2506"/>
                  </a:lnTo>
                  <a:lnTo>
                    <a:pt x="130527" y="2506"/>
                  </a:lnTo>
                  <a:lnTo>
                    <a:pt x="13052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1"/>
            <p:cNvSpPr/>
            <p:nvPr/>
          </p:nvSpPr>
          <p:spPr>
            <a:xfrm>
              <a:off x="2164300" y="3976850"/>
              <a:ext cx="3273850" cy="72700"/>
            </a:xfrm>
            <a:custGeom>
              <a:rect b="b" l="l" r="r" t="t"/>
              <a:pathLst>
                <a:path extrusionOk="0" h="2908" w="130954">
                  <a:moveTo>
                    <a:pt x="130653" y="301"/>
                  </a:moveTo>
                  <a:lnTo>
                    <a:pt x="130653" y="2607"/>
                  </a:lnTo>
                  <a:lnTo>
                    <a:pt x="326" y="2607"/>
                  </a:lnTo>
                  <a:lnTo>
                    <a:pt x="326" y="301"/>
                  </a:lnTo>
                  <a:close/>
                  <a:moveTo>
                    <a:pt x="1" y="1"/>
                  </a:moveTo>
                  <a:lnTo>
                    <a:pt x="1" y="2908"/>
                  </a:lnTo>
                  <a:lnTo>
                    <a:pt x="130954" y="2908"/>
                  </a:lnTo>
                  <a:lnTo>
                    <a:pt x="130954" y="2707"/>
                  </a:lnTo>
                  <a:lnTo>
                    <a:pt x="130954" y="1"/>
                  </a:ln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1"/>
            <p:cNvSpPr/>
            <p:nvPr/>
          </p:nvSpPr>
          <p:spPr>
            <a:xfrm>
              <a:off x="2164300" y="4044525"/>
              <a:ext cx="3273850" cy="55150"/>
            </a:xfrm>
            <a:custGeom>
              <a:rect b="b" l="l" r="r" t="t"/>
              <a:pathLst>
                <a:path extrusionOk="0" h="2206" w="130954">
                  <a:moveTo>
                    <a:pt x="226" y="0"/>
                  </a:moveTo>
                  <a:cubicBezTo>
                    <a:pt x="226" y="0"/>
                    <a:pt x="1" y="2206"/>
                    <a:pt x="4813" y="2206"/>
                  </a:cubicBezTo>
                  <a:lnTo>
                    <a:pt x="126167" y="2206"/>
                  </a:lnTo>
                  <a:cubicBezTo>
                    <a:pt x="130954" y="2206"/>
                    <a:pt x="130753" y="0"/>
                    <a:pt x="1307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1"/>
            <p:cNvSpPr/>
            <p:nvPr/>
          </p:nvSpPr>
          <p:spPr>
            <a:xfrm>
              <a:off x="2164300" y="4042025"/>
              <a:ext cx="3273850" cy="62675"/>
            </a:xfrm>
            <a:custGeom>
              <a:rect b="b" l="l" r="r" t="t"/>
              <a:pathLst>
                <a:path extrusionOk="0" h="2507" w="130954">
                  <a:moveTo>
                    <a:pt x="130635" y="301"/>
                  </a:moveTo>
                  <a:lnTo>
                    <a:pt x="130635" y="301"/>
                  </a:lnTo>
                  <a:cubicBezTo>
                    <a:pt x="130594" y="524"/>
                    <a:pt x="130461" y="889"/>
                    <a:pt x="130026" y="1253"/>
                  </a:cubicBezTo>
                  <a:cubicBezTo>
                    <a:pt x="129500" y="1679"/>
                    <a:pt x="128347" y="2181"/>
                    <a:pt x="126167" y="2181"/>
                  </a:cubicBezTo>
                  <a:lnTo>
                    <a:pt x="4813" y="2181"/>
                  </a:lnTo>
                  <a:cubicBezTo>
                    <a:pt x="2607" y="2181"/>
                    <a:pt x="1479" y="1679"/>
                    <a:pt x="953" y="1253"/>
                  </a:cubicBezTo>
                  <a:cubicBezTo>
                    <a:pt x="519" y="889"/>
                    <a:pt x="385" y="524"/>
                    <a:pt x="345" y="301"/>
                  </a:cubicBezTo>
                  <a:close/>
                  <a:moveTo>
                    <a:pt x="1" y="0"/>
                  </a:moveTo>
                  <a:lnTo>
                    <a:pt x="1" y="100"/>
                  </a:lnTo>
                  <a:cubicBezTo>
                    <a:pt x="1" y="301"/>
                    <a:pt x="1" y="827"/>
                    <a:pt x="727" y="1454"/>
                  </a:cubicBezTo>
                  <a:cubicBezTo>
                    <a:pt x="1354" y="1980"/>
                    <a:pt x="2507" y="2506"/>
                    <a:pt x="4813" y="2506"/>
                  </a:cubicBezTo>
                  <a:lnTo>
                    <a:pt x="126167" y="2506"/>
                  </a:lnTo>
                  <a:cubicBezTo>
                    <a:pt x="128447" y="2506"/>
                    <a:pt x="129600" y="1980"/>
                    <a:pt x="130227" y="1454"/>
                  </a:cubicBezTo>
                  <a:cubicBezTo>
                    <a:pt x="130954" y="827"/>
                    <a:pt x="130954" y="301"/>
                    <a:pt x="130954" y="100"/>
                  </a:cubicBezTo>
                  <a:lnTo>
                    <a:pt x="130954" y="0"/>
                  </a:ln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1"/>
            <p:cNvSpPr/>
            <p:nvPr/>
          </p:nvSpPr>
          <p:spPr>
            <a:xfrm>
              <a:off x="3438750" y="3981875"/>
              <a:ext cx="725600" cy="42000"/>
            </a:xfrm>
            <a:custGeom>
              <a:rect b="b" l="l" r="r" t="t"/>
              <a:pathLst>
                <a:path extrusionOk="0" h="1680" w="29024">
                  <a:moveTo>
                    <a:pt x="0" y="0"/>
                  </a:moveTo>
                  <a:lnTo>
                    <a:pt x="0" y="527"/>
                  </a:lnTo>
                  <a:cubicBezTo>
                    <a:pt x="0" y="1153"/>
                    <a:pt x="502" y="1679"/>
                    <a:pt x="1128" y="1679"/>
                  </a:cubicBezTo>
                  <a:lnTo>
                    <a:pt x="27870" y="1679"/>
                  </a:lnTo>
                  <a:cubicBezTo>
                    <a:pt x="28497" y="1679"/>
                    <a:pt x="29023" y="1153"/>
                    <a:pt x="29023" y="527"/>
                  </a:cubicBezTo>
                  <a:lnTo>
                    <a:pt x="290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1"/>
            <p:cNvSpPr/>
            <p:nvPr/>
          </p:nvSpPr>
          <p:spPr>
            <a:xfrm>
              <a:off x="3433100" y="3976850"/>
              <a:ext cx="736250" cy="52025"/>
            </a:xfrm>
            <a:custGeom>
              <a:rect b="b" l="l" r="r" t="t"/>
              <a:pathLst>
                <a:path extrusionOk="0" h="2081" w="29450">
                  <a:moveTo>
                    <a:pt x="29149" y="301"/>
                  </a:moveTo>
                  <a:lnTo>
                    <a:pt x="29149" y="728"/>
                  </a:lnTo>
                  <a:cubicBezTo>
                    <a:pt x="29149" y="1028"/>
                    <a:pt x="29049" y="1254"/>
                    <a:pt x="28823" y="1454"/>
                  </a:cubicBezTo>
                  <a:cubicBezTo>
                    <a:pt x="28622" y="1655"/>
                    <a:pt x="28422" y="1780"/>
                    <a:pt x="28096" y="1780"/>
                  </a:cubicBezTo>
                  <a:lnTo>
                    <a:pt x="1354" y="1780"/>
                  </a:lnTo>
                  <a:cubicBezTo>
                    <a:pt x="1053" y="1780"/>
                    <a:pt x="853" y="1655"/>
                    <a:pt x="627" y="1454"/>
                  </a:cubicBezTo>
                  <a:cubicBezTo>
                    <a:pt x="427" y="1254"/>
                    <a:pt x="327" y="1028"/>
                    <a:pt x="327" y="728"/>
                  </a:cubicBezTo>
                  <a:lnTo>
                    <a:pt x="327" y="301"/>
                  </a:lnTo>
                  <a:close/>
                  <a:moveTo>
                    <a:pt x="1" y="1"/>
                  </a:moveTo>
                  <a:lnTo>
                    <a:pt x="1" y="201"/>
                  </a:lnTo>
                  <a:lnTo>
                    <a:pt x="1" y="728"/>
                  </a:lnTo>
                  <a:cubicBezTo>
                    <a:pt x="1" y="1454"/>
                    <a:pt x="627" y="2081"/>
                    <a:pt x="1354" y="2081"/>
                  </a:cubicBezTo>
                  <a:lnTo>
                    <a:pt x="28096" y="2081"/>
                  </a:lnTo>
                  <a:cubicBezTo>
                    <a:pt x="28823" y="2081"/>
                    <a:pt x="29450" y="1454"/>
                    <a:pt x="29450" y="728"/>
                  </a:cubicBezTo>
                  <a:lnTo>
                    <a:pt x="29450" y="1"/>
                  </a:ln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1"/>
            <p:cNvSpPr/>
            <p:nvPr/>
          </p:nvSpPr>
          <p:spPr>
            <a:xfrm>
              <a:off x="3517075" y="2990000"/>
              <a:ext cx="568950" cy="396650"/>
            </a:xfrm>
            <a:custGeom>
              <a:rect b="b" l="l" r="r" t="t"/>
              <a:pathLst>
                <a:path extrusionOk="0" h="15866" w="22758">
                  <a:moveTo>
                    <a:pt x="1554" y="1"/>
                  </a:moveTo>
                  <a:cubicBezTo>
                    <a:pt x="727" y="1"/>
                    <a:pt x="0" y="728"/>
                    <a:pt x="0" y="1655"/>
                  </a:cubicBezTo>
                  <a:lnTo>
                    <a:pt x="0" y="14186"/>
                  </a:lnTo>
                  <a:cubicBezTo>
                    <a:pt x="0" y="15139"/>
                    <a:pt x="727" y="15866"/>
                    <a:pt x="1554" y="15866"/>
                  </a:cubicBezTo>
                  <a:lnTo>
                    <a:pt x="21178" y="15866"/>
                  </a:lnTo>
                  <a:cubicBezTo>
                    <a:pt x="22030" y="15866"/>
                    <a:pt x="22757" y="15139"/>
                    <a:pt x="22757" y="14186"/>
                  </a:cubicBezTo>
                  <a:lnTo>
                    <a:pt x="22757" y="1655"/>
                  </a:lnTo>
                  <a:cubicBezTo>
                    <a:pt x="22757" y="728"/>
                    <a:pt x="22030" y="1"/>
                    <a:pt x="21178" y="1"/>
                  </a:cubicBezTo>
                  <a:close/>
                </a:path>
              </a:pathLst>
            </a:custGeom>
            <a:solidFill>
              <a:srgbClr val="FF9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1"/>
            <p:cNvSpPr/>
            <p:nvPr/>
          </p:nvSpPr>
          <p:spPr>
            <a:xfrm>
              <a:off x="3511425" y="2987500"/>
              <a:ext cx="579600" cy="401650"/>
            </a:xfrm>
            <a:custGeom>
              <a:rect b="b" l="l" r="r" t="t"/>
              <a:pathLst>
                <a:path extrusionOk="0" h="16066" w="23184">
                  <a:moveTo>
                    <a:pt x="21404" y="301"/>
                  </a:moveTo>
                  <a:cubicBezTo>
                    <a:pt x="22156" y="301"/>
                    <a:pt x="22883" y="928"/>
                    <a:pt x="22883" y="1755"/>
                  </a:cubicBezTo>
                  <a:lnTo>
                    <a:pt x="22883" y="14286"/>
                  </a:lnTo>
                  <a:cubicBezTo>
                    <a:pt x="22883" y="15138"/>
                    <a:pt x="22156" y="15765"/>
                    <a:pt x="21404" y="15765"/>
                  </a:cubicBezTo>
                  <a:lnTo>
                    <a:pt x="1780" y="15765"/>
                  </a:lnTo>
                  <a:cubicBezTo>
                    <a:pt x="1053" y="15765"/>
                    <a:pt x="326" y="15138"/>
                    <a:pt x="326" y="14286"/>
                  </a:cubicBezTo>
                  <a:lnTo>
                    <a:pt x="326" y="1755"/>
                  </a:lnTo>
                  <a:cubicBezTo>
                    <a:pt x="326" y="928"/>
                    <a:pt x="1053" y="301"/>
                    <a:pt x="1780" y="301"/>
                  </a:cubicBezTo>
                  <a:close/>
                  <a:moveTo>
                    <a:pt x="1780" y="1"/>
                  </a:moveTo>
                  <a:cubicBezTo>
                    <a:pt x="853" y="1"/>
                    <a:pt x="1" y="727"/>
                    <a:pt x="1" y="1755"/>
                  </a:cubicBezTo>
                  <a:lnTo>
                    <a:pt x="1" y="14286"/>
                  </a:lnTo>
                  <a:cubicBezTo>
                    <a:pt x="1" y="15339"/>
                    <a:pt x="853" y="16066"/>
                    <a:pt x="1780" y="16066"/>
                  </a:cubicBezTo>
                  <a:lnTo>
                    <a:pt x="21404" y="16066"/>
                  </a:lnTo>
                  <a:cubicBezTo>
                    <a:pt x="22357" y="16066"/>
                    <a:pt x="23184" y="15339"/>
                    <a:pt x="23184" y="14286"/>
                  </a:cubicBezTo>
                  <a:lnTo>
                    <a:pt x="23184" y="1755"/>
                  </a:lnTo>
                  <a:cubicBezTo>
                    <a:pt x="23184" y="727"/>
                    <a:pt x="22357" y="1"/>
                    <a:pt x="21404" y="1"/>
                  </a:cubicBez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1"/>
            <p:cNvSpPr/>
            <p:nvPr/>
          </p:nvSpPr>
          <p:spPr>
            <a:xfrm>
              <a:off x="3736375" y="3094925"/>
              <a:ext cx="166675" cy="186450"/>
            </a:xfrm>
            <a:custGeom>
              <a:rect b="b" l="l" r="r" t="t"/>
              <a:pathLst>
                <a:path extrusionOk="0" h="7458" w="6667">
                  <a:moveTo>
                    <a:pt x="492" y="0"/>
                  </a:moveTo>
                  <a:cubicBezTo>
                    <a:pt x="212" y="0"/>
                    <a:pt x="0" y="199"/>
                    <a:pt x="0" y="491"/>
                  </a:cubicBezTo>
                  <a:lnTo>
                    <a:pt x="0" y="6982"/>
                  </a:lnTo>
                  <a:cubicBezTo>
                    <a:pt x="0" y="7212"/>
                    <a:pt x="236" y="7458"/>
                    <a:pt x="538" y="7458"/>
                  </a:cubicBezTo>
                  <a:cubicBezTo>
                    <a:pt x="630" y="7458"/>
                    <a:pt x="728" y="7435"/>
                    <a:pt x="827" y="7383"/>
                  </a:cubicBezTo>
                  <a:lnTo>
                    <a:pt x="6366" y="4150"/>
                  </a:lnTo>
                  <a:cubicBezTo>
                    <a:pt x="6667" y="3949"/>
                    <a:pt x="6667" y="3523"/>
                    <a:pt x="6366" y="3323"/>
                  </a:cubicBezTo>
                  <a:lnTo>
                    <a:pt x="827" y="90"/>
                  </a:lnTo>
                  <a:cubicBezTo>
                    <a:pt x="711" y="28"/>
                    <a:pt x="597" y="0"/>
                    <a:pt x="4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1"/>
            <p:cNvSpPr/>
            <p:nvPr/>
          </p:nvSpPr>
          <p:spPr>
            <a:xfrm>
              <a:off x="3733225" y="3091500"/>
              <a:ext cx="172350" cy="193650"/>
            </a:xfrm>
            <a:custGeom>
              <a:rect b="b" l="l" r="r" t="t"/>
              <a:pathLst>
                <a:path extrusionOk="0" h="7746" w="6894">
                  <a:moveTo>
                    <a:pt x="853" y="327"/>
                  </a:moveTo>
                  <a:lnTo>
                    <a:pt x="6392" y="3560"/>
                  </a:lnTo>
                  <a:cubicBezTo>
                    <a:pt x="6492" y="3660"/>
                    <a:pt x="6592" y="3760"/>
                    <a:pt x="6592" y="3861"/>
                  </a:cubicBezTo>
                  <a:cubicBezTo>
                    <a:pt x="6592" y="3986"/>
                    <a:pt x="6492" y="4086"/>
                    <a:pt x="6392" y="4186"/>
                  </a:cubicBezTo>
                  <a:lnTo>
                    <a:pt x="853" y="7420"/>
                  </a:lnTo>
                  <a:lnTo>
                    <a:pt x="627" y="7420"/>
                  </a:lnTo>
                  <a:cubicBezTo>
                    <a:pt x="527" y="7420"/>
                    <a:pt x="427" y="7420"/>
                    <a:pt x="427" y="7319"/>
                  </a:cubicBezTo>
                  <a:cubicBezTo>
                    <a:pt x="327" y="7319"/>
                    <a:pt x="327" y="7219"/>
                    <a:pt x="327" y="7119"/>
                  </a:cubicBezTo>
                  <a:lnTo>
                    <a:pt x="327" y="628"/>
                  </a:lnTo>
                  <a:cubicBezTo>
                    <a:pt x="327" y="527"/>
                    <a:pt x="327" y="427"/>
                    <a:pt x="427" y="427"/>
                  </a:cubicBezTo>
                  <a:cubicBezTo>
                    <a:pt x="427" y="327"/>
                    <a:pt x="527" y="327"/>
                    <a:pt x="627" y="327"/>
                  </a:cubicBezTo>
                  <a:close/>
                  <a:moveTo>
                    <a:pt x="627" y="1"/>
                  </a:moveTo>
                  <a:cubicBezTo>
                    <a:pt x="327" y="1"/>
                    <a:pt x="1" y="327"/>
                    <a:pt x="1" y="628"/>
                  </a:cubicBezTo>
                  <a:lnTo>
                    <a:pt x="1" y="7119"/>
                  </a:lnTo>
                  <a:cubicBezTo>
                    <a:pt x="1" y="7420"/>
                    <a:pt x="327" y="7745"/>
                    <a:pt x="627" y="7745"/>
                  </a:cubicBezTo>
                  <a:cubicBezTo>
                    <a:pt x="753" y="7745"/>
                    <a:pt x="853" y="7745"/>
                    <a:pt x="953" y="7620"/>
                  </a:cubicBezTo>
                  <a:lnTo>
                    <a:pt x="6592" y="4387"/>
                  </a:lnTo>
                  <a:cubicBezTo>
                    <a:pt x="6793" y="4287"/>
                    <a:pt x="6893" y="4086"/>
                    <a:pt x="6893" y="3861"/>
                  </a:cubicBezTo>
                  <a:cubicBezTo>
                    <a:pt x="6893" y="3660"/>
                    <a:pt x="6793" y="3460"/>
                    <a:pt x="6592" y="3359"/>
                  </a:cubicBezTo>
                  <a:lnTo>
                    <a:pt x="953" y="101"/>
                  </a:lnTo>
                  <a:cubicBezTo>
                    <a:pt x="853" y="1"/>
                    <a:pt x="753" y="1"/>
                    <a:pt x="627" y="1"/>
                  </a:cubicBez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1"/>
            <p:cNvSpPr/>
            <p:nvPr/>
          </p:nvSpPr>
          <p:spPr>
            <a:xfrm>
              <a:off x="2772700" y="3169825"/>
              <a:ext cx="433600" cy="433625"/>
            </a:xfrm>
            <a:custGeom>
              <a:rect b="b" l="l" r="r" t="t"/>
              <a:pathLst>
                <a:path extrusionOk="0" h="17345" w="17344">
                  <a:moveTo>
                    <a:pt x="8672" y="6893"/>
                  </a:moveTo>
                  <a:cubicBezTo>
                    <a:pt x="7720" y="6893"/>
                    <a:pt x="6893" y="7620"/>
                    <a:pt x="6893" y="8673"/>
                  </a:cubicBezTo>
                  <a:cubicBezTo>
                    <a:pt x="6893" y="9725"/>
                    <a:pt x="7720" y="10452"/>
                    <a:pt x="8672" y="10452"/>
                  </a:cubicBezTo>
                  <a:cubicBezTo>
                    <a:pt x="9725" y="10452"/>
                    <a:pt x="10552" y="9725"/>
                    <a:pt x="10552" y="8673"/>
                  </a:cubicBezTo>
                  <a:cubicBezTo>
                    <a:pt x="10552" y="7620"/>
                    <a:pt x="9725" y="6893"/>
                    <a:pt x="8672" y="6893"/>
                  </a:cubicBezTo>
                  <a:close/>
                  <a:moveTo>
                    <a:pt x="8672" y="4387"/>
                  </a:moveTo>
                  <a:cubicBezTo>
                    <a:pt x="11078" y="4387"/>
                    <a:pt x="13058" y="6267"/>
                    <a:pt x="13058" y="8673"/>
                  </a:cubicBezTo>
                  <a:cubicBezTo>
                    <a:pt x="13058" y="11079"/>
                    <a:pt x="11078" y="12958"/>
                    <a:pt x="8672" y="12958"/>
                  </a:cubicBezTo>
                  <a:cubicBezTo>
                    <a:pt x="6367" y="12958"/>
                    <a:pt x="4387" y="11079"/>
                    <a:pt x="4387" y="8673"/>
                  </a:cubicBezTo>
                  <a:cubicBezTo>
                    <a:pt x="4387" y="6267"/>
                    <a:pt x="6367" y="4387"/>
                    <a:pt x="8672" y="4387"/>
                  </a:cubicBezTo>
                  <a:close/>
                  <a:moveTo>
                    <a:pt x="7620" y="1"/>
                  </a:moveTo>
                  <a:lnTo>
                    <a:pt x="6266" y="327"/>
                  </a:lnTo>
                  <a:lnTo>
                    <a:pt x="6066" y="1053"/>
                  </a:lnTo>
                  <a:cubicBezTo>
                    <a:pt x="5339" y="1254"/>
                    <a:pt x="4712" y="1580"/>
                    <a:pt x="4086" y="1981"/>
                  </a:cubicBezTo>
                  <a:lnTo>
                    <a:pt x="3459" y="1680"/>
                  </a:lnTo>
                  <a:lnTo>
                    <a:pt x="2407" y="2607"/>
                  </a:lnTo>
                  <a:lnTo>
                    <a:pt x="2607" y="3359"/>
                  </a:lnTo>
                  <a:cubicBezTo>
                    <a:pt x="2081" y="3986"/>
                    <a:pt x="1680" y="4612"/>
                    <a:pt x="1354" y="5239"/>
                  </a:cubicBezTo>
                  <a:lnTo>
                    <a:pt x="627" y="5339"/>
                  </a:lnTo>
                  <a:lnTo>
                    <a:pt x="201" y="6592"/>
                  </a:lnTo>
                  <a:lnTo>
                    <a:pt x="727" y="7219"/>
                  </a:lnTo>
                  <a:cubicBezTo>
                    <a:pt x="627" y="7845"/>
                    <a:pt x="627" y="8572"/>
                    <a:pt x="627" y="9299"/>
                  </a:cubicBezTo>
                  <a:lnTo>
                    <a:pt x="1" y="9825"/>
                  </a:lnTo>
                  <a:lnTo>
                    <a:pt x="326" y="11079"/>
                  </a:lnTo>
                  <a:lnTo>
                    <a:pt x="1053" y="11279"/>
                  </a:lnTo>
                  <a:cubicBezTo>
                    <a:pt x="1354" y="12006"/>
                    <a:pt x="1680" y="12632"/>
                    <a:pt x="2081" y="13259"/>
                  </a:cubicBezTo>
                  <a:lnTo>
                    <a:pt x="1780" y="14011"/>
                  </a:lnTo>
                  <a:lnTo>
                    <a:pt x="2607" y="14938"/>
                  </a:lnTo>
                  <a:lnTo>
                    <a:pt x="3459" y="14838"/>
                  </a:lnTo>
                  <a:cubicBezTo>
                    <a:pt x="3960" y="15264"/>
                    <a:pt x="4587" y="15665"/>
                    <a:pt x="5214" y="15991"/>
                  </a:cubicBezTo>
                  <a:lnTo>
                    <a:pt x="5339" y="16718"/>
                  </a:lnTo>
                  <a:lnTo>
                    <a:pt x="6592" y="17144"/>
                  </a:lnTo>
                  <a:lnTo>
                    <a:pt x="7219" y="16617"/>
                  </a:lnTo>
                  <a:cubicBezTo>
                    <a:pt x="7733" y="16688"/>
                    <a:pt x="8247" y="16759"/>
                    <a:pt x="8760" y="16759"/>
                  </a:cubicBezTo>
                  <a:cubicBezTo>
                    <a:pt x="8973" y="16759"/>
                    <a:pt x="9186" y="16747"/>
                    <a:pt x="9399" y="16718"/>
                  </a:cubicBezTo>
                  <a:lnTo>
                    <a:pt x="9825" y="17344"/>
                  </a:lnTo>
                  <a:lnTo>
                    <a:pt x="11179" y="17018"/>
                  </a:lnTo>
                  <a:lnTo>
                    <a:pt x="11379" y="16292"/>
                  </a:lnTo>
                  <a:cubicBezTo>
                    <a:pt x="12106" y="16091"/>
                    <a:pt x="12732" y="15765"/>
                    <a:pt x="13259" y="15364"/>
                  </a:cubicBezTo>
                  <a:lnTo>
                    <a:pt x="13986" y="15565"/>
                  </a:lnTo>
                  <a:lnTo>
                    <a:pt x="15038" y="14738"/>
                  </a:lnTo>
                  <a:lnTo>
                    <a:pt x="14838" y="13886"/>
                  </a:lnTo>
                  <a:cubicBezTo>
                    <a:pt x="15364" y="13384"/>
                    <a:pt x="15665" y="12758"/>
                    <a:pt x="15991" y="12131"/>
                  </a:cubicBezTo>
                  <a:lnTo>
                    <a:pt x="16818" y="12006"/>
                  </a:lnTo>
                  <a:lnTo>
                    <a:pt x="17244" y="10753"/>
                  </a:lnTo>
                  <a:lnTo>
                    <a:pt x="16617" y="10126"/>
                  </a:lnTo>
                  <a:cubicBezTo>
                    <a:pt x="16818" y="9500"/>
                    <a:pt x="16818" y="8773"/>
                    <a:pt x="16818" y="8046"/>
                  </a:cubicBezTo>
                  <a:lnTo>
                    <a:pt x="17344" y="7520"/>
                  </a:lnTo>
                  <a:lnTo>
                    <a:pt x="17118" y="6267"/>
                  </a:lnTo>
                  <a:lnTo>
                    <a:pt x="16291" y="5966"/>
                  </a:lnTo>
                  <a:cubicBezTo>
                    <a:pt x="16091" y="5339"/>
                    <a:pt x="15765" y="4713"/>
                    <a:pt x="15364" y="4086"/>
                  </a:cubicBezTo>
                  <a:lnTo>
                    <a:pt x="15665" y="3359"/>
                  </a:lnTo>
                  <a:lnTo>
                    <a:pt x="14737" y="2407"/>
                  </a:lnTo>
                  <a:lnTo>
                    <a:pt x="13986" y="2507"/>
                  </a:lnTo>
                  <a:cubicBezTo>
                    <a:pt x="13484" y="2106"/>
                    <a:pt x="12858" y="1680"/>
                    <a:pt x="12231" y="1354"/>
                  </a:cubicBezTo>
                  <a:lnTo>
                    <a:pt x="12106" y="627"/>
                  </a:lnTo>
                  <a:lnTo>
                    <a:pt x="10752" y="226"/>
                  </a:lnTo>
                  <a:lnTo>
                    <a:pt x="10226" y="728"/>
                  </a:lnTo>
                  <a:cubicBezTo>
                    <a:pt x="9712" y="657"/>
                    <a:pt x="9198" y="586"/>
                    <a:pt x="8684" y="586"/>
                  </a:cubicBezTo>
                  <a:cubicBezTo>
                    <a:pt x="8471" y="586"/>
                    <a:pt x="8259" y="598"/>
                    <a:pt x="8046" y="627"/>
                  </a:cubicBezTo>
                  <a:lnTo>
                    <a:pt x="76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1"/>
            <p:cNvSpPr/>
            <p:nvPr/>
          </p:nvSpPr>
          <p:spPr>
            <a:xfrm>
              <a:off x="2770200" y="3164825"/>
              <a:ext cx="441125" cy="443625"/>
            </a:xfrm>
            <a:custGeom>
              <a:rect b="b" l="l" r="r" t="t"/>
              <a:pathLst>
                <a:path extrusionOk="0" h="17745" w="17645">
                  <a:moveTo>
                    <a:pt x="8772" y="7193"/>
                  </a:moveTo>
                  <a:cubicBezTo>
                    <a:pt x="9299" y="7193"/>
                    <a:pt x="9700" y="7419"/>
                    <a:pt x="10025" y="7720"/>
                  </a:cubicBezTo>
                  <a:cubicBezTo>
                    <a:pt x="10326" y="8045"/>
                    <a:pt x="10451" y="8446"/>
                    <a:pt x="10451" y="8873"/>
                  </a:cubicBezTo>
                  <a:cubicBezTo>
                    <a:pt x="10451" y="9299"/>
                    <a:pt x="10326" y="9700"/>
                    <a:pt x="10025" y="10025"/>
                  </a:cubicBezTo>
                  <a:cubicBezTo>
                    <a:pt x="9700" y="10326"/>
                    <a:pt x="9299" y="10552"/>
                    <a:pt x="8772" y="10552"/>
                  </a:cubicBezTo>
                  <a:cubicBezTo>
                    <a:pt x="8346" y="10552"/>
                    <a:pt x="7945" y="10326"/>
                    <a:pt x="7619" y="10025"/>
                  </a:cubicBezTo>
                  <a:cubicBezTo>
                    <a:pt x="7319" y="9700"/>
                    <a:pt x="7093" y="9299"/>
                    <a:pt x="7093" y="8873"/>
                  </a:cubicBezTo>
                  <a:cubicBezTo>
                    <a:pt x="7093" y="8446"/>
                    <a:pt x="7319" y="8045"/>
                    <a:pt x="7619" y="7720"/>
                  </a:cubicBezTo>
                  <a:cubicBezTo>
                    <a:pt x="7945" y="7419"/>
                    <a:pt x="8346" y="7193"/>
                    <a:pt x="8772" y="7193"/>
                  </a:cubicBezTo>
                  <a:close/>
                  <a:moveTo>
                    <a:pt x="8772" y="6893"/>
                  </a:moveTo>
                  <a:cubicBezTo>
                    <a:pt x="7720" y="6893"/>
                    <a:pt x="6792" y="7720"/>
                    <a:pt x="6792" y="8873"/>
                  </a:cubicBezTo>
                  <a:cubicBezTo>
                    <a:pt x="6792" y="9925"/>
                    <a:pt x="7720" y="10852"/>
                    <a:pt x="8772" y="10852"/>
                  </a:cubicBezTo>
                  <a:cubicBezTo>
                    <a:pt x="9925" y="10852"/>
                    <a:pt x="10752" y="9925"/>
                    <a:pt x="10752" y="8873"/>
                  </a:cubicBezTo>
                  <a:cubicBezTo>
                    <a:pt x="10752" y="7720"/>
                    <a:pt x="9925" y="6893"/>
                    <a:pt x="8772" y="6893"/>
                  </a:cubicBezTo>
                  <a:close/>
                  <a:moveTo>
                    <a:pt x="8772" y="4687"/>
                  </a:moveTo>
                  <a:cubicBezTo>
                    <a:pt x="9925" y="4687"/>
                    <a:pt x="10953" y="5213"/>
                    <a:pt x="11705" y="5940"/>
                  </a:cubicBezTo>
                  <a:cubicBezTo>
                    <a:pt x="12532" y="6692"/>
                    <a:pt x="12958" y="7720"/>
                    <a:pt x="12958" y="8873"/>
                  </a:cubicBezTo>
                  <a:cubicBezTo>
                    <a:pt x="12958" y="10025"/>
                    <a:pt x="12532" y="11078"/>
                    <a:pt x="11705" y="11805"/>
                  </a:cubicBezTo>
                  <a:cubicBezTo>
                    <a:pt x="10953" y="12532"/>
                    <a:pt x="9925" y="13058"/>
                    <a:pt x="8772" y="13058"/>
                  </a:cubicBezTo>
                  <a:cubicBezTo>
                    <a:pt x="7619" y="13058"/>
                    <a:pt x="6692" y="12532"/>
                    <a:pt x="5840" y="11805"/>
                  </a:cubicBezTo>
                  <a:cubicBezTo>
                    <a:pt x="5113" y="11078"/>
                    <a:pt x="4687" y="10025"/>
                    <a:pt x="4687" y="8873"/>
                  </a:cubicBezTo>
                  <a:cubicBezTo>
                    <a:pt x="4687" y="7720"/>
                    <a:pt x="5113" y="6692"/>
                    <a:pt x="5840" y="5940"/>
                  </a:cubicBezTo>
                  <a:cubicBezTo>
                    <a:pt x="6692" y="5213"/>
                    <a:pt x="7619" y="4687"/>
                    <a:pt x="8772" y="4687"/>
                  </a:cubicBezTo>
                  <a:close/>
                  <a:moveTo>
                    <a:pt x="8772" y="4386"/>
                  </a:moveTo>
                  <a:cubicBezTo>
                    <a:pt x="6366" y="4386"/>
                    <a:pt x="4386" y="6366"/>
                    <a:pt x="4386" y="8873"/>
                  </a:cubicBezTo>
                  <a:cubicBezTo>
                    <a:pt x="4386" y="11379"/>
                    <a:pt x="6366" y="13359"/>
                    <a:pt x="8772" y="13359"/>
                  </a:cubicBezTo>
                  <a:cubicBezTo>
                    <a:pt x="11279" y="13359"/>
                    <a:pt x="13259" y="11379"/>
                    <a:pt x="13259" y="8873"/>
                  </a:cubicBezTo>
                  <a:cubicBezTo>
                    <a:pt x="13259" y="6366"/>
                    <a:pt x="11279" y="4386"/>
                    <a:pt x="8772" y="4386"/>
                  </a:cubicBezTo>
                  <a:close/>
                  <a:moveTo>
                    <a:pt x="7619" y="426"/>
                  </a:moveTo>
                  <a:lnTo>
                    <a:pt x="8045" y="928"/>
                  </a:lnTo>
                  <a:lnTo>
                    <a:pt x="8873" y="928"/>
                  </a:lnTo>
                  <a:cubicBezTo>
                    <a:pt x="9299" y="928"/>
                    <a:pt x="9825" y="928"/>
                    <a:pt x="10326" y="1053"/>
                  </a:cubicBezTo>
                  <a:lnTo>
                    <a:pt x="10953" y="527"/>
                  </a:lnTo>
                  <a:lnTo>
                    <a:pt x="12005" y="928"/>
                  </a:lnTo>
                  <a:lnTo>
                    <a:pt x="12106" y="1680"/>
                  </a:lnTo>
                  <a:lnTo>
                    <a:pt x="12206" y="1680"/>
                  </a:lnTo>
                  <a:cubicBezTo>
                    <a:pt x="12832" y="1980"/>
                    <a:pt x="13459" y="2406"/>
                    <a:pt x="13985" y="2807"/>
                  </a:cubicBezTo>
                  <a:lnTo>
                    <a:pt x="13985" y="2933"/>
                  </a:lnTo>
                  <a:lnTo>
                    <a:pt x="14837" y="2707"/>
                  </a:lnTo>
                  <a:lnTo>
                    <a:pt x="15564" y="3559"/>
                  </a:lnTo>
                  <a:lnTo>
                    <a:pt x="15238" y="4286"/>
                  </a:lnTo>
                  <a:lnTo>
                    <a:pt x="15339" y="4386"/>
                  </a:lnTo>
                  <a:cubicBezTo>
                    <a:pt x="15765" y="4913"/>
                    <a:pt x="16091" y="5539"/>
                    <a:pt x="16291" y="6266"/>
                  </a:cubicBezTo>
                  <a:lnTo>
                    <a:pt x="16291" y="6366"/>
                  </a:lnTo>
                  <a:lnTo>
                    <a:pt x="17018" y="6567"/>
                  </a:lnTo>
                  <a:lnTo>
                    <a:pt x="17344" y="7720"/>
                  </a:lnTo>
                  <a:lnTo>
                    <a:pt x="16717" y="8146"/>
                  </a:lnTo>
                  <a:lnTo>
                    <a:pt x="16717" y="8246"/>
                  </a:lnTo>
                  <a:lnTo>
                    <a:pt x="16717" y="8873"/>
                  </a:lnTo>
                  <a:cubicBezTo>
                    <a:pt x="16717" y="9399"/>
                    <a:pt x="16717" y="9925"/>
                    <a:pt x="16592" y="10326"/>
                  </a:cubicBezTo>
                  <a:lnTo>
                    <a:pt x="16592" y="10451"/>
                  </a:lnTo>
                  <a:lnTo>
                    <a:pt x="17118" y="10953"/>
                  </a:lnTo>
                  <a:lnTo>
                    <a:pt x="16717" y="12106"/>
                  </a:lnTo>
                  <a:lnTo>
                    <a:pt x="15965" y="12206"/>
                  </a:lnTo>
                  <a:cubicBezTo>
                    <a:pt x="15665" y="12958"/>
                    <a:pt x="15238" y="13459"/>
                    <a:pt x="14837" y="13985"/>
                  </a:cubicBezTo>
                  <a:lnTo>
                    <a:pt x="14712" y="14086"/>
                  </a:lnTo>
                  <a:lnTo>
                    <a:pt x="14938" y="14837"/>
                  </a:lnTo>
                  <a:lnTo>
                    <a:pt x="14086" y="15665"/>
                  </a:lnTo>
                  <a:lnTo>
                    <a:pt x="13359" y="15339"/>
                  </a:lnTo>
                  <a:cubicBezTo>
                    <a:pt x="12732" y="15765"/>
                    <a:pt x="12106" y="16091"/>
                    <a:pt x="11379" y="16391"/>
                  </a:cubicBezTo>
                  <a:lnTo>
                    <a:pt x="11178" y="17118"/>
                  </a:lnTo>
                  <a:lnTo>
                    <a:pt x="10025" y="17344"/>
                  </a:lnTo>
                  <a:lnTo>
                    <a:pt x="9499" y="16817"/>
                  </a:lnTo>
                  <a:lnTo>
                    <a:pt x="8772" y="16817"/>
                  </a:lnTo>
                  <a:cubicBezTo>
                    <a:pt x="8246" y="16817"/>
                    <a:pt x="7820" y="16717"/>
                    <a:pt x="7319" y="16717"/>
                  </a:cubicBezTo>
                  <a:lnTo>
                    <a:pt x="7319" y="16592"/>
                  </a:lnTo>
                  <a:lnTo>
                    <a:pt x="6692" y="17118"/>
                  </a:lnTo>
                  <a:lnTo>
                    <a:pt x="5639" y="16817"/>
                  </a:lnTo>
                  <a:lnTo>
                    <a:pt x="5539" y="16091"/>
                  </a:lnTo>
                  <a:lnTo>
                    <a:pt x="5439" y="16091"/>
                  </a:lnTo>
                  <a:cubicBezTo>
                    <a:pt x="4812" y="15765"/>
                    <a:pt x="4186" y="15339"/>
                    <a:pt x="3659" y="14837"/>
                  </a:cubicBezTo>
                  <a:lnTo>
                    <a:pt x="3559" y="14837"/>
                  </a:lnTo>
                  <a:lnTo>
                    <a:pt x="2807" y="15038"/>
                  </a:lnTo>
                  <a:lnTo>
                    <a:pt x="2081" y="14086"/>
                  </a:lnTo>
                  <a:lnTo>
                    <a:pt x="2306" y="13459"/>
                  </a:lnTo>
                  <a:lnTo>
                    <a:pt x="2306" y="13359"/>
                  </a:lnTo>
                  <a:cubicBezTo>
                    <a:pt x="1880" y="12832"/>
                    <a:pt x="1554" y="12206"/>
                    <a:pt x="1354" y="11479"/>
                  </a:cubicBezTo>
                  <a:lnTo>
                    <a:pt x="1354" y="11379"/>
                  </a:lnTo>
                  <a:lnTo>
                    <a:pt x="527" y="11178"/>
                  </a:lnTo>
                  <a:lnTo>
                    <a:pt x="301" y="10025"/>
                  </a:lnTo>
                  <a:lnTo>
                    <a:pt x="928" y="9599"/>
                  </a:lnTo>
                  <a:lnTo>
                    <a:pt x="928" y="9499"/>
                  </a:lnTo>
                  <a:cubicBezTo>
                    <a:pt x="928" y="9299"/>
                    <a:pt x="827" y="9073"/>
                    <a:pt x="827" y="8873"/>
                  </a:cubicBezTo>
                  <a:cubicBezTo>
                    <a:pt x="827" y="8346"/>
                    <a:pt x="928" y="7820"/>
                    <a:pt x="1053" y="7419"/>
                  </a:cubicBezTo>
                  <a:lnTo>
                    <a:pt x="1053" y="7319"/>
                  </a:lnTo>
                  <a:lnTo>
                    <a:pt x="527" y="6792"/>
                  </a:lnTo>
                  <a:lnTo>
                    <a:pt x="827" y="5639"/>
                  </a:lnTo>
                  <a:lnTo>
                    <a:pt x="1554" y="5539"/>
                  </a:lnTo>
                  <a:lnTo>
                    <a:pt x="1680" y="5439"/>
                  </a:lnTo>
                  <a:cubicBezTo>
                    <a:pt x="1980" y="4812"/>
                    <a:pt x="2306" y="4286"/>
                    <a:pt x="2807" y="3659"/>
                  </a:cubicBezTo>
                  <a:lnTo>
                    <a:pt x="2707" y="2933"/>
                  </a:lnTo>
                  <a:lnTo>
                    <a:pt x="3559" y="2081"/>
                  </a:lnTo>
                  <a:lnTo>
                    <a:pt x="4286" y="2406"/>
                  </a:lnTo>
                  <a:lnTo>
                    <a:pt x="4286" y="2306"/>
                  </a:lnTo>
                  <a:lnTo>
                    <a:pt x="6166" y="1354"/>
                  </a:lnTo>
                  <a:lnTo>
                    <a:pt x="6266" y="1354"/>
                  </a:lnTo>
                  <a:lnTo>
                    <a:pt x="6467" y="627"/>
                  </a:lnTo>
                  <a:lnTo>
                    <a:pt x="7619" y="426"/>
                  </a:lnTo>
                  <a:close/>
                  <a:moveTo>
                    <a:pt x="7720" y="0"/>
                  </a:moveTo>
                  <a:lnTo>
                    <a:pt x="6266" y="301"/>
                  </a:lnTo>
                  <a:lnTo>
                    <a:pt x="5959" y="1104"/>
                  </a:lnTo>
                  <a:lnTo>
                    <a:pt x="5959" y="1104"/>
                  </a:lnTo>
                  <a:cubicBezTo>
                    <a:pt x="5369" y="1384"/>
                    <a:pt x="4689" y="1689"/>
                    <a:pt x="4217" y="2056"/>
                  </a:cubicBezTo>
                  <a:lnTo>
                    <a:pt x="4217" y="2056"/>
                  </a:lnTo>
                  <a:lnTo>
                    <a:pt x="3434" y="1780"/>
                  </a:lnTo>
                  <a:lnTo>
                    <a:pt x="2306" y="2707"/>
                  </a:lnTo>
                  <a:lnTo>
                    <a:pt x="2489" y="3577"/>
                  </a:lnTo>
                  <a:lnTo>
                    <a:pt x="2489" y="3577"/>
                  </a:lnTo>
                  <a:cubicBezTo>
                    <a:pt x="2045" y="4124"/>
                    <a:pt x="1695" y="4672"/>
                    <a:pt x="1403" y="5220"/>
                  </a:cubicBezTo>
                  <a:lnTo>
                    <a:pt x="1403" y="5220"/>
                  </a:lnTo>
                  <a:lnTo>
                    <a:pt x="627" y="5314"/>
                  </a:lnTo>
                  <a:lnTo>
                    <a:pt x="101" y="6792"/>
                  </a:lnTo>
                  <a:lnTo>
                    <a:pt x="695" y="7482"/>
                  </a:lnTo>
                  <a:lnTo>
                    <a:pt x="695" y="7482"/>
                  </a:lnTo>
                  <a:cubicBezTo>
                    <a:pt x="606" y="7933"/>
                    <a:pt x="527" y="8403"/>
                    <a:pt x="527" y="8873"/>
                  </a:cubicBezTo>
                  <a:cubicBezTo>
                    <a:pt x="527" y="9042"/>
                    <a:pt x="598" y="9229"/>
                    <a:pt x="620" y="9404"/>
                  </a:cubicBezTo>
                  <a:lnTo>
                    <a:pt x="620" y="9404"/>
                  </a:lnTo>
                  <a:lnTo>
                    <a:pt x="0" y="9925"/>
                  </a:lnTo>
                  <a:lnTo>
                    <a:pt x="301" y="11379"/>
                  </a:lnTo>
                  <a:lnTo>
                    <a:pt x="1080" y="11677"/>
                  </a:lnTo>
                  <a:lnTo>
                    <a:pt x="1080" y="11677"/>
                  </a:lnTo>
                  <a:cubicBezTo>
                    <a:pt x="1279" y="12348"/>
                    <a:pt x="1651" y="12922"/>
                    <a:pt x="1934" y="13490"/>
                  </a:cubicBezTo>
                  <a:lnTo>
                    <a:pt x="1934" y="13490"/>
                  </a:lnTo>
                  <a:lnTo>
                    <a:pt x="1680" y="14211"/>
                  </a:lnTo>
                  <a:lnTo>
                    <a:pt x="2707" y="15339"/>
                  </a:lnTo>
                  <a:lnTo>
                    <a:pt x="3462" y="15161"/>
                  </a:lnTo>
                  <a:lnTo>
                    <a:pt x="3462" y="15161"/>
                  </a:lnTo>
                  <a:cubicBezTo>
                    <a:pt x="3960" y="15560"/>
                    <a:pt x="4546" y="15937"/>
                    <a:pt x="5220" y="16249"/>
                  </a:cubicBezTo>
                  <a:lnTo>
                    <a:pt x="5220" y="16249"/>
                  </a:lnTo>
                  <a:lnTo>
                    <a:pt x="5314" y="17018"/>
                  </a:lnTo>
                  <a:lnTo>
                    <a:pt x="6792" y="17544"/>
                  </a:lnTo>
                  <a:lnTo>
                    <a:pt x="7399" y="16937"/>
                  </a:lnTo>
                  <a:lnTo>
                    <a:pt x="7399" y="16937"/>
                  </a:lnTo>
                  <a:cubicBezTo>
                    <a:pt x="7789" y="17031"/>
                    <a:pt x="8281" y="17118"/>
                    <a:pt x="8772" y="17118"/>
                  </a:cubicBezTo>
                  <a:lnTo>
                    <a:pt x="9371" y="17118"/>
                  </a:lnTo>
                  <a:lnTo>
                    <a:pt x="9825" y="17745"/>
                  </a:lnTo>
                  <a:lnTo>
                    <a:pt x="11379" y="17444"/>
                  </a:lnTo>
                  <a:lnTo>
                    <a:pt x="11563" y="16568"/>
                  </a:lnTo>
                  <a:lnTo>
                    <a:pt x="11563" y="16568"/>
                  </a:lnTo>
                  <a:cubicBezTo>
                    <a:pt x="12248" y="16373"/>
                    <a:pt x="12945" y="16088"/>
                    <a:pt x="13426" y="15692"/>
                  </a:cubicBezTo>
                  <a:lnTo>
                    <a:pt x="13426" y="15692"/>
                  </a:lnTo>
                  <a:lnTo>
                    <a:pt x="14086" y="15965"/>
                  </a:lnTo>
                  <a:lnTo>
                    <a:pt x="15238" y="14938"/>
                  </a:lnTo>
                  <a:lnTo>
                    <a:pt x="15141" y="14105"/>
                  </a:lnTo>
                  <a:lnTo>
                    <a:pt x="15141" y="14105"/>
                  </a:lnTo>
                  <a:cubicBezTo>
                    <a:pt x="15591" y="13629"/>
                    <a:pt x="15947" y="13079"/>
                    <a:pt x="16242" y="12526"/>
                  </a:cubicBezTo>
                  <a:lnTo>
                    <a:pt x="16242" y="12526"/>
                  </a:lnTo>
                  <a:lnTo>
                    <a:pt x="17018" y="12431"/>
                  </a:lnTo>
                  <a:lnTo>
                    <a:pt x="17444" y="10953"/>
                  </a:lnTo>
                  <a:lnTo>
                    <a:pt x="16949" y="10269"/>
                  </a:lnTo>
                  <a:lnTo>
                    <a:pt x="16949" y="10269"/>
                  </a:lnTo>
                  <a:cubicBezTo>
                    <a:pt x="17018" y="9803"/>
                    <a:pt x="17018" y="9338"/>
                    <a:pt x="17018" y="8873"/>
                  </a:cubicBezTo>
                  <a:lnTo>
                    <a:pt x="17018" y="8274"/>
                  </a:lnTo>
                  <a:lnTo>
                    <a:pt x="17018" y="8274"/>
                  </a:lnTo>
                  <a:lnTo>
                    <a:pt x="17645" y="7820"/>
                  </a:lnTo>
                  <a:lnTo>
                    <a:pt x="17344" y="6266"/>
                  </a:lnTo>
                  <a:lnTo>
                    <a:pt x="16568" y="6083"/>
                  </a:lnTo>
                  <a:lnTo>
                    <a:pt x="16568" y="6083"/>
                  </a:lnTo>
                  <a:cubicBezTo>
                    <a:pt x="16369" y="5424"/>
                    <a:pt x="15989" y="4846"/>
                    <a:pt x="15620" y="4272"/>
                  </a:cubicBezTo>
                  <a:lnTo>
                    <a:pt x="15620" y="4272"/>
                  </a:lnTo>
                  <a:lnTo>
                    <a:pt x="15965" y="3559"/>
                  </a:lnTo>
                  <a:lnTo>
                    <a:pt x="14938" y="2406"/>
                  </a:lnTo>
                  <a:lnTo>
                    <a:pt x="14183" y="2584"/>
                  </a:lnTo>
                  <a:lnTo>
                    <a:pt x="14183" y="2584"/>
                  </a:lnTo>
                  <a:cubicBezTo>
                    <a:pt x="13685" y="2185"/>
                    <a:pt x="13099" y="1808"/>
                    <a:pt x="12424" y="1496"/>
                  </a:cubicBezTo>
                  <a:lnTo>
                    <a:pt x="12424" y="1496"/>
                  </a:lnTo>
                  <a:lnTo>
                    <a:pt x="12331" y="727"/>
                  </a:lnTo>
                  <a:lnTo>
                    <a:pt x="10852" y="201"/>
                  </a:lnTo>
                  <a:lnTo>
                    <a:pt x="10326" y="727"/>
                  </a:lnTo>
                  <a:cubicBezTo>
                    <a:pt x="9825" y="627"/>
                    <a:pt x="9299" y="627"/>
                    <a:pt x="8873" y="627"/>
                  </a:cubicBezTo>
                  <a:lnTo>
                    <a:pt x="8173" y="627"/>
                  </a:lnTo>
                  <a:lnTo>
                    <a:pt x="7720" y="0"/>
                  </a:ln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1"/>
            <p:cNvSpPr/>
            <p:nvPr/>
          </p:nvSpPr>
          <p:spPr>
            <a:xfrm>
              <a:off x="3070325" y="2791375"/>
              <a:ext cx="310800" cy="310825"/>
            </a:xfrm>
            <a:custGeom>
              <a:rect b="b" l="l" r="r" t="t"/>
              <a:pathLst>
                <a:path extrusionOk="0" h="12433" w="12432">
                  <a:moveTo>
                    <a:pt x="6166" y="3134"/>
                  </a:moveTo>
                  <a:cubicBezTo>
                    <a:pt x="7945" y="3134"/>
                    <a:pt x="9299" y="4487"/>
                    <a:pt x="9299" y="6166"/>
                  </a:cubicBezTo>
                  <a:cubicBezTo>
                    <a:pt x="9299" y="7846"/>
                    <a:pt x="7945" y="9299"/>
                    <a:pt x="6166" y="9299"/>
                  </a:cubicBezTo>
                  <a:cubicBezTo>
                    <a:pt x="4487" y="9299"/>
                    <a:pt x="3133" y="7846"/>
                    <a:pt x="3133" y="6166"/>
                  </a:cubicBezTo>
                  <a:cubicBezTo>
                    <a:pt x="3133" y="4487"/>
                    <a:pt x="4487" y="3134"/>
                    <a:pt x="6166" y="3134"/>
                  </a:cubicBezTo>
                  <a:close/>
                  <a:moveTo>
                    <a:pt x="5439" y="1"/>
                  </a:moveTo>
                  <a:lnTo>
                    <a:pt x="4487" y="201"/>
                  </a:lnTo>
                  <a:lnTo>
                    <a:pt x="4286" y="728"/>
                  </a:lnTo>
                  <a:cubicBezTo>
                    <a:pt x="3760" y="828"/>
                    <a:pt x="3334" y="1154"/>
                    <a:pt x="2933" y="1455"/>
                  </a:cubicBezTo>
                  <a:lnTo>
                    <a:pt x="2406" y="1154"/>
                  </a:lnTo>
                  <a:lnTo>
                    <a:pt x="1680" y="1881"/>
                  </a:lnTo>
                  <a:lnTo>
                    <a:pt x="1780" y="2407"/>
                  </a:lnTo>
                  <a:cubicBezTo>
                    <a:pt x="1454" y="2833"/>
                    <a:pt x="1153" y="3234"/>
                    <a:pt x="953" y="3660"/>
                  </a:cubicBezTo>
                  <a:lnTo>
                    <a:pt x="426" y="3760"/>
                  </a:lnTo>
                  <a:lnTo>
                    <a:pt x="101" y="4713"/>
                  </a:lnTo>
                  <a:lnTo>
                    <a:pt x="527" y="5114"/>
                  </a:lnTo>
                  <a:cubicBezTo>
                    <a:pt x="426" y="5640"/>
                    <a:pt x="426" y="6166"/>
                    <a:pt x="426" y="6693"/>
                  </a:cubicBezTo>
                  <a:lnTo>
                    <a:pt x="0" y="6993"/>
                  </a:lnTo>
                  <a:lnTo>
                    <a:pt x="201" y="7946"/>
                  </a:lnTo>
                  <a:lnTo>
                    <a:pt x="727" y="8046"/>
                  </a:lnTo>
                  <a:cubicBezTo>
                    <a:pt x="953" y="8572"/>
                    <a:pt x="1153" y="9099"/>
                    <a:pt x="1454" y="9500"/>
                  </a:cubicBezTo>
                  <a:lnTo>
                    <a:pt x="1254" y="9926"/>
                  </a:lnTo>
                  <a:lnTo>
                    <a:pt x="1880" y="10653"/>
                  </a:lnTo>
                  <a:lnTo>
                    <a:pt x="2406" y="10552"/>
                  </a:lnTo>
                  <a:cubicBezTo>
                    <a:pt x="2832" y="10853"/>
                    <a:pt x="3233" y="11179"/>
                    <a:pt x="3760" y="11379"/>
                  </a:cubicBezTo>
                  <a:lnTo>
                    <a:pt x="3760" y="11906"/>
                  </a:lnTo>
                  <a:lnTo>
                    <a:pt x="4712" y="12232"/>
                  </a:lnTo>
                  <a:lnTo>
                    <a:pt x="5113" y="11906"/>
                  </a:lnTo>
                  <a:cubicBezTo>
                    <a:pt x="5376" y="11956"/>
                    <a:pt x="5640" y="11981"/>
                    <a:pt x="5903" y="11981"/>
                  </a:cubicBezTo>
                  <a:cubicBezTo>
                    <a:pt x="6166" y="11981"/>
                    <a:pt x="6429" y="11956"/>
                    <a:pt x="6692" y="11906"/>
                  </a:cubicBezTo>
                  <a:lnTo>
                    <a:pt x="6993" y="12432"/>
                  </a:lnTo>
                  <a:lnTo>
                    <a:pt x="7945" y="12232"/>
                  </a:lnTo>
                  <a:lnTo>
                    <a:pt x="8146" y="11605"/>
                  </a:lnTo>
                  <a:cubicBezTo>
                    <a:pt x="8572" y="11480"/>
                    <a:pt x="9098" y="11279"/>
                    <a:pt x="9499" y="10978"/>
                  </a:cubicBezTo>
                  <a:lnTo>
                    <a:pt x="10025" y="11179"/>
                  </a:lnTo>
                  <a:lnTo>
                    <a:pt x="10752" y="10552"/>
                  </a:lnTo>
                  <a:lnTo>
                    <a:pt x="10552" y="9926"/>
                  </a:lnTo>
                  <a:cubicBezTo>
                    <a:pt x="10978" y="9600"/>
                    <a:pt x="11178" y="9099"/>
                    <a:pt x="11379" y="8673"/>
                  </a:cubicBezTo>
                  <a:lnTo>
                    <a:pt x="12005" y="8572"/>
                  </a:lnTo>
                  <a:lnTo>
                    <a:pt x="12331" y="7620"/>
                  </a:lnTo>
                  <a:lnTo>
                    <a:pt x="11905" y="7219"/>
                  </a:lnTo>
                  <a:cubicBezTo>
                    <a:pt x="12005" y="6793"/>
                    <a:pt x="12005" y="6267"/>
                    <a:pt x="12005" y="5740"/>
                  </a:cubicBezTo>
                  <a:lnTo>
                    <a:pt x="12432" y="5339"/>
                  </a:lnTo>
                  <a:lnTo>
                    <a:pt x="12231" y="4387"/>
                  </a:lnTo>
                  <a:lnTo>
                    <a:pt x="11705" y="4287"/>
                  </a:lnTo>
                  <a:cubicBezTo>
                    <a:pt x="11479" y="3760"/>
                    <a:pt x="11279" y="3334"/>
                    <a:pt x="10978" y="2933"/>
                  </a:cubicBezTo>
                  <a:lnTo>
                    <a:pt x="11178" y="2407"/>
                  </a:lnTo>
                  <a:lnTo>
                    <a:pt x="10552" y="1680"/>
                  </a:lnTo>
                  <a:lnTo>
                    <a:pt x="10025" y="1780"/>
                  </a:lnTo>
                  <a:cubicBezTo>
                    <a:pt x="9599" y="1455"/>
                    <a:pt x="9198" y="1154"/>
                    <a:pt x="8672" y="953"/>
                  </a:cubicBezTo>
                  <a:lnTo>
                    <a:pt x="8572" y="427"/>
                  </a:lnTo>
                  <a:lnTo>
                    <a:pt x="7720" y="101"/>
                  </a:lnTo>
                  <a:lnTo>
                    <a:pt x="7319" y="527"/>
                  </a:lnTo>
                  <a:cubicBezTo>
                    <a:pt x="6947" y="456"/>
                    <a:pt x="6574" y="385"/>
                    <a:pt x="6202" y="385"/>
                  </a:cubicBezTo>
                  <a:cubicBezTo>
                    <a:pt x="6048" y="385"/>
                    <a:pt x="5894" y="398"/>
                    <a:pt x="5740" y="427"/>
                  </a:cubicBezTo>
                  <a:lnTo>
                    <a:pt x="54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1"/>
            <p:cNvSpPr/>
            <p:nvPr/>
          </p:nvSpPr>
          <p:spPr>
            <a:xfrm>
              <a:off x="3065300" y="2786375"/>
              <a:ext cx="318325" cy="318325"/>
            </a:xfrm>
            <a:custGeom>
              <a:rect b="b" l="l" r="r" t="t"/>
              <a:pathLst>
                <a:path extrusionOk="0" h="12733" w="12733">
                  <a:moveTo>
                    <a:pt x="6367" y="3434"/>
                  </a:moveTo>
                  <a:cubicBezTo>
                    <a:pt x="7194" y="3434"/>
                    <a:pt x="7921" y="3760"/>
                    <a:pt x="8447" y="4286"/>
                  </a:cubicBezTo>
                  <a:cubicBezTo>
                    <a:pt x="8973" y="4787"/>
                    <a:pt x="9299" y="5539"/>
                    <a:pt x="9299" y="6366"/>
                  </a:cubicBezTo>
                  <a:cubicBezTo>
                    <a:pt x="9299" y="7193"/>
                    <a:pt x="8973" y="7920"/>
                    <a:pt x="8447" y="8447"/>
                  </a:cubicBezTo>
                  <a:cubicBezTo>
                    <a:pt x="7921" y="8973"/>
                    <a:pt x="7194" y="9299"/>
                    <a:pt x="6367" y="9299"/>
                  </a:cubicBezTo>
                  <a:cubicBezTo>
                    <a:pt x="5640" y="9299"/>
                    <a:pt x="4913" y="8973"/>
                    <a:pt x="4387" y="8447"/>
                  </a:cubicBezTo>
                  <a:cubicBezTo>
                    <a:pt x="3861" y="7920"/>
                    <a:pt x="3434" y="7193"/>
                    <a:pt x="3434" y="6366"/>
                  </a:cubicBezTo>
                  <a:cubicBezTo>
                    <a:pt x="3434" y="5539"/>
                    <a:pt x="3861" y="4787"/>
                    <a:pt x="4387" y="4286"/>
                  </a:cubicBezTo>
                  <a:cubicBezTo>
                    <a:pt x="4913" y="3760"/>
                    <a:pt x="5640" y="3434"/>
                    <a:pt x="6367" y="3434"/>
                  </a:cubicBezTo>
                  <a:close/>
                  <a:moveTo>
                    <a:pt x="6367" y="3133"/>
                  </a:moveTo>
                  <a:cubicBezTo>
                    <a:pt x="4587" y="3133"/>
                    <a:pt x="3134" y="4587"/>
                    <a:pt x="3134" y="6366"/>
                  </a:cubicBezTo>
                  <a:cubicBezTo>
                    <a:pt x="3134" y="8146"/>
                    <a:pt x="4587" y="9599"/>
                    <a:pt x="6367" y="9599"/>
                  </a:cubicBezTo>
                  <a:cubicBezTo>
                    <a:pt x="8247" y="9599"/>
                    <a:pt x="9600" y="8146"/>
                    <a:pt x="9600" y="6366"/>
                  </a:cubicBezTo>
                  <a:cubicBezTo>
                    <a:pt x="9600" y="4587"/>
                    <a:pt x="8247" y="3133"/>
                    <a:pt x="6367" y="3133"/>
                  </a:cubicBezTo>
                  <a:close/>
                  <a:moveTo>
                    <a:pt x="5540" y="301"/>
                  </a:moveTo>
                  <a:lnTo>
                    <a:pt x="5841" y="727"/>
                  </a:lnTo>
                  <a:lnTo>
                    <a:pt x="6467" y="727"/>
                  </a:lnTo>
                  <a:cubicBezTo>
                    <a:pt x="6793" y="727"/>
                    <a:pt x="7094" y="827"/>
                    <a:pt x="7419" y="827"/>
                  </a:cubicBezTo>
                  <a:lnTo>
                    <a:pt x="7520" y="827"/>
                  </a:lnTo>
                  <a:lnTo>
                    <a:pt x="7921" y="527"/>
                  </a:lnTo>
                  <a:lnTo>
                    <a:pt x="8673" y="727"/>
                  </a:lnTo>
                  <a:lnTo>
                    <a:pt x="8773" y="1153"/>
                  </a:lnTo>
                  <a:lnTo>
                    <a:pt x="8773" y="1254"/>
                  </a:lnTo>
                  <a:lnTo>
                    <a:pt x="8873" y="1254"/>
                  </a:lnTo>
                  <a:cubicBezTo>
                    <a:pt x="9299" y="1454"/>
                    <a:pt x="9700" y="1780"/>
                    <a:pt x="10126" y="2081"/>
                  </a:cubicBezTo>
                  <a:lnTo>
                    <a:pt x="10126" y="2181"/>
                  </a:lnTo>
                  <a:lnTo>
                    <a:pt x="10653" y="2081"/>
                  </a:lnTo>
                  <a:lnTo>
                    <a:pt x="11179" y="2607"/>
                  </a:lnTo>
                  <a:lnTo>
                    <a:pt x="10953" y="3133"/>
                  </a:lnTo>
                  <a:lnTo>
                    <a:pt x="11054" y="3133"/>
                  </a:lnTo>
                  <a:cubicBezTo>
                    <a:pt x="11279" y="3534"/>
                    <a:pt x="11580" y="4061"/>
                    <a:pt x="11680" y="4487"/>
                  </a:cubicBezTo>
                  <a:lnTo>
                    <a:pt x="11805" y="4587"/>
                  </a:lnTo>
                  <a:lnTo>
                    <a:pt x="12307" y="4787"/>
                  </a:lnTo>
                  <a:lnTo>
                    <a:pt x="12432" y="5539"/>
                  </a:lnTo>
                  <a:lnTo>
                    <a:pt x="12006" y="5840"/>
                  </a:lnTo>
                  <a:lnTo>
                    <a:pt x="12006" y="5940"/>
                  </a:lnTo>
                  <a:lnTo>
                    <a:pt x="12006" y="6366"/>
                  </a:lnTo>
                  <a:cubicBezTo>
                    <a:pt x="12006" y="6792"/>
                    <a:pt x="12006" y="7093"/>
                    <a:pt x="11906" y="7419"/>
                  </a:cubicBezTo>
                  <a:lnTo>
                    <a:pt x="11906" y="7519"/>
                  </a:lnTo>
                  <a:lnTo>
                    <a:pt x="12307" y="7920"/>
                  </a:lnTo>
                  <a:lnTo>
                    <a:pt x="12106" y="8672"/>
                  </a:lnTo>
                  <a:lnTo>
                    <a:pt x="11580" y="8672"/>
                  </a:lnTo>
                  <a:lnTo>
                    <a:pt x="11480" y="8772"/>
                  </a:lnTo>
                  <a:cubicBezTo>
                    <a:pt x="11279" y="9299"/>
                    <a:pt x="10953" y="9700"/>
                    <a:pt x="10653" y="10025"/>
                  </a:cubicBezTo>
                  <a:lnTo>
                    <a:pt x="10653" y="10126"/>
                  </a:lnTo>
                  <a:lnTo>
                    <a:pt x="10753" y="10652"/>
                  </a:lnTo>
                  <a:lnTo>
                    <a:pt x="10126" y="11178"/>
                  </a:lnTo>
                  <a:lnTo>
                    <a:pt x="9700" y="10953"/>
                  </a:lnTo>
                  <a:lnTo>
                    <a:pt x="9600" y="11053"/>
                  </a:lnTo>
                  <a:cubicBezTo>
                    <a:pt x="9174" y="11279"/>
                    <a:pt x="8773" y="11479"/>
                    <a:pt x="8247" y="11680"/>
                  </a:cubicBezTo>
                  <a:lnTo>
                    <a:pt x="8046" y="12206"/>
                  </a:lnTo>
                  <a:lnTo>
                    <a:pt x="7294" y="12432"/>
                  </a:lnTo>
                  <a:lnTo>
                    <a:pt x="6993" y="12005"/>
                  </a:lnTo>
                  <a:lnTo>
                    <a:pt x="6367" y="12005"/>
                  </a:lnTo>
                  <a:cubicBezTo>
                    <a:pt x="6041" y="12005"/>
                    <a:pt x="5740" y="12005"/>
                    <a:pt x="5314" y="11905"/>
                  </a:cubicBezTo>
                  <a:lnTo>
                    <a:pt x="4913" y="12306"/>
                  </a:lnTo>
                  <a:lnTo>
                    <a:pt x="4161" y="12005"/>
                  </a:lnTo>
                  <a:lnTo>
                    <a:pt x="4061" y="11579"/>
                  </a:lnTo>
                  <a:lnTo>
                    <a:pt x="4061" y="11479"/>
                  </a:lnTo>
                  <a:lnTo>
                    <a:pt x="3961" y="11479"/>
                  </a:lnTo>
                  <a:cubicBezTo>
                    <a:pt x="3535" y="11279"/>
                    <a:pt x="3134" y="10953"/>
                    <a:pt x="2708" y="10652"/>
                  </a:cubicBezTo>
                  <a:lnTo>
                    <a:pt x="2081" y="10752"/>
                  </a:lnTo>
                  <a:lnTo>
                    <a:pt x="1655" y="10126"/>
                  </a:lnTo>
                  <a:lnTo>
                    <a:pt x="1780" y="9599"/>
                  </a:lnTo>
                  <a:cubicBezTo>
                    <a:pt x="1455" y="9173"/>
                    <a:pt x="1254" y="8772"/>
                    <a:pt x="1028" y="8246"/>
                  </a:cubicBezTo>
                  <a:lnTo>
                    <a:pt x="1028" y="8146"/>
                  </a:lnTo>
                  <a:lnTo>
                    <a:pt x="527" y="8046"/>
                  </a:lnTo>
                  <a:lnTo>
                    <a:pt x="402" y="7193"/>
                  </a:lnTo>
                  <a:lnTo>
                    <a:pt x="828" y="6893"/>
                  </a:lnTo>
                  <a:lnTo>
                    <a:pt x="828" y="6792"/>
                  </a:lnTo>
                  <a:cubicBezTo>
                    <a:pt x="828" y="6667"/>
                    <a:pt x="728" y="6467"/>
                    <a:pt x="728" y="6366"/>
                  </a:cubicBezTo>
                  <a:cubicBezTo>
                    <a:pt x="728" y="6041"/>
                    <a:pt x="828" y="5640"/>
                    <a:pt x="828" y="5314"/>
                  </a:cubicBezTo>
                  <a:lnTo>
                    <a:pt x="928" y="5213"/>
                  </a:lnTo>
                  <a:lnTo>
                    <a:pt x="527" y="4787"/>
                  </a:lnTo>
                  <a:lnTo>
                    <a:pt x="728" y="4061"/>
                  </a:lnTo>
                  <a:lnTo>
                    <a:pt x="1254" y="4061"/>
                  </a:lnTo>
                  <a:lnTo>
                    <a:pt x="1354" y="3960"/>
                  </a:lnTo>
                  <a:cubicBezTo>
                    <a:pt x="1555" y="3534"/>
                    <a:pt x="1780" y="3133"/>
                    <a:pt x="2181" y="2707"/>
                  </a:cubicBezTo>
                  <a:lnTo>
                    <a:pt x="2181" y="2607"/>
                  </a:lnTo>
                  <a:lnTo>
                    <a:pt x="2081" y="2081"/>
                  </a:lnTo>
                  <a:lnTo>
                    <a:pt x="2607" y="1554"/>
                  </a:lnTo>
                  <a:lnTo>
                    <a:pt x="3134" y="1780"/>
                  </a:lnTo>
                  <a:lnTo>
                    <a:pt x="3234" y="1780"/>
                  </a:lnTo>
                  <a:cubicBezTo>
                    <a:pt x="3660" y="1454"/>
                    <a:pt x="4061" y="1254"/>
                    <a:pt x="4587" y="1028"/>
                  </a:cubicBezTo>
                  <a:lnTo>
                    <a:pt x="4788" y="527"/>
                  </a:lnTo>
                  <a:lnTo>
                    <a:pt x="5540" y="301"/>
                  </a:lnTo>
                  <a:close/>
                  <a:moveTo>
                    <a:pt x="5640" y="0"/>
                  </a:moveTo>
                  <a:lnTo>
                    <a:pt x="4587" y="201"/>
                  </a:lnTo>
                  <a:lnTo>
                    <a:pt x="4409" y="757"/>
                  </a:lnTo>
                  <a:lnTo>
                    <a:pt x="4409" y="757"/>
                  </a:lnTo>
                  <a:cubicBezTo>
                    <a:pt x="3924" y="944"/>
                    <a:pt x="3444" y="1155"/>
                    <a:pt x="3068" y="1429"/>
                  </a:cubicBezTo>
                  <a:lnTo>
                    <a:pt x="3068" y="1429"/>
                  </a:lnTo>
                  <a:lnTo>
                    <a:pt x="2607" y="1254"/>
                  </a:lnTo>
                  <a:lnTo>
                    <a:pt x="1780" y="1980"/>
                  </a:lnTo>
                  <a:lnTo>
                    <a:pt x="1867" y="2523"/>
                  </a:lnTo>
                  <a:lnTo>
                    <a:pt x="1867" y="2523"/>
                  </a:lnTo>
                  <a:cubicBezTo>
                    <a:pt x="1564" y="2897"/>
                    <a:pt x="1284" y="3294"/>
                    <a:pt x="1066" y="3774"/>
                  </a:cubicBezTo>
                  <a:lnTo>
                    <a:pt x="1066" y="3774"/>
                  </a:lnTo>
                  <a:lnTo>
                    <a:pt x="527" y="3860"/>
                  </a:lnTo>
                  <a:lnTo>
                    <a:pt x="201" y="4913"/>
                  </a:lnTo>
                  <a:lnTo>
                    <a:pt x="542" y="5314"/>
                  </a:lnTo>
                  <a:lnTo>
                    <a:pt x="527" y="5314"/>
                  </a:lnTo>
                  <a:cubicBezTo>
                    <a:pt x="527" y="5640"/>
                    <a:pt x="402" y="5940"/>
                    <a:pt x="402" y="6366"/>
                  </a:cubicBezTo>
                  <a:cubicBezTo>
                    <a:pt x="402" y="6498"/>
                    <a:pt x="456" y="6586"/>
                    <a:pt x="493" y="6695"/>
                  </a:cubicBezTo>
                  <a:lnTo>
                    <a:pt x="493" y="6695"/>
                  </a:lnTo>
                  <a:lnTo>
                    <a:pt x="1" y="7093"/>
                  </a:lnTo>
                  <a:lnTo>
                    <a:pt x="302" y="8246"/>
                  </a:lnTo>
                  <a:lnTo>
                    <a:pt x="843" y="8419"/>
                  </a:lnTo>
                  <a:lnTo>
                    <a:pt x="843" y="8419"/>
                  </a:lnTo>
                  <a:cubicBezTo>
                    <a:pt x="951" y="8878"/>
                    <a:pt x="1226" y="9261"/>
                    <a:pt x="1495" y="9619"/>
                  </a:cubicBezTo>
                  <a:lnTo>
                    <a:pt x="1495" y="9619"/>
                  </a:lnTo>
                  <a:lnTo>
                    <a:pt x="1455" y="9599"/>
                  </a:lnTo>
                  <a:lnTo>
                    <a:pt x="1254" y="10226"/>
                  </a:lnTo>
                  <a:lnTo>
                    <a:pt x="1981" y="11053"/>
                  </a:lnTo>
                  <a:lnTo>
                    <a:pt x="2619" y="10965"/>
                  </a:lnTo>
                  <a:lnTo>
                    <a:pt x="2619" y="10965"/>
                  </a:lnTo>
                  <a:cubicBezTo>
                    <a:pt x="2968" y="11298"/>
                    <a:pt x="3341" y="11488"/>
                    <a:pt x="3785" y="11759"/>
                  </a:cubicBezTo>
                  <a:lnTo>
                    <a:pt x="3785" y="11759"/>
                  </a:lnTo>
                  <a:lnTo>
                    <a:pt x="3861" y="12306"/>
                  </a:lnTo>
                  <a:lnTo>
                    <a:pt x="4913" y="12632"/>
                  </a:lnTo>
                  <a:lnTo>
                    <a:pt x="5390" y="12227"/>
                  </a:lnTo>
                  <a:lnTo>
                    <a:pt x="5390" y="12227"/>
                  </a:lnTo>
                  <a:cubicBezTo>
                    <a:pt x="5700" y="12306"/>
                    <a:pt x="6066" y="12306"/>
                    <a:pt x="6367" y="12306"/>
                  </a:cubicBezTo>
                  <a:lnTo>
                    <a:pt x="6850" y="12306"/>
                  </a:lnTo>
                  <a:lnTo>
                    <a:pt x="7094" y="12732"/>
                  </a:lnTo>
                  <a:lnTo>
                    <a:pt x="8247" y="12532"/>
                  </a:lnTo>
                  <a:lnTo>
                    <a:pt x="8424" y="11976"/>
                  </a:lnTo>
                  <a:lnTo>
                    <a:pt x="8424" y="11976"/>
                  </a:lnTo>
                  <a:cubicBezTo>
                    <a:pt x="8890" y="11796"/>
                    <a:pt x="9351" y="11594"/>
                    <a:pt x="9720" y="11336"/>
                  </a:cubicBezTo>
                  <a:lnTo>
                    <a:pt x="9720" y="11336"/>
                  </a:lnTo>
                  <a:lnTo>
                    <a:pt x="10226" y="11579"/>
                  </a:lnTo>
                  <a:lnTo>
                    <a:pt x="11054" y="10752"/>
                  </a:lnTo>
                  <a:lnTo>
                    <a:pt x="10967" y="10209"/>
                  </a:lnTo>
                  <a:lnTo>
                    <a:pt x="10967" y="10209"/>
                  </a:lnTo>
                  <a:cubicBezTo>
                    <a:pt x="11287" y="9789"/>
                    <a:pt x="11583" y="9393"/>
                    <a:pt x="11805" y="8973"/>
                  </a:cubicBezTo>
                  <a:lnTo>
                    <a:pt x="12307" y="8973"/>
                  </a:lnTo>
                  <a:lnTo>
                    <a:pt x="12633" y="7820"/>
                  </a:lnTo>
                  <a:lnTo>
                    <a:pt x="12244" y="7340"/>
                  </a:lnTo>
                  <a:lnTo>
                    <a:pt x="12244" y="7340"/>
                  </a:lnTo>
                  <a:cubicBezTo>
                    <a:pt x="12307" y="7003"/>
                    <a:pt x="12307" y="6730"/>
                    <a:pt x="12307" y="6366"/>
                  </a:cubicBezTo>
                  <a:lnTo>
                    <a:pt x="12307" y="6041"/>
                  </a:lnTo>
                  <a:lnTo>
                    <a:pt x="12733" y="5640"/>
                  </a:lnTo>
                  <a:lnTo>
                    <a:pt x="12532" y="4487"/>
                  </a:lnTo>
                  <a:lnTo>
                    <a:pt x="11976" y="4309"/>
                  </a:lnTo>
                  <a:lnTo>
                    <a:pt x="11976" y="4309"/>
                  </a:lnTo>
                  <a:cubicBezTo>
                    <a:pt x="11789" y="3835"/>
                    <a:pt x="11580" y="3442"/>
                    <a:pt x="11308" y="3072"/>
                  </a:cubicBezTo>
                  <a:lnTo>
                    <a:pt x="11308" y="3072"/>
                  </a:lnTo>
                  <a:lnTo>
                    <a:pt x="11580" y="2507"/>
                  </a:lnTo>
                  <a:lnTo>
                    <a:pt x="10753" y="1655"/>
                  </a:lnTo>
                  <a:lnTo>
                    <a:pt x="10264" y="1830"/>
                  </a:lnTo>
                  <a:lnTo>
                    <a:pt x="10264" y="1830"/>
                  </a:lnTo>
                  <a:cubicBezTo>
                    <a:pt x="9900" y="1546"/>
                    <a:pt x="9448" y="1282"/>
                    <a:pt x="9061" y="1075"/>
                  </a:cubicBezTo>
                  <a:lnTo>
                    <a:pt x="9061" y="1075"/>
                  </a:lnTo>
                  <a:lnTo>
                    <a:pt x="8973" y="527"/>
                  </a:lnTo>
                  <a:lnTo>
                    <a:pt x="7820" y="101"/>
                  </a:lnTo>
                  <a:lnTo>
                    <a:pt x="7496" y="526"/>
                  </a:lnTo>
                  <a:lnTo>
                    <a:pt x="7496" y="526"/>
                  </a:lnTo>
                  <a:cubicBezTo>
                    <a:pt x="7175" y="521"/>
                    <a:pt x="6785" y="401"/>
                    <a:pt x="6467" y="401"/>
                  </a:cubicBezTo>
                  <a:lnTo>
                    <a:pt x="5946" y="401"/>
                  </a:lnTo>
                  <a:lnTo>
                    <a:pt x="5640" y="0"/>
                  </a:ln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1"/>
            <p:cNvSpPr/>
            <p:nvPr/>
          </p:nvSpPr>
          <p:spPr>
            <a:xfrm>
              <a:off x="2597900" y="3783250"/>
              <a:ext cx="2409800" cy="99650"/>
            </a:xfrm>
            <a:custGeom>
              <a:rect b="b" l="l" r="r" t="t"/>
              <a:pathLst>
                <a:path extrusionOk="0" h="3986" w="96392">
                  <a:moveTo>
                    <a:pt x="0" y="0"/>
                  </a:moveTo>
                  <a:lnTo>
                    <a:pt x="0" y="3985"/>
                  </a:lnTo>
                  <a:lnTo>
                    <a:pt x="96392" y="3985"/>
                  </a:lnTo>
                  <a:lnTo>
                    <a:pt x="9639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1"/>
            <p:cNvSpPr/>
            <p:nvPr/>
          </p:nvSpPr>
          <p:spPr>
            <a:xfrm>
              <a:off x="2595375" y="3780750"/>
              <a:ext cx="2414825" cy="107150"/>
            </a:xfrm>
            <a:custGeom>
              <a:rect b="b" l="l" r="r" t="t"/>
              <a:pathLst>
                <a:path extrusionOk="0" h="4286" w="96593">
                  <a:moveTo>
                    <a:pt x="96267" y="326"/>
                  </a:moveTo>
                  <a:lnTo>
                    <a:pt x="96267" y="3985"/>
                  </a:lnTo>
                  <a:lnTo>
                    <a:pt x="302" y="3985"/>
                  </a:lnTo>
                  <a:lnTo>
                    <a:pt x="302" y="326"/>
                  </a:lnTo>
                  <a:close/>
                  <a:moveTo>
                    <a:pt x="1" y="0"/>
                  </a:moveTo>
                  <a:lnTo>
                    <a:pt x="1" y="4286"/>
                  </a:lnTo>
                  <a:lnTo>
                    <a:pt x="96593" y="4286"/>
                  </a:lnTo>
                  <a:lnTo>
                    <a:pt x="96593" y="4085"/>
                  </a:lnTo>
                  <a:lnTo>
                    <a:pt x="96593" y="0"/>
                  </a:ln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1"/>
            <p:cNvSpPr/>
            <p:nvPr/>
          </p:nvSpPr>
          <p:spPr>
            <a:xfrm>
              <a:off x="2597900" y="2493775"/>
              <a:ext cx="2409800" cy="96500"/>
            </a:xfrm>
            <a:custGeom>
              <a:rect b="b" l="l" r="r" t="t"/>
              <a:pathLst>
                <a:path extrusionOk="0" h="3860" w="96392">
                  <a:moveTo>
                    <a:pt x="0" y="0"/>
                  </a:moveTo>
                  <a:lnTo>
                    <a:pt x="0" y="3860"/>
                  </a:lnTo>
                  <a:lnTo>
                    <a:pt x="96392" y="3860"/>
                  </a:lnTo>
                  <a:lnTo>
                    <a:pt x="9639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1"/>
            <p:cNvSpPr/>
            <p:nvPr/>
          </p:nvSpPr>
          <p:spPr>
            <a:xfrm>
              <a:off x="2595375" y="2488750"/>
              <a:ext cx="2414825" cy="107175"/>
            </a:xfrm>
            <a:custGeom>
              <a:rect b="b" l="l" r="r" t="t"/>
              <a:pathLst>
                <a:path extrusionOk="0" h="4287" w="96593">
                  <a:moveTo>
                    <a:pt x="96267" y="301"/>
                  </a:moveTo>
                  <a:lnTo>
                    <a:pt x="96267" y="3960"/>
                  </a:lnTo>
                  <a:lnTo>
                    <a:pt x="302" y="3960"/>
                  </a:lnTo>
                  <a:lnTo>
                    <a:pt x="302" y="301"/>
                  </a:lnTo>
                  <a:close/>
                  <a:moveTo>
                    <a:pt x="1" y="1"/>
                  </a:moveTo>
                  <a:lnTo>
                    <a:pt x="1" y="4286"/>
                  </a:lnTo>
                  <a:lnTo>
                    <a:pt x="96593" y="4286"/>
                  </a:lnTo>
                  <a:lnTo>
                    <a:pt x="96593" y="4061"/>
                  </a:lnTo>
                  <a:lnTo>
                    <a:pt x="96593"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1"/>
            <p:cNvSpPr/>
            <p:nvPr/>
          </p:nvSpPr>
          <p:spPr>
            <a:xfrm>
              <a:off x="2636725" y="2522575"/>
              <a:ext cx="39500" cy="38875"/>
            </a:xfrm>
            <a:custGeom>
              <a:rect b="b" l="l" r="r" t="t"/>
              <a:pathLst>
                <a:path extrusionOk="0" h="1555" w="1580">
                  <a:moveTo>
                    <a:pt x="853" y="1"/>
                  </a:moveTo>
                  <a:cubicBezTo>
                    <a:pt x="427" y="1"/>
                    <a:pt x="1" y="302"/>
                    <a:pt x="1" y="828"/>
                  </a:cubicBezTo>
                  <a:cubicBezTo>
                    <a:pt x="1" y="1254"/>
                    <a:pt x="427" y="1555"/>
                    <a:pt x="853" y="1555"/>
                  </a:cubicBezTo>
                  <a:cubicBezTo>
                    <a:pt x="1254" y="1555"/>
                    <a:pt x="1580" y="1254"/>
                    <a:pt x="1580" y="828"/>
                  </a:cubicBezTo>
                  <a:cubicBezTo>
                    <a:pt x="1580" y="302"/>
                    <a:pt x="1254" y="1"/>
                    <a:pt x="8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1"/>
            <p:cNvSpPr/>
            <p:nvPr/>
          </p:nvSpPr>
          <p:spPr>
            <a:xfrm>
              <a:off x="2634225" y="2520075"/>
              <a:ext cx="47025" cy="47025"/>
            </a:xfrm>
            <a:custGeom>
              <a:rect b="b" l="l" r="r" t="t"/>
              <a:pathLst>
                <a:path extrusionOk="0" h="1881" w="1881">
                  <a:moveTo>
                    <a:pt x="953" y="301"/>
                  </a:moveTo>
                  <a:cubicBezTo>
                    <a:pt x="1254" y="301"/>
                    <a:pt x="1580" y="527"/>
                    <a:pt x="1580" y="928"/>
                  </a:cubicBezTo>
                  <a:cubicBezTo>
                    <a:pt x="1580" y="1254"/>
                    <a:pt x="1254" y="1555"/>
                    <a:pt x="953" y="1555"/>
                  </a:cubicBezTo>
                  <a:cubicBezTo>
                    <a:pt x="627" y="1555"/>
                    <a:pt x="326" y="1254"/>
                    <a:pt x="326" y="928"/>
                  </a:cubicBezTo>
                  <a:cubicBezTo>
                    <a:pt x="326" y="527"/>
                    <a:pt x="627" y="301"/>
                    <a:pt x="953" y="301"/>
                  </a:cubicBezTo>
                  <a:close/>
                  <a:moveTo>
                    <a:pt x="953" y="1"/>
                  </a:moveTo>
                  <a:cubicBezTo>
                    <a:pt x="427" y="1"/>
                    <a:pt x="1" y="402"/>
                    <a:pt x="1" y="928"/>
                  </a:cubicBezTo>
                  <a:cubicBezTo>
                    <a:pt x="1" y="1454"/>
                    <a:pt x="427" y="1880"/>
                    <a:pt x="953" y="1880"/>
                  </a:cubicBezTo>
                  <a:cubicBezTo>
                    <a:pt x="1479" y="1880"/>
                    <a:pt x="1880" y="1454"/>
                    <a:pt x="1880" y="928"/>
                  </a:cubicBezTo>
                  <a:cubicBezTo>
                    <a:pt x="1880" y="402"/>
                    <a:pt x="1479" y="1"/>
                    <a:pt x="9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1"/>
            <p:cNvSpPr/>
            <p:nvPr/>
          </p:nvSpPr>
          <p:spPr>
            <a:xfrm>
              <a:off x="2710050" y="2522575"/>
              <a:ext cx="39500" cy="38875"/>
            </a:xfrm>
            <a:custGeom>
              <a:rect b="b" l="l" r="r" t="t"/>
              <a:pathLst>
                <a:path extrusionOk="0" h="1555" w="1580">
                  <a:moveTo>
                    <a:pt x="827" y="1"/>
                  </a:moveTo>
                  <a:cubicBezTo>
                    <a:pt x="426" y="1"/>
                    <a:pt x="0" y="302"/>
                    <a:pt x="0" y="828"/>
                  </a:cubicBezTo>
                  <a:cubicBezTo>
                    <a:pt x="0" y="1254"/>
                    <a:pt x="426" y="1555"/>
                    <a:pt x="827" y="1555"/>
                  </a:cubicBezTo>
                  <a:cubicBezTo>
                    <a:pt x="1253" y="1555"/>
                    <a:pt x="1579" y="1254"/>
                    <a:pt x="1579" y="828"/>
                  </a:cubicBezTo>
                  <a:cubicBezTo>
                    <a:pt x="1579" y="302"/>
                    <a:pt x="1253" y="1"/>
                    <a:pt x="8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1"/>
            <p:cNvSpPr/>
            <p:nvPr/>
          </p:nvSpPr>
          <p:spPr>
            <a:xfrm>
              <a:off x="2707550" y="2520075"/>
              <a:ext cx="47000" cy="47025"/>
            </a:xfrm>
            <a:custGeom>
              <a:rect b="b" l="l" r="r" t="t"/>
              <a:pathLst>
                <a:path extrusionOk="0" h="1881" w="1880">
                  <a:moveTo>
                    <a:pt x="927" y="301"/>
                  </a:moveTo>
                  <a:cubicBezTo>
                    <a:pt x="1253" y="301"/>
                    <a:pt x="1554" y="527"/>
                    <a:pt x="1554" y="928"/>
                  </a:cubicBezTo>
                  <a:cubicBezTo>
                    <a:pt x="1554" y="1254"/>
                    <a:pt x="1253" y="1555"/>
                    <a:pt x="927" y="1555"/>
                  </a:cubicBezTo>
                  <a:cubicBezTo>
                    <a:pt x="627" y="1555"/>
                    <a:pt x="301" y="1254"/>
                    <a:pt x="301" y="928"/>
                  </a:cubicBezTo>
                  <a:cubicBezTo>
                    <a:pt x="301" y="527"/>
                    <a:pt x="627" y="301"/>
                    <a:pt x="927" y="301"/>
                  </a:cubicBezTo>
                  <a:close/>
                  <a:moveTo>
                    <a:pt x="927" y="1"/>
                  </a:moveTo>
                  <a:cubicBezTo>
                    <a:pt x="426" y="1"/>
                    <a:pt x="0" y="402"/>
                    <a:pt x="0" y="928"/>
                  </a:cubicBezTo>
                  <a:cubicBezTo>
                    <a:pt x="0" y="1454"/>
                    <a:pt x="426" y="1880"/>
                    <a:pt x="927" y="1880"/>
                  </a:cubicBezTo>
                  <a:cubicBezTo>
                    <a:pt x="1454" y="1880"/>
                    <a:pt x="1880" y="1454"/>
                    <a:pt x="1880" y="928"/>
                  </a:cubicBezTo>
                  <a:cubicBezTo>
                    <a:pt x="1880" y="402"/>
                    <a:pt x="1454" y="1"/>
                    <a:pt x="9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1"/>
            <p:cNvSpPr/>
            <p:nvPr/>
          </p:nvSpPr>
          <p:spPr>
            <a:xfrm>
              <a:off x="2783350" y="2522575"/>
              <a:ext cx="41375" cy="38875"/>
            </a:xfrm>
            <a:custGeom>
              <a:rect b="b" l="l" r="r" t="t"/>
              <a:pathLst>
                <a:path extrusionOk="0" h="1555" w="1655">
                  <a:moveTo>
                    <a:pt x="828" y="1"/>
                  </a:moveTo>
                  <a:cubicBezTo>
                    <a:pt x="402" y="1"/>
                    <a:pt x="1" y="302"/>
                    <a:pt x="1" y="828"/>
                  </a:cubicBezTo>
                  <a:cubicBezTo>
                    <a:pt x="1" y="1254"/>
                    <a:pt x="402" y="1555"/>
                    <a:pt x="828" y="1555"/>
                  </a:cubicBezTo>
                  <a:cubicBezTo>
                    <a:pt x="1254" y="1555"/>
                    <a:pt x="1655" y="1254"/>
                    <a:pt x="1655" y="828"/>
                  </a:cubicBezTo>
                  <a:cubicBezTo>
                    <a:pt x="1655" y="302"/>
                    <a:pt x="1254" y="1"/>
                    <a:pt x="8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1"/>
            <p:cNvSpPr/>
            <p:nvPr/>
          </p:nvSpPr>
          <p:spPr>
            <a:xfrm>
              <a:off x="2780850" y="2520075"/>
              <a:ext cx="47025" cy="47025"/>
            </a:xfrm>
            <a:custGeom>
              <a:rect b="b" l="l" r="r" t="t"/>
              <a:pathLst>
                <a:path extrusionOk="0" h="1881" w="1881">
                  <a:moveTo>
                    <a:pt x="928" y="301"/>
                  </a:moveTo>
                  <a:cubicBezTo>
                    <a:pt x="1254" y="301"/>
                    <a:pt x="1554" y="527"/>
                    <a:pt x="1554" y="928"/>
                  </a:cubicBezTo>
                  <a:cubicBezTo>
                    <a:pt x="1554" y="1254"/>
                    <a:pt x="1254" y="1555"/>
                    <a:pt x="928" y="1555"/>
                  </a:cubicBezTo>
                  <a:cubicBezTo>
                    <a:pt x="627" y="1555"/>
                    <a:pt x="301" y="1254"/>
                    <a:pt x="301" y="928"/>
                  </a:cubicBezTo>
                  <a:cubicBezTo>
                    <a:pt x="301" y="527"/>
                    <a:pt x="627" y="301"/>
                    <a:pt x="928" y="301"/>
                  </a:cubicBezTo>
                  <a:close/>
                  <a:moveTo>
                    <a:pt x="928" y="1"/>
                  </a:moveTo>
                  <a:cubicBezTo>
                    <a:pt x="401" y="1"/>
                    <a:pt x="0" y="402"/>
                    <a:pt x="0" y="928"/>
                  </a:cubicBezTo>
                  <a:cubicBezTo>
                    <a:pt x="0" y="1454"/>
                    <a:pt x="401" y="1880"/>
                    <a:pt x="928" y="1880"/>
                  </a:cubicBezTo>
                  <a:cubicBezTo>
                    <a:pt x="1454" y="1880"/>
                    <a:pt x="1880" y="1454"/>
                    <a:pt x="1880" y="928"/>
                  </a:cubicBezTo>
                  <a:cubicBezTo>
                    <a:pt x="1880" y="402"/>
                    <a:pt x="1454" y="1"/>
                    <a:pt x="9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1"/>
            <p:cNvSpPr/>
            <p:nvPr/>
          </p:nvSpPr>
          <p:spPr>
            <a:xfrm>
              <a:off x="2370450" y="1985075"/>
              <a:ext cx="916700" cy="526875"/>
            </a:xfrm>
            <a:custGeom>
              <a:rect b="b" l="l" r="r" t="t"/>
              <a:pathLst>
                <a:path extrusionOk="0" h="21075" w="36668">
                  <a:moveTo>
                    <a:pt x="30473" y="0"/>
                  </a:moveTo>
                  <a:cubicBezTo>
                    <a:pt x="27920" y="0"/>
                    <a:pt x="23583" y="379"/>
                    <a:pt x="16416" y="1877"/>
                  </a:cubicBezTo>
                  <a:cubicBezTo>
                    <a:pt x="2005" y="4784"/>
                    <a:pt x="0" y="7391"/>
                    <a:pt x="0" y="7391"/>
                  </a:cubicBezTo>
                  <a:lnTo>
                    <a:pt x="2832" y="21075"/>
                  </a:lnTo>
                  <a:cubicBezTo>
                    <a:pt x="2832" y="21075"/>
                    <a:pt x="4812" y="18468"/>
                    <a:pt x="19324" y="15436"/>
                  </a:cubicBezTo>
                  <a:cubicBezTo>
                    <a:pt x="26162" y="13997"/>
                    <a:pt x="30416" y="13619"/>
                    <a:pt x="32998" y="13619"/>
                  </a:cubicBezTo>
                  <a:cubicBezTo>
                    <a:pt x="35857" y="13619"/>
                    <a:pt x="36667" y="14082"/>
                    <a:pt x="36667" y="14082"/>
                  </a:cubicBezTo>
                  <a:lnTo>
                    <a:pt x="33835" y="398"/>
                  </a:lnTo>
                  <a:cubicBezTo>
                    <a:pt x="33835" y="398"/>
                    <a:pt x="33090" y="0"/>
                    <a:pt x="304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1"/>
            <p:cNvSpPr/>
            <p:nvPr/>
          </p:nvSpPr>
          <p:spPr>
            <a:xfrm>
              <a:off x="2362925" y="1979350"/>
              <a:ext cx="929225" cy="539275"/>
            </a:xfrm>
            <a:custGeom>
              <a:rect b="b" l="l" r="r" t="t"/>
              <a:pathLst>
                <a:path extrusionOk="0" h="21571" w="37169">
                  <a:moveTo>
                    <a:pt x="30602" y="427"/>
                  </a:moveTo>
                  <a:cubicBezTo>
                    <a:pt x="31956" y="427"/>
                    <a:pt x="32783" y="527"/>
                    <a:pt x="33309" y="627"/>
                  </a:cubicBezTo>
                  <a:cubicBezTo>
                    <a:pt x="33635" y="727"/>
                    <a:pt x="33735" y="727"/>
                    <a:pt x="33835" y="727"/>
                  </a:cubicBezTo>
                  <a:lnTo>
                    <a:pt x="33936" y="853"/>
                  </a:lnTo>
                  <a:lnTo>
                    <a:pt x="33961" y="853"/>
                  </a:lnTo>
                  <a:lnTo>
                    <a:pt x="36675" y="13964"/>
                  </a:lnTo>
                  <a:lnTo>
                    <a:pt x="36675" y="13964"/>
                  </a:lnTo>
                  <a:cubicBezTo>
                    <a:pt x="36209" y="13809"/>
                    <a:pt x="35257" y="13585"/>
                    <a:pt x="33409" y="13585"/>
                  </a:cubicBezTo>
                  <a:cubicBezTo>
                    <a:pt x="30803" y="13585"/>
                    <a:pt x="26517" y="14011"/>
                    <a:pt x="19524" y="15464"/>
                  </a:cubicBezTo>
                  <a:cubicBezTo>
                    <a:pt x="12331" y="16918"/>
                    <a:pt x="8146" y="18397"/>
                    <a:pt x="5840" y="19424"/>
                  </a:cubicBezTo>
                  <a:cubicBezTo>
                    <a:pt x="4399" y="20089"/>
                    <a:pt x="3619" y="20584"/>
                    <a:pt x="3239" y="20858"/>
                  </a:cubicBezTo>
                  <a:lnTo>
                    <a:pt x="3239" y="20858"/>
                  </a:lnTo>
                  <a:lnTo>
                    <a:pt x="466" y="7805"/>
                  </a:lnTo>
                  <a:lnTo>
                    <a:pt x="466" y="7805"/>
                  </a:lnTo>
                  <a:cubicBezTo>
                    <a:pt x="820" y="7448"/>
                    <a:pt x="3596" y="4955"/>
                    <a:pt x="16818" y="2306"/>
                  </a:cubicBezTo>
                  <a:cubicBezTo>
                    <a:pt x="23810" y="853"/>
                    <a:pt x="28096" y="427"/>
                    <a:pt x="30602" y="427"/>
                  </a:cubicBezTo>
                  <a:close/>
                  <a:moveTo>
                    <a:pt x="30602" y="1"/>
                  </a:moveTo>
                  <a:cubicBezTo>
                    <a:pt x="27996" y="1"/>
                    <a:pt x="23710" y="427"/>
                    <a:pt x="16717" y="1880"/>
                  </a:cubicBezTo>
                  <a:cubicBezTo>
                    <a:pt x="9499" y="3359"/>
                    <a:pt x="5314" y="4712"/>
                    <a:pt x="3033" y="5740"/>
                  </a:cubicBezTo>
                  <a:cubicBezTo>
                    <a:pt x="627" y="6793"/>
                    <a:pt x="101" y="7519"/>
                    <a:pt x="101" y="7519"/>
                  </a:cubicBezTo>
                  <a:cubicBezTo>
                    <a:pt x="101" y="7620"/>
                    <a:pt x="0" y="7620"/>
                    <a:pt x="101" y="7745"/>
                  </a:cubicBezTo>
                  <a:lnTo>
                    <a:pt x="2933" y="21404"/>
                  </a:lnTo>
                  <a:cubicBezTo>
                    <a:pt x="2933" y="21494"/>
                    <a:pt x="2984" y="21570"/>
                    <a:pt x="3050" y="21570"/>
                  </a:cubicBezTo>
                  <a:cubicBezTo>
                    <a:pt x="3076" y="21570"/>
                    <a:pt x="3105" y="21558"/>
                    <a:pt x="3133" y="21529"/>
                  </a:cubicBezTo>
                  <a:cubicBezTo>
                    <a:pt x="3232" y="21529"/>
                    <a:pt x="3331" y="21408"/>
                    <a:pt x="3334" y="21309"/>
                  </a:cubicBezTo>
                  <a:lnTo>
                    <a:pt x="3334" y="21309"/>
                  </a:lnTo>
                  <a:cubicBezTo>
                    <a:pt x="3891" y="20814"/>
                    <a:pt x="6997" y="18515"/>
                    <a:pt x="19625" y="15890"/>
                  </a:cubicBezTo>
                  <a:cubicBezTo>
                    <a:pt x="26617" y="14412"/>
                    <a:pt x="30903" y="14011"/>
                    <a:pt x="33409" y="14011"/>
                  </a:cubicBezTo>
                  <a:cubicBezTo>
                    <a:pt x="34763" y="14011"/>
                    <a:pt x="35615" y="14111"/>
                    <a:pt x="36141" y="14211"/>
                  </a:cubicBezTo>
                  <a:cubicBezTo>
                    <a:pt x="36442" y="14311"/>
                    <a:pt x="36642" y="14311"/>
                    <a:pt x="36768" y="14412"/>
                  </a:cubicBezTo>
                  <a:cubicBezTo>
                    <a:pt x="36768" y="14482"/>
                    <a:pt x="36817" y="14564"/>
                    <a:pt x="36881" y="14564"/>
                  </a:cubicBezTo>
                  <a:cubicBezTo>
                    <a:pt x="36908" y="14564"/>
                    <a:pt x="36938" y="14549"/>
                    <a:pt x="36968" y="14512"/>
                  </a:cubicBezTo>
                  <a:cubicBezTo>
                    <a:pt x="37068" y="14512"/>
                    <a:pt x="37169" y="14412"/>
                    <a:pt x="37169" y="14311"/>
                  </a:cubicBezTo>
                  <a:cubicBezTo>
                    <a:pt x="37169" y="14311"/>
                    <a:pt x="37169" y="14220"/>
                    <a:pt x="37138" y="14160"/>
                  </a:cubicBezTo>
                  <a:lnTo>
                    <a:pt x="37138" y="14160"/>
                  </a:lnTo>
                  <a:lnTo>
                    <a:pt x="34362" y="627"/>
                  </a:lnTo>
                  <a:cubicBezTo>
                    <a:pt x="34362" y="527"/>
                    <a:pt x="34261" y="527"/>
                    <a:pt x="34261" y="427"/>
                  </a:cubicBezTo>
                  <a:cubicBezTo>
                    <a:pt x="34136" y="427"/>
                    <a:pt x="33309" y="1"/>
                    <a:pt x="30602"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1"/>
            <p:cNvSpPr/>
            <p:nvPr/>
          </p:nvSpPr>
          <p:spPr>
            <a:xfrm>
              <a:off x="3443750" y="1856550"/>
              <a:ext cx="10675" cy="339625"/>
            </a:xfrm>
            <a:custGeom>
              <a:rect b="b" l="l" r="r" t="t"/>
              <a:pathLst>
                <a:path extrusionOk="0" h="13585" w="427">
                  <a:moveTo>
                    <a:pt x="201" y="0"/>
                  </a:moveTo>
                  <a:cubicBezTo>
                    <a:pt x="101" y="0"/>
                    <a:pt x="1" y="126"/>
                    <a:pt x="1" y="226"/>
                  </a:cubicBezTo>
                  <a:lnTo>
                    <a:pt x="1" y="13384"/>
                  </a:lnTo>
                  <a:cubicBezTo>
                    <a:pt x="1" y="13484"/>
                    <a:pt x="101" y="13584"/>
                    <a:pt x="201" y="13584"/>
                  </a:cubicBezTo>
                  <a:cubicBezTo>
                    <a:pt x="302" y="13584"/>
                    <a:pt x="427" y="13484"/>
                    <a:pt x="427" y="13384"/>
                  </a:cubicBezTo>
                  <a:lnTo>
                    <a:pt x="427" y="226"/>
                  </a:lnTo>
                  <a:cubicBezTo>
                    <a:pt x="427" y="126"/>
                    <a:pt x="302" y="0"/>
                    <a:pt x="2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1"/>
            <p:cNvSpPr/>
            <p:nvPr/>
          </p:nvSpPr>
          <p:spPr>
            <a:xfrm>
              <a:off x="3430600" y="2097150"/>
              <a:ext cx="36375" cy="36350"/>
            </a:xfrm>
            <a:custGeom>
              <a:rect b="b" l="l" r="r" t="t"/>
              <a:pathLst>
                <a:path extrusionOk="0" h="1454" w="1455">
                  <a:moveTo>
                    <a:pt x="727" y="0"/>
                  </a:moveTo>
                  <a:cubicBezTo>
                    <a:pt x="326" y="0"/>
                    <a:pt x="0" y="301"/>
                    <a:pt x="0" y="727"/>
                  </a:cubicBezTo>
                  <a:cubicBezTo>
                    <a:pt x="0" y="1153"/>
                    <a:pt x="326" y="1454"/>
                    <a:pt x="727" y="1454"/>
                  </a:cubicBezTo>
                  <a:cubicBezTo>
                    <a:pt x="1153" y="1454"/>
                    <a:pt x="1454" y="1153"/>
                    <a:pt x="1454" y="727"/>
                  </a:cubicBezTo>
                  <a:cubicBezTo>
                    <a:pt x="1454" y="301"/>
                    <a:pt x="1153" y="0"/>
                    <a:pt x="7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1"/>
            <p:cNvSpPr/>
            <p:nvPr/>
          </p:nvSpPr>
          <p:spPr>
            <a:xfrm>
              <a:off x="3404275" y="2191125"/>
              <a:ext cx="91525" cy="190500"/>
            </a:xfrm>
            <a:custGeom>
              <a:rect b="b" l="l" r="r" t="t"/>
              <a:pathLst>
                <a:path extrusionOk="0" h="7620" w="3661">
                  <a:moveTo>
                    <a:pt x="1053" y="1"/>
                  </a:moveTo>
                  <a:cubicBezTo>
                    <a:pt x="753" y="1"/>
                    <a:pt x="427" y="301"/>
                    <a:pt x="427" y="627"/>
                  </a:cubicBezTo>
                  <a:lnTo>
                    <a:pt x="1" y="7620"/>
                  </a:lnTo>
                  <a:lnTo>
                    <a:pt x="3660" y="7620"/>
                  </a:lnTo>
                  <a:lnTo>
                    <a:pt x="3259" y="627"/>
                  </a:lnTo>
                  <a:cubicBezTo>
                    <a:pt x="3259" y="301"/>
                    <a:pt x="2933" y="1"/>
                    <a:pt x="26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1"/>
            <p:cNvSpPr/>
            <p:nvPr/>
          </p:nvSpPr>
          <p:spPr>
            <a:xfrm>
              <a:off x="3963175" y="2201150"/>
              <a:ext cx="1900425" cy="1323975"/>
            </a:xfrm>
            <a:custGeom>
              <a:rect b="b" l="l" r="r" t="t"/>
              <a:pathLst>
                <a:path extrusionOk="0" h="52959" w="76017">
                  <a:moveTo>
                    <a:pt x="1" y="1"/>
                  </a:moveTo>
                  <a:lnTo>
                    <a:pt x="1" y="52958"/>
                  </a:lnTo>
                  <a:lnTo>
                    <a:pt x="76016" y="52958"/>
                  </a:lnTo>
                  <a:lnTo>
                    <a:pt x="760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1"/>
            <p:cNvSpPr/>
            <p:nvPr/>
          </p:nvSpPr>
          <p:spPr>
            <a:xfrm>
              <a:off x="3960675" y="2198650"/>
              <a:ext cx="1906050" cy="1331475"/>
            </a:xfrm>
            <a:custGeom>
              <a:rect b="b" l="l" r="r" t="t"/>
              <a:pathLst>
                <a:path extrusionOk="0" h="53259" w="76242">
                  <a:moveTo>
                    <a:pt x="75916" y="326"/>
                  </a:moveTo>
                  <a:lnTo>
                    <a:pt x="75916" y="52958"/>
                  </a:lnTo>
                  <a:lnTo>
                    <a:pt x="301" y="52958"/>
                  </a:lnTo>
                  <a:lnTo>
                    <a:pt x="301" y="326"/>
                  </a:lnTo>
                  <a:close/>
                  <a:moveTo>
                    <a:pt x="1" y="0"/>
                  </a:moveTo>
                  <a:lnTo>
                    <a:pt x="1" y="101"/>
                  </a:lnTo>
                  <a:lnTo>
                    <a:pt x="1" y="53058"/>
                  </a:lnTo>
                  <a:lnTo>
                    <a:pt x="1" y="53259"/>
                  </a:lnTo>
                  <a:lnTo>
                    <a:pt x="76242" y="53259"/>
                  </a:lnTo>
                  <a:lnTo>
                    <a:pt x="76242" y="53058"/>
                  </a:lnTo>
                  <a:lnTo>
                    <a:pt x="76242" y="101"/>
                  </a:lnTo>
                  <a:lnTo>
                    <a:pt x="76242" y="0"/>
                  </a:ln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1"/>
            <p:cNvSpPr/>
            <p:nvPr/>
          </p:nvSpPr>
          <p:spPr>
            <a:xfrm>
              <a:off x="4018325" y="2258800"/>
              <a:ext cx="1790750" cy="1211175"/>
            </a:xfrm>
            <a:custGeom>
              <a:rect b="b" l="l" r="r" t="t"/>
              <a:pathLst>
                <a:path extrusionOk="0" h="48447" w="71630">
                  <a:moveTo>
                    <a:pt x="5213" y="1"/>
                  </a:moveTo>
                  <a:cubicBezTo>
                    <a:pt x="5213" y="2833"/>
                    <a:pt x="2908" y="5214"/>
                    <a:pt x="0" y="5214"/>
                  </a:cubicBezTo>
                  <a:lnTo>
                    <a:pt x="0" y="43234"/>
                  </a:lnTo>
                  <a:cubicBezTo>
                    <a:pt x="2908" y="43234"/>
                    <a:pt x="5213" y="45640"/>
                    <a:pt x="5213" y="48447"/>
                  </a:cubicBezTo>
                  <a:lnTo>
                    <a:pt x="66417" y="48447"/>
                  </a:lnTo>
                  <a:cubicBezTo>
                    <a:pt x="66417" y="45640"/>
                    <a:pt x="68697" y="43234"/>
                    <a:pt x="71630" y="43234"/>
                  </a:cubicBezTo>
                  <a:lnTo>
                    <a:pt x="71630" y="5214"/>
                  </a:lnTo>
                  <a:cubicBezTo>
                    <a:pt x="68697" y="5214"/>
                    <a:pt x="66417" y="2833"/>
                    <a:pt x="664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1"/>
            <p:cNvSpPr/>
            <p:nvPr/>
          </p:nvSpPr>
          <p:spPr>
            <a:xfrm>
              <a:off x="4015200" y="2253800"/>
              <a:ext cx="1796400" cy="1221825"/>
            </a:xfrm>
            <a:custGeom>
              <a:rect b="b" l="l" r="r" t="t"/>
              <a:pathLst>
                <a:path extrusionOk="0" h="48873" w="71856">
                  <a:moveTo>
                    <a:pt x="66317" y="301"/>
                  </a:moveTo>
                  <a:cubicBezTo>
                    <a:pt x="66370" y="3123"/>
                    <a:pt x="68651" y="5433"/>
                    <a:pt x="71554" y="5535"/>
                  </a:cubicBezTo>
                  <a:lnTo>
                    <a:pt x="71554" y="5535"/>
                  </a:lnTo>
                  <a:lnTo>
                    <a:pt x="71554" y="43337"/>
                  </a:lnTo>
                  <a:lnTo>
                    <a:pt x="71554" y="43337"/>
                  </a:lnTo>
                  <a:cubicBezTo>
                    <a:pt x="68651" y="43439"/>
                    <a:pt x="66371" y="45749"/>
                    <a:pt x="66317" y="48547"/>
                  </a:cubicBezTo>
                  <a:lnTo>
                    <a:pt x="5538" y="48547"/>
                  </a:lnTo>
                  <a:cubicBezTo>
                    <a:pt x="5485" y="45749"/>
                    <a:pt x="3205" y="43440"/>
                    <a:pt x="326" y="43337"/>
                  </a:cubicBezTo>
                  <a:lnTo>
                    <a:pt x="326" y="43337"/>
                  </a:lnTo>
                  <a:lnTo>
                    <a:pt x="326" y="5535"/>
                  </a:lnTo>
                  <a:lnTo>
                    <a:pt x="326" y="5535"/>
                  </a:lnTo>
                  <a:cubicBezTo>
                    <a:pt x="3205" y="5432"/>
                    <a:pt x="5485" y="3122"/>
                    <a:pt x="5538" y="301"/>
                  </a:cubicBezTo>
                  <a:close/>
                  <a:moveTo>
                    <a:pt x="5338" y="0"/>
                  </a:moveTo>
                  <a:lnTo>
                    <a:pt x="5238" y="100"/>
                  </a:lnTo>
                  <a:lnTo>
                    <a:pt x="5238" y="201"/>
                  </a:lnTo>
                  <a:cubicBezTo>
                    <a:pt x="5238" y="1554"/>
                    <a:pt x="4612" y="2807"/>
                    <a:pt x="3759" y="3759"/>
                  </a:cubicBezTo>
                  <a:cubicBezTo>
                    <a:pt x="2832" y="4687"/>
                    <a:pt x="1579" y="5213"/>
                    <a:pt x="125" y="5213"/>
                  </a:cubicBezTo>
                  <a:lnTo>
                    <a:pt x="0" y="5313"/>
                  </a:lnTo>
                  <a:lnTo>
                    <a:pt x="0" y="5414"/>
                  </a:lnTo>
                  <a:lnTo>
                    <a:pt x="0" y="43434"/>
                  </a:lnTo>
                  <a:lnTo>
                    <a:pt x="0" y="43534"/>
                  </a:lnTo>
                  <a:lnTo>
                    <a:pt x="125" y="43634"/>
                  </a:lnTo>
                  <a:cubicBezTo>
                    <a:pt x="1579" y="43634"/>
                    <a:pt x="2832" y="44161"/>
                    <a:pt x="3759" y="45113"/>
                  </a:cubicBezTo>
                  <a:cubicBezTo>
                    <a:pt x="4612" y="46040"/>
                    <a:pt x="5238" y="47293"/>
                    <a:pt x="5238" y="48647"/>
                  </a:cubicBezTo>
                  <a:lnTo>
                    <a:pt x="5238" y="48772"/>
                  </a:lnTo>
                  <a:lnTo>
                    <a:pt x="5338" y="48872"/>
                  </a:lnTo>
                  <a:lnTo>
                    <a:pt x="66542" y="48872"/>
                  </a:lnTo>
                  <a:cubicBezTo>
                    <a:pt x="66542" y="48872"/>
                    <a:pt x="66642" y="48872"/>
                    <a:pt x="66642" y="48772"/>
                  </a:cubicBezTo>
                  <a:lnTo>
                    <a:pt x="66642" y="48647"/>
                  </a:lnTo>
                  <a:cubicBezTo>
                    <a:pt x="66642" y="47293"/>
                    <a:pt x="67269" y="46040"/>
                    <a:pt x="68096" y="45113"/>
                  </a:cubicBezTo>
                  <a:cubicBezTo>
                    <a:pt x="69048" y="44161"/>
                    <a:pt x="70301" y="43634"/>
                    <a:pt x="71755" y="43634"/>
                  </a:cubicBezTo>
                  <a:cubicBezTo>
                    <a:pt x="71755" y="43634"/>
                    <a:pt x="71855" y="43634"/>
                    <a:pt x="71855" y="43534"/>
                  </a:cubicBezTo>
                  <a:lnTo>
                    <a:pt x="71855" y="43434"/>
                  </a:lnTo>
                  <a:lnTo>
                    <a:pt x="71855" y="5414"/>
                  </a:lnTo>
                  <a:lnTo>
                    <a:pt x="71855" y="5313"/>
                  </a:lnTo>
                  <a:cubicBezTo>
                    <a:pt x="71855" y="5213"/>
                    <a:pt x="71755" y="5213"/>
                    <a:pt x="71755" y="5213"/>
                  </a:cubicBezTo>
                  <a:cubicBezTo>
                    <a:pt x="70301" y="5213"/>
                    <a:pt x="69048" y="4687"/>
                    <a:pt x="68096" y="3759"/>
                  </a:cubicBezTo>
                  <a:cubicBezTo>
                    <a:pt x="67269" y="2807"/>
                    <a:pt x="66642" y="1554"/>
                    <a:pt x="66642" y="201"/>
                  </a:cubicBezTo>
                  <a:lnTo>
                    <a:pt x="66642" y="100"/>
                  </a:lnTo>
                  <a:cubicBezTo>
                    <a:pt x="66642" y="0"/>
                    <a:pt x="66542" y="0"/>
                    <a:pt x="66542" y="0"/>
                  </a:cubicBez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1"/>
            <p:cNvSpPr/>
            <p:nvPr/>
          </p:nvSpPr>
          <p:spPr>
            <a:xfrm>
              <a:off x="4198150" y="2733750"/>
              <a:ext cx="1430475" cy="42000"/>
            </a:xfrm>
            <a:custGeom>
              <a:rect b="b" l="l" r="r" t="t"/>
              <a:pathLst>
                <a:path extrusionOk="0" h="1680" w="57219">
                  <a:moveTo>
                    <a:pt x="0" y="0"/>
                  </a:moveTo>
                  <a:lnTo>
                    <a:pt x="0" y="1679"/>
                  </a:lnTo>
                  <a:lnTo>
                    <a:pt x="57219" y="1679"/>
                  </a:lnTo>
                  <a:lnTo>
                    <a:pt x="572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1"/>
            <p:cNvSpPr/>
            <p:nvPr/>
          </p:nvSpPr>
          <p:spPr>
            <a:xfrm>
              <a:off x="4198150" y="2835875"/>
              <a:ext cx="1430475" cy="44500"/>
            </a:xfrm>
            <a:custGeom>
              <a:rect b="b" l="l" r="r" t="t"/>
              <a:pathLst>
                <a:path extrusionOk="0" h="1780" w="57219">
                  <a:moveTo>
                    <a:pt x="0" y="0"/>
                  </a:moveTo>
                  <a:lnTo>
                    <a:pt x="0" y="1780"/>
                  </a:lnTo>
                  <a:lnTo>
                    <a:pt x="57219" y="1780"/>
                  </a:lnTo>
                  <a:lnTo>
                    <a:pt x="572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1"/>
            <p:cNvSpPr/>
            <p:nvPr/>
          </p:nvSpPr>
          <p:spPr>
            <a:xfrm>
              <a:off x="4198150" y="2940500"/>
              <a:ext cx="1430475" cy="41375"/>
            </a:xfrm>
            <a:custGeom>
              <a:rect b="b" l="l" r="r" t="t"/>
              <a:pathLst>
                <a:path extrusionOk="0" h="1655" w="57219">
                  <a:moveTo>
                    <a:pt x="0" y="1"/>
                  </a:moveTo>
                  <a:lnTo>
                    <a:pt x="0" y="1655"/>
                  </a:lnTo>
                  <a:lnTo>
                    <a:pt x="57219" y="1655"/>
                  </a:lnTo>
                  <a:lnTo>
                    <a:pt x="5721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1"/>
            <p:cNvSpPr/>
            <p:nvPr/>
          </p:nvSpPr>
          <p:spPr>
            <a:xfrm>
              <a:off x="4795900" y="3243150"/>
              <a:ext cx="135975" cy="164175"/>
            </a:xfrm>
            <a:custGeom>
              <a:rect b="b" l="l" r="r" t="t"/>
              <a:pathLst>
                <a:path extrusionOk="0" h="6567" w="5439">
                  <a:moveTo>
                    <a:pt x="2106" y="0"/>
                  </a:moveTo>
                  <a:lnTo>
                    <a:pt x="0" y="5213"/>
                  </a:lnTo>
                  <a:lnTo>
                    <a:pt x="1980" y="5113"/>
                  </a:lnTo>
                  <a:lnTo>
                    <a:pt x="3359" y="6567"/>
                  </a:lnTo>
                  <a:lnTo>
                    <a:pt x="5439" y="1253"/>
                  </a:lnTo>
                  <a:lnTo>
                    <a:pt x="21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1"/>
            <p:cNvSpPr/>
            <p:nvPr/>
          </p:nvSpPr>
          <p:spPr>
            <a:xfrm>
              <a:off x="4790875" y="3238125"/>
              <a:ext cx="146025" cy="177350"/>
            </a:xfrm>
            <a:custGeom>
              <a:rect b="b" l="l" r="r" t="t"/>
              <a:pathLst>
                <a:path extrusionOk="0" h="7094" w="5841">
                  <a:moveTo>
                    <a:pt x="2407" y="402"/>
                  </a:moveTo>
                  <a:lnTo>
                    <a:pt x="5439" y="1555"/>
                  </a:lnTo>
                  <a:lnTo>
                    <a:pt x="3428" y="6439"/>
                  </a:lnTo>
                  <a:lnTo>
                    <a:pt x="3428" y="6439"/>
                  </a:lnTo>
                  <a:lnTo>
                    <a:pt x="2181" y="5214"/>
                  </a:lnTo>
                  <a:lnTo>
                    <a:pt x="427" y="5314"/>
                  </a:lnTo>
                  <a:lnTo>
                    <a:pt x="2407" y="402"/>
                  </a:lnTo>
                  <a:close/>
                  <a:moveTo>
                    <a:pt x="2181" y="1"/>
                  </a:moveTo>
                  <a:lnTo>
                    <a:pt x="1" y="5640"/>
                  </a:lnTo>
                  <a:lnTo>
                    <a:pt x="2081" y="5514"/>
                  </a:lnTo>
                  <a:lnTo>
                    <a:pt x="3560" y="7093"/>
                  </a:lnTo>
                  <a:lnTo>
                    <a:pt x="3660" y="6893"/>
                  </a:lnTo>
                  <a:lnTo>
                    <a:pt x="5840" y="1454"/>
                  </a:lnTo>
                  <a:lnTo>
                    <a:pt x="218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1"/>
            <p:cNvSpPr/>
            <p:nvPr/>
          </p:nvSpPr>
          <p:spPr>
            <a:xfrm>
              <a:off x="4895525" y="3243150"/>
              <a:ext cx="135350" cy="164175"/>
            </a:xfrm>
            <a:custGeom>
              <a:rect b="b" l="l" r="r" t="t"/>
              <a:pathLst>
                <a:path extrusionOk="0" h="6567" w="5414">
                  <a:moveTo>
                    <a:pt x="3334" y="0"/>
                  </a:moveTo>
                  <a:lnTo>
                    <a:pt x="0" y="1253"/>
                  </a:lnTo>
                  <a:lnTo>
                    <a:pt x="2081" y="6567"/>
                  </a:lnTo>
                  <a:lnTo>
                    <a:pt x="3434" y="5113"/>
                  </a:lnTo>
                  <a:lnTo>
                    <a:pt x="5414" y="5213"/>
                  </a:lnTo>
                  <a:lnTo>
                    <a:pt x="33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1"/>
            <p:cNvSpPr/>
            <p:nvPr/>
          </p:nvSpPr>
          <p:spPr>
            <a:xfrm>
              <a:off x="4889875" y="3238125"/>
              <a:ext cx="146650" cy="177350"/>
            </a:xfrm>
            <a:custGeom>
              <a:rect b="b" l="l" r="r" t="t"/>
              <a:pathLst>
                <a:path extrusionOk="0" h="7094" w="5866">
                  <a:moveTo>
                    <a:pt x="3459" y="402"/>
                  </a:moveTo>
                  <a:lnTo>
                    <a:pt x="5439" y="5314"/>
                  </a:lnTo>
                  <a:lnTo>
                    <a:pt x="3660" y="5214"/>
                  </a:lnTo>
                  <a:lnTo>
                    <a:pt x="2420" y="6454"/>
                  </a:lnTo>
                  <a:lnTo>
                    <a:pt x="427" y="1555"/>
                  </a:lnTo>
                  <a:lnTo>
                    <a:pt x="3459" y="402"/>
                  </a:lnTo>
                  <a:close/>
                  <a:moveTo>
                    <a:pt x="3660" y="1"/>
                  </a:moveTo>
                  <a:lnTo>
                    <a:pt x="1" y="1454"/>
                  </a:lnTo>
                  <a:lnTo>
                    <a:pt x="2307" y="7093"/>
                  </a:lnTo>
                  <a:lnTo>
                    <a:pt x="2407" y="6893"/>
                  </a:lnTo>
                  <a:lnTo>
                    <a:pt x="3760" y="5514"/>
                  </a:lnTo>
                  <a:lnTo>
                    <a:pt x="5865" y="5640"/>
                  </a:lnTo>
                  <a:lnTo>
                    <a:pt x="366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1"/>
            <p:cNvSpPr/>
            <p:nvPr/>
          </p:nvSpPr>
          <p:spPr>
            <a:xfrm>
              <a:off x="4775225" y="3044525"/>
              <a:ext cx="276950" cy="279475"/>
            </a:xfrm>
            <a:custGeom>
              <a:rect b="b" l="l" r="r" t="t"/>
              <a:pathLst>
                <a:path extrusionOk="0" h="11179" w="11078">
                  <a:moveTo>
                    <a:pt x="5539" y="0"/>
                  </a:moveTo>
                  <a:lnTo>
                    <a:pt x="4587" y="527"/>
                  </a:lnTo>
                  <a:lnTo>
                    <a:pt x="3659" y="426"/>
                  </a:lnTo>
                  <a:lnTo>
                    <a:pt x="2933" y="1153"/>
                  </a:lnTo>
                  <a:lnTo>
                    <a:pt x="1980" y="1354"/>
                  </a:lnTo>
                  <a:lnTo>
                    <a:pt x="1554" y="2306"/>
                  </a:lnTo>
                  <a:lnTo>
                    <a:pt x="727" y="2832"/>
                  </a:lnTo>
                  <a:lnTo>
                    <a:pt x="727" y="3860"/>
                  </a:lnTo>
                  <a:lnTo>
                    <a:pt x="0" y="4612"/>
                  </a:lnTo>
                  <a:lnTo>
                    <a:pt x="426" y="5639"/>
                  </a:lnTo>
                  <a:lnTo>
                    <a:pt x="0" y="6592"/>
                  </a:lnTo>
                  <a:lnTo>
                    <a:pt x="727" y="7419"/>
                  </a:lnTo>
                  <a:lnTo>
                    <a:pt x="727" y="8371"/>
                  </a:lnTo>
                  <a:lnTo>
                    <a:pt x="1554" y="8998"/>
                  </a:lnTo>
                  <a:lnTo>
                    <a:pt x="1980" y="9925"/>
                  </a:lnTo>
                  <a:lnTo>
                    <a:pt x="2933" y="10126"/>
                  </a:lnTo>
                  <a:lnTo>
                    <a:pt x="3659" y="10878"/>
                  </a:lnTo>
                  <a:lnTo>
                    <a:pt x="4587" y="10752"/>
                  </a:lnTo>
                  <a:lnTo>
                    <a:pt x="5539" y="11178"/>
                  </a:lnTo>
                  <a:lnTo>
                    <a:pt x="6466" y="10752"/>
                  </a:lnTo>
                  <a:lnTo>
                    <a:pt x="7419" y="10878"/>
                  </a:lnTo>
                  <a:lnTo>
                    <a:pt x="8146" y="10126"/>
                  </a:lnTo>
                  <a:lnTo>
                    <a:pt x="9073" y="9925"/>
                  </a:lnTo>
                  <a:lnTo>
                    <a:pt x="9499" y="8998"/>
                  </a:lnTo>
                  <a:lnTo>
                    <a:pt x="10326" y="8371"/>
                  </a:lnTo>
                  <a:lnTo>
                    <a:pt x="10451" y="7419"/>
                  </a:lnTo>
                  <a:lnTo>
                    <a:pt x="11078" y="6592"/>
                  </a:lnTo>
                  <a:lnTo>
                    <a:pt x="10752" y="5639"/>
                  </a:lnTo>
                  <a:lnTo>
                    <a:pt x="11078" y="4612"/>
                  </a:lnTo>
                  <a:lnTo>
                    <a:pt x="10451" y="3860"/>
                  </a:lnTo>
                  <a:lnTo>
                    <a:pt x="10326" y="2832"/>
                  </a:lnTo>
                  <a:lnTo>
                    <a:pt x="9499" y="2306"/>
                  </a:lnTo>
                  <a:lnTo>
                    <a:pt x="9073" y="1354"/>
                  </a:lnTo>
                  <a:lnTo>
                    <a:pt x="8146" y="1153"/>
                  </a:lnTo>
                  <a:lnTo>
                    <a:pt x="7419" y="426"/>
                  </a:lnTo>
                  <a:lnTo>
                    <a:pt x="6466" y="527"/>
                  </a:lnTo>
                  <a:lnTo>
                    <a:pt x="55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1"/>
            <p:cNvSpPr/>
            <p:nvPr/>
          </p:nvSpPr>
          <p:spPr>
            <a:xfrm>
              <a:off x="4772700" y="3042000"/>
              <a:ext cx="282000" cy="287000"/>
            </a:xfrm>
            <a:custGeom>
              <a:rect b="b" l="l" r="r" t="t"/>
              <a:pathLst>
                <a:path extrusionOk="0" h="11480" w="11280">
                  <a:moveTo>
                    <a:pt x="5640" y="327"/>
                  </a:moveTo>
                  <a:lnTo>
                    <a:pt x="6467" y="828"/>
                  </a:lnTo>
                  <a:lnTo>
                    <a:pt x="7520" y="628"/>
                  </a:lnTo>
                  <a:lnTo>
                    <a:pt x="8146" y="1354"/>
                  </a:lnTo>
                  <a:lnTo>
                    <a:pt x="9074" y="1580"/>
                  </a:lnTo>
                  <a:lnTo>
                    <a:pt x="9500" y="2507"/>
                  </a:lnTo>
                  <a:lnTo>
                    <a:pt x="10327" y="3034"/>
                  </a:lnTo>
                  <a:lnTo>
                    <a:pt x="10327" y="3961"/>
                  </a:lnTo>
                  <a:lnTo>
                    <a:pt x="10953" y="4813"/>
                  </a:lnTo>
                  <a:lnTo>
                    <a:pt x="10653" y="5740"/>
                  </a:lnTo>
                  <a:lnTo>
                    <a:pt x="10953" y="6693"/>
                  </a:lnTo>
                  <a:lnTo>
                    <a:pt x="10327" y="7420"/>
                  </a:lnTo>
                  <a:lnTo>
                    <a:pt x="10327" y="8472"/>
                  </a:lnTo>
                  <a:lnTo>
                    <a:pt x="9500" y="8973"/>
                  </a:lnTo>
                  <a:lnTo>
                    <a:pt x="9074" y="9826"/>
                  </a:lnTo>
                  <a:lnTo>
                    <a:pt x="8146" y="10026"/>
                  </a:lnTo>
                  <a:lnTo>
                    <a:pt x="7520" y="10753"/>
                  </a:lnTo>
                  <a:lnTo>
                    <a:pt x="6467" y="10653"/>
                  </a:lnTo>
                  <a:lnTo>
                    <a:pt x="5640" y="11079"/>
                  </a:lnTo>
                  <a:lnTo>
                    <a:pt x="4788" y="10653"/>
                  </a:lnTo>
                  <a:lnTo>
                    <a:pt x="3760" y="10753"/>
                  </a:lnTo>
                  <a:lnTo>
                    <a:pt x="3134" y="10026"/>
                  </a:lnTo>
                  <a:lnTo>
                    <a:pt x="2181" y="9826"/>
                  </a:lnTo>
                  <a:lnTo>
                    <a:pt x="1780" y="8973"/>
                  </a:lnTo>
                  <a:lnTo>
                    <a:pt x="928" y="8472"/>
                  </a:lnTo>
                  <a:lnTo>
                    <a:pt x="928" y="7420"/>
                  </a:lnTo>
                  <a:lnTo>
                    <a:pt x="302" y="6693"/>
                  </a:lnTo>
                  <a:lnTo>
                    <a:pt x="628" y="5740"/>
                  </a:lnTo>
                  <a:lnTo>
                    <a:pt x="302" y="4813"/>
                  </a:lnTo>
                  <a:lnTo>
                    <a:pt x="928" y="3961"/>
                  </a:lnTo>
                  <a:lnTo>
                    <a:pt x="928" y="3034"/>
                  </a:lnTo>
                  <a:lnTo>
                    <a:pt x="1780" y="2507"/>
                  </a:lnTo>
                  <a:lnTo>
                    <a:pt x="2181" y="1580"/>
                  </a:lnTo>
                  <a:lnTo>
                    <a:pt x="3134" y="1354"/>
                  </a:lnTo>
                  <a:lnTo>
                    <a:pt x="3760" y="628"/>
                  </a:lnTo>
                  <a:lnTo>
                    <a:pt x="4788" y="828"/>
                  </a:lnTo>
                  <a:lnTo>
                    <a:pt x="5640" y="327"/>
                  </a:lnTo>
                  <a:close/>
                  <a:moveTo>
                    <a:pt x="5640" y="1"/>
                  </a:moveTo>
                  <a:lnTo>
                    <a:pt x="4688" y="427"/>
                  </a:lnTo>
                  <a:lnTo>
                    <a:pt x="3660" y="327"/>
                  </a:lnTo>
                  <a:lnTo>
                    <a:pt x="3034" y="1054"/>
                  </a:lnTo>
                  <a:lnTo>
                    <a:pt x="1981" y="1354"/>
                  </a:lnTo>
                  <a:lnTo>
                    <a:pt x="1555" y="2307"/>
                  </a:lnTo>
                  <a:lnTo>
                    <a:pt x="628" y="2833"/>
                  </a:lnTo>
                  <a:lnTo>
                    <a:pt x="628" y="3861"/>
                  </a:lnTo>
                  <a:lnTo>
                    <a:pt x="1" y="4713"/>
                  </a:lnTo>
                  <a:lnTo>
                    <a:pt x="302" y="5740"/>
                  </a:lnTo>
                  <a:lnTo>
                    <a:pt x="1" y="6693"/>
                  </a:lnTo>
                  <a:lnTo>
                    <a:pt x="628" y="7520"/>
                  </a:lnTo>
                  <a:lnTo>
                    <a:pt x="628" y="8572"/>
                  </a:lnTo>
                  <a:lnTo>
                    <a:pt x="1555" y="9199"/>
                  </a:lnTo>
                  <a:lnTo>
                    <a:pt x="1981" y="10126"/>
                  </a:lnTo>
                  <a:lnTo>
                    <a:pt x="3034" y="10352"/>
                  </a:lnTo>
                  <a:lnTo>
                    <a:pt x="3660" y="11179"/>
                  </a:lnTo>
                  <a:lnTo>
                    <a:pt x="4688" y="10979"/>
                  </a:lnTo>
                  <a:lnTo>
                    <a:pt x="5640" y="11480"/>
                  </a:lnTo>
                  <a:lnTo>
                    <a:pt x="6567" y="10979"/>
                  </a:lnTo>
                  <a:lnTo>
                    <a:pt x="7620" y="11179"/>
                  </a:lnTo>
                  <a:lnTo>
                    <a:pt x="8347" y="10352"/>
                  </a:lnTo>
                  <a:lnTo>
                    <a:pt x="9299" y="10126"/>
                  </a:lnTo>
                  <a:lnTo>
                    <a:pt x="9700" y="9199"/>
                  </a:lnTo>
                  <a:lnTo>
                    <a:pt x="10653" y="8572"/>
                  </a:lnTo>
                  <a:lnTo>
                    <a:pt x="10653" y="7520"/>
                  </a:lnTo>
                  <a:lnTo>
                    <a:pt x="11279" y="6693"/>
                  </a:lnTo>
                  <a:lnTo>
                    <a:pt x="10969" y="5691"/>
                  </a:lnTo>
                  <a:lnTo>
                    <a:pt x="10969" y="5691"/>
                  </a:lnTo>
                  <a:lnTo>
                    <a:pt x="11279" y="4713"/>
                  </a:lnTo>
                  <a:lnTo>
                    <a:pt x="10653" y="3861"/>
                  </a:lnTo>
                  <a:lnTo>
                    <a:pt x="10653" y="2833"/>
                  </a:lnTo>
                  <a:lnTo>
                    <a:pt x="9700" y="2307"/>
                  </a:lnTo>
                  <a:lnTo>
                    <a:pt x="9299" y="1354"/>
                  </a:lnTo>
                  <a:lnTo>
                    <a:pt x="8347" y="1054"/>
                  </a:lnTo>
                  <a:lnTo>
                    <a:pt x="7620" y="327"/>
                  </a:lnTo>
                  <a:lnTo>
                    <a:pt x="6567" y="427"/>
                  </a:lnTo>
                  <a:lnTo>
                    <a:pt x="56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1"/>
            <p:cNvSpPr/>
            <p:nvPr/>
          </p:nvSpPr>
          <p:spPr>
            <a:xfrm>
              <a:off x="4817200" y="3089000"/>
              <a:ext cx="193000" cy="193025"/>
            </a:xfrm>
            <a:custGeom>
              <a:rect b="b" l="l" r="r" t="t"/>
              <a:pathLst>
                <a:path extrusionOk="0" h="7721" w="7720">
                  <a:moveTo>
                    <a:pt x="3860" y="327"/>
                  </a:moveTo>
                  <a:cubicBezTo>
                    <a:pt x="4787" y="327"/>
                    <a:pt x="5740" y="728"/>
                    <a:pt x="6366" y="1354"/>
                  </a:cubicBezTo>
                  <a:cubicBezTo>
                    <a:pt x="6993" y="1981"/>
                    <a:pt x="7394" y="2833"/>
                    <a:pt x="7394" y="3860"/>
                  </a:cubicBezTo>
                  <a:cubicBezTo>
                    <a:pt x="7394" y="4813"/>
                    <a:pt x="6993" y="5740"/>
                    <a:pt x="6366" y="6367"/>
                  </a:cubicBezTo>
                  <a:cubicBezTo>
                    <a:pt x="5740" y="6993"/>
                    <a:pt x="4787" y="7419"/>
                    <a:pt x="3860" y="7419"/>
                  </a:cubicBezTo>
                  <a:cubicBezTo>
                    <a:pt x="2908" y="7419"/>
                    <a:pt x="1980" y="6993"/>
                    <a:pt x="1354" y="6367"/>
                  </a:cubicBezTo>
                  <a:cubicBezTo>
                    <a:pt x="727" y="5740"/>
                    <a:pt x="301" y="4813"/>
                    <a:pt x="301" y="3860"/>
                  </a:cubicBezTo>
                  <a:cubicBezTo>
                    <a:pt x="301" y="2833"/>
                    <a:pt x="727" y="1981"/>
                    <a:pt x="1354" y="1354"/>
                  </a:cubicBezTo>
                  <a:cubicBezTo>
                    <a:pt x="1980" y="728"/>
                    <a:pt x="2908" y="327"/>
                    <a:pt x="3860" y="327"/>
                  </a:cubicBezTo>
                  <a:close/>
                  <a:moveTo>
                    <a:pt x="3860" y="1"/>
                  </a:moveTo>
                  <a:cubicBezTo>
                    <a:pt x="1755" y="1"/>
                    <a:pt x="0" y="1680"/>
                    <a:pt x="0" y="3860"/>
                  </a:cubicBezTo>
                  <a:cubicBezTo>
                    <a:pt x="0" y="5966"/>
                    <a:pt x="1755" y="7720"/>
                    <a:pt x="3860" y="7720"/>
                  </a:cubicBezTo>
                  <a:cubicBezTo>
                    <a:pt x="5940" y="7720"/>
                    <a:pt x="7720" y="5966"/>
                    <a:pt x="7720" y="3860"/>
                  </a:cubicBezTo>
                  <a:cubicBezTo>
                    <a:pt x="7720" y="1680"/>
                    <a:pt x="5940" y="1"/>
                    <a:pt x="38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1"/>
            <p:cNvSpPr/>
            <p:nvPr/>
          </p:nvSpPr>
          <p:spPr>
            <a:xfrm>
              <a:off x="5158675" y="3287625"/>
              <a:ext cx="363450" cy="18200"/>
            </a:xfrm>
            <a:custGeom>
              <a:rect b="b" l="l" r="r" t="t"/>
              <a:pathLst>
                <a:path extrusionOk="0" h="728" w="14538">
                  <a:moveTo>
                    <a:pt x="1" y="1"/>
                  </a:moveTo>
                  <a:lnTo>
                    <a:pt x="1" y="727"/>
                  </a:lnTo>
                  <a:lnTo>
                    <a:pt x="14537" y="727"/>
                  </a:lnTo>
                  <a:lnTo>
                    <a:pt x="1453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1"/>
            <p:cNvSpPr/>
            <p:nvPr/>
          </p:nvSpPr>
          <p:spPr>
            <a:xfrm>
              <a:off x="4305300" y="3287625"/>
              <a:ext cx="362800" cy="18200"/>
            </a:xfrm>
            <a:custGeom>
              <a:rect b="b" l="l" r="r" t="t"/>
              <a:pathLst>
                <a:path extrusionOk="0" h="728" w="14512">
                  <a:moveTo>
                    <a:pt x="0" y="1"/>
                  </a:moveTo>
                  <a:lnTo>
                    <a:pt x="0" y="727"/>
                  </a:lnTo>
                  <a:lnTo>
                    <a:pt x="14512" y="727"/>
                  </a:lnTo>
                  <a:lnTo>
                    <a:pt x="145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1"/>
            <p:cNvSpPr/>
            <p:nvPr/>
          </p:nvSpPr>
          <p:spPr>
            <a:xfrm>
              <a:off x="3963175" y="1679225"/>
              <a:ext cx="308300" cy="308300"/>
            </a:xfrm>
            <a:custGeom>
              <a:rect b="b" l="l" r="r" t="t"/>
              <a:pathLst>
                <a:path extrusionOk="0" h="12332" w="12332">
                  <a:moveTo>
                    <a:pt x="6166" y="0"/>
                  </a:moveTo>
                  <a:cubicBezTo>
                    <a:pt x="2833" y="0"/>
                    <a:pt x="1" y="2707"/>
                    <a:pt x="1" y="6166"/>
                  </a:cubicBezTo>
                  <a:cubicBezTo>
                    <a:pt x="1" y="9599"/>
                    <a:pt x="2833" y="12331"/>
                    <a:pt x="6166" y="12331"/>
                  </a:cubicBezTo>
                  <a:cubicBezTo>
                    <a:pt x="9600" y="12331"/>
                    <a:pt x="12332" y="9599"/>
                    <a:pt x="12332" y="6166"/>
                  </a:cubicBezTo>
                  <a:cubicBezTo>
                    <a:pt x="12332" y="2707"/>
                    <a:pt x="9600" y="0"/>
                    <a:pt x="61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1"/>
            <p:cNvSpPr/>
            <p:nvPr/>
          </p:nvSpPr>
          <p:spPr>
            <a:xfrm>
              <a:off x="3960675" y="1676725"/>
              <a:ext cx="315825" cy="315800"/>
            </a:xfrm>
            <a:custGeom>
              <a:rect b="b" l="l" r="r" t="t"/>
              <a:pathLst>
                <a:path extrusionOk="0" h="12632" w="12633">
                  <a:moveTo>
                    <a:pt x="6266" y="301"/>
                  </a:moveTo>
                  <a:cubicBezTo>
                    <a:pt x="7946" y="301"/>
                    <a:pt x="9399" y="927"/>
                    <a:pt x="10552" y="1980"/>
                  </a:cubicBezTo>
                  <a:cubicBezTo>
                    <a:pt x="11580" y="3133"/>
                    <a:pt x="12332" y="4587"/>
                    <a:pt x="12332" y="6266"/>
                  </a:cubicBezTo>
                  <a:cubicBezTo>
                    <a:pt x="12332" y="7945"/>
                    <a:pt x="11580" y="9399"/>
                    <a:pt x="10552" y="10552"/>
                  </a:cubicBezTo>
                  <a:cubicBezTo>
                    <a:pt x="9399" y="11579"/>
                    <a:pt x="7946" y="12331"/>
                    <a:pt x="6266" y="12331"/>
                  </a:cubicBezTo>
                  <a:cubicBezTo>
                    <a:pt x="4587" y="12331"/>
                    <a:pt x="3133" y="11579"/>
                    <a:pt x="1981" y="10552"/>
                  </a:cubicBezTo>
                  <a:cubicBezTo>
                    <a:pt x="928" y="9399"/>
                    <a:pt x="301" y="7945"/>
                    <a:pt x="301" y="6266"/>
                  </a:cubicBezTo>
                  <a:cubicBezTo>
                    <a:pt x="301" y="4587"/>
                    <a:pt x="928" y="3133"/>
                    <a:pt x="1981" y="1980"/>
                  </a:cubicBezTo>
                  <a:cubicBezTo>
                    <a:pt x="3133" y="927"/>
                    <a:pt x="4587" y="301"/>
                    <a:pt x="6266" y="301"/>
                  </a:cubicBezTo>
                  <a:close/>
                  <a:moveTo>
                    <a:pt x="6266" y="0"/>
                  </a:moveTo>
                  <a:cubicBezTo>
                    <a:pt x="2808" y="0"/>
                    <a:pt x="1" y="2807"/>
                    <a:pt x="1" y="6266"/>
                  </a:cubicBezTo>
                  <a:cubicBezTo>
                    <a:pt x="1" y="9825"/>
                    <a:pt x="2808" y="12632"/>
                    <a:pt x="6266" y="12632"/>
                  </a:cubicBezTo>
                  <a:cubicBezTo>
                    <a:pt x="9825" y="12632"/>
                    <a:pt x="12632" y="9825"/>
                    <a:pt x="12632" y="6266"/>
                  </a:cubicBezTo>
                  <a:cubicBezTo>
                    <a:pt x="12632" y="2807"/>
                    <a:pt x="9825" y="0"/>
                    <a:pt x="6266" y="0"/>
                  </a:cubicBez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1"/>
            <p:cNvSpPr/>
            <p:nvPr/>
          </p:nvSpPr>
          <p:spPr>
            <a:xfrm>
              <a:off x="4012675" y="1752300"/>
              <a:ext cx="198650" cy="161900"/>
            </a:xfrm>
            <a:custGeom>
              <a:rect b="b" l="l" r="r" t="t"/>
              <a:pathLst>
                <a:path extrusionOk="0" h="6476" w="7946">
                  <a:moveTo>
                    <a:pt x="7317" y="1"/>
                  </a:moveTo>
                  <a:cubicBezTo>
                    <a:pt x="7127" y="1"/>
                    <a:pt x="6917" y="86"/>
                    <a:pt x="6793" y="210"/>
                  </a:cubicBezTo>
                  <a:lnTo>
                    <a:pt x="3134" y="5022"/>
                  </a:lnTo>
                  <a:lnTo>
                    <a:pt x="1154" y="2290"/>
                  </a:lnTo>
                  <a:cubicBezTo>
                    <a:pt x="1043" y="2125"/>
                    <a:pt x="895" y="2050"/>
                    <a:pt x="734" y="2050"/>
                  </a:cubicBezTo>
                  <a:cubicBezTo>
                    <a:pt x="602" y="2050"/>
                    <a:pt x="462" y="2100"/>
                    <a:pt x="327" y="2190"/>
                  </a:cubicBezTo>
                  <a:cubicBezTo>
                    <a:pt x="101" y="2416"/>
                    <a:pt x="1" y="2717"/>
                    <a:pt x="226" y="2917"/>
                  </a:cubicBezTo>
                  <a:lnTo>
                    <a:pt x="2733" y="6275"/>
                  </a:lnTo>
                  <a:cubicBezTo>
                    <a:pt x="2833" y="6376"/>
                    <a:pt x="2933" y="6476"/>
                    <a:pt x="3134" y="6476"/>
                  </a:cubicBezTo>
                  <a:cubicBezTo>
                    <a:pt x="3359" y="6476"/>
                    <a:pt x="3459" y="6376"/>
                    <a:pt x="3660" y="6275"/>
                  </a:cubicBezTo>
                  <a:lnTo>
                    <a:pt x="7745" y="937"/>
                  </a:lnTo>
                  <a:cubicBezTo>
                    <a:pt x="7946" y="636"/>
                    <a:pt x="7845" y="311"/>
                    <a:pt x="7620" y="110"/>
                  </a:cubicBezTo>
                  <a:cubicBezTo>
                    <a:pt x="7543" y="33"/>
                    <a:pt x="7434" y="1"/>
                    <a:pt x="7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1"/>
            <p:cNvSpPr/>
            <p:nvPr/>
          </p:nvSpPr>
          <p:spPr>
            <a:xfrm>
              <a:off x="4010175" y="1746900"/>
              <a:ext cx="203650" cy="172325"/>
            </a:xfrm>
            <a:custGeom>
              <a:rect b="b" l="l" r="r" t="t"/>
              <a:pathLst>
                <a:path extrusionOk="0" h="6893" w="8146">
                  <a:moveTo>
                    <a:pt x="7419" y="326"/>
                  </a:moveTo>
                  <a:cubicBezTo>
                    <a:pt x="7519" y="326"/>
                    <a:pt x="7519" y="426"/>
                    <a:pt x="7620" y="426"/>
                  </a:cubicBezTo>
                  <a:cubicBezTo>
                    <a:pt x="7720" y="527"/>
                    <a:pt x="7845" y="627"/>
                    <a:pt x="7845" y="752"/>
                  </a:cubicBezTo>
                  <a:cubicBezTo>
                    <a:pt x="7845" y="852"/>
                    <a:pt x="7720" y="953"/>
                    <a:pt x="7720" y="1053"/>
                  </a:cubicBezTo>
                  <a:lnTo>
                    <a:pt x="3559" y="6391"/>
                  </a:lnTo>
                  <a:cubicBezTo>
                    <a:pt x="3559" y="6491"/>
                    <a:pt x="3334" y="6592"/>
                    <a:pt x="3234" y="6592"/>
                  </a:cubicBezTo>
                  <a:cubicBezTo>
                    <a:pt x="3133" y="6592"/>
                    <a:pt x="3033" y="6491"/>
                    <a:pt x="2933" y="6391"/>
                  </a:cubicBezTo>
                  <a:lnTo>
                    <a:pt x="427" y="3133"/>
                  </a:lnTo>
                  <a:cubicBezTo>
                    <a:pt x="427" y="3033"/>
                    <a:pt x="326" y="2933"/>
                    <a:pt x="326" y="2832"/>
                  </a:cubicBezTo>
                  <a:cubicBezTo>
                    <a:pt x="326" y="2732"/>
                    <a:pt x="427" y="2632"/>
                    <a:pt x="527" y="2506"/>
                  </a:cubicBezTo>
                  <a:cubicBezTo>
                    <a:pt x="627" y="2406"/>
                    <a:pt x="727" y="2406"/>
                    <a:pt x="727" y="2406"/>
                  </a:cubicBezTo>
                  <a:cubicBezTo>
                    <a:pt x="953" y="2406"/>
                    <a:pt x="1053" y="2506"/>
                    <a:pt x="1153" y="2632"/>
                  </a:cubicBezTo>
                  <a:lnTo>
                    <a:pt x="3133" y="5339"/>
                  </a:lnTo>
                  <a:lnTo>
                    <a:pt x="3334" y="5339"/>
                  </a:lnTo>
                  <a:lnTo>
                    <a:pt x="7093" y="527"/>
                  </a:lnTo>
                  <a:cubicBezTo>
                    <a:pt x="7093" y="426"/>
                    <a:pt x="7319" y="326"/>
                    <a:pt x="7419" y="326"/>
                  </a:cubicBezTo>
                  <a:close/>
                  <a:moveTo>
                    <a:pt x="7419" y="0"/>
                  </a:moveTo>
                  <a:cubicBezTo>
                    <a:pt x="7219" y="0"/>
                    <a:pt x="6993" y="126"/>
                    <a:pt x="6793" y="326"/>
                  </a:cubicBezTo>
                  <a:lnTo>
                    <a:pt x="3234" y="4913"/>
                  </a:lnTo>
                  <a:lnTo>
                    <a:pt x="1354" y="2406"/>
                  </a:lnTo>
                  <a:cubicBezTo>
                    <a:pt x="1254" y="2206"/>
                    <a:pt x="1053" y="2105"/>
                    <a:pt x="727" y="2105"/>
                  </a:cubicBezTo>
                  <a:cubicBezTo>
                    <a:pt x="627" y="2105"/>
                    <a:pt x="527" y="2206"/>
                    <a:pt x="326" y="2306"/>
                  </a:cubicBezTo>
                  <a:cubicBezTo>
                    <a:pt x="101" y="2406"/>
                    <a:pt x="1" y="2632"/>
                    <a:pt x="1" y="2832"/>
                  </a:cubicBezTo>
                  <a:cubicBezTo>
                    <a:pt x="1" y="3033"/>
                    <a:pt x="101" y="3133"/>
                    <a:pt x="201" y="3258"/>
                  </a:cubicBezTo>
                  <a:lnTo>
                    <a:pt x="2707" y="6592"/>
                  </a:lnTo>
                  <a:cubicBezTo>
                    <a:pt x="2833" y="6792"/>
                    <a:pt x="3033" y="6892"/>
                    <a:pt x="3234" y="6892"/>
                  </a:cubicBezTo>
                  <a:cubicBezTo>
                    <a:pt x="3459" y="6892"/>
                    <a:pt x="3660" y="6792"/>
                    <a:pt x="3860" y="6592"/>
                  </a:cubicBezTo>
                  <a:lnTo>
                    <a:pt x="7945" y="1253"/>
                  </a:lnTo>
                  <a:cubicBezTo>
                    <a:pt x="8046" y="1053"/>
                    <a:pt x="8146" y="953"/>
                    <a:pt x="8146" y="752"/>
                  </a:cubicBezTo>
                  <a:cubicBezTo>
                    <a:pt x="8146" y="527"/>
                    <a:pt x="8046" y="326"/>
                    <a:pt x="7845" y="226"/>
                  </a:cubicBezTo>
                  <a:cubicBezTo>
                    <a:pt x="7720" y="126"/>
                    <a:pt x="7519" y="0"/>
                    <a:pt x="7419"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1"/>
            <p:cNvSpPr/>
            <p:nvPr/>
          </p:nvSpPr>
          <p:spPr>
            <a:xfrm>
              <a:off x="4430600" y="1799525"/>
              <a:ext cx="514450" cy="438625"/>
            </a:xfrm>
            <a:custGeom>
              <a:rect b="b" l="l" r="r" t="t"/>
              <a:pathLst>
                <a:path extrusionOk="0" h="17545" w="20578">
                  <a:moveTo>
                    <a:pt x="4587" y="0"/>
                  </a:moveTo>
                  <a:cubicBezTo>
                    <a:pt x="2081" y="0"/>
                    <a:pt x="1" y="2081"/>
                    <a:pt x="1" y="4587"/>
                  </a:cubicBezTo>
                  <a:lnTo>
                    <a:pt x="1" y="9173"/>
                  </a:lnTo>
                  <a:cubicBezTo>
                    <a:pt x="1" y="11680"/>
                    <a:pt x="2081" y="13685"/>
                    <a:pt x="4587" y="13685"/>
                  </a:cubicBezTo>
                  <a:lnTo>
                    <a:pt x="6993" y="13685"/>
                  </a:lnTo>
                  <a:cubicBezTo>
                    <a:pt x="6993" y="13685"/>
                    <a:pt x="7620" y="15765"/>
                    <a:pt x="5941" y="17018"/>
                  </a:cubicBezTo>
                  <a:cubicBezTo>
                    <a:pt x="5740" y="17219"/>
                    <a:pt x="5840" y="17544"/>
                    <a:pt x="6166" y="17544"/>
                  </a:cubicBezTo>
                  <a:cubicBezTo>
                    <a:pt x="7620" y="17444"/>
                    <a:pt x="10126" y="16918"/>
                    <a:pt x="10853" y="13685"/>
                  </a:cubicBezTo>
                  <a:lnTo>
                    <a:pt x="15966" y="13685"/>
                  </a:lnTo>
                  <a:cubicBezTo>
                    <a:pt x="18472" y="13685"/>
                    <a:pt x="20577" y="11680"/>
                    <a:pt x="20577" y="9173"/>
                  </a:cubicBezTo>
                  <a:lnTo>
                    <a:pt x="20577" y="4587"/>
                  </a:lnTo>
                  <a:cubicBezTo>
                    <a:pt x="20577" y="2081"/>
                    <a:pt x="18472" y="0"/>
                    <a:pt x="159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1"/>
            <p:cNvSpPr/>
            <p:nvPr/>
          </p:nvSpPr>
          <p:spPr>
            <a:xfrm>
              <a:off x="4428100" y="1797025"/>
              <a:ext cx="519450" cy="443625"/>
            </a:xfrm>
            <a:custGeom>
              <a:rect b="b" l="l" r="r" t="t"/>
              <a:pathLst>
                <a:path extrusionOk="0" h="17745" w="20778">
                  <a:moveTo>
                    <a:pt x="16066" y="301"/>
                  </a:moveTo>
                  <a:cubicBezTo>
                    <a:pt x="17319" y="301"/>
                    <a:pt x="18371" y="827"/>
                    <a:pt x="19199" y="1554"/>
                  </a:cubicBezTo>
                  <a:cubicBezTo>
                    <a:pt x="19950" y="2381"/>
                    <a:pt x="20452" y="3434"/>
                    <a:pt x="20452" y="4687"/>
                  </a:cubicBezTo>
                  <a:lnTo>
                    <a:pt x="20452" y="9273"/>
                  </a:lnTo>
                  <a:cubicBezTo>
                    <a:pt x="20452" y="10426"/>
                    <a:pt x="19950" y="11579"/>
                    <a:pt x="19199" y="12306"/>
                  </a:cubicBezTo>
                  <a:cubicBezTo>
                    <a:pt x="18371" y="13158"/>
                    <a:pt x="17319" y="13659"/>
                    <a:pt x="16066" y="13659"/>
                  </a:cubicBezTo>
                  <a:lnTo>
                    <a:pt x="10953" y="13659"/>
                  </a:lnTo>
                  <a:cubicBezTo>
                    <a:pt x="10853" y="13659"/>
                    <a:pt x="10853" y="13659"/>
                    <a:pt x="10752" y="13785"/>
                  </a:cubicBezTo>
                  <a:cubicBezTo>
                    <a:pt x="10427" y="15339"/>
                    <a:pt x="9600" y="16291"/>
                    <a:pt x="8772" y="16792"/>
                  </a:cubicBezTo>
                  <a:cubicBezTo>
                    <a:pt x="7920" y="17319"/>
                    <a:pt x="6993" y="17419"/>
                    <a:pt x="6266" y="17419"/>
                  </a:cubicBezTo>
                  <a:lnTo>
                    <a:pt x="6166" y="17419"/>
                  </a:lnTo>
                  <a:lnTo>
                    <a:pt x="6166" y="17319"/>
                  </a:lnTo>
                  <a:lnTo>
                    <a:pt x="6166" y="17218"/>
                  </a:lnTo>
                  <a:cubicBezTo>
                    <a:pt x="7093" y="16492"/>
                    <a:pt x="7294" y="15439"/>
                    <a:pt x="7294" y="14712"/>
                  </a:cubicBezTo>
                  <a:cubicBezTo>
                    <a:pt x="7294" y="14186"/>
                    <a:pt x="7193" y="13785"/>
                    <a:pt x="7193" y="13785"/>
                  </a:cubicBezTo>
                  <a:cubicBezTo>
                    <a:pt x="7193" y="13659"/>
                    <a:pt x="7093" y="13659"/>
                    <a:pt x="7093" y="13659"/>
                  </a:cubicBezTo>
                  <a:lnTo>
                    <a:pt x="4687" y="13659"/>
                  </a:lnTo>
                  <a:cubicBezTo>
                    <a:pt x="3434" y="13659"/>
                    <a:pt x="2406" y="13158"/>
                    <a:pt x="1554" y="12306"/>
                  </a:cubicBezTo>
                  <a:cubicBezTo>
                    <a:pt x="828" y="11579"/>
                    <a:pt x="301" y="10426"/>
                    <a:pt x="301" y="9273"/>
                  </a:cubicBezTo>
                  <a:lnTo>
                    <a:pt x="301" y="4687"/>
                  </a:lnTo>
                  <a:cubicBezTo>
                    <a:pt x="301" y="3434"/>
                    <a:pt x="828" y="2381"/>
                    <a:pt x="1554" y="1554"/>
                  </a:cubicBezTo>
                  <a:cubicBezTo>
                    <a:pt x="2406" y="827"/>
                    <a:pt x="3434" y="301"/>
                    <a:pt x="4687" y="301"/>
                  </a:cubicBezTo>
                  <a:close/>
                  <a:moveTo>
                    <a:pt x="4687" y="0"/>
                  </a:moveTo>
                  <a:cubicBezTo>
                    <a:pt x="2081" y="0"/>
                    <a:pt x="0" y="2080"/>
                    <a:pt x="0" y="4687"/>
                  </a:cubicBezTo>
                  <a:lnTo>
                    <a:pt x="0" y="9273"/>
                  </a:lnTo>
                  <a:cubicBezTo>
                    <a:pt x="0" y="11780"/>
                    <a:pt x="2081" y="13985"/>
                    <a:pt x="4687" y="13985"/>
                  </a:cubicBezTo>
                  <a:lnTo>
                    <a:pt x="6947" y="13985"/>
                  </a:lnTo>
                  <a:cubicBezTo>
                    <a:pt x="6993" y="14130"/>
                    <a:pt x="6993" y="14384"/>
                    <a:pt x="6993" y="14712"/>
                  </a:cubicBezTo>
                  <a:cubicBezTo>
                    <a:pt x="6993" y="15439"/>
                    <a:pt x="6893" y="16291"/>
                    <a:pt x="5940" y="17018"/>
                  </a:cubicBezTo>
                  <a:cubicBezTo>
                    <a:pt x="5840" y="17118"/>
                    <a:pt x="5840" y="17218"/>
                    <a:pt x="5840" y="17319"/>
                  </a:cubicBezTo>
                  <a:cubicBezTo>
                    <a:pt x="5840" y="17419"/>
                    <a:pt x="5840" y="17544"/>
                    <a:pt x="5940" y="17644"/>
                  </a:cubicBezTo>
                  <a:cubicBezTo>
                    <a:pt x="6041" y="17745"/>
                    <a:pt x="6166" y="17745"/>
                    <a:pt x="6266" y="17745"/>
                  </a:cubicBezTo>
                  <a:cubicBezTo>
                    <a:pt x="6993" y="17745"/>
                    <a:pt x="8046" y="17644"/>
                    <a:pt x="8973" y="17018"/>
                  </a:cubicBezTo>
                  <a:cubicBezTo>
                    <a:pt x="9905" y="16503"/>
                    <a:pt x="10717" y="15484"/>
                    <a:pt x="11033" y="13985"/>
                  </a:cubicBezTo>
                  <a:lnTo>
                    <a:pt x="16066" y="13985"/>
                  </a:lnTo>
                  <a:cubicBezTo>
                    <a:pt x="18697" y="13985"/>
                    <a:pt x="20778" y="11780"/>
                    <a:pt x="20778" y="9273"/>
                  </a:cubicBezTo>
                  <a:lnTo>
                    <a:pt x="20778" y="4687"/>
                  </a:lnTo>
                  <a:cubicBezTo>
                    <a:pt x="20778" y="2080"/>
                    <a:pt x="18697" y="0"/>
                    <a:pt x="16066" y="0"/>
                  </a:cubicBezTo>
                  <a:close/>
                </a:path>
              </a:pathLst>
            </a:custGeom>
            <a:solidFill>
              <a:srgbClr val="282579"/>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1"/>
            <p:cNvSpPr/>
            <p:nvPr/>
          </p:nvSpPr>
          <p:spPr>
            <a:xfrm>
              <a:off x="4522075" y="1929850"/>
              <a:ext cx="75850" cy="75850"/>
            </a:xfrm>
            <a:custGeom>
              <a:rect b="b" l="l" r="r" t="t"/>
              <a:pathLst>
                <a:path extrusionOk="0" h="3034" w="3034">
                  <a:moveTo>
                    <a:pt x="1455" y="1"/>
                  </a:moveTo>
                  <a:cubicBezTo>
                    <a:pt x="627" y="1"/>
                    <a:pt x="1" y="627"/>
                    <a:pt x="1" y="1454"/>
                  </a:cubicBezTo>
                  <a:cubicBezTo>
                    <a:pt x="1" y="2306"/>
                    <a:pt x="627" y="3033"/>
                    <a:pt x="1455" y="3033"/>
                  </a:cubicBezTo>
                  <a:cubicBezTo>
                    <a:pt x="2282" y="3033"/>
                    <a:pt x="3033" y="2306"/>
                    <a:pt x="3033" y="1454"/>
                  </a:cubicBezTo>
                  <a:cubicBezTo>
                    <a:pt x="3033" y="627"/>
                    <a:pt x="2282" y="1"/>
                    <a:pt x="14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1"/>
            <p:cNvSpPr/>
            <p:nvPr/>
          </p:nvSpPr>
          <p:spPr>
            <a:xfrm>
              <a:off x="4516450" y="1927350"/>
              <a:ext cx="83975" cy="80850"/>
            </a:xfrm>
            <a:custGeom>
              <a:rect b="b" l="l" r="r" t="t"/>
              <a:pathLst>
                <a:path extrusionOk="0" h="3234" w="3359">
                  <a:moveTo>
                    <a:pt x="1680" y="301"/>
                  </a:moveTo>
                  <a:cubicBezTo>
                    <a:pt x="2406" y="301"/>
                    <a:pt x="3033" y="827"/>
                    <a:pt x="3033" y="1554"/>
                  </a:cubicBezTo>
                  <a:cubicBezTo>
                    <a:pt x="3033" y="2406"/>
                    <a:pt x="2406" y="2933"/>
                    <a:pt x="1680" y="2933"/>
                  </a:cubicBezTo>
                  <a:cubicBezTo>
                    <a:pt x="953" y="2933"/>
                    <a:pt x="326" y="2406"/>
                    <a:pt x="326" y="1554"/>
                  </a:cubicBezTo>
                  <a:cubicBezTo>
                    <a:pt x="326" y="827"/>
                    <a:pt x="953" y="301"/>
                    <a:pt x="1680" y="301"/>
                  </a:cubicBezTo>
                  <a:close/>
                  <a:moveTo>
                    <a:pt x="1680" y="0"/>
                  </a:moveTo>
                  <a:cubicBezTo>
                    <a:pt x="852" y="0"/>
                    <a:pt x="0" y="727"/>
                    <a:pt x="0" y="1554"/>
                  </a:cubicBezTo>
                  <a:cubicBezTo>
                    <a:pt x="0" y="2507"/>
                    <a:pt x="852" y="3233"/>
                    <a:pt x="1680" y="3233"/>
                  </a:cubicBezTo>
                  <a:cubicBezTo>
                    <a:pt x="2632" y="3233"/>
                    <a:pt x="3359" y="2507"/>
                    <a:pt x="3359" y="1554"/>
                  </a:cubicBezTo>
                  <a:cubicBezTo>
                    <a:pt x="3359" y="727"/>
                    <a:pt x="2632" y="0"/>
                    <a:pt x="16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1"/>
            <p:cNvSpPr/>
            <p:nvPr/>
          </p:nvSpPr>
          <p:spPr>
            <a:xfrm>
              <a:off x="4649900" y="1929850"/>
              <a:ext cx="75850" cy="75850"/>
            </a:xfrm>
            <a:custGeom>
              <a:rect b="b" l="l" r="r" t="t"/>
              <a:pathLst>
                <a:path extrusionOk="0" h="3034" w="3034">
                  <a:moveTo>
                    <a:pt x="1454" y="1"/>
                  </a:moveTo>
                  <a:cubicBezTo>
                    <a:pt x="728" y="1"/>
                    <a:pt x="1" y="627"/>
                    <a:pt x="1" y="1454"/>
                  </a:cubicBezTo>
                  <a:cubicBezTo>
                    <a:pt x="1" y="2306"/>
                    <a:pt x="728" y="3033"/>
                    <a:pt x="1454" y="3033"/>
                  </a:cubicBezTo>
                  <a:cubicBezTo>
                    <a:pt x="2306" y="3033"/>
                    <a:pt x="3033" y="2306"/>
                    <a:pt x="3033" y="1454"/>
                  </a:cubicBezTo>
                  <a:cubicBezTo>
                    <a:pt x="3033" y="627"/>
                    <a:pt x="2306" y="1"/>
                    <a:pt x="14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1"/>
            <p:cNvSpPr/>
            <p:nvPr/>
          </p:nvSpPr>
          <p:spPr>
            <a:xfrm>
              <a:off x="4647400" y="1927350"/>
              <a:ext cx="80850" cy="80850"/>
            </a:xfrm>
            <a:custGeom>
              <a:rect b="b" l="l" r="r" t="t"/>
              <a:pathLst>
                <a:path extrusionOk="0" h="3234" w="3234">
                  <a:moveTo>
                    <a:pt x="1554" y="301"/>
                  </a:moveTo>
                  <a:cubicBezTo>
                    <a:pt x="2406" y="301"/>
                    <a:pt x="2908" y="827"/>
                    <a:pt x="2908" y="1554"/>
                  </a:cubicBezTo>
                  <a:cubicBezTo>
                    <a:pt x="2908" y="2406"/>
                    <a:pt x="2406" y="2933"/>
                    <a:pt x="1554" y="2933"/>
                  </a:cubicBezTo>
                  <a:cubicBezTo>
                    <a:pt x="828" y="2933"/>
                    <a:pt x="301" y="2406"/>
                    <a:pt x="301" y="1554"/>
                  </a:cubicBezTo>
                  <a:cubicBezTo>
                    <a:pt x="301" y="827"/>
                    <a:pt x="828" y="301"/>
                    <a:pt x="1554" y="301"/>
                  </a:cubicBezTo>
                  <a:close/>
                  <a:moveTo>
                    <a:pt x="1554" y="0"/>
                  </a:moveTo>
                  <a:cubicBezTo>
                    <a:pt x="727" y="0"/>
                    <a:pt x="0" y="727"/>
                    <a:pt x="0" y="1554"/>
                  </a:cubicBezTo>
                  <a:cubicBezTo>
                    <a:pt x="0" y="2507"/>
                    <a:pt x="727" y="3233"/>
                    <a:pt x="1554" y="3233"/>
                  </a:cubicBezTo>
                  <a:cubicBezTo>
                    <a:pt x="2507" y="3233"/>
                    <a:pt x="3234" y="2507"/>
                    <a:pt x="3234" y="1554"/>
                  </a:cubicBezTo>
                  <a:cubicBezTo>
                    <a:pt x="3234" y="727"/>
                    <a:pt x="2507" y="0"/>
                    <a:pt x="15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1"/>
            <p:cNvSpPr/>
            <p:nvPr/>
          </p:nvSpPr>
          <p:spPr>
            <a:xfrm>
              <a:off x="4777725" y="1929850"/>
              <a:ext cx="75850" cy="75850"/>
            </a:xfrm>
            <a:custGeom>
              <a:rect b="b" l="l" r="r" t="t"/>
              <a:pathLst>
                <a:path extrusionOk="0" h="3034" w="3034">
                  <a:moveTo>
                    <a:pt x="1579" y="1"/>
                  </a:moveTo>
                  <a:cubicBezTo>
                    <a:pt x="727" y="1"/>
                    <a:pt x="0" y="627"/>
                    <a:pt x="0" y="1454"/>
                  </a:cubicBezTo>
                  <a:cubicBezTo>
                    <a:pt x="0" y="2306"/>
                    <a:pt x="727" y="3033"/>
                    <a:pt x="1579" y="3033"/>
                  </a:cubicBezTo>
                  <a:cubicBezTo>
                    <a:pt x="2407" y="3033"/>
                    <a:pt x="3033" y="2306"/>
                    <a:pt x="3033" y="1454"/>
                  </a:cubicBezTo>
                  <a:cubicBezTo>
                    <a:pt x="3033" y="627"/>
                    <a:pt x="2407" y="1"/>
                    <a:pt x="15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1"/>
            <p:cNvSpPr/>
            <p:nvPr/>
          </p:nvSpPr>
          <p:spPr>
            <a:xfrm>
              <a:off x="4775225" y="1927350"/>
              <a:ext cx="83350" cy="80850"/>
            </a:xfrm>
            <a:custGeom>
              <a:rect b="b" l="l" r="r" t="t"/>
              <a:pathLst>
                <a:path extrusionOk="0" h="3234" w="3334">
                  <a:moveTo>
                    <a:pt x="1679" y="301"/>
                  </a:moveTo>
                  <a:cubicBezTo>
                    <a:pt x="2406" y="301"/>
                    <a:pt x="3033" y="827"/>
                    <a:pt x="3033" y="1554"/>
                  </a:cubicBezTo>
                  <a:cubicBezTo>
                    <a:pt x="3033" y="2406"/>
                    <a:pt x="2406" y="2933"/>
                    <a:pt x="1679" y="2933"/>
                  </a:cubicBezTo>
                  <a:cubicBezTo>
                    <a:pt x="928" y="2933"/>
                    <a:pt x="301" y="2406"/>
                    <a:pt x="301" y="1554"/>
                  </a:cubicBezTo>
                  <a:cubicBezTo>
                    <a:pt x="301" y="827"/>
                    <a:pt x="928" y="301"/>
                    <a:pt x="1679" y="301"/>
                  </a:cubicBezTo>
                  <a:close/>
                  <a:moveTo>
                    <a:pt x="1679" y="0"/>
                  </a:moveTo>
                  <a:cubicBezTo>
                    <a:pt x="727" y="0"/>
                    <a:pt x="0" y="727"/>
                    <a:pt x="0" y="1554"/>
                  </a:cubicBezTo>
                  <a:cubicBezTo>
                    <a:pt x="0" y="2507"/>
                    <a:pt x="727" y="3233"/>
                    <a:pt x="1679" y="3233"/>
                  </a:cubicBezTo>
                  <a:cubicBezTo>
                    <a:pt x="2507" y="3233"/>
                    <a:pt x="3334" y="2507"/>
                    <a:pt x="3334" y="1554"/>
                  </a:cubicBezTo>
                  <a:cubicBezTo>
                    <a:pt x="3334" y="727"/>
                    <a:pt x="2507" y="0"/>
                    <a:pt x="1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1"/>
            <p:cNvSpPr/>
            <p:nvPr/>
          </p:nvSpPr>
          <p:spPr>
            <a:xfrm>
              <a:off x="5195650" y="1457425"/>
              <a:ext cx="422950" cy="420450"/>
            </a:xfrm>
            <a:custGeom>
              <a:rect b="b" l="l" r="r" t="t"/>
              <a:pathLst>
                <a:path extrusionOk="0" h="16818" w="16918">
                  <a:moveTo>
                    <a:pt x="8447" y="6692"/>
                  </a:moveTo>
                  <a:cubicBezTo>
                    <a:pt x="7519" y="6692"/>
                    <a:pt x="6667" y="7419"/>
                    <a:pt x="6667" y="8446"/>
                  </a:cubicBezTo>
                  <a:cubicBezTo>
                    <a:pt x="6667" y="9399"/>
                    <a:pt x="7519" y="10226"/>
                    <a:pt x="8447" y="10226"/>
                  </a:cubicBezTo>
                  <a:cubicBezTo>
                    <a:pt x="9399" y="10226"/>
                    <a:pt x="10226" y="9399"/>
                    <a:pt x="10226" y="8446"/>
                  </a:cubicBezTo>
                  <a:cubicBezTo>
                    <a:pt x="10226" y="7419"/>
                    <a:pt x="9399" y="6692"/>
                    <a:pt x="8447" y="6692"/>
                  </a:cubicBezTo>
                  <a:close/>
                  <a:moveTo>
                    <a:pt x="8447" y="4286"/>
                  </a:moveTo>
                  <a:cubicBezTo>
                    <a:pt x="10752" y="4286"/>
                    <a:pt x="12632" y="6166"/>
                    <a:pt x="12632" y="8446"/>
                  </a:cubicBezTo>
                  <a:cubicBezTo>
                    <a:pt x="12632" y="10752"/>
                    <a:pt x="10752" y="12632"/>
                    <a:pt x="8447" y="12632"/>
                  </a:cubicBezTo>
                  <a:cubicBezTo>
                    <a:pt x="6166" y="12632"/>
                    <a:pt x="4286" y="10752"/>
                    <a:pt x="4286" y="8446"/>
                  </a:cubicBezTo>
                  <a:cubicBezTo>
                    <a:pt x="4286" y="6166"/>
                    <a:pt x="6166" y="4286"/>
                    <a:pt x="8447" y="4286"/>
                  </a:cubicBezTo>
                  <a:close/>
                  <a:moveTo>
                    <a:pt x="7419" y="0"/>
                  </a:moveTo>
                  <a:lnTo>
                    <a:pt x="6166" y="301"/>
                  </a:lnTo>
                  <a:lnTo>
                    <a:pt x="5840" y="1053"/>
                  </a:lnTo>
                  <a:cubicBezTo>
                    <a:pt x="5213" y="1253"/>
                    <a:pt x="4587" y="1554"/>
                    <a:pt x="3960" y="1980"/>
                  </a:cubicBezTo>
                  <a:lnTo>
                    <a:pt x="3334" y="1679"/>
                  </a:lnTo>
                  <a:lnTo>
                    <a:pt x="2281" y="2506"/>
                  </a:lnTo>
                  <a:lnTo>
                    <a:pt x="2507" y="3334"/>
                  </a:lnTo>
                  <a:cubicBezTo>
                    <a:pt x="2081" y="3860"/>
                    <a:pt x="1655" y="4386"/>
                    <a:pt x="1354" y="5113"/>
                  </a:cubicBezTo>
                  <a:lnTo>
                    <a:pt x="627" y="5113"/>
                  </a:lnTo>
                  <a:lnTo>
                    <a:pt x="201" y="6366"/>
                  </a:lnTo>
                  <a:lnTo>
                    <a:pt x="727" y="6993"/>
                  </a:lnTo>
                  <a:cubicBezTo>
                    <a:pt x="627" y="7619"/>
                    <a:pt x="627" y="8346"/>
                    <a:pt x="627" y="9073"/>
                  </a:cubicBezTo>
                  <a:lnTo>
                    <a:pt x="0" y="9499"/>
                  </a:lnTo>
                  <a:lnTo>
                    <a:pt x="301" y="10752"/>
                  </a:lnTo>
                  <a:lnTo>
                    <a:pt x="1028" y="11078"/>
                  </a:lnTo>
                  <a:cubicBezTo>
                    <a:pt x="1254" y="11705"/>
                    <a:pt x="1554" y="12331"/>
                    <a:pt x="1980" y="12958"/>
                  </a:cubicBezTo>
                  <a:lnTo>
                    <a:pt x="1655" y="13584"/>
                  </a:lnTo>
                  <a:lnTo>
                    <a:pt x="2607" y="14512"/>
                  </a:lnTo>
                  <a:lnTo>
                    <a:pt x="3334" y="14411"/>
                  </a:lnTo>
                  <a:cubicBezTo>
                    <a:pt x="3860" y="14837"/>
                    <a:pt x="4487" y="15238"/>
                    <a:pt x="5113" y="15564"/>
                  </a:cubicBezTo>
                  <a:lnTo>
                    <a:pt x="5213" y="16291"/>
                  </a:lnTo>
                  <a:lnTo>
                    <a:pt x="6467" y="16717"/>
                  </a:lnTo>
                  <a:lnTo>
                    <a:pt x="6993" y="16191"/>
                  </a:lnTo>
                  <a:cubicBezTo>
                    <a:pt x="7720" y="16291"/>
                    <a:pt x="8346" y="16291"/>
                    <a:pt x="9073" y="16291"/>
                  </a:cubicBezTo>
                  <a:lnTo>
                    <a:pt x="9599" y="16817"/>
                  </a:lnTo>
                  <a:lnTo>
                    <a:pt x="10853" y="16592"/>
                  </a:lnTo>
                  <a:lnTo>
                    <a:pt x="11053" y="15865"/>
                  </a:lnTo>
                  <a:cubicBezTo>
                    <a:pt x="11680" y="15664"/>
                    <a:pt x="12306" y="15339"/>
                    <a:pt x="12933" y="14938"/>
                  </a:cubicBezTo>
                  <a:lnTo>
                    <a:pt x="13559" y="15138"/>
                  </a:lnTo>
                  <a:lnTo>
                    <a:pt x="14612" y="14311"/>
                  </a:lnTo>
                  <a:lnTo>
                    <a:pt x="14411" y="13584"/>
                  </a:lnTo>
                  <a:cubicBezTo>
                    <a:pt x="14938" y="13058"/>
                    <a:pt x="15239" y="12431"/>
                    <a:pt x="15564" y="11805"/>
                  </a:cubicBezTo>
                  <a:lnTo>
                    <a:pt x="16291" y="11705"/>
                  </a:lnTo>
                  <a:lnTo>
                    <a:pt x="16692" y="10451"/>
                  </a:lnTo>
                  <a:lnTo>
                    <a:pt x="16191" y="9925"/>
                  </a:lnTo>
                  <a:cubicBezTo>
                    <a:pt x="16291" y="9198"/>
                    <a:pt x="16391" y="8572"/>
                    <a:pt x="16291" y="7820"/>
                  </a:cubicBezTo>
                  <a:lnTo>
                    <a:pt x="16918" y="7319"/>
                  </a:lnTo>
                  <a:lnTo>
                    <a:pt x="16592" y="6065"/>
                  </a:lnTo>
                  <a:lnTo>
                    <a:pt x="15865" y="5840"/>
                  </a:lnTo>
                  <a:cubicBezTo>
                    <a:pt x="15665" y="5113"/>
                    <a:pt x="15339" y="4486"/>
                    <a:pt x="14938" y="3960"/>
                  </a:cubicBezTo>
                  <a:lnTo>
                    <a:pt x="15239" y="3233"/>
                  </a:lnTo>
                  <a:lnTo>
                    <a:pt x="14311" y="2306"/>
                  </a:lnTo>
                  <a:lnTo>
                    <a:pt x="13559" y="2506"/>
                  </a:lnTo>
                  <a:cubicBezTo>
                    <a:pt x="13058" y="1980"/>
                    <a:pt x="12432" y="1679"/>
                    <a:pt x="11805" y="1354"/>
                  </a:cubicBezTo>
                  <a:lnTo>
                    <a:pt x="11680" y="627"/>
                  </a:lnTo>
                  <a:lnTo>
                    <a:pt x="10552" y="201"/>
                  </a:lnTo>
                  <a:lnTo>
                    <a:pt x="9925" y="727"/>
                  </a:lnTo>
                  <a:cubicBezTo>
                    <a:pt x="9482" y="656"/>
                    <a:pt x="8976" y="585"/>
                    <a:pt x="8461" y="585"/>
                  </a:cubicBezTo>
                  <a:cubicBezTo>
                    <a:pt x="8248" y="585"/>
                    <a:pt x="8033" y="597"/>
                    <a:pt x="7820" y="627"/>
                  </a:cubicBezTo>
                  <a:lnTo>
                    <a:pt x="74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1"/>
            <p:cNvSpPr/>
            <p:nvPr/>
          </p:nvSpPr>
          <p:spPr>
            <a:xfrm>
              <a:off x="5193150" y="1452400"/>
              <a:ext cx="427950" cy="430475"/>
            </a:xfrm>
            <a:custGeom>
              <a:rect b="b" l="l" r="r" t="t"/>
              <a:pathLst>
                <a:path extrusionOk="0" h="17219" w="17118">
                  <a:moveTo>
                    <a:pt x="8547" y="6993"/>
                  </a:moveTo>
                  <a:cubicBezTo>
                    <a:pt x="8973" y="6993"/>
                    <a:pt x="9399" y="7194"/>
                    <a:pt x="9699" y="7520"/>
                  </a:cubicBezTo>
                  <a:cubicBezTo>
                    <a:pt x="10025" y="7820"/>
                    <a:pt x="10226" y="8246"/>
                    <a:pt x="10226" y="8647"/>
                  </a:cubicBezTo>
                  <a:cubicBezTo>
                    <a:pt x="10226" y="9073"/>
                    <a:pt x="10025" y="9499"/>
                    <a:pt x="9699" y="9800"/>
                  </a:cubicBezTo>
                  <a:cubicBezTo>
                    <a:pt x="9399" y="10126"/>
                    <a:pt x="8973" y="10226"/>
                    <a:pt x="8547" y="10226"/>
                  </a:cubicBezTo>
                  <a:cubicBezTo>
                    <a:pt x="8146" y="10226"/>
                    <a:pt x="7719" y="10126"/>
                    <a:pt x="7394" y="9800"/>
                  </a:cubicBezTo>
                  <a:cubicBezTo>
                    <a:pt x="7093" y="9499"/>
                    <a:pt x="6993" y="9073"/>
                    <a:pt x="6993" y="8647"/>
                  </a:cubicBezTo>
                  <a:cubicBezTo>
                    <a:pt x="6993" y="8246"/>
                    <a:pt x="7093" y="7820"/>
                    <a:pt x="7394" y="7520"/>
                  </a:cubicBezTo>
                  <a:cubicBezTo>
                    <a:pt x="7719" y="7194"/>
                    <a:pt x="8146" y="6993"/>
                    <a:pt x="8547" y="6993"/>
                  </a:cubicBezTo>
                  <a:close/>
                  <a:moveTo>
                    <a:pt x="8547" y="6667"/>
                  </a:moveTo>
                  <a:cubicBezTo>
                    <a:pt x="7519" y="6667"/>
                    <a:pt x="6667" y="7620"/>
                    <a:pt x="6667" y="8647"/>
                  </a:cubicBezTo>
                  <a:cubicBezTo>
                    <a:pt x="6667" y="9700"/>
                    <a:pt x="7519" y="10527"/>
                    <a:pt x="8547" y="10527"/>
                  </a:cubicBezTo>
                  <a:cubicBezTo>
                    <a:pt x="9599" y="10527"/>
                    <a:pt x="10526" y="9700"/>
                    <a:pt x="10526" y="8647"/>
                  </a:cubicBezTo>
                  <a:cubicBezTo>
                    <a:pt x="10526" y="7620"/>
                    <a:pt x="9599" y="6667"/>
                    <a:pt x="8547" y="6667"/>
                  </a:cubicBezTo>
                  <a:close/>
                  <a:moveTo>
                    <a:pt x="8547" y="4587"/>
                  </a:moveTo>
                  <a:cubicBezTo>
                    <a:pt x="9699" y="4587"/>
                    <a:pt x="10652" y="5114"/>
                    <a:pt x="11379" y="5840"/>
                  </a:cubicBezTo>
                  <a:cubicBezTo>
                    <a:pt x="12105" y="6567"/>
                    <a:pt x="12632" y="7520"/>
                    <a:pt x="12632" y="8647"/>
                  </a:cubicBezTo>
                  <a:cubicBezTo>
                    <a:pt x="12632" y="9700"/>
                    <a:pt x="12105" y="10753"/>
                    <a:pt x="11379" y="11479"/>
                  </a:cubicBezTo>
                  <a:cubicBezTo>
                    <a:pt x="10652" y="12206"/>
                    <a:pt x="9699" y="12632"/>
                    <a:pt x="8547" y="12632"/>
                  </a:cubicBezTo>
                  <a:cubicBezTo>
                    <a:pt x="7394" y="12632"/>
                    <a:pt x="6466" y="12206"/>
                    <a:pt x="5739" y="11479"/>
                  </a:cubicBezTo>
                  <a:cubicBezTo>
                    <a:pt x="5013" y="10753"/>
                    <a:pt x="4587" y="9700"/>
                    <a:pt x="4587" y="8647"/>
                  </a:cubicBezTo>
                  <a:cubicBezTo>
                    <a:pt x="4587" y="7520"/>
                    <a:pt x="5013" y="6567"/>
                    <a:pt x="5739" y="5840"/>
                  </a:cubicBezTo>
                  <a:cubicBezTo>
                    <a:pt x="6466" y="5114"/>
                    <a:pt x="7394" y="4587"/>
                    <a:pt x="8547" y="4587"/>
                  </a:cubicBezTo>
                  <a:close/>
                  <a:moveTo>
                    <a:pt x="8547" y="4261"/>
                  </a:moveTo>
                  <a:cubicBezTo>
                    <a:pt x="6141" y="4261"/>
                    <a:pt x="4261" y="6266"/>
                    <a:pt x="4261" y="8647"/>
                  </a:cubicBezTo>
                  <a:cubicBezTo>
                    <a:pt x="4261" y="11053"/>
                    <a:pt x="6141" y="12933"/>
                    <a:pt x="8547" y="12933"/>
                  </a:cubicBezTo>
                  <a:cubicBezTo>
                    <a:pt x="10953" y="12933"/>
                    <a:pt x="12933" y="11053"/>
                    <a:pt x="12933" y="8647"/>
                  </a:cubicBezTo>
                  <a:cubicBezTo>
                    <a:pt x="12933" y="6266"/>
                    <a:pt x="10953" y="4261"/>
                    <a:pt x="8547" y="4261"/>
                  </a:cubicBezTo>
                  <a:close/>
                  <a:moveTo>
                    <a:pt x="7394" y="402"/>
                  </a:moveTo>
                  <a:lnTo>
                    <a:pt x="7820" y="928"/>
                  </a:lnTo>
                  <a:lnTo>
                    <a:pt x="8547" y="928"/>
                  </a:lnTo>
                  <a:cubicBezTo>
                    <a:pt x="9073" y="928"/>
                    <a:pt x="9499" y="928"/>
                    <a:pt x="10025" y="1028"/>
                  </a:cubicBezTo>
                  <a:lnTo>
                    <a:pt x="10125" y="1028"/>
                  </a:lnTo>
                  <a:lnTo>
                    <a:pt x="10652" y="627"/>
                  </a:lnTo>
                  <a:lnTo>
                    <a:pt x="11679" y="928"/>
                  </a:lnTo>
                  <a:lnTo>
                    <a:pt x="11780" y="1655"/>
                  </a:lnTo>
                  <a:lnTo>
                    <a:pt x="11905" y="1655"/>
                  </a:lnTo>
                  <a:cubicBezTo>
                    <a:pt x="12532" y="1981"/>
                    <a:pt x="13033" y="2382"/>
                    <a:pt x="13559" y="2808"/>
                  </a:cubicBezTo>
                  <a:lnTo>
                    <a:pt x="13659" y="2808"/>
                  </a:lnTo>
                  <a:lnTo>
                    <a:pt x="14411" y="2707"/>
                  </a:lnTo>
                  <a:lnTo>
                    <a:pt x="15138" y="3535"/>
                  </a:lnTo>
                  <a:lnTo>
                    <a:pt x="14812" y="4161"/>
                  </a:lnTo>
                  <a:lnTo>
                    <a:pt x="14912" y="4261"/>
                  </a:lnTo>
                  <a:cubicBezTo>
                    <a:pt x="15339" y="4788"/>
                    <a:pt x="15664" y="5414"/>
                    <a:pt x="15865" y="6041"/>
                  </a:cubicBezTo>
                  <a:lnTo>
                    <a:pt x="15865" y="6141"/>
                  </a:lnTo>
                  <a:lnTo>
                    <a:pt x="16592" y="6367"/>
                  </a:lnTo>
                  <a:lnTo>
                    <a:pt x="16792" y="7520"/>
                  </a:lnTo>
                  <a:lnTo>
                    <a:pt x="16291" y="7921"/>
                  </a:lnTo>
                  <a:lnTo>
                    <a:pt x="16291" y="8021"/>
                  </a:lnTo>
                  <a:lnTo>
                    <a:pt x="16291" y="8647"/>
                  </a:lnTo>
                  <a:cubicBezTo>
                    <a:pt x="16291" y="9174"/>
                    <a:pt x="16166" y="9600"/>
                    <a:pt x="16166" y="10126"/>
                  </a:cubicBezTo>
                  <a:lnTo>
                    <a:pt x="16065" y="10126"/>
                  </a:lnTo>
                  <a:lnTo>
                    <a:pt x="16592" y="10753"/>
                  </a:lnTo>
                  <a:lnTo>
                    <a:pt x="16291" y="11780"/>
                  </a:lnTo>
                  <a:lnTo>
                    <a:pt x="15539" y="11906"/>
                  </a:lnTo>
                  <a:cubicBezTo>
                    <a:pt x="15238" y="12532"/>
                    <a:pt x="14812" y="13159"/>
                    <a:pt x="14411" y="13660"/>
                  </a:cubicBezTo>
                  <a:lnTo>
                    <a:pt x="14511" y="14512"/>
                  </a:lnTo>
                  <a:lnTo>
                    <a:pt x="13659" y="15239"/>
                  </a:lnTo>
                  <a:lnTo>
                    <a:pt x="13033" y="14913"/>
                  </a:lnTo>
                  <a:lnTo>
                    <a:pt x="12933" y="15038"/>
                  </a:lnTo>
                  <a:cubicBezTo>
                    <a:pt x="12406" y="15339"/>
                    <a:pt x="11780" y="15665"/>
                    <a:pt x="11153" y="15865"/>
                  </a:cubicBezTo>
                  <a:lnTo>
                    <a:pt x="11053" y="15966"/>
                  </a:lnTo>
                  <a:lnTo>
                    <a:pt x="10852" y="16693"/>
                  </a:lnTo>
                  <a:lnTo>
                    <a:pt x="9699" y="16918"/>
                  </a:lnTo>
                  <a:lnTo>
                    <a:pt x="9273" y="16292"/>
                  </a:lnTo>
                  <a:lnTo>
                    <a:pt x="9173" y="16292"/>
                  </a:lnTo>
                  <a:cubicBezTo>
                    <a:pt x="8973" y="16292"/>
                    <a:pt x="8772" y="16392"/>
                    <a:pt x="8547" y="16392"/>
                  </a:cubicBezTo>
                  <a:cubicBezTo>
                    <a:pt x="8020" y="16392"/>
                    <a:pt x="7619" y="16292"/>
                    <a:pt x="7093" y="16166"/>
                  </a:cubicBezTo>
                  <a:lnTo>
                    <a:pt x="6466" y="16693"/>
                  </a:lnTo>
                  <a:lnTo>
                    <a:pt x="5414" y="16392"/>
                  </a:lnTo>
                  <a:lnTo>
                    <a:pt x="5313" y="15665"/>
                  </a:lnTo>
                  <a:lnTo>
                    <a:pt x="5313" y="15540"/>
                  </a:lnTo>
                  <a:cubicBezTo>
                    <a:pt x="4687" y="15339"/>
                    <a:pt x="4060" y="14913"/>
                    <a:pt x="3534" y="14512"/>
                  </a:cubicBezTo>
                  <a:lnTo>
                    <a:pt x="3434" y="14412"/>
                  </a:lnTo>
                  <a:lnTo>
                    <a:pt x="2707" y="14612"/>
                  </a:lnTo>
                  <a:lnTo>
                    <a:pt x="1980" y="13785"/>
                  </a:lnTo>
                  <a:lnTo>
                    <a:pt x="2281" y="13033"/>
                  </a:lnTo>
                  <a:lnTo>
                    <a:pt x="2181" y="13033"/>
                  </a:lnTo>
                  <a:cubicBezTo>
                    <a:pt x="1880" y="12407"/>
                    <a:pt x="1554" y="11906"/>
                    <a:pt x="1354" y="11154"/>
                  </a:cubicBezTo>
                  <a:lnTo>
                    <a:pt x="1253" y="11053"/>
                  </a:lnTo>
                  <a:lnTo>
                    <a:pt x="501" y="10853"/>
                  </a:lnTo>
                  <a:lnTo>
                    <a:pt x="301" y="9800"/>
                  </a:lnTo>
                  <a:lnTo>
                    <a:pt x="927" y="9399"/>
                  </a:lnTo>
                  <a:lnTo>
                    <a:pt x="927" y="9274"/>
                  </a:lnTo>
                  <a:cubicBezTo>
                    <a:pt x="827" y="9073"/>
                    <a:pt x="827" y="8873"/>
                    <a:pt x="827" y="8647"/>
                  </a:cubicBezTo>
                  <a:cubicBezTo>
                    <a:pt x="827" y="8146"/>
                    <a:pt x="927" y="7620"/>
                    <a:pt x="1028" y="7194"/>
                  </a:cubicBezTo>
                  <a:lnTo>
                    <a:pt x="1028" y="7093"/>
                  </a:lnTo>
                  <a:lnTo>
                    <a:pt x="501" y="6567"/>
                  </a:lnTo>
                  <a:lnTo>
                    <a:pt x="827" y="5515"/>
                  </a:lnTo>
                  <a:lnTo>
                    <a:pt x="1554" y="5414"/>
                  </a:lnTo>
                  <a:lnTo>
                    <a:pt x="1654" y="5314"/>
                  </a:lnTo>
                  <a:cubicBezTo>
                    <a:pt x="1880" y="4687"/>
                    <a:pt x="2281" y="4161"/>
                    <a:pt x="2707" y="3635"/>
                  </a:cubicBezTo>
                  <a:lnTo>
                    <a:pt x="2807" y="3535"/>
                  </a:lnTo>
                  <a:lnTo>
                    <a:pt x="2607" y="2808"/>
                  </a:lnTo>
                  <a:lnTo>
                    <a:pt x="3434" y="2081"/>
                  </a:lnTo>
                  <a:lnTo>
                    <a:pt x="4161" y="2382"/>
                  </a:lnTo>
                  <a:lnTo>
                    <a:pt x="4161" y="2281"/>
                  </a:lnTo>
                  <a:cubicBezTo>
                    <a:pt x="4787" y="1880"/>
                    <a:pt x="5313" y="1555"/>
                    <a:pt x="6040" y="1354"/>
                  </a:cubicBezTo>
                  <a:lnTo>
                    <a:pt x="6141" y="1354"/>
                  </a:lnTo>
                  <a:lnTo>
                    <a:pt x="6366" y="627"/>
                  </a:lnTo>
                  <a:lnTo>
                    <a:pt x="7394" y="402"/>
                  </a:lnTo>
                  <a:close/>
                  <a:moveTo>
                    <a:pt x="7519" y="1"/>
                  </a:moveTo>
                  <a:lnTo>
                    <a:pt x="6040" y="301"/>
                  </a:lnTo>
                  <a:lnTo>
                    <a:pt x="5855" y="1067"/>
                  </a:lnTo>
                  <a:lnTo>
                    <a:pt x="5855" y="1067"/>
                  </a:lnTo>
                  <a:cubicBezTo>
                    <a:pt x="5201" y="1361"/>
                    <a:pt x="4631" y="1640"/>
                    <a:pt x="4143" y="2016"/>
                  </a:cubicBezTo>
                  <a:lnTo>
                    <a:pt x="4143" y="2016"/>
                  </a:lnTo>
                  <a:lnTo>
                    <a:pt x="4161" y="1981"/>
                  </a:lnTo>
                  <a:lnTo>
                    <a:pt x="3434" y="1655"/>
                  </a:lnTo>
                  <a:lnTo>
                    <a:pt x="2281" y="2707"/>
                  </a:lnTo>
                  <a:lnTo>
                    <a:pt x="2486" y="3460"/>
                  </a:lnTo>
                  <a:lnTo>
                    <a:pt x="2486" y="3460"/>
                  </a:lnTo>
                  <a:cubicBezTo>
                    <a:pt x="2088" y="3954"/>
                    <a:pt x="1692" y="4535"/>
                    <a:pt x="1399" y="5120"/>
                  </a:cubicBezTo>
                  <a:lnTo>
                    <a:pt x="1399" y="5120"/>
                  </a:lnTo>
                  <a:lnTo>
                    <a:pt x="627" y="5214"/>
                  </a:lnTo>
                  <a:lnTo>
                    <a:pt x="100" y="6667"/>
                  </a:lnTo>
                  <a:lnTo>
                    <a:pt x="708" y="7275"/>
                  </a:lnTo>
                  <a:lnTo>
                    <a:pt x="708" y="7275"/>
                  </a:lnTo>
                  <a:cubicBezTo>
                    <a:pt x="611" y="7686"/>
                    <a:pt x="501" y="8177"/>
                    <a:pt x="501" y="8647"/>
                  </a:cubicBezTo>
                  <a:cubicBezTo>
                    <a:pt x="501" y="8847"/>
                    <a:pt x="501" y="9028"/>
                    <a:pt x="589" y="9206"/>
                  </a:cubicBezTo>
                  <a:lnTo>
                    <a:pt x="589" y="9206"/>
                  </a:lnTo>
                  <a:lnTo>
                    <a:pt x="0" y="9700"/>
                  </a:lnTo>
                  <a:lnTo>
                    <a:pt x="301" y="11154"/>
                  </a:lnTo>
                  <a:lnTo>
                    <a:pt x="1053" y="11359"/>
                  </a:lnTo>
                  <a:lnTo>
                    <a:pt x="1053" y="11359"/>
                  </a:lnTo>
                  <a:cubicBezTo>
                    <a:pt x="1269" y="12032"/>
                    <a:pt x="1553" y="12617"/>
                    <a:pt x="1945" y="13115"/>
                  </a:cubicBezTo>
                  <a:lnTo>
                    <a:pt x="1945" y="13115"/>
                  </a:lnTo>
                  <a:lnTo>
                    <a:pt x="1654" y="13785"/>
                  </a:lnTo>
                  <a:lnTo>
                    <a:pt x="2607" y="14913"/>
                  </a:lnTo>
                  <a:lnTo>
                    <a:pt x="3357" y="14731"/>
                  </a:lnTo>
                  <a:lnTo>
                    <a:pt x="3357" y="14731"/>
                  </a:lnTo>
                  <a:cubicBezTo>
                    <a:pt x="3852" y="15129"/>
                    <a:pt x="4433" y="15504"/>
                    <a:pt x="5019" y="15816"/>
                  </a:cubicBezTo>
                  <a:lnTo>
                    <a:pt x="5019" y="15816"/>
                  </a:lnTo>
                  <a:lnTo>
                    <a:pt x="5113" y="16592"/>
                  </a:lnTo>
                  <a:lnTo>
                    <a:pt x="6567" y="17018"/>
                  </a:lnTo>
                  <a:lnTo>
                    <a:pt x="7171" y="16510"/>
                  </a:lnTo>
                  <a:lnTo>
                    <a:pt x="7171" y="16510"/>
                  </a:lnTo>
                  <a:cubicBezTo>
                    <a:pt x="7580" y="16604"/>
                    <a:pt x="8052" y="16693"/>
                    <a:pt x="8547" y="16693"/>
                  </a:cubicBezTo>
                  <a:cubicBezTo>
                    <a:pt x="8737" y="16693"/>
                    <a:pt x="8909" y="16621"/>
                    <a:pt x="9078" y="16599"/>
                  </a:cubicBezTo>
                  <a:lnTo>
                    <a:pt x="9078" y="16599"/>
                  </a:lnTo>
                  <a:lnTo>
                    <a:pt x="9599" y="17219"/>
                  </a:lnTo>
                  <a:lnTo>
                    <a:pt x="11053" y="16918"/>
                  </a:lnTo>
                  <a:lnTo>
                    <a:pt x="11260" y="16137"/>
                  </a:lnTo>
                  <a:lnTo>
                    <a:pt x="11260" y="16137"/>
                  </a:lnTo>
                  <a:cubicBezTo>
                    <a:pt x="11934" y="15945"/>
                    <a:pt x="12509" y="15670"/>
                    <a:pt x="13080" y="15291"/>
                  </a:cubicBezTo>
                  <a:lnTo>
                    <a:pt x="13080" y="15291"/>
                  </a:lnTo>
                  <a:lnTo>
                    <a:pt x="13785" y="15540"/>
                  </a:lnTo>
                  <a:lnTo>
                    <a:pt x="14812" y="14612"/>
                  </a:lnTo>
                  <a:lnTo>
                    <a:pt x="14712" y="13785"/>
                  </a:lnTo>
                  <a:lnTo>
                    <a:pt x="14709" y="13785"/>
                  </a:lnTo>
                  <a:cubicBezTo>
                    <a:pt x="15163" y="13307"/>
                    <a:pt x="15515" y="12755"/>
                    <a:pt x="15730" y="12198"/>
                  </a:cubicBezTo>
                  <a:lnTo>
                    <a:pt x="15730" y="12198"/>
                  </a:lnTo>
                  <a:lnTo>
                    <a:pt x="16491" y="12106"/>
                  </a:lnTo>
                  <a:lnTo>
                    <a:pt x="17018" y="10652"/>
                  </a:lnTo>
                  <a:lnTo>
                    <a:pt x="16491" y="10126"/>
                  </a:lnTo>
                  <a:cubicBezTo>
                    <a:pt x="16491" y="9600"/>
                    <a:pt x="16592" y="9174"/>
                    <a:pt x="16592" y="8647"/>
                  </a:cubicBezTo>
                  <a:lnTo>
                    <a:pt x="16592" y="8062"/>
                  </a:lnTo>
                  <a:lnTo>
                    <a:pt x="17118" y="7620"/>
                  </a:lnTo>
                  <a:lnTo>
                    <a:pt x="16918" y="6141"/>
                  </a:lnTo>
                  <a:lnTo>
                    <a:pt x="16134" y="5957"/>
                  </a:lnTo>
                  <a:lnTo>
                    <a:pt x="16166" y="5941"/>
                  </a:lnTo>
                  <a:cubicBezTo>
                    <a:pt x="15879" y="5343"/>
                    <a:pt x="15569" y="4745"/>
                    <a:pt x="15193" y="4148"/>
                  </a:cubicBezTo>
                  <a:lnTo>
                    <a:pt x="15193" y="4148"/>
                  </a:lnTo>
                  <a:lnTo>
                    <a:pt x="15539" y="3434"/>
                  </a:lnTo>
                  <a:lnTo>
                    <a:pt x="14511" y="2281"/>
                  </a:lnTo>
                  <a:lnTo>
                    <a:pt x="13677" y="2502"/>
                  </a:lnTo>
                  <a:lnTo>
                    <a:pt x="13677" y="2502"/>
                  </a:lnTo>
                  <a:cubicBezTo>
                    <a:pt x="13197" y="2046"/>
                    <a:pt x="12643" y="1671"/>
                    <a:pt x="12086" y="1394"/>
                  </a:cubicBezTo>
                  <a:lnTo>
                    <a:pt x="12086" y="1394"/>
                  </a:lnTo>
                  <a:lnTo>
                    <a:pt x="12005" y="728"/>
                  </a:lnTo>
                  <a:lnTo>
                    <a:pt x="10526" y="201"/>
                  </a:lnTo>
                  <a:lnTo>
                    <a:pt x="10000" y="727"/>
                  </a:lnTo>
                  <a:lnTo>
                    <a:pt x="10000" y="727"/>
                  </a:lnTo>
                  <a:cubicBezTo>
                    <a:pt x="9579" y="724"/>
                    <a:pt x="9063" y="627"/>
                    <a:pt x="8547" y="627"/>
                  </a:cubicBezTo>
                  <a:lnTo>
                    <a:pt x="7951" y="627"/>
                  </a:lnTo>
                  <a:lnTo>
                    <a:pt x="7519"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1"/>
            <p:cNvSpPr/>
            <p:nvPr/>
          </p:nvSpPr>
          <p:spPr>
            <a:xfrm>
              <a:off x="4320950" y="4216825"/>
              <a:ext cx="1433000" cy="15700"/>
            </a:xfrm>
            <a:custGeom>
              <a:rect b="b" l="l" r="r" t="t"/>
              <a:pathLst>
                <a:path extrusionOk="0" h="628" w="57320">
                  <a:moveTo>
                    <a:pt x="301" y="1"/>
                  </a:moveTo>
                  <a:cubicBezTo>
                    <a:pt x="101" y="1"/>
                    <a:pt x="1" y="101"/>
                    <a:pt x="1" y="327"/>
                  </a:cubicBezTo>
                  <a:cubicBezTo>
                    <a:pt x="1" y="527"/>
                    <a:pt x="101" y="627"/>
                    <a:pt x="301" y="627"/>
                  </a:cubicBezTo>
                  <a:lnTo>
                    <a:pt x="57019" y="627"/>
                  </a:lnTo>
                  <a:cubicBezTo>
                    <a:pt x="57219" y="627"/>
                    <a:pt x="57319" y="527"/>
                    <a:pt x="57319" y="327"/>
                  </a:cubicBezTo>
                  <a:cubicBezTo>
                    <a:pt x="57319" y="101"/>
                    <a:pt x="57219" y="1"/>
                    <a:pt x="570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1"/>
            <p:cNvSpPr/>
            <p:nvPr/>
          </p:nvSpPr>
          <p:spPr>
            <a:xfrm>
              <a:off x="4075350" y="4216825"/>
              <a:ext cx="185475" cy="15700"/>
            </a:xfrm>
            <a:custGeom>
              <a:rect b="b" l="l" r="r" t="t"/>
              <a:pathLst>
                <a:path extrusionOk="0" h="628" w="7419">
                  <a:moveTo>
                    <a:pt x="326" y="1"/>
                  </a:moveTo>
                  <a:cubicBezTo>
                    <a:pt x="100" y="1"/>
                    <a:pt x="0" y="101"/>
                    <a:pt x="0" y="327"/>
                  </a:cubicBezTo>
                  <a:cubicBezTo>
                    <a:pt x="0" y="527"/>
                    <a:pt x="100" y="627"/>
                    <a:pt x="326" y="627"/>
                  </a:cubicBezTo>
                  <a:lnTo>
                    <a:pt x="7118" y="627"/>
                  </a:lnTo>
                  <a:cubicBezTo>
                    <a:pt x="7318" y="627"/>
                    <a:pt x="7419" y="527"/>
                    <a:pt x="7419" y="327"/>
                  </a:cubicBezTo>
                  <a:cubicBezTo>
                    <a:pt x="7419" y="101"/>
                    <a:pt x="7318" y="1"/>
                    <a:pt x="71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1"/>
            <p:cNvSpPr/>
            <p:nvPr/>
          </p:nvSpPr>
          <p:spPr>
            <a:xfrm>
              <a:off x="3305275" y="1543250"/>
              <a:ext cx="344650" cy="15700"/>
            </a:xfrm>
            <a:custGeom>
              <a:rect b="b" l="l" r="r" t="t"/>
              <a:pathLst>
                <a:path extrusionOk="0" h="628" w="13786">
                  <a:moveTo>
                    <a:pt x="327" y="1"/>
                  </a:moveTo>
                  <a:cubicBezTo>
                    <a:pt x="101" y="1"/>
                    <a:pt x="1" y="226"/>
                    <a:pt x="1" y="327"/>
                  </a:cubicBezTo>
                  <a:cubicBezTo>
                    <a:pt x="1" y="527"/>
                    <a:pt x="101" y="627"/>
                    <a:pt x="327" y="627"/>
                  </a:cubicBezTo>
                  <a:lnTo>
                    <a:pt x="13485" y="627"/>
                  </a:lnTo>
                  <a:cubicBezTo>
                    <a:pt x="13585" y="627"/>
                    <a:pt x="13785" y="527"/>
                    <a:pt x="13785" y="327"/>
                  </a:cubicBezTo>
                  <a:cubicBezTo>
                    <a:pt x="13785" y="226"/>
                    <a:pt x="13585" y="1"/>
                    <a:pt x="134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1"/>
            <p:cNvSpPr/>
            <p:nvPr/>
          </p:nvSpPr>
          <p:spPr>
            <a:xfrm>
              <a:off x="3059675" y="1543250"/>
              <a:ext cx="185475" cy="15700"/>
            </a:xfrm>
            <a:custGeom>
              <a:rect b="b" l="l" r="r" t="t"/>
              <a:pathLst>
                <a:path extrusionOk="0" h="628" w="7419">
                  <a:moveTo>
                    <a:pt x="326" y="1"/>
                  </a:moveTo>
                  <a:cubicBezTo>
                    <a:pt x="126" y="1"/>
                    <a:pt x="0" y="226"/>
                    <a:pt x="0" y="327"/>
                  </a:cubicBezTo>
                  <a:cubicBezTo>
                    <a:pt x="0" y="527"/>
                    <a:pt x="126" y="627"/>
                    <a:pt x="326" y="627"/>
                  </a:cubicBezTo>
                  <a:lnTo>
                    <a:pt x="7118" y="627"/>
                  </a:lnTo>
                  <a:cubicBezTo>
                    <a:pt x="7319" y="627"/>
                    <a:pt x="7419" y="527"/>
                    <a:pt x="7419" y="327"/>
                  </a:cubicBezTo>
                  <a:cubicBezTo>
                    <a:pt x="7419" y="226"/>
                    <a:pt x="7319" y="1"/>
                    <a:pt x="71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1"/>
            <p:cNvSpPr/>
            <p:nvPr/>
          </p:nvSpPr>
          <p:spPr>
            <a:xfrm>
              <a:off x="1767675" y="2872200"/>
              <a:ext cx="506300" cy="15700"/>
            </a:xfrm>
            <a:custGeom>
              <a:rect b="b" l="l" r="r" t="t"/>
              <a:pathLst>
                <a:path extrusionOk="0" h="628" w="20252">
                  <a:moveTo>
                    <a:pt x="302" y="1"/>
                  </a:moveTo>
                  <a:cubicBezTo>
                    <a:pt x="101" y="1"/>
                    <a:pt x="1" y="227"/>
                    <a:pt x="1" y="327"/>
                  </a:cubicBezTo>
                  <a:cubicBezTo>
                    <a:pt x="1" y="527"/>
                    <a:pt x="101" y="628"/>
                    <a:pt x="302" y="628"/>
                  </a:cubicBezTo>
                  <a:lnTo>
                    <a:pt x="19951" y="628"/>
                  </a:lnTo>
                  <a:cubicBezTo>
                    <a:pt x="20051" y="628"/>
                    <a:pt x="20252" y="527"/>
                    <a:pt x="20252" y="327"/>
                  </a:cubicBezTo>
                  <a:cubicBezTo>
                    <a:pt x="20252" y="227"/>
                    <a:pt x="20051" y="1"/>
                    <a:pt x="199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1"/>
            <p:cNvSpPr/>
            <p:nvPr/>
          </p:nvSpPr>
          <p:spPr>
            <a:xfrm>
              <a:off x="1522075" y="2872200"/>
              <a:ext cx="185475" cy="15700"/>
            </a:xfrm>
            <a:custGeom>
              <a:rect b="b" l="l" r="r" t="t"/>
              <a:pathLst>
                <a:path extrusionOk="0" h="628" w="7419">
                  <a:moveTo>
                    <a:pt x="326" y="1"/>
                  </a:moveTo>
                  <a:cubicBezTo>
                    <a:pt x="100" y="1"/>
                    <a:pt x="0" y="227"/>
                    <a:pt x="0" y="327"/>
                  </a:cubicBezTo>
                  <a:cubicBezTo>
                    <a:pt x="0" y="527"/>
                    <a:pt x="100" y="628"/>
                    <a:pt x="326" y="628"/>
                  </a:cubicBezTo>
                  <a:lnTo>
                    <a:pt x="7118" y="628"/>
                  </a:lnTo>
                  <a:cubicBezTo>
                    <a:pt x="7218" y="628"/>
                    <a:pt x="7419" y="527"/>
                    <a:pt x="7419" y="327"/>
                  </a:cubicBezTo>
                  <a:cubicBezTo>
                    <a:pt x="7419" y="227"/>
                    <a:pt x="7218" y="1"/>
                    <a:pt x="71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 name="Google Shape;2404;p51"/>
          <p:cNvGrpSpPr/>
          <p:nvPr/>
        </p:nvGrpSpPr>
        <p:grpSpPr>
          <a:xfrm>
            <a:off x="4718985" y="1905049"/>
            <a:ext cx="3596442" cy="2028124"/>
            <a:chOff x="250225" y="836050"/>
            <a:chExt cx="7125900" cy="4018475"/>
          </a:xfrm>
        </p:grpSpPr>
        <p:sp>
          <p:nvSpPr>
            <p:cNvPr id="2405" name="Google Shape;2405;p51"/>
            <p:cNvSpPr/>
            <p:nvPr/>
          </p:nvSpPr>
          <p:spPr>
            <a:xfrm>
              <a:off x="5723625" y="1052650"/>
              <a:ext cx="36400" cy="1031425"/>
            </a:xfrm>
            <a:custGeom>
              <a:rect b="b" l="l" r="r" t="t"/>
              <a:pathLst>
                <a:path extrusionOk="0" fill="none" h="41257" w="1456">
                  <a:moveTo>
                    <a:pt x="1455" y="0"/>
                  </a:moveTo>
                  <a:cubicBezTo>
                    <a:pt x="1455" y="0"/>
                    <a:pt x="670" y="26158"/>
                    <a:pt x="1" y="41257"/>
                  </a:cubicBez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1"/>
            <p:cNvSpPr/>
            <p:nvPr/>
          </p:nvSpPr>
          <p:spPr>
            <a:xfrm>
              <a:off x="5620300" y="1134025"/>
              <a:ext cx="132200" cy="144325"/>
            </a:xfrm>
            <a:custGeom>
              <a:rect b="b" l="l" r="r" t="t"/>
              <a:pathLst>
                <a:path extrusionOk="0" fill="none" h="5773" w="5288">
                  <a:moveTo>
                    <a:pt x="1" y="0"/>
                  </a:moveTo>
                  <a:lnTo>
                    <a:pt x="5288" y="5772"/>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1"/>
            <p:cNvSpPr/>
            <p:nvPr/>
          </p:nvSpPr>
          <p:spPr>
            <a:xfrm>
              <a:off x="5671100" y="898525"/>
              <a:ext cx="88925" cy="154150"/>
            </a:xfrm>
            <a:custGeom>
              <a:rect b="b" l="l" r="r" t="t"/>
              <a:pathLst>
                <a:path extrusionOk="0" fill="none" h="6166" w="3557">
                  <a:moveTo>
                    <a:pt x="3556" y="6165"/>
                  </a:moveTo>
                  <a:lnTo>
                    <a:pt x="1" y="1"/>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1"/>
            <p:cNvSpPr/>
            <p:nvPr/>
          </p:nvSpPr>
          <p:spPr>
            <a:xfrm>
              <a:off x="5760000" y="910650"/>
              <a:ext cx="120075" cy="142025"/>
            </a:xfrm>
            <a:custGeom>
              <a:rect b="b" l="l" r="r" t="t"/>
              <a:pathLst>
                <a:path extrusionOk="0" fill="none" h="5681" w="4803">
                  <a:moveTo>
                    <a:pt x="0" y="5680"/>
                  </a:moveTo>
                  <a:lnTo>
                    <a:pt x="4802" y="1"/>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1"/>
            <p:cNvSpPr/>
            <p:nvPr/>
          </p:nvSpPr>
          <p:spPr>
            <a:xfrm>
              <a:off x="5853500" y="886125"/>
              <a:ext cx="53125" cy="51100"/>
            </a:xfrm>
            <a:custGeom>
              <a:rect b="b" l="l" r="r" t="t"/>
              <a:pathLst>
                <a:path extrusionOk="0" h="2044" w="2125">
                  <a:moveTo>
                    <a:pt x="1111" y="1"/>
                  </a:moveTo>
                  <a:cubicBezTo>
                    <a:pt x="1065" y="1"/>
                    <a:pt x="1018" y="4"/>
                    <a:pt x="970" y="12"/>
                  </a:cubicBezTo>
                  <a:cubicBezTo>
                    <a:pt x="393" y="12"/>
                    <a:pt x="0" y="497"/>
                    <a:pt x="0" y="1074"/>
                  </a:cubicBezTo>
                  <a:cubicBezTo>
                    <a:pt x="93" y="1651"/>
                    <a:pt x="577" y="2044"/>
                    <a:pt x="1155" y="2044"/>
                  </a:cubicBezTo>
                  <a:cubicBezTo>
                    <a:pt x="1732" y="2044"/>
                    <a:pt x="2124" y="1559"/>
                    <a:pt x="2124" y="982"/>
                  </a:cubicBezTo>
                  <a:cubicBezTo>
                    <a:pt x="2039" y="452"/>
                    <a:pt x="1625" y="1"/>
                    <a:pt x="1111" y="1"/>
                  </a:cubicBezTo>
                  <a:close/>
                </a:path>
              </a:pathLst>
            </a:custGeom>
            <a:solidFill>
              <a:schemeClr val="accent2"/>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1"/>
            <p:cNvSpPr/>
            <p:nvPr/>
          </p:nvSpPr>
          <p:spPr>
            <a:xfrm>
              <a:off x="5605875" y="836050"/>
              <a:ext cx="129900" cy="124850"/>
            </a:xfrm>
            <a:custGeom>
              <a:rect b="b" l="l" r="r" t="t"/>
              <a:pathLst>
                <a:path extrusionOk="0" h="4994" w="5196">
                  <a:moveTo>
                    <a:pt x="2662" y="1"/>
                  </a:moveTo>
                  <a:cubicBezTo>
                    <a:pt x="2607" y="1"/>
                    <a:pt x="2551" y="3"/>
                    <a:pt x="2494" y="6"/>
                  </a:cubicBezTo>
                  <a:cubicBezTo>
                    <a:pt x="1063" y="99"/>
                    <a:pt x="1" y="1253"/>
                    <a:pt x="93" y="2592"/>
                  </a:cubicBezTo>
                  <a:cubicBezTo>
                    <a:pt x="185" y="3954"/>
                    <a:pt x="1340" y="4993"/>
                    <a:pt x="2702" y="4993"/>
                  </a:cubicBezTo>
                  <a:cubicBezTo>
                    <a:pt x="4133" y="4901"/>
                    <a:pt x="5195" y="3747"/>
                    <a:pt x="5103" y="2315"/>
                  </a:cubicBezTo>
                  <a:cubicBezTo>
                    <a:pt x="5015" y="1009"/>
                    <a:pt x="3950" y="1"/>
                    <a:pt x="2662" y="1"/>
                  </a:cubicBezTo>
                  <a:close/>
                </a:path>
              </a:pathLst>
            </a:custGeom>
            <a:solidFill>
              <a:schemeClr val="accent3"/>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1"/>
            <p:cNvSpPr/>
            <p:nvPr/>
          </p:nvSpPr>
          <p:spPr>
            <a:xfrm>
              <a:off x="5572400" y="1085950"/>
              <a:ext cx="98725" cy="96750"/>
            </a:xfrm>
            <a:custGeom>
              <a:rect b="b" l="l" r="r" t="t"/>
              <a:pathLst>
                <a:path extrusionOk="0" h="3870" w="3949">
                  <a:moveTo>
                    <a:pt x="1982" y="0"/>
                  </a:moveTo>
                  <a:cubicBezTo>
                    <a:pt x="1930" y="0"/>
                    <a:pt x="1877" y="3"/>
                    <a:pt x="1825" y="7"/>
                  </a:cubicBezTo>
                  <a:cubicBezTo>
                    <a:pt x="763" y="100"/>
                    <a:pt x="1" y="977"/>
                    <a:pt x="1" y="2039"/>
                  </a:cubicBezTo>
                  <a:cubicBezTo>
                    <a:pt x="89" y="3027"/>
                    <a:pt x="866" y="3869"/>
                    <a:pt x="1856" y="3869"/>
                  </a:cubicBezTo>
                  <a:cubicBezTo>
                    <a:pt x="1907" y="3869"/>
                    <a:pt x="1958" y="3867"/>
                    <a:pt x="2009" y="3863"/>
                  </a:cubicBezTo>
                  <a:cubicBezTo>
                    <a:pt x="3071" y="3770"/>
                    <a:pt x="3949" y="2893"/>
                    <a:pt x="3833" y="1831"/>
                  </a:cubicBezTo>
                  <a:cubicBezTo>
                    <a:pt x="3833" y="822"/>
                    <a:pt x="2978" y="0"/>
                    <a:pt x="1982" y="0"/>
                  </a:cubicBezTo>
                  <a:close/>
                </a:path>
              </a:pathLst>
            </a:custGeom>
            <a:solidFill>
              <a:schemeClr val="accent2"/>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1"/>
            <p:cNvSpPr/>
            <p:nvPr/>
          </p:nvSpPr>
          <p:spPr>
            <a:xfrm>
              <a:off x="5317300" y="966075"/>
              <a:ext cx="303025" cy="1130125"/>
            </a:xfrm>
            <a:custGeom>
              <a:rect b="b" l="l" r="r" t="t"/>
              <a:pathLst>
                <a:path extrusionOk="0" fill="none" h="45205" w="12121">
                  <a:moveTo>
                    <a:pt x="0" y="0"/>
                  </a:moveTo>
                  <a:cubicBezTo>
                    <a:pt x="0" y="0"/>
                    <a:pt x="9535" y="24819"/>
                    <a:pt x="12121" y="45205"/>
                  </a:cubicBez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1"/>
            <p:cNvSpPr/>
            <p:nvPr/>
          </p:nvSpPr>
          <p:spPr>
            <a:xfrm>
              <a:off x="5220900" y="1088425"/>
              <a:ext cx="166250" cy="72175"/>
            </a:xfrm>
            <a:custGeom>
              <a:rect b="b" l="l" r="r" t="t"/>
              <a:pathLst>
                <a:path extrusionOk="0" fill="none" h="2887" w="6650">
                  <a:moveTo>
                    <a:pt x="1" y="1"/>
                  </a:moveTo>
                  <a:lnTo>
                    <a:pt x="6650" y="2886"/>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1"/>
            <p:cNvSpPr/>
            <p:nvPr/>
          </p:nvSpPr>
          <p:spPr>
            <a:xfrm>
              <a:off x="5430425" y="994925"/>
              <a:ext cx="88900" cy="300725"/>
            </a:xfrm>
            <a:custGeom>
              <a:rect b="b" l="l" r="r" t="t"/>
              <a:pathLst>
                <a:path extrusionOk="0" fill="none" h="12029" w="3556">
                  <a:moveTo>
                    <a:pt x="0" y="12029"/>
                  </a:moveTo>
                  <a:lnTo>
                    <a:pt x="3556" y="0"/>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1"/>
            <p:cNvSpPr/>
            <p:nvPr/>
          </p:nvSpPr>
          <p:spPr>
            <a:xfrm>
              <a:off x="5259575" y="908350"/>
              <a:ext cx="115450" cy="115450"/>
            </a:xfrm>
            <a:custGeom>
              <a:rect b="b" l="l" r="r" t="t"/>
              <a:pathLst>
                <a:path extrusionOk="0" h="4618" w="4618">
                  <a:moveTo>
                    <a:pt x="2309" y="0"/>
                  </a:moveTo>
                  <a:cubicBezTo>
                    <a:pt x="1062" y="0"/>
                    <a:pt x="0" y="1062"/>
                    <a:pt x="0" y="2309"/>
                  </a:cubicBezTo>
                  <a:cubicBezTo>
                    <a:pt x="0" y="3648"/>
                    <a:pt x="1062" y="4618"/>
                    <a:pt x="2309" y="4618"/>
                  </a:cubicBezTo>
                  <a:cubicBezTo>
                    <a:pt x="3556" y="4618"/>
                    <a:pt x="4618" y="3648"/>
                    <a:pt x="4618" y="2309"/>
                  </a:cubicBezTo>
                  <a:cubicBezTo>
                    <a:pt x="4618" y="1062"/>
                    <a:pt x="3556" y="0"/>
                    <a:pt x="2309" y="0"/>
                  </a:cubicBezTo>
                  <a:close/>
                </a:path>
              </a:pathLst>
            </a:custGeom>
            <a:solidFill>
              <a:schemeClr val="accent3"/>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1"/>
            <p:cNvSpPr/>
            <p:nvPr/>
          </p:nvSpPr>
          <p:spPr>
            <a:xfrm>
              <a:off x="5485825" y="960875"/>
              <a:ext cx="69875" cy="67550"/>
            </a:xfrm>
            <a:custGeom>
              <a:rect b="b" l="l" r="r" t="t"/>
              <a:pathLst>
                <a:path extrusionOk="0" h="2702" w="2795">
                  <a:moveTo>
                    <a:pt x="1340" y="0"/>
                  </a:moveTo>
                  <a:cubicBezTo>
                    <a:pt x="670" y="0"/>
                    <a:pt x="1" y="577"/>
                    <a:pt x="1" y="1362"/>
                  </a:cubicBezTo>
                  <a:cubicBezTo>
                    <a:pt x="1" y="2124"/>
                    <a:pt x="670" y="2701"/>
                    <a:pt x="1340" y="2701"/>
                  </a:cubicBezTo>
                  <a:cubicBezTo>
                    <a:pt x="2102" y="2701"/>
                    <a:pt x="2794" y="2124"/>
                    <a:pt x="2794" y="1362"/>
                  </a:cubicBezTo>
                  <a:cubicBezTo>
                    <a:pt x="2794" y="577"/>
                    <a:pt x="2102" y="0"/>
                    <a:pt x="1340" y="0"/>
                  </a:cubicBezTo>
                  <a:close/>
                </a:path>
              </a:pathLst>
            </a:custGeom>
            <a:solidFill>
              <a:schemeClr val="accent3"/>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1"/>
            <p:cNvSpPr/>
            <p:nvPr/>
          </p:nvSpPr>
          <p:spPr>
            <a:xfrm>
              <a:off x="5192050" y="1057250"/>
              <a:ext cx="57725" cy="60050"/>
            </a:xfrm>
            <a:custGeom>
              <a:rect b="b" l="l" r="r" t="t"/>
              <a:pathLst>
                <a:path extrusionOk="0" h="2402" w="2309">
                  <a:moveTo>
                    <a:pt x="1155" y="1"/>
                  </a:moveTo>
                  <a:cubicBezTo>
                    <a:pt x="485" y="1"/>
                    <a:pt x="0" y="578"/>
                    <a:pt x="0" y="1248"/>
                  </a:cubicBezTo>
                  <a:cubicBezTo>
                    <a:pt x="0" y="1917"/>
                    <a:pt x="485" y="2402"/>
                    <a:pt x="1155" y="2402"/>
                  </a:cubicBezTo>
                  <a:cubicBezTo>
                    <a:pt x="1847" y="2402"/>
                    <a:pt x="2309" y="1917"/>
                    <a:pt x="2309" y="1248"/>
                  </a:cubicBezTo>
                  <a:cubicBezTo>
                    <a:pt x="2309" y="578"/>
                    <a:pt x="1847" y="1"/>
                    <a:pt x="1155" y="1"/>
                  </a:cubicBezTo>
                  <a:close/>
                </a:path>
              </a:pathLst>
            </a:custGeom>
            <a:solidFill>
              <a:schemeClr val="accent2"/>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1"/>
            <p:cNvSpPr/>
            <p:nvPr/>
          </p:nvSpPr>
          <p:spPr>
            <a:xfrm>
              <a:off x="5839050" y="934900"/>
              <a:ext cx="303050" cy="1130125"/>
            </a:xfrm>
            <a:custGeom>
              <a:rect b="b" l="l" r="r" t="t"/>
              <a:pathLst>
                <a:path extrusionOk="0" fill="none" h="45205" w="12122">
                  <a:moveTo>
                    <a:pt x="12122" y="0"/>
                  </a:moveTo>
                  <a:cubicBezTo>
                    <a:pt x="12122" y="0"/>
                    <a:pt x="2610" y="24819"/>
                    <a:pt x="1" y="45205"/>
                  </a:cubicBez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1"/>
            <p:cNvSpPr/>
            <p:nvPr/>
          </p:nvSpPr>
          <p:spPr>
            <a:xfrm>
              <a:off x="6072250" y="1057250"/>
              <a:ext cx="166250" cy="72175"/>
            </a:xfrm>
            <a:custGeom>
              <a:rect b="b" l="l" r="r" t="t"/>
              <a:pathLst>
                <a:path extrusionOk="0" fill="none" h="2887" w="6650">
                  <a:moveTo>
                    <a:pt x="6649" y="1"/>
                  </a:moveTo>
                  <a:lnTo>
                    <a:pt x="0" y="2887"/>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1"/>
            <p:cNvSpPr/>
            <p:nvPr/>
          </p:nvSpPr>
          <p:spPr>
            <a:xfrm>
              <a:off x="5974125" y="1061875"/>
              <a:ext cx="54850" cy="202050"/>
            </a:xfrm>
            <a:custGeom>
              <a:rect b="b" l="l" r="r" t="t"/>
              <a:pathLst>
                <a:path extrusionOk="0" fill="none" h="8082" w="2194">
                  <a:moveTo>
                    <a:pt x="2194" y="8081"/>
                  </a:moveTo>
                  <a:lnTo>
                    <a:pt x="0" y="1"/>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1"/>
            <p:cNvSpPr/>
            <p:nvPr/>
          </p:nvSpPr>
          <p:spPr>
            <a:xfrm>
              <a:off x="6084375" y="877175"/>
              <a:ext cx="115450" cy="115475"/>
            </a:xfrm>
            <a:custGeom>
              <a:rect b="b" l="l" r="r" t="t"/>
              <a:pathLst>
                <a:path extrusionOk="0" h="4619" w="4618">
                  <a:moveTo>
                    <a:pt x="2309" y="1"/>
                  </a:moveTo>
                  <a:cubicBezTo>
                    <a:pt x="1062" y="1"/>
                    <a:pt x="0" y="1040"/>
                    <a:pt x="0" y="2309"/>
                  </a:cubicBezTo>
                  <a:cubicBezTo>
                    <a:pt x="0" y="3648"/>
                    <a:pt x="1062" y="4618"/>
                    <a:pt x="2309" y="4618"/>
                  </a:cubicBezTo>
                  <a:cubicBezTo>
                    <a:pt x="3671" y="4618"/>
                    <a:pt x="4617" y="3648"/>
                    <a:pt x="4617" y="2309"/>
                  </a:cubicBezTo>
                  <a:cubicBezTo>
                    <a:pt x="4617" y="1040"/>
                    <a:pt x="3671" y="1"/>
                    <a:pt x="2309" y="1"/>
                  </a:cubicBezTo>
                  <a:close/>
                </a:path>
              </a:pathLst>
            </a:custGeom>
            <a:solidFill>
              <a:schemeClr val="accent2"/>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1"/>
            <p:cNvSpPr/>
            <p:nvPr/>
          </p:nvSpPr>
          <p:spPr>
            <a:xfrm>
              <a:off x="5940075" y="1028400"/>
              <a:ext cx="67550" cy="67550"/>
            </a:xfrm>
            <a:custGeom>
              <a:rect b="b" l="l" r="r" t="t"/>
              <a:pathLst>
                <a:path extrusionOk="0" h="2702" w="2702">
                  <a:moveTo>
                    <a:pt x="1362" y="0"/>
                  </a:moveTo>
                  <a:cubicBezTo>
                    <a:pt x="577" y="0"/>
                    <a:pt x="0" y="578"/>
                    <a:pt x="0" y="1340"/>
                  </a:cubicBezTo>
                  <a:cubicBezTo>
                    <a:pt x="0" y="2124"/>
                    <a:pt x="577" y="2702"/>
                    <a:pt x="1362" y="2702"/>
                  </a:cubicBezTo>
                  <a:cubicBezTo>
                    <a:pt x="2124" y="2702"/>
                    <a:pt x="2701" y="2124"/>
                    <a:pt x="2701" y="1340"/>
                  </a:cubicBezTo>
                  <a:cubicBezTo>
                    <a:pt x="2701" y="578"/>
                    <a:pt x="2124" y="0"/>
                    <a:pt x="1362" y="0"/>
                  </a:cubicBezTo>
                  <a:close/>
                </a:path>
              </a:pathLst>
            </a:custGeom>
            <a:solidFill>
              <a:schemeClr val="accent3"/>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1"/>
            <p:cNvSpPr/>
            <p:nvPr/>
          </p:nvSpPr>
          <p:spPr>
            <a:xfrm>
              <a:off x="6190575" y="1009350"/>
              <a:ext cx="95825" cy="95850"/>
            </a:xfrm>
            <a:custGeom>
              <a:rect b="b" l="l" r="r" t="t"/>
              <a:pathLst>
                <a:path extrusionOk="0" h="3834" w="3833">
                  <a:moveTo>
                    <a:pt x="1916" y="1"/>
                  </a:moveTo>
                  <a:cubicBezTo>
                    <a:pt x="854" y="1"/>
                    <a:pt x="0" y="855"/>
                    <a:pt x="0" y="1917"/>
                  </a:cubicBezTo>
                  <a:cubicBezTo>
                    <a:pt x="0" y="2979"/>
                    <a:pt x="854" y="3833"/>
                    <a:pt x="1916" y="3833"/>
                  </a:cubicBezTo>
                  <a:cubicBezTo>
                    <a:pt x="2978" y="3833"/>
                    <a:pt x="3833" y="2979"/>
                    <a:pt x="3833" y="1917"/>
                  </a:cubicBezTo>
                  <a:cubicBezTo>
                    <a:pt x="3833" y="855"/>
                    <a:pt x="2978" y="1"/>
                    <a:pt x="1916" y="1"/>
                  </a:cubicBezTo>
                  <a:close/>
                </a:path>
              </a:pathLst>
            </a:custGeom>
            <a:solidFill>
              <a:schemeClr val="accent3"/>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1"/>
            <p:cNvSpPr/>
            <p:nvPr/>
          </p:nvSpPr>
          <p:spPr>
            <a:xfrm>
              <a:off x="5997775" y="1292750"/>
              <a:ext cx="168575" cy="77375"/>
            </a:xfrm>
            <a:custGeom>
              <a:rect b="b" l="l" r="r" t="t"/>
              <a:pathLst>
                <a:path extrusionOk="0" fill="none" h="3095" w="6743">
                  <a:moveTo>
                    <a:pt x="6742" y="0"/>
                  </a:moveTo>
                  <a:lnTo>
                    <a:pt x="1" y="3094"/>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1"/>
            <p:cNvSpPr/>
            <p:nvPr/>
          </p:nvSpPr>
          <p:spPr>
            <a:xfrm>
              <a:off x="6123025" y="1249450"/>
              <a:ext cx="86600" cy="86600"/>
            </a:xfrm>
            <a:custGeom>
              <a:rect b="b" l="l" r="r" t="t"/>
              <a:pathLst>
                <a:path extrusionOk="0" h="3464" w="3464">
                  <a:moveTo>
                    <a:pt x="1732" y="1"/>
                  </a:moveTo>
                  <a:cubicBezTo>
                    <a:pt x="763" y="1"/>
                    <a:pt x="1" y="878"/>
                    <a:pt x="1" y="1732"/>
                  </a:cubicBezTo>
                  <a:cubicBezTo>
                    <a:pt x="1" y="2702"/>
                    <a:pt x="763" y="3464"/>
                    <a:pt x="1732" y="3464"/>
                  </a:cubicBezTo>
                  <a:cubicBezTo>
                    <a:pt x="2702" y="3464"/>
                    <a:pt x="3464" y="2702"/>
                    <a:pt x="3464" y="1732"/>
                  </a:cubicBezTo>
                  <a:cubicBezTo>
                    <a:pt x="3464" y="878"/>
                    <a:pt x="2702" y="1"/>
                    <a:pt x="1732" y="1"/>
                  </a:cubicBezTo>
                  <a:close/>
                </a:path>
              </a:pathLst>
            </a:custGeom>
            <a:solidFill>
              <a:schemeClr val="accent2"/>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1"/>
            <p:cNvSpPr/>
            <p:nvPr/>
          </p:nvSpPr>
          <p:spPr>
            <a:xfrm>
              <a:off x="5234450" y="1731075"/>
              <a:ext cx="328175" cy="432650"/>
            </a:xfrm>
            <a:custGeom>
              <a:rect b="b" l="l" r="r" t="t"/>
              <a:pathLst>
                <a:path extrusionOk="0" h="17306" w="13127">
                  <a:moveTo>
                    <a:pt x="689" y="0"/>
                  </a:moveTo>
                  <a:cubicBezTo>
                    <a:pt x="272" y="0"/>
                    <a:pt x="1" y="453"/>
                    <a:pt x="244" y="845"/>
                  </a:cubicBezTo>
                  <a:cubicBezTo>
                    <a:pt x="4376" y="7009"/>
                    <a:pt x="8601" y="17306"/>
                    <a:pt x="8601" y="17306"/>
                  </a:cubicBezTo>
                  <a:lnTo>
                    <a:pt x="13126" y="17306"/>
                  </a:lnTo>
                  <a:cubicBezTo>
                    <a:pt x="10148" y="5947"/>
                    <a:pt x="4076" y="1630"/>
                    <a:pt x="1005" y="83"/>
                  </a:cubicBezTo>
                  <a:cubicBezTo>
                    <a:pt x="895" y="25"/>
                    <a:pt x="788" y="0"/>
                    <a:pt x="689" y="0"/>
                  </a:cubicBezTo>
                  <a:close/>
                </a:path>
              </a:pathLst>
            </a:custGeom>
            <a:solidFill>
              <a:schemeClr val="accent6"/>
            </a:solidFill>
            <a:ln cap="flat" cmpd="sng" w="19050">
              <a:solidFill>
                <a:schemeClr val="accent5"/>
              </a:solidFill>
              <a:prstDash val="solid"/>
              <a:miter lim="230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1"/>
            <p:cNvSpPr/>
            <p:nvPr/>
          </p:nvSpPr>
          <p:spPr>
            <a:xfrm>
              <a:off x="5312125" y="1444725"/>
              <a:ext cx="349200" cy="719000"/>
            </a:xfrm>
            <a:custGeom>
              <a:rect b="b" l="l" r="r" t="t"/>
              <a:pathLst>
                <a:path extrusionOk="0" h="28760" w="13968">
                  <a:moveTo>
                    <a:pt x="891" y="0"/>
                  </a:moveTo>
                  <a:cubicBezTo>
                    <a:pt x="423" y="0"/>
                    <a:pt x="1" y="470"/>
                    <a:pt x="207" y="1055"/>
                  </a:cubicBezTo>
                  <a:cubicBezTo>
                    <a:pt x="5402" y="12022"/>
                    <a:pt x="8957" y="28760"/>
                    <a:pt x="8957" y="28760"/>
                  </a:cubicBezTo>
                  <a:lnTo>
                    <a:pt x="13967" y="28760"/>
                  </a:lnTo>
                  <a:cubicBezTo>
                    <a:pt x="10596" y="10567"/>
                    <a:pt x="4640" y="3064"/>
                    <a:pt x="1362" y="178"/>
                  </a:cubicBezTo>
                  <a:cubicBezTo>
                    <a:pt x="1215" y="55"/>
                    <a:pt x="1050" y="0"/>
                    <a:pt x="891" y="0"/>
                  </a:cubicBezTo>
                  <a:close/>
                </a:path>
              </a:pathLst>
            </a:custGeom>
            <a:solidFill>
              <a:schemeClr val="accent4"/>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1"/>
            <p:cNvSpPr/>
            <p:nvPr/>
          </p:nvSpPr>
          <p:spPr>
            <a:xfrm>
              <a:off x="5532075" y="1278125"/>
              <a:ext cx="218125" cy="885600"/>
            </a:xfrm>
            <a:custGeom>
              <a:rect b="b" l="l" r="r" t="t"/>
              <a:pathLst>
                <a:path extrusionOk="0" h="35424" w="8725">
                  <a:moveTo>
                    <a:pt x="466" y="1"/>
                  </a:moveTo>
                  <a:cubicBezTo>
                    <a:pt x="229" y="1"/>
                    <a:pt x="1" y="229"/>
                    <a:pt x="67" y="493"/>
                  </a:cubicBezTo>
                  <a:cubicBezTo>
                    <a:pt x="2283" y="13860"/>
                    <a:pt x="2768" y="35424"/>
                    <a:pt x="2768" y="35424"/>
                  </a:cubicBezTo>
                  <a:lnTo>
                    <a:pt x="7755" y="35424"/>
                  </a:lnTo>
                  <a:cubicBezTo>
                    <a:pt x="8725" y="10513"/>
                    <a:pt x="3045" y="2317"/>
                    <a:pt x="736" y="124"/>
                  </a:cubicBezTo>
                  <a:cubicBezTo>
                    <a:pt x="657" y="38"/>
                    <a:pt x="561" y="1"/>
                    <a:pt x="466" y="1"/>
                  </a:cubicBezTo>
                  <a:close/>
                </a:path>
              </a:pathLst>
            </a:custGeom>
            <a:solidFill>
              <a:schemeClr val="accent4"/>
            </a:solidFill>
            <a:ln cap="flat" cmpd="sng" w="19050">
              <a:solidFill>
                <a:schemeClr val="accent5"/>
              </a:solidFill>
              <a:prstDash val="solid"/>
              <a:miter lim="230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1"/>
            <p:cNvSpPr/>
            <p:nvPr/>
          </p:nvSpPr>
          <p:spPr>
            <a:xfrm>
              <a:off x="5896775" y="1725300"/>
              <a:ext cx="333750" cy="438425"/>
            </a:xfrm>
            <a:custGeom>
              <a:rect b="b" l="l" r="r" t="t"/>
              <a:pathLst>
                <a:path extrusionOk="0" h="17537" w="13350">
                  <a:moveTo>
                    <a:pt x="12723" y="0"/>
                  </a:moveTo>
                  <a:cubicBezTo>
                    <a:pt x="12685" y="0"/>
                    <a:pt x="12646" y="4"/>
                    <a:pt x="12606" y="14"/>
                  </a:cubicBezTo>
                  <a:cubicBezTo>
                    <a:pt x="9813" y="1376"/>
                    <a:pt x="3187" y="5508"/>
                    <a:pt x="1" y="17537"/>
                  </a:cubicBezTo>
                  <a:lnTo>
                    <a:pt x="4526" y="17537"/>
                  </a:lnTo>
                  <a:cubicBezTo>
                    <a:pt x="4526" y="17537"/>
                    <a:pt x="8959" y="6663"/>
                    <a:pt x="13183" y="706"/>
                  </a:cubicBezTo>
                  <a:cubicBezTo>
                    <a:pt x="13350" y="353"/>
                    <a:pt x="13067" y="0"/>
                    <a:pt x="12723" y="0"/>
                  </a:cubicBezTo>
                  <a:close/>
                </a:path>
              </a:pathLst>
            </a:custGeom>
            <a:solidFill>
              <a:schemeClr val="accent6"/>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1"/>
            <p:cNvSpPr/>
            <p:nvPr/>
          </p:nvSpPr>
          <p:spPr>
            <a:xfrm>
              <a:off x="5798075" y="1419700"/>
              <a:ext cx="365050" cy="744025"/>
            </a:xfrm>
            <a:custGeom>
              <a:rect b="b" l="l" r="r" t="t"/>
              <a:pathLst>
                <a:path extrusionOk="0" h="29761" w="14602">
                  <a:moveTo>
                    <a:pt x="14173" y="1"/>
                  </a:moveTo>
                  <a:cubicBezTo>
                    <a:pt x="14132" y="1"/>
                    <a:pt x="14093" y="8"/>
                    <a:pt x="14061" y="25"/>
                  </a:cubicBezTo>
                  <a:cubicBezTo>
                    <a:pt x="11452" y="1756"/>
                    <a:pt x="3949" y="8498"/>
                    <a:pt x="1" y="29761"/>
                  </a:cubicBezTo>
                  <a:lnTo>
                    <a:pt x="5011" y="29761"/>
                  </a:lnTo>
                  <a:cubicBezTo>
                    <a:pt x="5011" y="29761"/>
                    <a:pt x="8959" y="11291"/>
                    <a:pt x="14430" y="417"/>
                  </a:cubicBezTo>
                  <a:cubicBezTo>
                    <a:pt x="14602" y="170"/>
                    <a:pt x="14365" y="1"/>
                    <a:pt x="14173" y="1"/>
                  </a:cubicBezTo>
                  <a:close/>
                </a:path>
              </a:pathLst>
            </a:custGeom>
            <a:solidFill>
              <a:schemeClr val="accent4"/>
            </a:solidFill>
            <a:ln cap="flat" cmpd="sng" w="19050">
              <a:solidFill>
                <a:schemeClr val="accent5"/>
              </a:solidFill>
              <a:prstDash val="solid"/>
              <a:miter lim="230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1"/>
            <p:cNvSpPr/>
            <p:nvPr/>
          </p:nvSpPr>
          <p:spPr>
            <a:xfrm>
              <a:off x="5709200" y="1281825"/>
              <a:ext cx="218100" cy="881900"/>
            </a:xfrm>
            <a:custGeom>
              <a:rect b="b" l="l" r="r" t="t"/>
              <a:pathLst>
                <a:path extrusionOk="0" h="35276" w="8724">
                  <a:moveTo>
                    <a:pt x="8077" y="0"/>
                  </a:moveTo>
                  <a:cubicBezTo>
                    <a:pt x="7947" y="0"/>
                    <a:pt x="7817" y="48"/>
                    <a:pt x="7711" y="160"/>
                  </a:cubicBezTo>
                  <a:cubicBezTo>
                    <a:pt x="5287" y="2746"/>
                    <a:pt x="0" y="11127"/>
                    <a:pt x="878" y="35276"/>
                  </a:cubicBezTo>
                  <a:lnTo>
                    <a:pt x="5980" y="35276"/>
                  </a:lnTo>
                  <a:cubicBezTo>
                    <a:pt x="5980" y="35276"/>
                    <a:pt x="6442" y="14013"/>
                    <a:pt x="8658" y="645"/>
                  </a:cubicBezTo>
                  <a:cubicBezTo>
                    <a:pt x="8724" y="299"/>
                    <a:pt x="8402" y="0"/>
                    <a:pt x="8077" y="0"/>
                  </a:cubicBezTo>
                  <a:close/>
                </a:path>
              </a:pathLst>
            </a:custGeom>
            <a:solidFill>
              <a:schemeClr val="accent6"/>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1"/>
            <p:cNvSpPr/>
            <p:nvPr/>
          </p:nvSpPr>
          <p:spPr>
            <a:xfrm>
              <a:off x="5122775" y="2288375"/>
              <a:ext cx="1293500" cy="2566150"/>
            </a:xfrm>
            <a:custGeom>
              <a:rect b="b" l="l" r="r" t="t"/>
              <a:pathLst>
                <a:path extrusionOk="0" h="102646" w="51740">
                  <a:moveTo>
                    <a:pt x="11729" y="1"/>
                  </a:moveTo>
                  <a:cubicBezTo>
                    <a:pt x="11729" y="1"/>
                    <a:pt x="7389" y="4618"/>
                    <a:pt x="4318" y="13968"/>
                  </a:cubicBezTo>
                  <a:cubicBezTo>
                    <a:pt x="1617" y="21841"/>
                    <a:pt x="1" y="33200"/>
                    <a:pt x="2587" y="47814"/>
                  </a:cubicBezTo>
                  <a:cubicBezTo>
                    <a:pt x="7781" y="76303"/>
                    <a:pt x="8658" y="102646"/>
                    <a:pt x="8658" y="102646"/>
                  </a:cubicBezTo>
                  <a:lnTo>
                    <a:pt x="39919" y="102646"/>
                  </a:lnTo>
                  <a:cubicBezTo>
                    <a:pt x="39919" y="102646"/>
                    <a:pt x="40403" y="88424"/>
                    <a:pt x="42712" y="69562"/>
                  </a:cubicBezTo>
                  <a:cubicBezTo>
                    <a:pt x="43474" y="62728"/>
                    <a:pt x="44536" y="55317"/>
                    <a:pt x="45967" y="47814"/>
                  </a:cubicBezTo>
                  <a:cubicBezTo>
                    <a:pt x="51739" y="15977"/>
                    <a:pt x="36825" y="1"/>
                    <a:pt x="36825" y="1"/>
                  </a:cubicBezTo>
                  <a:close/>
                </a:path>
              </a:pathLst>
            </a:custGeom>
            <a:solidFill>
              <a:schemeClr val="accent3"/>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1"/>
            <p:cNvSpPr/>
            <p:nvPr/>
          </p:nvSpPr>
          <p:spPr>
            <a:xfrm>
              <a:off x="5350775" y="2091550"/>
              <a:ext cx="757850" cy="206675"/>
            </a:xfrm>
            <a:custGeom>
              <a:rect b="b" l="l" r="r" t="t"/>
              <a:pathLst>
                <a:path extrusionOk="0" h="8267" w="30314">
                  <a:moveTo>
                    <a:pt x="0" y="1"/>
                  </a:moveTo>
                  <a:lnTo>
                    <a:pt x="1362" y="6927"/>
                  </a:lnTo>
                  <a:cubicBezTo>
                    <a:pt x="1455" y="7689"/>
                    <a:pt x="2124" y="8266"/>
                    <a:pt x="2886" y="8266"/>
                  </a:cubicBezTo>
                  <a:lnTo>
                    <a:pt x="27428" y="8266"/>
                  </a:lnTo>
                  <a:cubicBezTo>
                    <a:pt x="28190" y="8266"/>
                    <a:pt x="28859" y="7689"/>
                    <a:pt x="28975" y="6927"/>
                  </a:cubicBezTo>
                  <a:lnTo>
                    <a:pt x="30314" y="1"/>
                  </a:lnTo>
                  <a:close/>
                </a:path>
              </a:pathLst>
            </a:custGeom>
            <a:solidFill>
              <a:schemeClr val="accent3"/>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1"/>
            <p:cNvSpPr/>
            <p:nvPr/>
          </p:nvSpPr>
          <p:spPr>
            <a:xfrm>
              <a:off x="673300" y="1297950"/>
              <a:ext cx="264950" cy="2772775"/>
            </a:xfrm>
            <a:custGeom>
              <a:rect b="b" l="l" r="r" t="t"/>
              <a:pathLst>
                <a:path extrusionOk="0" h="110911" w="10598">
                  <a:moveTo>
                    <a:pt x="3187" y="0"/>
                  </a:moveTo>
                  <a:cubicBezTo>
                    <a:pt x="1455" y="0"/>
                    <a:pt x="1" y="1339"/>
                    <a:pt x="1" y="3071"/>
                  </a:cubicBezTo>
                  <a:lnTo>
                    <a:pt x="1" y="107840"/>
                  </a:lnTo>
                  <a:cubicBezTo>
                    <a:pt x="1" y="109572"/>
                    <a:pt x="1455" y="110911"/>
                    <a:pt x="3187" y="110911"/>
                  </a:cubicBezTo>
                  <a:lnTo>
                    <a:pt x="10598" y="110911"/>
                  </a:lnTo>
                  <a:cubicBezTo>
                    <a:pt x="8174" y="110911"/>
                    <a:pt x="6257" y="108994"/>
                    <a:pt x="6257" y="106570"/>
                  </a:cubicBezTo>
                  <a:lnTo>
                    <a:pt x="6257" y="4040"/>
                  </a:lnTo>
                  <a:cubicBezTo>
                    <a:pt x="6257" y="1732"/>
                    <a:pt x="8081" y="0"/>
                    <a:pt x="10298" y="0"/>
                  </a:cubicBezTo>
                  <a:close/>
                </a:path>
              </a:pathLst>
            </a:custGeom>
            <a:solidFill>
              <a:schemeClr val="accent5"/>
            </a:solidFill>
            <a:ln cap="flat" cmpd="sng" w="19050">
              <a:solidFill>
                <a:schemeClr val="accent5"/>
              </a:solidFill>
              <a:prstDash val="solid"/>
              <a:miter lim="230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1"/>
            <p:cNvSpPr/>
            <p:nvPr/>
          </p:nvSpPr>
          <p:spPr>
            <a:xfrm>
              <a:off x="829725" y="1297950"/>
              <a:ext cx="4314450" cy="2772775"/>
            </a:xfrm>
            <a:custGeom>
              <a:rect b="b" l="l" r="r" t="t"/>
              <a:pathLst>
                <a:path extrusionOk="0" h="110911" w="172578">
                  <a:moveTo>
                    <a:pt x="3071" y="0"/>
                  </a:moveTo>
                  <a:cubicBezTo>
                    <a:pt x="1339" y="0"/>
                    <a:pt x="0" y="1339"/>
                    <a:pt x="0" y="3071"/>
                  </a:cubicBezTo>
                  <a:lnTo>
                    <a:pt x="0" y="107840"/>
                  </a:lnTo>
                  <a:cubicBezTo>
                    <a:pt x="0" y="109572"/>
                    <a:pt x="1339" y="110911"/>
                    <a:pt x="3071" y="110911"/>
                  </a:cubicBezTo>
                  <a:lnTo>
                    <a:pt x="169506" y="110911"/>
                  </a:lnTo>
                  <a:cubicBezTo>
                    <a:pt x="171238" y="110911"/>
                    <a:pt x="172577" y="109572"/>
                    <a:pt x="172577" y="107840"/>
                  </a:cubicBezTo>
                  <a:lnTo>
                    <a:pt x="172577" y="3071"/>
                  </a:lnTo>
                  <a:cubicBezTo>
                    <a:pt x="172577" y="1339"/>
                    <a:pt x="171238" y="0"/>
                    <a:pt x="169506" y="0"/>
                  </a:cubicBezTo>
                  <a:close/>
                </a:path>
              </a:pathLst>
            </a:custGeom>
            <a:solidFill>
              <a:schemeClr val="accent1"/>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1"/>
            <p:cNvSpPr/>
            <p:nvPr/>
          </p:nvSpPr>
          <p:spPr>
            <a:xfrm>
              <a:off x="2113950" y="4746575"/>
              <a:ext cx="404050" cy="107950"/>
            </a:xfrm>
            <a:custGeom>
              <a:rect b="b" l="l" r="r" t="t"/>
              <a:pathLst>
                <a:path extrusionOk="0" h="4318" w="16162">
                  <a:moveTo>
                    <a:pt x="9905" y="1"/>
                  </a:moveTo>
                  <a:lnTo>
                    <a:pt x="0" y="4318"/>
                  </a:lnTo>
                  <a:lnTo>
                    <a:pt x="6257" y="4318"/>
                  </a:lnTo>
                  <a:lnTo>
                    <a:pt x="16161"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1"/>
            <p:cNvSpPr/>
            <p:nvPr/>
          </p:nvSpPr>
          <p:spPr>
            <a:xfrm>
              <a:off x="2517975" y="4746575"/>
              <a:ext cx="1164200" cy="107950"/>
            </a:xfrm>
            <a:custGeom>
              <a:rect b="b" l="l" r="r" t="t"/>
              <a:pathLst>
                <a:path extrusionOk="0" h="4318" w="46568">
                  <a:moveTo>
                    <a:pt x="0" y="1"/>
                  </a:moveTo>
                  <a:lnTo>
                    <a:pt x="9812" y="4318"/>
                  </a:lnTo>
                  <a:lnTo>
                    <a:pt x="46567" y="4318"/>
                  </a:lnTo>
                  <a:lnTo>
                    <a:pt x="36663" y="1"/>
                  </a:lnTo>
                  <a:close/>
                </a:path>
              </a:pathLst>
            </a:custGeom>
            <a:solidFill>
              <a:schemeClr val="accent6"/>
            </a:solidFill>
            <a:ln cap="rnd" cmpd="sng" w="19050">
              <a:solidFill>
                <a:srgbClr val="231F2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1"/>
            <p:cNvSpPr/>
            <p:nvPr/>
          </p:nvSpPr>
          <p:spPr>
            <a:xfrm>
              <a:off x="2270350" y="4746575"/>
              <a:ext cx="492950" cy="107950"/>
            </a:xfrm>
            <a:custGeom>
              <a:rect b="b" l="l" r="r" t="t"/>
              <a:pathLst>
                <a:path extrusionOk="0" h="4318" w="19718">
                  <a:moveTo>
                    <a:pt x="9905" y="1"/>
                  </a:moveTo>
                  <a:lnTo>
                    <a:pt x="1" y="4318"/>
                  </a:lnTo>
                  <a:lnTo>
                    <a:pt x="19717" y="4318"/>
                  </a:lnTo>
                  <a:lnTo>
                    <a:pt x="9905" y="1"/>
                  </a:lnTo>
                  <a:close/>
                </a:path>
              </a:pathLst>
            </a:custGeom>
            <a:solidFill>
              <a:srgbClr val="FFFFFF"/>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1"/>
            <p:cNvSpPr/>
            <p:nvPr/>
          </p:nvSpPr>
          <p:spPr>
            <a:xfrm>
              <a:off x="2361550" y="4070700"/>
              <a:ext cx="156450" cy="675900"/>
            </a:xfrm>
            <a:custGeom>
              <a:rect b="b" l="l" r="r" t="t"/>
              <a:pathLst>
                <a:path extrusionOk="0" h="27036" w="6258">
                  <a:moveTo>
                    <a:pt x="1" y="1"/>
                  </a:moveTo>
                  <a:lnTo>
                    <a:pt x="1" y="27036"/>
                  </a:lnTo>
                  <a:lnTo>
                    <a:pt x="6257" y="27036"/>
                  </a:lnTo>
                  <a:lnTo>
                    <a:pt x="6257" y="1"/>
                  </a:lnTo>
                  <a:close/>
                </a:path>
              </a:pathLst>
            </a:custGeom>
            <a:solidFill>
              <a:schemeClr val="accent5"/>
            </a:solidFill>
            <a:ln cap="flat" cmpd="sng" w="19050">
              <a:solidFill>
                <a:schemeClr val="accent5"/>
              </a:solidFill>
              <a:prstDash val="solid"/>
              <a:miter lim="230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1"/>
            <p:cNvSpPr/>
            <p:nvPr/>
          </p:nvSpPr>
          <p:spPr>
            <a:xfrm>
              <a:off x="2517975" y="4070700"/>
              <a:ext cx="916575" cy="675900"/>
            </a:xfrm>
            <a:custGeom>
              <a:rect b="b" l="l" r="r" t="t"/>
              <a:pathLst>
                <a:path extrusionOk="0" h="27036" w="36663">
                  <a:moveTo>
                    <a:pt x="0" y="1"/>
                  </a:moveTo>
                  <a:lnTo>
                    <a:pt x="0" y="27036"/>
                  </a:lnTo>
                  <a:lnTo>
                    <a:pt x="36663" y="27036"/>
                  </a:lnTo>
                  <a:lnTo>
                    <a:pt x="36663" y="1"/>
                  </a:lnTo>
                  <a:close/>
                </a:path>
              </a:pathLst>
            </a:custGeom>
            <a:solidFill>
              <a:schemeClr val="accent6"/>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1"/>
            <p:cNvSpPr/>
            <p:nvPr/>
          </p:nvSpPr>
          <p:spPr>
            <a:xfrm>
              <a:off x="2517975" y="4070700"/>
              <a:ext cx="1164200" cy="783825"/>
            </a:xfrm>
            <a:custGeom>
              <a:rect b="b" l="l" r="r" t="t"/>
              <a:pathLst>
                <a:path extrusionOk="0" h="31353" w="46568">
                  <a:moveTo>
                    <a:pt x="0" y="1"/>
                  </a:moveTo>
                  <a:lnTo>
                    <a:pt x="0" y="578"/>
                  </a:lnTo>
                  <a:lnTo>
                    <a:pt x="8843" y="3164"/>
                  </a:lnTo>
                  <a:cubicBezTo>
                    <a:pt x="13460" y="4526"/>
                    <a:pt x="17223" y="7989"/>
                    <a:pt x="18863" y="12514"/>
                  </a:cubicBezTo>
                  <a:cubicBezTo>
                    <a:pt x="20594" y="17131"/>
                    <a:pt x="23088" y="22903"/>
                    <a:pt x="26066" y="26828"/>
                  </a:cubicBezTo>
                  <a:cubicBezTo>
                    <a:pt x="27312" y="28467"/>
                    <a:pt x="31076" y="31353"/>
                    <a:pt x="34539" y="31353"/>
                  </a:cubicBezTo>
                  <a:lnTo>
                    <a:pt x="46567" y="31353"/>
                  </a:lnTo>
                  <a:cubicBezTo>
                    <a:pt x="40495" y="28767"/>
                    <a:pt x="36663" y="22788"/>
                    <a:pt x="36663" y="16254"/>
                  </a:cubicBezTo>
                  <a:lnTo>
                    <a:pt x="366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1"/>
            <p:cNvSpPr/>
            <p:nvPr/>
          </p:nvSpPr>
          <p:spPr>
            <a:xfrm>
              <a:off x="981525" y="1451475"/>
              <a:ext cx="4011425" cy="2465150"/>
            </a:xfrm>
            <a:custGeom>
              <a:rect b="b" l="l" r="r" t="t"/>
              <a:pathLst>
                <a:path extrusionOk="0" h="98606" w="160457">
                  <a:moveTo>
                    <a:pt x="1432" y="0"/>
                  </a:moveTo>
                  <a:cubicBezTo>
                    <a:pt x="577" y="0"/>
                    <a:pt x="0" y="578"/>
                    <a:pt x="0" y="1455"/>
                  </a:cubicBezTo>
                  <a:lnTo>
                    <a:pt x="0" y="97174"/>
                  </a:lnTo>
                  <a:cubicBezTo>
                    <a:pt x="0" y="98028"/>
                    <a:pt x="577" y="98605"/>
                    <a:pt x="1432" y="98605"/>
                  </a:cubicBezTo>
                  <a:lnTo>
                    <a:pt x="159002" y="98605"/>
                  </a:lnTo>
                  <a:cubicBezTo>
                    <a:pt x="159879" y="98605"/>
                    <a:pt x="160456" y="98028"/>
                    <a:pt x="160456" y="97174"/>
                  </a:cubicBezTo>
                  <a:lnTo>
                    <a:pt x="160456" y="1455"/>
                  </a:lnTo>
                  <a:cubicBezTo>
                    <a:pt x="160456" y="578"/>
                    <a:pt x="159879" y="0"/>
                    <a:pt x="159002" y="0"/>
                  </a:cubicBezTo>
                  <a:close/>
                </a:path>
              </a:pathLst>
            </a:custGeom>
            <a:solidFill>
              <a:schemeClr val="accent4"/>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1"/>
            <p:cNvSpPr/>
            <p:nvPr/>
          </p:nvSpPr>
          <p:spPr>
            <a:xfrm>
              <a:off x="1122925" y="2314925"/>
              <a:ext cx="1587275" cy="187600"/>
            </a:xfrm>
            <a:custGeom>
              <a:rect b="b" l="l" r="r" t="t"/>
              <a:pathLst>
                <a:path extrusionOk="0" h="7504" w="63491">
                  <a:moveTo>
                    <a:pt x="3764" y="1"/>
                  </a:moveTo>
                  <a:cubicBezTo>
                    <a:pt x="1732" y="1"/>
                    <a:pt x="1" y="1732"/>
                    <a:pt x="1" y="3764"/>
                  </a:cubicBezTo>
                  <a:cubicBezTo>
                    <a:pt x="1" y="5865"/>
                    <a:pt x="1732" y="7504"/>
                    <a:pt x="3764" y="7504"/>
                  </a:cubicBezTo>
                  <a:lnTo>
                    <a:pt x="59750" y="7504"/>
                  </a:lnTo>
                  <a:cubicBezTo>
                    <a:pt x="61759" y="7504"/>
                    <a:pt x="63490" y="5865"/>
                    <a:pt x="63490" y="3764"/>
                  </a:cubicBezTo>
                  <a:cubicBezTo>
                    <a:pt x="63490" y="1732"/>
                    <a:pt x="61759" y="1"/>
                    <a:pt x="59750" y="1"/>
                  </a:cubicBezTo>
                  <a:close/>
                </a:path>
              </a:pathLst>
            </a:custGeom>
            <a:solidFill>
              <a:schemeClr val="accent6"/>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1"/>
            <p:cNvSpPr/>
            <p:nvPr/>
          </p:nvSpPr>
          <p:spPr>
            <a:xfrm>
              <a:off x="1192775" y="2351300"/>
              <a:ext cx="120650" cy="119500"/>
            </a:xfrm>
            <a:custGeom>
              <a:rect b="b" l="l" r="r" t="t"/>
              <a:pathLst>
                <a:path extrusionOk="0" h="4780" w="4826">
                  <a:moveTo>
                    <a:pt x="1732" y="577"/>
                  </a:moveTo>
                  <a:cubicBezTo>
                    <a:pt x="2032" y="577"/>
                    <a:pt x="2309" y="670"/>
                    <a:pt x="2609" y="854"/>
                  </a:cubicBezTo>
                  <a:cubicBezTo>
                    <a:pt x="2794" y="1154"/>
                    <a:pt x="2978" y="1432"/>
                    <a:pt x="2978" y="1732"/>
                  </a:cubicBezTo>
                  <a:cubicBezTo>
                    <a:pt x="2978" y="2009"/>
                    <a:pt x="2794" y="2401"/>
                    <a:pt x="2609" y="2586"/>
                  </a:cubicBezTo>
                  <a:cubicBezTo>
                    <a:pt x="2309" y="2794"/>
                    <a:pt x="2032" y="2978"/>
                    <a:pt x="1732" y="2978"/>
                  </a:cubicBezTo>
                  <a:cubicBezTo>
                    <a:pt x="1455" y="2978"/>
                    <a:pt x="1155" y="2794"/>
                    <a:pt x="878" y="2586"/>
                  </a:cubicBezTo>
                  <a:cubicBezTo>
                    <a:pt x="670" y="2401"/>
                    <a:pt x="577" y="2009"/>
                    <a:pt x="485" y="1732"/>
                  </a:cubicBezTo>
                  <a:cubicBezTo>
                    <a:pt x="577" y="1432"/>
                    <a:pt x="670" y="1154"/>
                    <a:pt x="878" y="854"/>
                  </a:cubicBezTo>
                  <a:cubicBezTo>
                    <a:pt x="1155" y="670"/>
                    <a:pt x="1455" y="577"/>
                    <a:pt x="1732" y="577"/>
                  </a:cubicBezTo>
                  <a:close/>
                  <a:moveTo>
                    <a:pt x="1732" y="0"/>
                  </a:moveTo>
                  <a:cubicBezTo>
                    <a:pt x="1247" y="0"/>
                    <a:pt x="878" y="185"/>
                    <a:pt x="485" y="485"/>
                  </a:cubicBezTo>
                  <a:cubicBezTo>
                    <a:pt x="208" y="854"/>
                    <a:pt x="0" y="1339"/>
                    <a:pt x="0" y="1732"/>
                  </a:cubicBezTo>
                  <a:cubicBezTo>
                    <a:pt x="0" y="2216"/>
                    <a:pt x="208" y="2586"/>
                    <a:pt x="485" y="2978"/>
                  </a:cubicBezTo>
                  <a:cubicBezTo>
                    <a:pt x="878" y="3371"/>
                    <a:pt x="1247" y="3463"/>
                    <a:pt x="1732" y="3463"/>
                  </a:cubicBezTo>
                  <a:cubicBezTo>
                    <a:pt x="1940" y="3463"/>
                    <a:pt x="2124" y="3463"/>
                    <a:pt x="2401" y="3371"/>
                  </a:cubicBezTo>
                  <a:cubicBezTo>
                    <a:pt x="2490" y="3322"/>
                    <a:pt x="2591" y="3293"/>
                    <a:pt x="2695" y="3293"/>
                  </a:cubicBezTo>
                  <a:cubicBezTo>
                    <a:pt x="2833" y="3293"/>
                    <a:pt x="2975" y="3344"/>
                    <a:pt x="3094" y="3463"/>
                  </a:cubicBezTo>
                  <a:lnTo>
                    <a:pt x="4248" y="4710"/>
                  </a:lnTo>
                  <a:cubicBezTo>
                    <a:pt x="4294" y="4756"/>
                    <a:pt x="4364" y="4779"/>
                    <a:pt x="4433" y="4779"/>
                  </a:cubicBezTo>
                  <a:cubicBezTo>
                    <a:pt x="4502" y="4779"/>
                    <a:pt x="4571" y="4756"/>
                    <a:pt x="4618" y="4710"/>
                  </a:cubicBezTo>
                  <a:cubicBezTo>
                    <a:pt x="4825" y="4525"/>
                    <a:pt x="4825" y="4410"/>
                    <a:pt x="4618" y="4225"/>
                  </a:cubicBezTo>
                  <a:lnTo>
                    <a:pt x="3463" y="3071"/>
                  </a:lnTo>
                  <a:cubicBezTo>
                    <a:pt x="3279" y="2886"/>
                    <a:pt x="3279" y="2586"/>
                    <a:pt x="3371" y="2401"/>
                  </a:cubicBezTo>
                  <a:cubicBezTo>
                    <a:pt x="3463" y="2216"/>
                    <a:pt x="3463" y="1916"/>
                    <a:pt x="3463" y="1732"/>
                  </a:cubicBezTo>
                  <a:cubicBezTo>
                    <a:pt x="3463" y="1339"/>
                    <a:pt x="3279" y="854"/>
                    <a:pt x="2978" y="485"/>
                  </a:cubicBezTo>
                  <a:cubicBezTo>
                    <a:pt x="2609" y="185"/>
                    <a:pt x="2217" y="0"/>
                    <a:pt x="17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1"/>
            <p:cNvSpPr/>
            <p:nvPr/>
          </p:nvSpPr>
          <p:spPr>
            <a:xfrm>
              <a:off x="1122925" y="2598900"/>
              <a:ext cx="1587275" cy="1171125"/>
            </a:xfrm>
            <a:custGeom>
              <a:rect b="b" l="l" r="r" t="t"/>
              <a:pathLst>
                <a:path extrusionOk="0" h="46845" w="63491">
                  <a:moveTo>
                    <a:pt x="4341" y="0"/>
                  </a:moveTo>
                  <a:cubicBezTo>
                    <a:pt x="1940" y="0"/>
                    <a:pt x="1" y="1917"/>
                    <a:pt x="1" y="4225"/>
                  </a:cubicBezTo>
                  <a:lnTo>
                    <a:pt x="1" y="46844"/>
                  </a:lnTo>
                  <a:lnTo>
                    <a:pt x="63490" y="46844"/>
                  </a:lnTo>
                  <a:lnTo>
                    <a:pt x="63490" y="4225"/>
                  </a:lnTo>
                  <a:cubicBezTo>
                    <a:pt x="63490" y="1917"/>
                    <a:pt x="61574" y="0"/>
                    <a:pt x="59173" y="0"/>
                  </a:cubicBezTo>
                  <a:close/>
                </a:path>
              </a:pathLst>
            </a:custGeom>
            <a:solidFill>
              <a:schemeClr val="accent6"/>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1"/>
            <p:cNvSpPr/>
            <p:nvPr/>
          </p:nvSpPr>
          <p:spPr>
            <a:xfrm>
              <a:off x="1122925" y="2598900"/>
              <a:ext cx="1587275" cy="132200"/>
            </a:xfrm>
            <a:custGeom>
              <a:rect b="b" l="l" r="r" t="t"/>
              <a:pathLst>
                <a:path extrusionOk="0" h="5288" w="63491">
                  <a:moveTo>
                    <a:pt x="4341" y="0"/>
                  </a:moveTo>
                  <a:cubicBezTo>
                    <a:pt x="1940" y="0"/>
                    <a:pt x="1" y="1917"/>
                    <a:pt x="1" y="4225"/>
                  </a:cubicBezTo>
                  <a:lnTo>
                    <a:pt x="1" y="5287"/>
                  </a:lnTo>
                  <a:lnTo>
                    <a:pt x="63490" y="5287"/>
                  </a:lnTo>
                  <a:lnTo>
                    <a:pt x="63490" y="4225"/>
                  </a:lnTo>
                  <a:cubicBezTo>
                    <a:pt x="63490" y="1917"/>
                    <a:pt x="61574" y="0"/>
                    <a:pt x="591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1"/>
            <p:cNvSpPr/>
            <p:nvPr/>
          </p:nvSpPr>
          <p:spPr>
            <a:xfrm>
              <a:off x="1122925" y="2598900"/>
              <a:ext cx="1587275" cy="132200"/>
            </a:xfrm>
            <a:custGeom>
              <a:rect b="b" l="l" r="r" t="t"/>
              <a:pathLst>
                <a:path extrusionOk="0" fill="none" h="5288" w="63491">
                  <a:moveTo>
                    <a:pt x="63490" y="5287"/>
                  </a:moveTo>
                  <a:lnTo>
                    <a:pt x="1" y="5287"/>
                  </a:lnTo>
                  <a:lnTo>
                    <a:pt x="1" y="4225"/>
                  </a:lnTo>
                  <a:cubicBezTo>
                    <a:pt x="1" y="1917"/>
                    <a:pt x="1940" y="0"/>
                    <a:pt x="4341" y="0"/>
                  </a:cubicBezTo>
                  <a:lnTo>
                    <a:pt x="59173" y="0"/>
                  </a:lnTo>
                  <a:cubicBezTo>
                    <a:pt x="61574" y="0"/>
                    <a:pt x="63490" y="1917"/>
                    <a:pt x="63490" y="4225"/>
                  </a:cubicBezTo>
                  <a:close/>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1"/>
            <p:cNvSpPr/>
            <p:nvPr/>
          </p:nvSpPr>
          <p:spPr>
            <a:xfrm>
              <a:off x="1243550" y="2642200"/>
              <a:ext cx="43325" cy="43300"/>
            </a:xfrm>
            <a:custGeom>
              <a:rect b="b" l="l" r="r" t="t"/>
              <a:pathLst>
                <a:path extrusionOk="0" h="1732" w="1733">
                  <a:moveTo>
                    <a:pt x="855" y="0"/>
                  </a:moveTo>
                  <a:cubicBezTo>
                    <a:pt x="370" y="0"/>
                    <a:pt x="1" y="392"/>
                    <a:pt x="1" y="854"/>
                  </a:cubicBezTo>
                  <a:cubicBezTo>
                    <a:pt x="1" y="1339"/>
                    <a:pt x="370" y="1732"/>
                    <a:pt x="855" y="1732"/>
                  </a:cubicBezTo>
                  <a:cubicBezTo>
                    <a:pt x="1340" y="1732"/>
                    <a:pt x="1732" y="1339"/>
                    <a:pt x="1732" y="854"/>
                  </a:cubicBezTo>
                  <a:cubicBezTo>
                    <a:pt x="1732" y="392"/>
                    <a:pt x="1340" y="0"/>
                    <a:pt x="855" y="0"/>
                  </a:cubicBezTo>
                  <a:close/>
                </a:path>
              </a:pathLst>
            </a:custGeom>
            <a:solidFill>
              <a:srgbClr val="F4F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1"/>
            <p:cNvSpPr/>
            <p:nvPr/>
          </p:nvSpPr>
          <p:spPr>
            <a:xfrm>
              <a:off x="1344575" y="2642200"/>
              <a:ext cx="43300" cy="43300"/>
            </a:xfrm>
            <a:custGeom>
              <a:rect b="b" l="l" r="r" t="t"/>
              <a:pathLst>
                <a:path extrusionOk="0" h="1732" w="1732">
                  <a:moveTo>
                    <a:pt x="854" y="0"/>
                  </a:moveTo>
                  <a:cubicBezTo>
                    <a:pt x="370" y="0"/>
                    <a:pt x="0" y="392"/>
                    <a:pt x="0" y="854"/>
                  </a:cubicBezTo>
                  <a:cubicBezTo>
                    <a:pt x="0" y="1339"/>
                    <a:pt x="370" y="1732"/>
                    <a:pt x="854" y="1732"/>
                  </a:cubicBezTo>
                  <a:cubicBezTo>
                    <a:pt x="1339" y="1732"/>
                    <a:pt x="1732" y="1339"/>
                    <a:pt x="1732" y="854"/>
                  </a:cubicBezTo>
                  <a:cubicBezTo>
                    <a:pt x="1732" y="392"/>
                    <a:pt x="1339" y="0"/>
                    <a:pt x="854" y="0"/>
                  </a:cubicBezTo>
                  <a:close/>
                </a:path>
              </a:pathLst>
            </a:custGeom>
            <a:solidFill>
              <a:srgbClr val="F4F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1"/>
            <p:cNvSpPr/>
            <p:nvPr/>
          </p:nvSpPr>
          <p:spPr>
            <a:xfrm>
              <a:off x="1445575" y="2642200"/>
              <a:ext cx="43300" cy="43300"/>
            </a:xfrm>
            <a:custGeom>
              <a:rect b="b" l="l" r="r" t="t"/>
              <a:pathLst>
                <a:path extrusionOk="0" h="1732" w="1732">
                  <a:moveTo>
                    <a:pt x="855" y="0"/>
                  </a:moveTo>
                  <a:cubicBezTo>
                    <a:pt x="370" y="0"/>
                    <a:pt x="0" y="392"/>
                    <a:pt x="0" y="854"/>
                  </a:cubicBezTo>
                  <a:cubicBezTo>
                    <a:pt x="0" y="1339"/>
                    <a:pt x="370" y="1732"/>
                    <a:pt x="855" y="1732"/>
                  </a:cubicBezTo>
                  <a:cubicBezTo>
                    <a:pt x="1339" y="1732"/>
                    <a:pt x="1732" y="1339"/>
                    <a:pt x="1732" y="854"/>
                  </a:cubicBezTo>
                  <a:cubicBezTo>
                    <a:pt x="1732" y="392"/>
                    <a:pt x="1339" y="0"/>
                    <a:pt x="855" y="0"/>
                  </a:cubicBezTo>
                  <a:close/>
                </a:path>
              </a:pathLst>
            </a:custGeom>
            <a:solidFill>
              <a:srgbClr val="F4F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1"/>
            <p:cNvSpPr/>
            <p:nvPr/>
          </p:nvSpPr>
          <p:spPr>
            <a:xfrm>
              <a:off x="1916550" y="2762250"/>
              <a:ext cx="25" cy="959850"/>
            </a:xfrm>
            <a:custGeom>
              <a:rect b="b" l="l" r="r" t="t"/>
              <a:pathLst>
                <a:path extrusionOk="0" fill="none" h="38394" w="1">
                  <a:moveTo>
                    <a:pt x="1" y="0"/>
                  </a:moveTo>
                  <a:lnTo>
                    <a:pt x="1" y="38394"/>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1"/>
            <p:cNvSpPr/>
            <p:nvPr/>
          </p:nvSpPr>
          <p:spPr>
            <a:xfrm>
              <a:off x="1241250" y="2899600"/>
              <a:ext cx="543150" cy="132200"/>
            </a:xfrm>
            <a:custGeom>
              <a:rect b="b" l="l" r="r" t="t"/>
              <a:pathLst>
                <a:path extrusionOk="0" h="5288" w="21726">
                  <a:moveTo>
                    <a:pt x="1" y="1"/>
                  </a:moveTo>
                  <a:lnTo>
                    <a:pt x="1" y="5288"/>
                  </a:lnTo>
                  <a:lnTo>
                    <a:pt x="21726" y="5288"/>
                  </a:lnTo>
                  <a:lnTo>
                    <a:pt x="217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1"/>
            <p:cNvSpPr/>
            <p:nvPr/>
          </p:nvSpPr>
          <p:spPr>
            <a:xfrm>
              <a:off x="1241250" y="2856325"/>
              <a:ext cx="180100" cy="25"/>
            </a:xfrm>
            <a:custGeom>
              <a:rect b="b" l="l" r="r" t="t"/>
              <a:pathLst>
                <a:path extrusionOk="0" fill="none" h="1" w="7204">
                  <a:moveTo>
                    <a:pt x="1" y="0"/>
                  </a:moveTo>
                  <a:lnTo>
                    <a:pt x="7204" y="0"/>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1"/>
            <p:cNvSpPr/>
            <p:nvPr/>
          </p:nvSpPr>
          <p:spPr>
            <a:xfrm>
              <a:off x="1241250" y="3200325"/>
              <a:ext cx="543150" cy="129875"/>
            </a:xfrm>
            <a:custGeom>
              <a:rect b="b" l="l" r="r" t="t"/>
              <a:pathLst>
                <a:path extrusionOk="0" h="5195" w="21726">
                  <a:moveTo>
                    <a:pt x="1" y="0"/>
                  </a:moveTo>
                  <a:lnTo>
                    <a:pt x="1" y="5195"/>
                  </a:lnTo>
                  <a:lnTo>
                    <a:pt x="19140" y="5195"/>
                  </a:lnTo>
                  <a:cubicBezTo>
                    <a:pt x="20571" y="5195"/>
                    <a:pt x="21726" y="4040"/>
                    <a:pt x="21726" y="2586"/>
                  </a:cubicBezTo>
                  <a:cubicBezTo>
                    <a:pt x="21726" y="1155"/>
                    <a:pt x="20571" y="0"/>
                    <a:pt x="191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1"/>
            <p:cNvSpPr/>
            <p:nvPr/>
          </p:nvSpPr>
          <p:spPr>
            <a:xfrm>
              <a:off x="1241250" y="3154150"/>
              <a:ext cx="180100" cy="25"/>
            </a:xfrm>
            <a:custGeom>
              <a:rect b="b" l="l" r="r" t="t"/>
              <a:pathLst>
                <a:path extrusionOk="0" fill="none" h="1" w="7204">
                  <a:moveTo>
                    <a:pt x="1" y="0"/>
                  </a:moveTo>
                  <a:lnTo>
                    <a:pt x="7204" y="0"/>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1"/>
            <p:cNvSpPr/>
            <p:nvPr/>
          </p:nvSpPr>
          <p:spPr>
            <a:xfrm>
              <a:off x="1241250" y="3498150"/>
              <a:ext cx="543150" cy="132200"/>
            </a:xfrm>
            <a:custGeom>
              <a:rect b="b" l="l" r="r" t="t"/>
              <a:pathLst>
                <a:path extrusionOk="0" h="5288" w="21726">
                  <a:moveTo>
                    <a:pt x="2586" y="0"/>
                  </a:moveTo>
                  <a:cubicBezTo>
                    <a:pt x="1155" y="0"/>
                    <a:pt x="1" y="1247"/>
                    <a:pt x="1" y="2701"/>
                  </a:cubicBezTo>
                  <a:cubicBezTo>
                    <a:pt x="1" y="4133"/>
                    <a:pt x="1155" y="5287"/>
                    <a:pt x="2586" y="5287"/>
                  </a:cubicBezTo>
                  <a:lnTo>
                    <a:pt x="19140" y="5287"/>
                  </a:lnTo>
                  <a:cubicBezTo>
                    <a:pt x="20571" y="5287"/>
                    <a:pt x="21726" y="4133"/>
                    <a:pt x="21726" y="2701"/>
                  </a:cubicBezTo>
                  <a:cubicBezTo>
                    <a:pt x="21726" y="1247"/>
                    <a:pt x="20571" y="0"/>
                    <a:pt x="191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1"/>
            <p:cNvSpPr/>
            <p:nvPr/>
          </p:nvSpPr>
          <p:spPr>
            <a:xfrm>
              <a:off x="1241250" y="3454850"/>
              <a:ext cx="180100" cy="25"/>
            </a:xfrm>
            <a:custGeom>
              <a:rect b="b" l="l" r="r" t="t"/>
              <a:pathLst>
                <a:path extrusionOk="0" fill="none" h="1" w="7204">
                  <a:moveTo>
                    <a:pt x="1" y="1"/>
                  </a:moveTo>
                  <a:lnTo>
                    <a:pt x="7204" y="1"/>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1"/>
            <p:cNvSpPr/>
            <p:nvPr/>
          </p:nvSpPr>
          <p:spPr>
            <a:xfrm>
              <a:off x="2049300" y="2899600"/>
              <a:ext cx="543150" cy="132200"/>
            </a:xfrm>
            <a:custGeom>
              <a:rect b="b" l="l" r="r" t="t"/>
              <a:pathLst>
                <a:path extrusionOk="0" h="5288" w="21726">
                  <a:moveTo>
                    <a:pt x="1" y="1"/>
                  </a:moveTo>
                  <a:lnTo>
                    <a:pt x="1" y="5288"/>
                  </a:lnTo>
                  <a:lnTo>
                    <a:pt x="21726" y="5288"/>
                  </a:lnTo>
                  <a:lnTo>
                    <a:pt x="217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1"/>
            <p:cNvSpPr/>
            <p:nvPr/>
          </p:nvSpPr>
          <p:spPr>
            <a:xfrm>
              <a:off x="2049300" y="2856325"/>
              <a:ext cx="180100" cy="25"/>
            </a:xfrm>
            <a:custGeom>
              <a:rect b="b" l="l" r="r" t="t"/>
              <a:pathLst>
                <a:path extrusionOk="0" fill="none" h="1" w="7204">
                  <a:moveTo>
                    <a:pt x="1" y="0"/>
                  </a:moveTo>
                  <a:lnTo>
                    <a:pt x="7204" y="0"/>
                  </a:lnTo>
                </a:path>
              </a:pathLst>
            </a:custGeom>
            <a:noFill/>
            <a:ln cap="rnd" cmpd="sng" w="19050">
              <a:solidFill>
                <a:srgbClr val="231F2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1"/>
            <p:cNvSpPr/>
            <p:nvPr/>
          </p:nvSpPr>
          <p:spPr>
            <a:xfrm>
              <a:off x="2049300" y="3200325"/>
              <a:ext cx="271300" cy="129875"/>
            </a:xfrm>
            <a:custGeom>
              <a:rect b="b" l="l" r="r" t="t"/>
              <a:pathLst>
                <a:path extrusionOk="0" h="5195" w="10852">
                  <a:moveTo>
                    <a:pt x="1" y="0"/>
                  </a:moveTo>
                  <a:lnTo>
                    <a:pt x="1" y="5195"/>
                  </a:lnTo>
                  <a:lnTo>
                    <a:pt x="8266" y="5195"/>
                  </a:lnTo>
                  <a:cubicBezTo>
                    <a:pt x="9697" y="5195"/>
                    <a:pt x="10852" y="4040"/>
                    <a:pt x="10852" y="2586"/>
                  </a:cubicBezTo>
                  <a:cubicBezTo>
                    <a:pt x="10852" y="1155"/>
                    <a:pt x="9697" y="0"/>
                    <a:pt x="82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1"/>
            <p:cNvSpPr/>
            <p:nvPr/>
          </p:nvSpPr>
          <p:spPr>
            <a:xfrm>
              <a:off x="2049300" y="3154150"/>
              <a:ext cx="180100" cy="25"/>
            </a:xfrm>
            <a:custGeom>
              <a:rect b="b" l="l" r="r" t="t"/>
              <a:pathLst>
                <a:path extrusionOk="0" fill="none" h="1" w="7204">
                  <a:moveTo>
                    <a:pt x="1" y="0"/>
                  </a:moveTo>
                  <a:lnTo>
                    <a:pt x="7204" y="0"/>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1"/>
            <p:cNvSpPr/>
            <p:nvPr/>
          </p:nvSpPr>
          <p:spPr>
            <a:xfrm>
              <a:off x="2049300" y="3498150"/>
              <a:ext cx="543150" cy="132200"/>
            </a:xfrm>
            <a:custGeom>
              <a:rect b="b" l="l" r="r" t="t"/>
              <a:pathLst>
                <a:path extrusionOk="0" h="5288" w="21726">
                  <a:moveTo>
                    <a:pt x="2586" y="0"/>
                  </a:moveTo>
                  <a:cubicBezTo>
                    <a:pt x="1155" y="0"/>
                    <a:pt x="1" y="1247"/>
                    <a:pt x="1" y="2701"/>
                  </a:cubicBezTo>
                  <a:cubicBezTo>
                    <a:pt x="1" y="4133"/>
                    <a:pt x="1155" y="5287"/>
                    <a:pt x="2586" y="5287"/>
                  </a:cubicBezTo>
                  <a:lnTo>
                    <a:pt x="19140" y="5287"/>
                  </a:lnTo>
                  <a:cubicBezTo>
                    <a:pt x="20571" y="5287"/>
                    <a:pt x="21726" y="4133"/>
                    <a:pt x="21726" y="2701"/>
                  </a:cubicBezTo>
                  <a:cubicBezTo>
                    <a:pt x="21726" y="1247"/>
                    <a:pt x="20571" y="0"/>
                    <a:pt x="191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1"/>
            <p:cNvSpPr/>
            <p:nvPr/>
          </p:nvSpPr>
          <p:spPr>
            <a:xfrm>
              <a:off x="2049300" y="3454850"/>
              <a:ext cx="180100" cy="25"/>
            </a:xfrm>
            <a:custGeom>
              <a:rect b="b" l="l" r="r" t="t"/>
              <a:pathLst>
                <a:path extrusionOk="0" fill="none" h="1" w="7204">
                  <a:moveTo>
                    <a:pt x="1" y="1"/>
                  </a:moveTo>
                  <a:lnTo>
                    <a:pt x="7204" y="1"/>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1"/>
            <p:cNvSpPr/>
            <p:nvPr/>
          </p:nvSpPr>
          <p:spPr>
            <a:xfrm>
              <a:off x="1034050" y="3770000"/>
              <a:ext cx="1765600" cy="25"/>
            </a:xfrm>
            <a:custGeom>
              <a:rect b="b" l="l" r="r" t="t"/>
              <a:pathLst>
                <a:path extrusionOk="0" fill="none" h="1" w="70624">
                  <a:moveTo>
                    <a:pt x="0" y="0"/>
                  </a:moveTo>
                  <a:lnTo>
                    <a:pt x="70624" y="0"/>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1"/>
            <p:cNvSpPr/>
            <p:nvPr/>
          </p:nvSpPr>
          <p:spPr>
            <a:xfrm>
              <a:off x="6762550" y="4854500"/>
              <a:ext cx="9825" cy="25"/>
            </a:xfrm>
            <a:custGeom>
              <a:rect b="b" l="l" r="r" t="t"/>
              <a:pathLst>
                <a:path extrusionOk="0" h="1" w="393">
                  <a:moveTo>
                    <a:pt x="393" y="1"/>
                  </a:moveTo>
                  <a:lnTo>
                    <a:pt x="393" y="1"/>
                  </a:lnTo>
                  <a:lnTo>
                    <a:pt x="0" y="1"/>
                  </a:lnTo>
                  <a:close/>
                </a:path>
              </a:pathLst>
            </a:custGeom>
            <a:solidFill>
              <a:srgbClr val="FFFFFF"/>
            </a:solidFill>
            <a:ln cap="flat" cmpd="sng" w="19050">
              <a:solidFill>
                <a:srgbClr val="231F20"/>
              </a:solidFill>
              <a:prstDash val="solid"/>
              <a:miter lim="230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1"/>
            <p:cNvSpPr/>
            <p:nvPr/>
          </p:nvSpPr>
          <p:spPr>
            <a:xfrm>
              <a:off x="6539175" y="1685225"/>
              <a:ext cx="579525" cy="3169300"/>
            </a:xfrm>
            <a:custGeom>
              <a:rect b="b" l="l" r="r" t="t"/>
              <a:pathLst>
                <a:path extrusionOk="0" h="126772" w="23181">
                  <a:moveTo>
                    <a:pt x="11637" y="1"/>
                  </a:moveTo>
                  <a:cubicBezTo>
                    <a:pt x="2979" y="1"/>
                    <a:pt x="1" y="3256"/>
                    <a:pt x="1" y="3256"/>
                  </a:cubicBezTo>
                  <a:lnTo>
                    <a:pt x="1" y="126772"/>
                  </a:lnTo>
                  <a:lnTo>
                    <a:pt x="23180" y="126772"/>
                  </a:lnTo>
                  <a:lnTo>
                    <a:pt x="23180" y="3256"/>
                  </a:lnTo>
                  <a:cubicBezTo>
                    <a:pt x="23180" y="3256"/>
                    <a:pt x="20387" y="1"/>
                    <a:pt x="11637" y="1"/>
                  </a:cubicBezTo>
                  <a:close/>
                </a:path>
              </a:pathLst>
            </a:custGeom>
            <a:solidFill>
              <a:srgbClr val="FFFFFF"/>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1"/>
            <p:cNvSpPr/>
            <p:nvPr/>
          </p:nvSpPr>
          <p:spPr>
            <a:xfrm>
              <a:off x="6632675" y="1729225"/>
              <a:ext cx="445050" cy="3125300"/>
            </a:xfrm>
            <a:custGeom>
              <a:rect b="b" l="l" r="r" t="t"/>
              <a:pathLst>
                <a:path extrusionOk="0" h="125012" w="17802">
                  <a:moveTo>
                    <a:pt x="8613" y="0"/>
                  </a:moveTo>
                  <a:cubicBezTo>
                    <a:pt x="6067" y="0"/>
                    <a:pt x="3135" y="405"/>
                    <a:pt x="1" y="1588"/>
                  </a:cubicBezTo>
                  <a:lnTo>
                    <a:pt x="1" y="125012"/>
                  </a:lnTo>
                  <a:lnTo>
                    <a:pt x="17801" y="125012"/>
                  </a:lnTo>
                  <a:lnTo>
                    <a:pt x="17801" y="1888"/>
                  </a:lnTo>
                  <a:cubicBezTo>
                    <a:pt x="17801" y="1888"/>
                    <a:pt x="14111" y="0"/>
                    <a:pt x="8613" y="0"/>
                  </a:cubicBezTo>
                  <a:close/>
                </a:path>
              </a:pathLst>
            </a:custGeom>
            <a:solidFill>
              <a:schemeClr val="accent1"/>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1"/>
            <p:cNvSpPr/>
            <p:nvPr/>
          </p:nvSpPr>
          <p:spPr>
            <a:xfrm>
              <a:off x="6632675" y="1768925"/>
              <a:ext cx="344025" cy="3085600"/>
            </a:xfrm>
            <a:custGeom>
              <a:rect b="b" l="l" r="r" t="t"/>
              <a:pathLst>
                <a:path extrusionOk="0" h="123424" w="13761">
                  <a:moveTo>
                    <a:pt x="1" y="0"/>
                  </a:moveTo>
                  <a:lnTo>
                    <a:pt x="1" y="123424"/>
                  </a:lnTo>
                  <a:lnTo>
                    <a:pt x="13761" y="123424"/>
                  </a:lnTo>
                  <a:lnTo>
                    <a:pt x="13761" y="300"/>
                  </a:lnTo>
                  <a:cubicBezTo>
                    <a:pt x="11687" y="1039"/>
                    <a:pt x="9586" y="1295"/>
                    <a:pt x="7672" y="1295"/>
                  </a:cubicBezTo>
                  <a:cubicBezTo>
                    <a:pt x="3365" y="1295"/>
                    <a:pt x="1" y="0"/>
                    <a:pt x="1" y="0"/>
                  </a:cubicBezTo>
                  <a:close/>
                </a:path>
              </a:pathLst>
            </a:custGeom>
            <a:solidFill>
              <a:srgbClr val="FFFFFF"/>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1"/>
            <p:cNvSpPr/>
            <p:nvPr/>
          </p:nvSpPr>
          <p:spPr>
            <a:xfrm>
              <a:off x="6539175" y="1766600"/>
              <a:ext cx="538550" cy="3087925"/>
            </a:xfrm>
            <a:custGeom>
              <a:rect b="b" l="l" r="r" t="t"/>
              <a:pathLst>
                <a:path extrusionOk="0" h="123517" w="21542">
                  <a:moveTo>
                    <a:pt x="1" y="1"/>
                  </a:moveTo>
                  <a:lnTo>
                    <a:pt x="1" y="123517"/>
                  </a:lnTo>
                  <a:lnTo>
                    <a:pt x="21541" y="123517"/>
                  </a:lnTo>
                  <a:lnTo>
                    <a:pt x="21541" y="393"/>
                  </a:lnTo>
                  <a:cubicBezTo>
                    <a:pt x="21541" y="393"/>
                    <a:pt x="18263" y="2794"/>
                    <a:pt x="11637" y="2794"/>
                  </a:cubicBezTo>
                  <a:cubicBezTo>
                    <a:pt x="3949" y="2794"/>
                    <a:pt x="1" y="1"/>
                    <a:pt x="1" y="1"/>
                  </a:cubicBezTo>
                  <a:close/>
                </a:path>
              </a:pathLst>
            </a:custGeom>
            <a:solidFill>
              <a:schemeClr val="accent2"/>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1"/>
            <p:cNvSpPr/>
            <p:nvPr/>
          </p:nvSpPr>
          <p:spPr>
            <a:xfrm>
              <a:off x="6533975" y="3179675"/>
              <a:ext cx="589325" cy="753675"/>
            </a:xfrm>
            <a:custGeom>
              <a:rect b="b" l="l" r="r" t="t"/>
              <a:pathLst>
                <a:path extrusionOk="0" h="30147" w="23573">
                  <a:moveTo>
                    <a:pt x="12721" y="0"/>
                  </a:moveTo>
                  <a:cubicBezTo>
                    <a:pt x="5737" y="0"/>
                    <a:pt x="1" y="2350"/>
                    <a:pt x="1" y="2350"/>
                  </a:cubicBezTo>
                  <a:lnTo>
                    <a:pt x="1" y="30147"/>
                  </a:lnTo>
                  <a:cubicBezTo>
                    <a:pt x="1" y="30147"/>
                    <a:pt x="4618" y="29634"/>
                    <a:pt x="11603" y="29634"/>
                  </a:cubicBezTo>
                  <a:cubicBezTo>
                    <a:pt x="15095" y="29634"/>
                    <a:pt x="19179" y="29762"/>
                    <a:pt x="23573" y="30147"/>
                  </a:cubicBezTo>
                  <a:lnTo>
                    <a:pt x="23573" y="2350"/>
                  </a:lnTo>
                  <a:cubicBezTo>
                    <a:pt x="20018" y="588"/>
                    <a:pt x="16213" y="0"/>
                    <a:pt x="12721" y="0"/>
                  </a:cubicBezTo>
                  <a:close/>
                </a:path>
              </a:pathLst>
            </a:custGeom>
            <a:solidFill>
              <a:schemeClr val="accent1"/>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1"/>
            <p:cNvSpPr/>
            <p:nvPr/>
          </p:nvSpPr>
          <p:spPr>
            <a:xfrm>
              <a:off x="6286375" y="2637575"/>
              <a:ext cx="161050" cy="228000"/>
            </a:xfrm>
            <a:custGeom>
              <a:rect b="b" l="l" r="r" t="t"/>
              <a:pathLst>
                <a:path extrusionOk="0" h="9120" w="6442">
                  <a:moveTo>
                    <a:pt x="1" y="0"/>
                  </a:moveTo>
                  <a:lnTo>
                    <a:pt x="1" y="9120"/>
                  </a:lnTo>
                  <a:lnTo>
                    <a:pt x="6442" y="9120"/>
                  </a:lnTo>
                  <a:lnTo>
                    <a:pt x="6442" y="0"/>
                  </a:lnTo>
                  <a:close/>
                </a:path>
              </a:pathLst>
            </a:custGeom>
            <a:solidFill>
              <a:schemeClr val="accent4"/>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1"/>
            <p:cNvSpPr/>
            <p:nvPr/>
          </p:nvSpPr>
          <p:spPr>
            <a:xfrm>
              <a:off x="6069925" y="2887500"/>
              <a:ext cx="601450" cy="216450"/>
            </a:xfrm>
            <a:custGeom>
              <a:rect b="b" l="l" r="r" t="t"/>
              <a:pathLst>
                <a:path extrusionOk="0" h="8658" w="24058">
                  <a:moveTo>
                    <a:pt x="5103" y="0"/>
                  </a:moveTo>
                  <a:cubicBezTo>
                    <a:pt x="2979" y="0"/>
                    <a:pt x="1155" y="1247"/>
                    <a:pt x="393" y="3071"/>
                  </a:cubicBezTo>
                  <a:cubicBezTo>
                    <a:pt x="1" y="3948"/>
                    <a:pt x="393" y="5010"/>
                    <a:pt x="1363" y="5379"/>
                  </a:cubicBezTo>
                  <a:cubicBezTo>
                    <a:pt x="2794" y="5957"/>
                    <a:pt x="3949" y="7203"/>
                    <a:pt x="4526" y="8658"/>
                  </a:cubicBezTo>
                  <a:lnTo>
                    <a:pt x="19533" y="8658"/>
                  </a:lnTo>
                  <a:cubicBezTo>
                    <a:pt x="20110" y="7203"/>
                    <a:pt x="21264" y="5957"/>
                    <a:pt x="22811" y="5379"/>
                  </a:cubicBezTo>
                  <a:cubicBezTo>
                    <a:pt x="23665" y="5010"/>
                    <a:pt x="24058" y="3948"/>
                    <a:pt x="23665" y="3071"/>
                  </a:cubicBezTo>
                  <a:cubicBezTo>
                    <a:pt x="22903" y="1247"/>
                    <a:pt x="21079" y="0"/>
                    <a:pt x="189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1"/>
            <p:cNvSpPr/>
            <p:nvPr/>
          </p:nvSpPr>
          <p:spPr>
            <a:xfrm>
              <a:off x="6120725" y="2832075"/>
              <a:ext cx="499850" cy="192225"/>
            </a:xfrm>
            <a:custGeom>
              <a:rect b="b" l="l" r="r" t="t"/>
              <a:pathLst>
                <a:path extrusionOk="0" h="7689" w="19994">
                  <a:moveTo>
                    <a:pt x="6349" y="1"/>
                  </a:moveTo>
                  <a:lnTo>
                    <a:pt x="2679" y="1548"/>
                  </a:lnTo>
                  <a:lnTo>
                    <a:pt x="185" y="2702"/>
                  </a:lnTo>
                  <a:cubicBezTo>
                    <a:pt x="93" y="2702"/>
                    <a:pt x="1" y="2979"/>
                    <a:pt x="185" y="3071"/>
                  </a:cubicBezTo>
                  <a:lnTo>
                    <a:pt x="9997" y="7689"/>
                  </a:lnTo>
                  <a:lnTo>
                    <a:pt x="19809" y="3071"/>
                  </a:lnTo>
                  <a:cubicBezTo>
                    <a:pt x="19994" y="2979"/>
                    <a:pt x="19994" y="2702"/>
                    <a:pt x="19809" y="2702"/>
                  </a:cubicBezTo>
                  <a:lnTo>
                    <a:pt x="17316" y="1548"/>
                  </a:lnTo>
                  <a:lnTo>
                    <a:pt x="13645" y="1"/>
                  </a:lnTo>
                  <a:close/>
                </a:path>
              </a:pathLst>
            </a:custGeom>
            <a:solidFill>
              <a:schemeClr val="accent2"/>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1"/>
            <p:cNvSpPr/>
            <p:nvPr/>
          </p:nvSpPr>
          <p:spPr>
            <a:xfrm>
              <a:off x="6187675" y="2832075"/>
              <a:ext cx="365950" cy="127575"/>
            </a:xfrm>
            <a:custGeom>
              <a:rect b="b" l="l" r="r" t="t"/>
              <a:pathLst>
                <a:path extrusionOk="0" h="5103" w="14638">
                  <a:moveTo>
                    <a:pt x="3671" y="1"/>
                  </a:moveTo>
                  <a:lnTo>
                    <a:pt x="1" y="1548"/>
                  </a:lnTo>
                  <a:lnTo>
                    <a:pt x="7319" y="5103"/>
                  </a:lnTo>
                  <a:lnTo>
                    <a:pt x="14638" y="1548"/>
                  </a:lnTo>
                  <a:lnTo>
                    <a:pt x="10967" y="1"/>
                  </a:lnTo>
                  <a:close/>
                </a:path>
              </a:pathLst>
            </a:custGeom>
            <a:solidFill>
              <a:schemeClr val="accent1"/>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1"/>
            <p:cNvSpPr/>
            <p:nvPr/>
          </p:nvSpPr>
          <p:spPr>
            <a:xfrm>
              <a:off x="6101100" y="2253750"/>
              <a:ext cx="558150" cy="353700"/>
            </a:xfrm>
            <a:custGeom>
              <a:rect b="b" l="l" r="r" t="t"/>
              <a:pathLst>
                <a:path extrusionOk="0" h="14148" w="22326">
                  <a:moveTo>
                    <a:pt x="11166" y="0"/>
                  </a:moveTo>
                  <a:cubicBezTo>
                    <a:pt x="10996" y="0"/>
                    <a:pt x="10828" y="47"/>
                    <a:pt x="10690" y="139"/>
                  </a:cubicBezTo>
                  <a:lnTo>
                    <a:pt x="578" y="6303"/>
                  </a:lnTo>
                  <a:cubicBezTo>
                    <a:pt x="1" y="6696"/>
                    <a:pt x="1" y="7550"/>
                    <a:pt x="578" y="7850"/>
                  </a:cubicBezTo>
                  <a:lnTo>
                    <a:pt x="10690" y="13991"/>
                  </a:lnTo>
                  <a:cubicBezTo>
                    <a:pt x="10828" y="14095"/>
                    <a:pt x="10996" y="14147"/>
                    <a:pt x="11166" y="14147"/>
                  </a:cubicBezTo>
                  <a:cubicBezTo>
                    <a:pt x="11336" y="14147"/>
                    <a:pt x="11510" y="14095"/>
                    <a:pt x="11660" y="13991"/>
                  </a:cubicBezTo>
                  <a:lnTo>
                    <a:pt x="21749" y="7850"/>
                  </a:lnTo>
                  <a:cubicBezTo>
                    <a:pt x="22326" y="7550"/>
                    <a:pt x="22326" y="6696"/>
                    <a:pt x="21749" y="6303"/>
                  </a:cubicBezTo>
                  <a:lnTo>
                    <a:pt x="11660" y="139"/>
                  </a:lnTo>
                  <a:cubicBezTo>
                    <a:pt x="11510" y="47"/>
                    <a:pt x="11336" y="0"/>
                    <a:pt x="111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1"/>
            <p:cNvSpPr/>
            <p:nvPr/>
          </p:nvSpPr>
          <p:spPr>
            <a:xfrm>
              <a:off x="6286375" y="2481150"/>
              <a:ext cx="228600" cy="305350"/>
            </a:xfrm>
            <a:custGeom>
              <a:rect b="b" l="l" r="r" t="t"/>
              <a:pathLst>
                <a:path extrusionOk="0" h="12214" w="9144">
                  <a:moveTo>
                    <a:pt x="1" y="1"/>
                  </a:moveTo>
                  <a:lnTo>
                    <a:pt x="1" y="7112"/>
                  </a:lnTo>
                  <a:cubicBezTo>
                    <a:pt x="1" y="8566"/>
                    <a:pt x="786" y="9813"/>
                    <a:pt x="2032" y="10575"/>
                  </a:cubicBezTo>
                  <a:lnTo>
                    <a:pt x="3948" y="11729"/>
                  </a:lnTo>
                  <a:cubicBezTo>
                    <a:pt x="4526" y="12029"/>
                    <a:pt x="5103" y="12214"/>
                    <a:pt x="5680" y="12214"/>
                  </a:cubicBezTo>
                  <a:cubicBezTo>
                    <a:pt x="7596" y="12214"/>
                    <a:pt x="9143" y="10667"/>
                    <a:pt x="9143" y="8843"/>
                  </a:cubicBezTo>
                  <a:lnTo>
                    <a:pt x="9143" y="1"/>
                  </a:lnTo>
                  <a:close/>
                </a:path>
              </a:pathLst>
            </a:custGeom>
            <a:solidFill>
              <a:schemeClr val="accent4"/>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1"/>
            <p:cNvSpPr/>
            <p:nvPr/>
          </p:nvSpPr>
          <p:spPr>
            <a:xfrm>
              <a:off x="6243100" y="2500200"/>
              <a:ext cx="88900" cy="125275"/>
            </a:xfrm>
            <a:custGeom>
              <a:rect b="b" l="l" r="r" t="t"/>
              <a:pathLst>
                <a:path extrusionOk="0" h="5011" w="3556">
                  <a:moveTo>
                    <a:pt x="0" y="1"/>
                  </a:moveTo>
                  <a:lnTo>
                    <a:pt x="0" y="3279"/>
                  </a:lnTo>
                  <a:lnTo>
                    <a:pt x="1247" y="4526"/>
                  </a:lnTo>
                  <a:lnTo>
                    <a:pt x="1247" y="5010"/>
                  </a:lnTo>
                  <a:lnTo>
                    <a:pt x="1939" y="5010"/>
                  </a:lnTo>
                  <a:cubicBezTo>
                    <a:pt x="2309" y="5010"/>
                    <a:pt x="2609" y="4710"/>
                    <a:pt x="2609" y="4341"/>
                  </a:cubicBezTo>
                  <a:lnTo>
                    <a:pt x="2609" y="3764"/>
                  </a:lnTo>
                  <a:cubicBezTo>
                    <a:pt x="2609" y="3371"/>
                    <a:pt x="2794" y="2886"/>
                    <a:pt x="3094" y="2702"/>
                  </a:cubicBezTo>
                  <a:cubicBezTo>
                    <a:pt x="3371" y="2402"/>
                    <a:pt x="3555" y="2032"/>
                    <a:pt x="3555" y="1547"/>
                  </a:cubicBezTo>
                  <a:lnTo>
                    <a:pt x="3555"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1"/>
            <p:cNvSpPr/>
            <p:nvPr/>
          </p:nvSpPr>
          <p:spPr>
            <a:xfrm>
              <a:off x="6230975" y="2440175"/>
              <a:ext cx="308225" cy="98725"/>
            </a:xfrm>
            <a:custGeom>
              <a:rect b="b" l="l" r="r" t="t"/>
              <a:pathLst>
                <a:path extrusionOk="0" h="3949" w="12329">
                  <a:moveTo>
                    <a:pt x="0" y="1"/>
                  </a:moveTo>
                  <a:lnTo>
                    <a:pt x="0" y="3163"/>
                  </a:lnTo>
                  <a:cubicBezTo>
                    <a:pt x="0" y="3556"/>
                    <a:pt x="393" y="3948"/>
                    <a:pt x="785" y="3948"/>
                  </a:cubicBezTo>
                  <a:lnTo>
                    <a:pt x="11544" y="3948"/>
                  </a:lnTo>
                  <a:cubicBezTo>
                    <a:pt x="11936" y="3948"/>
                    <a:pt x="12329" y="3556"/>
                    <a:pt x="12329" y="3163"/>
                  </a:cubicBezTo>
                  <a:lnTo>
                    <a:pt x="123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1"/>
            <p:cNvSpPr/>
            <p:nvPr/>
          </p:nvSpPr>
          <p:spPr>
            <a:xfrm>
              <a:off x="6230975" y="2572350"/>
              <a:ext cx="55425" cy="86600"/>
            </a:xfrm>
            <a:custGeom>
              <a:rect b="b" l="l" r="r" t="t"/>
              <a:pathLst>
                <a:path extrusionOk="0" h="3464" w="2217">
                  <a:moveTo>
                    <a:pt x="785" y="0"/>
                  </a:moveTo>
                  <a:cubicBezTo>
                    <a:pt x="393" y="0"/>
                    <a:pt x="0" y="301"/>
                    <a:pt x="0" y="670"/>
                  </a:cubicBezTo>
                  <a:lnTo>
                    <a:pt x="0" y="1824"/>
                  </a:lnTo>
                  <a:cubicBezTo>
                    <a:pt x="0" y="2794"/>
                    <a:pt x="785" y="3464"/>
                    <a:pt x="1639" y="3464"/>
                  </a:cubicBezTo>
                  <a:lnTo>
                    <a:pt x="2217" y="3464"/>
                  </a:lnTo>
                  <a:lnTo>
                    <a:pt x="2217" y="878"/>
                  </a:lnTo>
                  <a:cubicBezTo>
                    <a:pt x="2217" y="393"/>
                    <a:pt x="1847" y="0"/>
                    <a:pt x="1362" y="0"/>
                  </a:cubicBezTo>
                  <a:close/>
                </a:path>
              </a:pathLst>
            </a:custGeom>
            <a:solidFill>
              <a:srgbClr val="FFFFFF"/>
            </a:solidFill>
            <a:ln cap="rnd" cmpd="sng" w="19050">
              <a:solidFill>
                <a:srgbClr val="231F2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1"/>
            <p:cNvSpPr/>
            <p:nvPr/>
          </p:nvSpPr>
          <p:spPr>
            <a:xfrm>
              <a:off x="6142075" y="2430375"/>
              <a:ext cx="25" cy="170850"/>
            </a:xfrm>
            <a:custGeom>
              <a:rect b="b" l="l" r="r" t="t"/>
              <a:pathLst>
                <a:path extrusionOk="0" fill="none" h="6834" w="1">
                  <a:moveTo>
                    <a:pt x="1" y="0"/>
                  </a:moveTo>
                  <a:lnTo>
                    <a:pt x="1" y="6834"/>
                  </a:lnTo>
                </a:path>
              </a:pathLst>
            </a:custGeom>
            <a:solidFill>
              <a:schemeClr val="accent5"/>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1"/>
            <p:cNvSpPr/>
            <p:nvPr/>
          </p:nvSpPr>
          <p:spPr>
            <a:xfrm>
              <a:off x="6094175" y="2631225"/>
              <a:ext cx="96425" cy="102175"/>
            </a:xfrm>
            <a:custGeom>
              <a:rect b="b" l="l" r="r" t="t"/>
              <a:pathLst>
                <a:path extrusionOk="0" h="4087" w="3857">
                  <a:moveTo>
                    <a:pt x="1963" y="0"/>
                  </a:moveTo>
                  <a:cubicBezTo>
                    <a:pt x="1853" y="0"/>
                    <a:pt x="1732" y="47"/>
                    <a:pt x="1640" y="139"/>
                  </a:cubicBezTo>
                  <a:lnTo>
                    <a:pt x="670" y="1778"/>
                  </a:lnTo>
                  <a:cubicBezTo>
                    <a:pt x="1" y="2748"/>
                    <a:pt x="762" y="4087"/>
                    <a:pt x="1917" y="4087"/>
                  </a:cubicBezTo>
                  <a:cubicBezTo>
                    <a:pt x="3163" y="4087"/>
                    <a:pt x="3856" y="2748"/>
                    <a:pt x="3279" y="1778"/>
                  </a:cubicBezTo>
                  <a:lnTo>
                    <a:pt x="2217" y="139"/>
                  </a:lnTo>
                  <a:cubicBezTo>
                    <a:pt x="2171" y="47"/>
                    <a:pt x="2073" y="0"/>
                    <a:pt x="196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1"/>
            <p:cNvSpPr/>
            <p:nvPr/>
          </p:nvSpPr>
          <p:spPr>
            <a:xfrm>
              <a:off x="6110925" y="2594275"/>
              <a:ext cx="62350" cy="60050"/>
            </a:xfrm>
            <a:custGeom>
              <a:rect b="b" l="l" r="r" t="t"/>
              <a:pathLst>
                <a:path extrusionOk="0" h="2402" w="2494">
                  <a:moveTo>
                    <a:pt x="1247" y="1"/>
                  </a:moveTo>
                  <a:cubicBezTo>
                    <a:pt x="577" y="1"/>
                    <a:pt x="0" y="463"/>
                    <a:pt x="0" y="1247"/>
                  </a:cubicBezTo>
                  <a:cubicBezTo>
                    <a:pt x="0" y="1917"/>
                    <a:pt x="577" y="2402"/>
                    <a:pt x="1247" y="2402"/>
                  </a:cubicBezTo>
                  <a:cubicBezTo>
                    <a:pt x="1916" y="2402"/>
                    <a:pt x="2493" y="1917"/>
                    <a:pt x="2493" y="1247"/>
                  </a:cubicBezTo>
                  <a:cubicBezTo>
                    <a:pt x="2493" y="463"/>
                    <a:pt x="1916" y="1"/>
                    <a:pt x="1247"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1"/>
            <p:cNvSpPr/>
            <p:nvPr/>
          </p:nvSpPr>
          <p:spPr>
            <a:xfrm>
              <a:off x="6228650" y="3103925"/>
              <a:ext cx="404050" cy="271875"/>
            </a:xfrm>
            <a:custGeom>
              <a:rect b="b" l="l" r="r" t="t"/>
              <a:pathLst>
                <a:path extrusionOk="0" h="10875" w="16162">
                  <a:moveTo>
                    <a:pt x="1" y="1"/>
                  </a:moveTo>
                  <a:lnTo>
                    <a:pt x="1" y="10875"/>
                  </a:lnTo>
                  <a:lnTo>
                    <a:pt x="16162" y="10875"/>
                  </a:lnTo>
                  <a:lnTo>
                    <a:pt x="16162" y="1"/>
                  </a:lnTo>
                  <a:close/>
                </a:path>
              </a:pathLst>
            </a:custGeom>
            <a:solidFill>
              <a:schemeClr val="accent4"/>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1"/>
            <p:cNvSpPr/>
            <p:nvPr/>
          </p:nvSpPr>
          <p:spPr>
            <a:xfrm>
              <a:off x="6123025" y="3103925"/>
              <a:ext cx="105650" cy="271875"/>
            </a:xfrm>
            <a:custGeom>
              <a:rect b="b" l="l" r="r" t="t"/>
              <a:pathLst>
                <a:path extrusionOk="0" h="10875" w="4226">
                  <a:moveTo>
                    <a:pt x="1" y="1"/>
                  </a:moveTo>
                  <a:lnTo>
                    <a:pt x="1" y="10875"/>
                  </a:lnTo>
                  <a:lnTo>
                    <a:pt x="4226" y="10875"/>
                  </a:lnTo>
                  <a:lnTo>
                    <a:pt x="42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1"/>
            <p:cNvSpPr/>
            <p:nvPr/>
          </p:nvSpPr>
          <p:spPr>
            <a:xfrm>
              <a:off x="6277150" y="3149525"/>
              <a:ext cx="307650" cy="180675"/>
            </a:xfrm>
            <a:custGeom>
              <a:rect b="b" l="l" r="r" t="t"/>
              <a:pathLst>
                <a:path extrusionOk="0" h="7227" w="12306">
                  <a:moveTo>
                    <a:pt x="1616" y="1"/>
                  </a:moveTo>
                  <a:cubicBezTo>
                    <a:pt x="762" y="1"/>
                    <a:pt x="0" y="762"/>
                    <a:pt x="0" y="1640"/>
                  </a:cubicBezTo>
                  <a:lnTo>
                    <a:pt x="0" y="5588"/>
                  </a:lnTo>
                  <a:cubicBezTo>
                    <a:pt x="0" y="6442"/>
                    <a:pt x="762" y="7227"/>
                    <a:pt x="1616" y="7227"/>
                  </a:cubicBezTo>
                  <a:lnTo>
                    <a:pt x="10759" y="7227"/>
                  </a:lnTo>
                  <a:cubicBezTo>
                    <a:pt x="11636" y="7227"/>
                    <a:pt x="12306" y="6442"/>
                    <a:pt x="12306" y="5588"/>
                  </a:cubicBezTo>
                  <a:lnTo>
                    <a:pt x="12306" y="1640"/>
                  </a:lnTo>
                  <a:cubicBezTo>
                    <a:pt x="12306" y="762"/>
                    <a:pt x="11636" y="1"/>
                    <a:pt x="107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1"/>
            <p:cNvSpPr/>
            <p:nvPr/>
          </p:nvSpPr>
          <p:spPr>
            <a:xfrm>
              <a:off x="6154200" y="3375775"/>
              <a:ext cx="356150" cy="1014700"/>
            </a:xfrm>
            <a:custGeom>
              <a:rect b="b" l="l" r="r" t="t"/>
              <a:pathLst>
                <a:path extrusionOk="0" h="40588" w="14246">
                  <a:moveTo>
                    <a:pt x="1" y="1"/>
                  </a:moveTo>
                  <a:lnTo>
                    <a:pt x="1" y="9813"/>
                  </a:lnTo>
                  <a:cubicBezTo>
                    <a:pt x="1" y="10390"/>
                    <a:pt x="185" y="11059"/>
                    <a:pt x="670" y="11544"/>
                  </a:cubicBezTo>
                  <a:cubicBezTo>
                    <a:pt x="1063" y="12029"/>
                    <a:pt x="1340" y="12606"/>
                    <a:pt x="1340" y="13183"/>
                  </a:cubicBezTo>
                  <a:lnTo>
                    <a:pt x="1340" y="40588"/>
                  </a:lnTo>
                  <a:lnTo>
                    <a:pt x="12883" y="40588"/>
                  </a:lnTo>
                  <a:lnTo>
                    <a:pt x="12883" y="13183"/>
                  </a:lnTo>
                  <a:cubicBezTo>
                    <a:pt x="12883" y="12606"/>
                    <a:pt x="13183" y="12029"/>
                    <a:pt x="13576" y="11544"/>
                  </a:cubicBezTo>
                  <a:cubicBezTo>
                    <a:pt x="14038" y="11059"/>
                    <a:pt x="14245" y="10390"/>
                    <a:pt x="14245" y="9813"/>
                  </a:cubicBezTo>
                  <a:lnTo>
                    <a:pt x="142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1"/>
            <p:cNvSpPr/>
            <p:nvPr/>
          </p:nvSpPr>
          <p:spPr>
            <a:xfrm>
              <a:off x="6245400" y="3375775"/>
              <a:ext cx="358450" cy="1014700"/>
            </a:xfrm>
            <a:custGeom>
              <a:rect b="b" l="l" r="r" t="t"/>
              <a:pathLst>
                <a:path extrusionOk="0" h="40588" w="14338">
                  <a:moveTo>
                    <a:pt x="0" y="1"/>
                  </a:moveTo>
                  <a:lnTo>
                    <a:pt x="0" y="9813"/>
                  </a:lnTo>
                  <a:cubicBezTo>
                    <a:pt x="0" y="10390"/>
                    <a:pt x="300" y="11059"/>
                    <a:pt x="693" y="11544"/>
                  </a:cubicBezTo>
                  <a:cubicBezTo>
                    <a:pt x="1155" y="12029"/>
                    <a:pt x="1362" y="12606"/>
                    <a:pt x="1362" y="13183"/>
                  </a:cubicBezTo>
                  <a:lnTo>
                    <a:pt x="1362" y="40588"/>
                  </a:lnTo>
                  <a:lnTo>
                    <a:pt x="12998" y="40588"/>
                  </a:lnTo>
                  <a:lnTo>
                    <a:pt x="12998" y="13183"/>
                  </a:lnTo>
                  <a:cubicBezTo>
                    <a:pt x="12998" y="12606"/>
                    <a:pt x="13183" y="12029"/>
                    <a:pt x="13668" y="11544"/>
                  </a:cubicBezTo>
                  <a:cubicBezTo>
                    <a:pt x="14060" y="11059"/>
                    <a:pt x="14337" y="10390"/>
                    <a:pt x="14337" y="9813"/>
                  </a:cubicBezTo>
                  <a:lnTo>
                    <a:pt x="14337" y="1"/>
                  </a:lnTo>
                  <a:close/>
                </a:path>
              </a:pathLst>
            </a:custGeom>
            <a:solidFill>
              <a:schemeClr val="accent6"/>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1"/>
            <p:cNvSpPr/>
            <p:nvPr/>
          </p:nvSpPr>
          <p:spPr>
            <a:xfrm>
              <a:off x="6245400" y="3402325"/>
              <a:ext cx="34075" cy="959300"/>
            </a:xfrm>
            <a:custGeom>
              <a:rect b="b" l="l" r="r" t="t"/>
              <a:pathLst>
                <a:path extrusionOk="0" fill="none" h="38372" w="1363">
                  <a:moveTo>
                    <a:pt x="1362" y="38371"/>
                  </a:moveTo>
                  <a:lnTo>
                    <a:pt x="1362" y="12121"/>
                  </a:lnTo>
                  <a:cubicBezTo>
                    <a:pt x="1362" y="11544"/>
                    <a:pt x="1155" y="10967"/>
                    <a:pt x="693" y="10482"/>
                  </a:cubicBezTo>
                  <a:lnTo>
                    <a:pt x="693" y="10482"/>
                  </a:lnTo>
                  <a:cubicBezTo>
                    <a:pt x="300" y="9997"/>
                    <a:pt x="0" y="9328"/>
                    <a:pt x="0" y="8751"/>
                  </a:cubicBezTo>
                  <a:lnTo>
                    <a:pt x="0" y="1"/>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1"/>
            <p:cNvSpPr/>
            <p:nvPr/>
          </p:nvSpPr>
          <p:spPr>
            <a:xfrm>
              <a:off x="6170950" y="4066075"/>
              <a:ext cx="560450" cy="788450"/>
            </a:xfrm>
            <a:custGeom>
              <a:rect b="b" l="l" r="r" t="t"/>
              <a:pathLst>
                <a:path extrusionOk="0" h="31538" w="22418">
                  <a:moveTo>
                    <a:pt x="0" y="1"/>
                  </a:moveTo>
                  <a:lnTo>
                    <a:pt x="0" y="31538"/>
                  </a:lnTo>
                  <a:lnTo>
                    <a:pt x="16554" y="31538"/>
                  </a:lnTo>
                  <a:cubicBezTo>
                    <a:pt x="19832" y="31538"/>
                    <a:pt x="22418" y="28860"/>
                    <a:pt x="22418" y="25674"/>
                  </a:cubicBezTo>
                  <a:lnTo>
                    <a:pt x="22418" y="1"/>
                  </a:lnTo>
                  <a:close/>
                </a:path>
              </a:pathLst>
            </a:custGeom>
            <a:solidFill>
              <a:schemeClr val="accent3"/>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1"/>
            <p:cNvSpPr/>
            <p:nvPr/>
          </p:nvSpPr>
          <p:spPr>
            <a:xfrm>
              <a:off x="6024325" y="4066075"/>
              <a:ext cx="146650" cy="788450"/>
            </a:xfrm>
            <a:custGeom>
              <a:rect b="b" l="l" r="r" t="t"/>
              <a:pathLst>
                <a:path extrusionOk="0" h="31538" w="5866">
                  <a:moveTo>
                    <a:pt x="1" y="1"/>
                  </a:moveTo>
                  <a:lnTo>
                    <a:pt x="1" y="31538"/>
                  </a:lnTo>
                  <a:lnTo>
                    <a:pt x="5865" y="31538"/>
                  </a:lnTo>
                  <a:lnTo>
                    <a:pt x="5865" y="1"/>
                  </a:lnTo>
                  <a:close/>
                </a:path>
              </a:pathLst>
            </a:custGeom>
            <a:solidFill>
              <a:schemeClr val="accent3"/>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1"/>
            <p:cNvSpPr/>
            <p:nvPr/>
          </p:nvSpPr>
          <p:spPr>
            <a:xfrm>
              <a:off x="6277150" y="4200575"/>
              <a:ext cx="355550" cy="519475"/>
            </a:xfrm>
            <a:custGeom>
              <a:rect b="b" l="l" r="r" t="t"/>
              <a:pathLst>
                <a:path extrusionOk="0" h="20779" w="14222">
                  <a:moveTo>
                    <a:pt x="1616" y="0"/>
                  </a:moveTo>
                  <a:cubicBezTo>
                    <a:pt x="762" y="0"/>
                    <a:pt x="0" y="670"/>
                    <a:pt x="0" y="1547"/>
                  </a:cubicBezTo>
                  <a:lnTo>
                    <a:pt x="0" y="19232"/>
                  </a:lnTo>
                  <a:cubicBezTo>
                    <a:pt x="0" y="20109"/>
                    <a:pt x="762" y="20779"/>
                    <a:pt x="1616" y="20779"/>
                  </a:cubicBezTo>
                  <a:lnTo>
                    <a:pt x="12698" y="20779"/>
                  </a:lnTo>
                  <a:cubicBezTo>
                    <a:pt x="13552" y="20779"/>
                    <a:pt x="14222" y="20109"/>
                    <a:pt x="14222" y="19232"/>
                  </a:cubicBezTo>
                  <a:lnTo>
                    <a:pt x="14222" y="1547"/>
                  </a:lnTo>
                  <a:cubicBezTo>
                    <a:pt x="14222" y="670"/>
                    <a:pt x="13552" y="0"/>
                    <a:pt x="12698" y="0"/>
                  </a:cubicBezTo>
                  <a:close/>
                </a:path>
              </a:pathLst>
            </a:custGeom>
            <a:solidFill>
              <a:schemeClr val="accent2"/>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1"/>
            <p:cNvSpPr/>
            <p:nvPr/>
          </p:nvSpPr>
          <p:spPr>
            <a:xfrm>
              <a:off x="983825" y="4400275"/>
              <a:ext cx="1587275" cy="454250"/>
            </a:xfrm>
            <a:custGeom>
              <a:rect b="b" l="l" r="r" t="t"/>
              <a:pathLst>
                <a:path extrusionOk="0" h="18170" w="63491">
                  <a:moveTo>
                    <a:pt x="1" y="0"/>
                  </a:moveTo>
                  <a:lnTo>
                    <a:pt x="1" y="18170"/>
                  </a:lnTo>
                  <a:lnTo>
                    <a:pt x="54440" y="18170"/>
                  </a:lnTo>
                  <a:cubicBezTo>
                    <a:pt x="59450" y="18170"/>
                    <a:pt x="63490" y="14130"/>
                    <a:pt x="63490" y="9027"/>
                  </a:cubicBezTo>
                  <a:cubicBezTo>
                    <a:pt x="63490" y="4041"/>
                    <a:pt x="59450" y="0"/>
                    <a:pt x="544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1"/>
            <p:cNvSpPr/>
            <p:nvPr/>
          </p:nvSpPr>
          <p:spPr>
            <a:xfrm>
              <a:off x="983825" y="4400275"/>
              <a:ext cx="1587275" cy="454250"/>
            </a:xfrm>
            <a:custGeom>
              <a:rect b="b" l="l" r="r" t="t"/>
              <a:pathLst>
                <a:path extrusionOk="0" fill="none" h="18170" w="63491">
                  <a:moveTo>
                    <a:pt x="54440" y="18170"/>
                  </a:moveTo>
                  <a:lnTo>
                    <a:pt x="1" y="18170"/>
                  </a:lnTo>
                  <a:lnTo>
                    <a:pt x="1" y="0"/>
                  </a:lnTo>
                  <a:lnTo>
                    <a:pt x="54440" y="0"/>
                  </a:lnTo>
                  <a:cubicBezTo>
                    <a:pt x="59450" y="0"/>
                    <a:pt x="63490" y="4041"/>
                    <a:pt x="63490" y="9027"/>
                  </a:cubicBezTo>
                  <a:lnTo>
                    <a:pt x="63490" y="9027"/>
                  </a:lnTo>
                  <a:cubicBezTo>
                    <a:pt x="63490" y="14130"/>
                    <a:pt x="59450" y="18170"/>
                    <a:pt x="54440" y="18170"/>
                  </a:cubicBezTo>
                  <a:close/>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1"/>
            <p:cNvSpPr/>
            <p:nvPr/>
          </p:nvSpPr>
          <p:spPr>
            <a:xfrm>
              <a:off x="1488850" y="4400275"/>
              <a:ext cx="468700" cy="454250"/>
            </a:xfrm>
            <a:custGeom>
              <a:rect b="b" l="l" r="r" t="t"/>
              <a:pathLst>
                <a:path extrusionOk="0" h="18170" w="18748">
                  <a:moveTo>
                    <a:pt x="1" y="0"/>
                  </a:moveTo>
                  <a:cubicBezTo>
                    <a:pt x="4988" y="0"/>
                    <a:pt x="9028" y="4041"/>
                    <a:pt x="9028" y="9027"/>
                  </a:cubicBezTo>
                  <a:cubicBezTo>
                    <a:pt x="9028" y="11544"/>
                    <a:pt x="8081" y="13853"/>
                    <a:pt x="6442" y="15492"/>
                  </a:cubicBezTo>
                  <a:cubicBezTo>
                    <a:pt x="4803" y="17108"/>
                    <a:pt x="2494" y="18170"/>
                    <a:pt x="1" y="18170"/>
                  </a:cubicBezTo>
                  <a:lnTo>
                    <a:pt x="9605" y="18170"/>
                  </a:lnTo>
                  <a:cubicBezTo>
                    <a:pt x="12122" y="18170"/>
                    <a:pt x="14430" y="17108"/>
                    <a:pt x="16070" y="15492"/>
                  </a:cubicBezTo>
                  <a:cubicBezTo>
                    <a:pt x="17686" y="13853"/>
                    <a:pt x="18748" y="11544"/>
                    <a:pt x="18748" y="9027"/>
                  </a:cubicBezTo>
                  <a:cubicBezTo>
                    <a:pt x="18748" y="4041"/>
                    <a:pt x="14615" y="0"/>
                    <a:pt x="9605" y="0"/>
                  </a:cubicBezTo>
                  <a:close/>
                </a:path>
              </a:pathLst>
            </a:custGeom>
            <a:solidFill>
              <a:schemeClr val="accent3"/>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1"/>
            <p:cNvSpPr/>
            <p:nvPr/>
          </p:nvSpPr>
          <p:spPr>
            <a:xfrm>
              <a:off x="1854225" y="4400275"/>
              <a:ext cx="469250" cy="454250"/>
            </a:xfrm>
            <a:custGeom>
              <a:rect b="b" l="l" r="r" t="t"/>
              <a:pathLst>
                <a:path extrusionOk="0" h="18170" w="18770">
                  <a:moveTo>
                    <a:pt x="0" y="0"/>
                  </a:moveTo>
                  <a:cubicBezTo>
                    <a:pt x="5010" y="0"/>
                    <a:pt x="9050" y="4041"/>
                    <a:pt x="9050" y="9027"/>
                  </a:cubicBezTo>
                  <a:cubicBezTo>
                    <a:pt x="9050" y="11544"/>
                    <a:pt x="8081" y="13853"/>
                    <a:pt x="6441" y="15492"/>
                  </a:cubicBezTo>
                  <a:cubicBezTo>
                    <a:pt x="4802" y="17108"/>
                    <a:pt x="2494" y="18170"/>
                    <a:pt x="0" y="18170"/>
                  </a:cubicBezTo>
                  <a:lnTo>
                    <a:pt x="9627" y="18170"/>
                  </a:lnTo>
                  <a:cubicBezTo>
                    <a:pt x="12121" y="18170"/>
                    <a:pt x="14430" y="17108"/>
                    <a:pt x="16069" y="15492"/>
                  </a:cubicBezTo>
                  <a:cubicBezTo>
                    <a:pt x="17708" y="13853"/>
                    <a:pt x="18770" y="11544"/>
                    <a:pt x="18770" y="9027"/>
                  </a:cubicBezTo>
                  <a:cubicBezTo>
                    <a:pt x="18770" y="4041"/>
                    <a:pt x="14614" y="0"/>
                    <a:pt x="9627" y="0"/>
                  </a:cubicBezTo>
                  <a:close/>
                </a:path>
              </a:pathLst>
            </a:custGeom>
            <a:solidFill>
              <a:schemeClr val="accent3"/>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1"/>
            <p:cNvSpPr/>
            <p:nvPr/>
          </p:nvSpPr>
          <p:spPr>
            <a:xfrm>
              <a:off x="250225" y="4400275"/>
              <a:ext cx="1238650" cy="454250"/>
            </a:xfrm>
            <a:custGeom>
              <a:rect b="b" l="l" r="r" t="t"/>
              <a:pathLst>
                <a:path extrusionOk="0" h="18170" w="49546">
                  <a:moveTo>
                    <a:pt x="1" y="0"/>
                  </a:moveTo>
                  <a:lnTo>
                    <a:pt x="1" y="18170"/>
                  </a:lnTo>
                  <a:lnTo>
                    <a:pt x="40403" y="18170"/>
                  </a:lnTo>
                  <a:cubicBezTo>
                    <a:pt x="45506" y="18170"/>
                    <a:pt x="49546" y="14130"/>
                    <a:pt x="49546" y="9027"/>
                  </a:cubicBezTo>
                  <a:cubicBezTo>
                    <a:pt x="49546" y="4041"/>
                    <a:pt x="45506" y="0"/>
                    <a:pt x="40403" y="0"/>
                  </a:cubicBezTo>
                  <a:close/>
                </a:path>
              </a:pathLst>
            </a:custGeom>
            <a:solidFill>
              <a:schemeClr val="accent5"/>
            </a:solidFill>
            <a:ln cap="flat" cmpd="sng" w="19050">
              <a:solidFill>
                <a:schemeClr val="accent5"/>
              </a:solidFill>
              <a:prstDash val="solid"/>
              <a:miter lim="230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1"/>
            <p:cNvSpPr/>
            <p:nvPr/>
          </p:nvSpPr>
          <p:spPr>
            <a:xfrm>
              <a:off x="250225" y="4441250"/>
              <a:ext cx="1193075" cy="370000"/>
            </a:xfrm>
            <a:custGeom>
              <a:rect b="b" l="l" r="r" t="t"/>
              <a:pathLst>
                <a:path extrusionOk="0" h="14800" w="47723">
                  <a:moveTo>
                    <a:pt x="1" y="1"/>
                  </a:moveTo>
                  <a:lnTo>
                    <a:pt x="1" y="14799"/>
                  </a:lnTo>
                  <a:lnTo>
                    <a:pt x="40311" y="14799"/>
                  </a:lnTo>
                  <a:cubicBezTo>
                    <a:pt x="44351" y="14799"/>
                    <a:pt x="47722" y="11544"/>
                    <a:pt x="47722" y="7388"/>
                  </a:cubicBezTo>
                  <a:cubicBezTo>
                    <a:pt x="47722" y="3348"/>
                    <a:pt x="44351" y="1"/>
                    <a:pt x="40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1"/>
            <p:cNvSpPr/>
            <p:nvPr/>
          </p:nvSpPr>
          <p:spPr>
            <a:xfrm>
              <a:off x="264675" y="4513400"/>
              <a:ext cx="1031425" cy="25"/>
            </a:xfrm>
            <a:custGeom>
              <a:rect b="b" l="l" r="r" t="t"/>
              <a:pathLst>
                <a:path extrusionOk="0" fill="none" h="1" w="41257">
                  <a:moveTo>
                    <a:pt x="0" y="0"/>
                  </a:moveTo>
                  <a:lnTo>
                    <a:pt x="41257" y="0"/>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1"/>
            <p:cNvSpPr/>
            <p:nvPr/>
          </p:nvSpPr>
          <p:spPr>
            <a:xfrm>
              <a:off x="264675" y="4568225"/>
              <a:ext cx="1086850" cy="25"/>
            </a:xfrm>
            <a:custGeom>
              <a:rect b="b" l="l" r="r" t="t"/>
              <a:pathLst>
                <a:path extrusionOk="0" fill="none" h="1" w="43474">
                  <a:moveTo>
                    <a:pt x="0" y="1"/>
                  </a:moveTo>
                  <a:lnTo>
                    <a:pt x="43473" y="1"/>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1"/>
            <p:cNvSpPr/>
            <p:nvPr/>
          </p:nvSpPr>
          <p:spPr>
            <a:xfrm>
              <a:off x="264675" y="4625950"/>
              <a:ext cx="1108775" cy="25"/>
            </a:xfrm>
            <a:custGeom>
              <a:rect b="b" l="l" r="r" t="t"/>
              <a:pathLst>
                <a:path extrusionOk="0" fill="none" h="1" w="44351">
                  <a:moveTo>
                    <a:pt x="0" y="0"/>
                  </a:moveTo>
                  <a:lnTo>
                    <a:pt x="44350" y="0"/>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1"/>
            <p:cNvSpPr/>
            <p:nvPr/>
          </p:nvSpPr>
          <p:spPr>
            <a:xfrm>
              <a:off x="264675" y="4683675"/>
              <a:ext cx="1086850" cy="25"/>
            </a:xfrm>
            <a:custGeom>
              <a:rect b="b" l="l" r="r" t="t"/>
              <a:pathLst>
                <a:path extrusionOk="0" fill="none" h="1" w="43474">
                  <a:moveTo>
                    <a:pt x="0" y="0"/>
                  </a:moveTo>
                  <a:lnTo>
                    <a:pt x="43473" y="0"/>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1"/>
            <p:cNvSpPr/>
            <p:nvPr/>
          </p:nvSpPr>
          <p:spPr>
            <a:xfrm>
              <a:off x="264675" y="4741375"/>
              <a:ext cx="1031425" cy="25"/>
            </a:xfrm>
            <a:custGeom>
              <a:rect b="b" l="l" r="r" t="t"/>
              <a:pathLst>
                <a:path extrusionOk="0" fill="none" h="1" w="41257">
                  <a:moveTo>
                    <a:pt x="0" y="1"/>
                  </a:moveTo>
                  <a:lnTo>
                    <a:pt x="41257" y="1"/>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1"/>
            <p:cNvSpPr/>
            <p:nvPr/>
          </p:nvSpPr>
          <p:spPr>
            <a:xfrm>
              <a:off x="406650" y="3166275"/>
              <a:ext cx="187600" cy="440400"/>
            </a:xfrm>
            <a:custGeom>
              <a:rect b="b" l="l" r="r" t="t"/>
              <a:pathLst>
                <a:path extrusionOk="0" h="17616" w="7504">
                  <a:moveTo>
                    <a:pt x="3741" y="0"/>
                  </a:moveTo>
                  <a:cubicBezTo>
                    <a:pt x="1640" y="0"/>
                    <a:pt x="0" y="1732"/>
                    <a:pt x="0" y="3856"/>
                  </a:cubicBezTo>
                  <a:lnTo>
                    <a:pt x="0" y="17616"/>
                  </a:lnTo>
                  <a:lnTo>
                    <a:pt x="7504" y="17616"/>
                  </a:lnTo>
                  <a:lnTo>
                    <a:pt x="7504" y="3856"/>
                  </a:lnTo>
                  <a:cubicBezTo>
                    <a:pt x="7504" y="1732"/>
                    <a:pt x="5865" y="0"/>
                    <a:pt x="3741" y="0"/>
                  </a:cubicBezTo>
                  <a:close/>
                </a:path>
              </a:pathLst>
            </a:custGeom>
            <a:solidFill>
              <a:schemeClr val="accent3"/>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1"/>
            <p:cNvSpPr/>
            <p:nvPr/>
          </p:nvSpPr>
          <p:spPr>
            <a:xfrm>
              <a:off x="406650" y="3510275"/>
              <a:ext cx="187600" cy="189900"/>
            </a:xfrm>
            <a:custGeom>
              <a:rect b="b" l="l" r="r" t="t"/>
              <a:pathLst>
                <a:path extrusionOk="0" h="7596" w="7504">
                  <a:moveTo>
                    <a:pt x="3741" y="0"/>
                  </a:moveTo>
                  <a:cubicBezTo>
                    <a:pt x="1640" y="0"/>
                    <a:pt x="0" y="1732"/>
                    <a:pt x="0" y="3856"/>
                  </a:cubicBezTo>
                  <a:cubicBezTo>
                    <a:pt x="0" y="5864"/>
                    <a:pt x="1640" y="7596"/>
                    <a:pt x="3741" y="7596"/>
                  </a:cubicBezTo>
                  <a:cubicBezTo>
                    <a:pt x="5865" y="7596"/>
                    <a:pt x="7504" y="5864"/>
                    <a:pt x="7504" y="3856"/>
                  </a:cubicBezTo>
                  <a:cubicBezTo>
                    <a:pt x="7504" y="1732"/>
                    <a:pt x="5865" y="0"/>
                    <a:pt x="3741" y="0"/>
                  </a:cubicBezTo>
                  <a:close/>
                </a:path>
              </a:pathLst>
            </a:custGeom>
            <a:solidFill>
              <a:schemeClr val="accent5"/>
            </a:solidFill>
            <a:ln cap="flat" cmpd="sng" w="19050">
              <a:solidFill>
                <a:schemeClr val="accent5"/>
              </a:solidFill>
              <a:prstDash val="solid"/>
              <a:miter lim="230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1"/>
            <p:cNvSpPr/>
            <p:nvPr/>
          </p:nvSpPr>
          <p:spPr>
            <a:xfrm>
              <a:off x="421075" y="3527000"/>
              <a:ext cx="158750" cy="618175"/>
            </a:xfrm>
            <a:custGeom>
              <a:rect b="b" l="l" r="r" t="t"/>
              <a:pathLst>
                <a:path extrusionOk="0" h="24727" w="6350">
                  <a:moveTo>
                    <a:pt x="3164" y="1"/>
                  </a:moveTo>
                  <a:cubicBezTo>
                    <a:pt x="1432" y="1"/>
                    <a:pt x="1" y="1363"/>
                    <a:pt x="1" y="3187"/>
                  </a:cubicBezTo>
                  <a:lnTo>
                    <a:pt x="1" y="24727"/>
                  </a:lnTo>
                  <a:lnTo>
                    <a:pt x="6350" y="24727"/>
                  </a:lnTo>
                  <a:lnTo>
                    <a:pt x="6350" y="3187"/>
                  </a:lnTo>
                  <a:cubicBezTo>
                    <a:pt x="6350" y="1363"/>
                    <a:pt x="4895" y="1"/>
                    <a:pt x="3164" y="1"/>
                  </a:cubicBezTo>
                  <a:close/>
                </a:path>
              </a:pathLst>
            </a:custGeom>
            <a:solidFill>
              <a:schemeClr val="accent6"/>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1"/>
            <p:cNvSpPr/>
            <p:nvPr/>
          </p:nvSpPr>
          <p:spPr>
            <a:xfrm>
              <a:off x="421075" y="4060900"/>
              <a:ext cx="158750" cy="238400"/>
            </a:xfrm>
            <a:custGeom>
              <a:rect b="b" l="l" r="r" t="t"/>
              <a:pathLst>
                <a:path extrusionOk="0" h="9536" w="6350">
                  <a:moveTo>
                    <a:pt x="3164" y="0"/>
                  </a:moveTo>
                  <a:cubicBezTo>
                    <a:pt x="1432" y="0"/>
                    <a:pt x="1" y="1455"/>
                    <a:pt x="1" y="3186"/>
                  </a:cubicBezTo>
                  <a:lnTo>
                    <a:pt x="1" y="3463"/>
                  </a:lnTo>
                  <a:cubicBezTo>
                    <a:pt x="93" y="4525"/>
                    <a:pt x="578" y="7319"/>
                    <a:pt x="3164" y="9535"/>
                  </a:cubicBezTo>
                  <a:cubicBezTo>
                    <a:pt x="5772" y="7319"/>
                    <a:pt x="6257" y="4525"/>
                    <a:pt x="6350" y="3463"/>
                  </a:cubicBezTo>
                  <a:lnTo>
                    <a:pt x="6350" y="3186"/>
                  </a:lnTo>
                  <a:cubicBezTo>
                    <a:pt x="6350" y="1455"/>
                    <a:pt x="4895" y="0"/>
                    <a:pt x="3164" y="0"/>
                  </a:cubicBezTo>
                  <a:close/>
                </a:path>
              </a:pathLst>
            </a:custGeom>
            <a:solidFill>
              <a:schemeClr val="accent5"/>
            </a:solidFill>
            <a:ln cap="flat" cmpd="sng" w="19050">
              <a:solidFill>
                <a:schemeClr val="accent5"/>
              </a:solidFill>
              <a:prstDash val="solid"/>
              <a:miter lim="230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1"/>
            <p:cNvSpPr/>
            <p:nvPr/>
          </p:nvSpPr>
          <p:spPr>
            <a:xfrm>
              <a:off x="485725" y="4275025"/>
              <a:ext cx="28875" cy="69850"/>
            </a:xfrm>
            <a:custGeom>
              <a:rect b="b" l="l" r="r" t="t"/>
              <a:pathLst>
                <a:path extrusionOk="0" h="2794" w="1155">
                  <a:moveTo>
                    <a:pt x="578" y="0"/>
                  </a:moveTo>
                  <a:cubicBezTo>
                    <a:pt x="301" y="0"/>
                    <a:pt x="0" y="185"/>
                    <a:pt x="0" y="578"/>
                  </a:cubicBezTo>
                  <a:lnTo>
                    <a:pt x="0" y="2217"/>
                  </a:lnTo>
                  <a:cubicBezTo>
                    <a:pt x="0" y="2494"/>
                    <a:pt x="301" y="2794"/>
                    <a:pt x="578" y="2794"/>
                  </a:cubicBezTo>
                  <a:cubicBezTo>
                    <a:pt x="878" y="2794"/>
                    <a:pt x="1155" y="2494"/>
                    <a:pt x="1155" y="2217"/>
                  </a:cubicBezTo>
                  <a:lnTo>
                    <a:pt x="1155" y="578"/>
                  </a:lnTo>
                  <a:cubicBezTo>
                    <a:pt x="1155" y="185"/>
                    <a:pt x="878" y="0"/>
                    <a:pt x="5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1"/>
            <p:cNvSpPr/>
            <p:nvPr/>
          </p:nvSpPr>
          <p:spPr>
            <a:xfrm>
              <a:off x="336800" y="3353850"/>
              <a:ext cx="69875" cy="337100"/>
            </a:xfrm>
            <a:custGeom>
              <a:rect b="b" l="l" r="r" t="t"/>
              <a:pathLst>
                <a:path extrusionOk="0" h="13484" w="2795">
                  <a:moveTo>
                    <a:pt x="1640" y="0"/>
                  </a:moveTo>
                  <a:cubicBezTo>
                    <a:pt x="670" y="0"/>
                    <a:pt x="1" y="670"/>
                    <a:pt x="1" y="1547"/>
                  </a:cubicBezTo>
                  <a:lnTo>
                    <a:pt x="1" y="13091"/>
                  </a:lnTo>
                  <a:cubicBezTo>
                    <a:pt x="1" y="13275"/>
                    <a:pt x="186" y="13483"/>
                    <a:pt x="393" y="13483"/>
                  </a:cubicBezTo>
                  <a:cubicBezTo>
                    <a:pt x="971" y="13483"/>
                    <a:pt x="1432" y="12998"/>
                    <a:pt x="1432" y="12421"/>
                  </a:cubicBezTo>
                  <a:lnTo>
                    <a:pt x="1432" y="3371"/>
                  </a:lnTo>
                  <a:lnTo>
                    <a:pt x="2794" y="3371"/>
                  </a:lnTo>
                  <a:lnTo>
                    <a:pt x="2794" y="0"/>
                  </a:lnTo>
                  <a:close/>
                </a:path>
              </a:pathLst>
            </a:custGeom>
            <a:solidFill>
              <a:srgbClr val="231F20"/>
            </a:solidFill>
            <a:ln cap="flat" cmpd="sng" w="19050">
              <a:solidFill>
                <a:schemeClr val="accent5"/>
              </a:solidFill>
              <a:prstDash val="solid"/>
              <a:miter lim="230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1"/>
            <p:cNvSpPr/>
            <p:nvPr/>
          </p:nvSpPr>
          <p:spPr>
            <a:xfrm>
              <a:off x="336800" y="3310550"/>
              <a:ext cx="69875" cy="337100"/>
            </a:xfrm>
            <a:custGeom>
              <a:rect b="b" l="l" r="r" t="t"/>
              <a:pathLst>
                <a:path extrusionOk="0" h="13484" w="2795">
                  <a:moveTo>
                    <a:pt x="1640" y="1"/>
                  </a:moveTo>
                  <a:cubicBezTo>
                    <a:pt x="670" y="1"/>
                    <a:pt x="1" y="670"/>
                    <a:pt x="1" y="1640"/>
                  </a:cubicBezTo>
                  <a:lnTo>
                    <a:pt x="1" y="13091"/>
                  </a:lnTo>
                  <a:cubicBezTo>
                    <a:pt x="1" y="13276"/>
                    <a:pt x="186" y="13484"/>
                    <a:pt x="393" y="13484"/>
                  </a:cubicBezTo>
                  <a:cubicBezTo>
                    <a:pt x="971" y="13484"/>
                    <a:pt x="1432" y="12999"/>
                    <a:pt x="1432" y="12422"/>
                  </a:cubicBezTo>
                  <a:lnTo>
                    <a:pt x="1432" y="3464"/>
                  </a:lnTo>
                  <a:lnTo>
                    <a:pt x="2794" y="3464"/>
                  </a:lnTo>
                  <a:lnTo>
                    <a:pt x="2794" y="1"/>
                  </a:lnTo>
                  <a:close/>
                </a:path>
              </a:pathLst>
            </a:custGeom>
            <a:solidFill>
              <a:schemeClr val="accent3"/>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1"/>
            <p:cNvSpPr/>
            <p:nvPr/>
          </p:nvSpPr>
          <p:spPr>
            <a:xfrm>
              <a:off x="1171400" y="1730825"/>
              <a:ext cx="4828725" cy="3123700"/>
            </a:xfrm>
            <a:custGeom>
              <a:rect b="b" l="l" r="r" t="t"/>
              <a:pathLst>
                <a:path extrusionOk="0" h="124948" w="193149">
                  <a:moveTo>
                    <a:pt x="14130" y="0"/>
                  </a:moveTo>
                  <a:cubicBezTo>
                    <a:pt x="13761" y="0"/>
                    <a:pt x="13368" y="93"/>
                    <a:pt x="12976" y="185"/>
                  </a:cubicBezTo>
                  <a:cubicBezTo>
                    <a:pt x="8174" y="1524"/>
                    <a:pt x="1" y="20294"/>
                    <a:pt x="26251" y="34331"/>
                  </a:cubicBezTo>
                  <a:cubicBezTo>
                    <a:pt x="52617" y="48483"/>
                    <a:pt x="66561" y="69354"/>
                    <a:pt x="76281" y="97913"/>
                  </a:cubicBezTo>
                  <a:cubicBezTo>
                    <a:pt x="84269" y="121208"/>
                    <a:pt x="95028" y="124463"/>
                    <a:pt x="100915" y="124856"/>
                  </a:cubicBezTo>
                  <a:cubicBezTo>
                    <a:pt x="101192" y="124856"/>
                    <a:pt x="101492" y="124948"/>
                    <a:pt x="101769" y="124948"/>
                  </a:cubicBezTo>
                  <a:lnTo>
                    <a:pt x="104078" y="124948"/>
                  </a:lnTo>
                  <a:cubicBezTo>
                    <a:pt x="107633" y="124948"/>
                    <a:pt x="112251" y="120723"/>
                    <a:pt x="113405" y="115436"/>
                  </a:cubicBezTo>
                  <a:cubicBezTo>
                    <a:pt x="113613" y="114651"/>
                    <a:pt x="113705" y="113889"/>
                    <a:pt x="113705" y="113035"/>
                  </a:cubicBezTo>
                  <a:lnTo>
                    <a:pt x="108996" y="113035"/>
                  </a:lnTo>
                  <a:cubicBezTo>
                    <a:pt x="108996" y="114466"/>
                    <a:pt x="107726" y="115436"/>
                    <a:pt x="106479" y="115436"/>
                  </a:cubicBezTo>
                  <a:lnTo>
                    <a:pt x="106387" y="115436"/>
                  </a:lnTo>
                  <a:cubicBezTo>
                    <a:pt x="105994" y="115436"/>
                    <a:pt x="105625" y="115228"/>
                    <a:pt x="105232" y="115044"/>
                  </a:cubicBezTo>
                  <a:cubicBezTo>
                    <a:pt x="104470" y="114559"/>
                    <a:pt x="103986" y="113612"/>
                    <a:pt x="103986" y="111973"/>
                  </a:cubicBezTo>
                  <a:cubicBezTo>
                    <a:pt x="103986" y="108995"/>
                    <a:pt x="106110" y="107448"/>
                    <a:pt x="108211" y="107355"/>
                  </a:cubicBezTo>
                  <a:lnTo>
                    <a:pt x="193148" y="107355"/>
                  </a:lnTo>
                  <a:cubicBezTo>
                    <a:pt x="191902" y="104654"/>
                    <a:pt x="190563" y="101491"/>
                    <a:pt x="189316" y="97913"/>
                  </a:cubicBezTo>
                  <a:cubicBezTo>
                    <a:pt x="179596" y="69354"/>
                    <a:pt x="165651" y="48483"/>
                    <a:pt x="139286" y="34331"/>
                  </a:cubicBezTo>
                  <a:cubicBezTo>
                    <a:pt x="130444" y="29621"/>
                    <a:pt x="125526" y="24427"/>
                    <a:pt x="123033" y="19417"/>
                  </a:cubicBezTo>
                  <a:cubicBezTo>
                    <a:pt x="121878" y="17016"/>
                    <a:pt x="121209" y="14707"/>
                    <a:pt x="121001" y="12491"/>
                  </a:cubicBezTo>
                  <a:cubicBezTo>
                    <a:pt x="120724" y="10182"/>
                    <a:pt x="121001" y="8081"/>
                    <a:pt x="121486" y="6257"/>
                  </a:cubicBezTo>
                  <a:lnTo>
                    <a:pt x="19417" y="6257"/>
                  </a:lnTo>
                  <a:cubicBezTo>
                    <a:pt x="18956" y="3071"/>
                    <a:pt x="16739" y="185"/>
                    <a:pt x="14130" y="0"/>
                  </a:cubicBezTo>
                  <a:close/>
                </a:path>
              </a:pathLst>
            </a:custGeom>
            <a:solidFill>
              <a:schemeClr val="accent2"/>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1"/>
            <p:cNvSpPr/>
            <p:nvPr/>
          </p:nvSpPr>
          <p:spPr>
            <a:xfrm>
              <a:off x="1613525" y="1887250"/>
              <a:ext cx="2633700" cy="365700"/>
            </a:xfrm>
            <a:custGeom>
              <a:rect b="b" l="l" r="r" t="t"/>
              <a:pathLst>
                <a:path extrusionOk="0" h="14628" w="105348">
                  <a:moveTo>
                    <a:pt x="69470" y="0"/>
                  </a:moveTo>
                  <a:lnTo>
                    <a:pt x="1" y="5772"/>
                  </a:lnTo>
                  <a:cubicBezTo>
                    <a:pt x="38657" y="6149"/>
                    <a:pt x="76296" y="14627"/>
                    <a:pt x="95447" y="14627"/>
                  </a:cubicBezTo>
                  <a:cubicBezTo>
                    <a:pt x="99744" y="14627"/>
                    <a:pt x="103110" y="14200"/>
                    <a:pt x="105348" y="13160"/>
                  </a:cubicBezTo>
                  <a:cubicBezTo>
                    <a:pt x="104193" y="10759"/>
                    <a:pt x="103524" y="8450"/>
                    <a:pt x="103316" y="6234"/>
                  </a:cubicBezTo>
                  <a:cubicBezTo>
                    <a:pt x="103039" y="3925"/>
                    <a:pt x="103316" y="1824"/>
                    <a:pt x="1038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1"/>
            <p:cNvSpPr/>
            <p:nvPr/>
          </p:nvSpPr>
          <p:spPr>
            <a:xfrm>
              <a:off x="1479050" y="1887250"/>
              <a:ext cx="2917100" cy="155850"/>
            </a:xfrm>
            <a:custGeom>
              <a:rect b="b" l="l" r="r" t="t"/>
              <a:pathLst>
                <a:path extrusionOk="0" h="6234" w="116684">
                  <a:moveTo>
                    <a:pt x="1732" y="0"/>
                  </a:moveTo>
                  <a:cubicBezTo>
                    <a:pt x="1732" y="0"/>
                    <a:pt x="0" y="2193"/>
                    <a:pt x="1339" y="4618"/>
                  </a:cubicBezTo>
                  <a:cubicBezTo>
                    <a:pt x="1824" y="5656"/>
                    <a:pt x="2702" y="6234"/>
                    <a:pt x="3648" y="6234"/>
                  </a:cubicBezTo>
                  <a:lnTo>
                    <a:pt x="116683" y="6234"/>
                  </a:lnTo>
                  <a:lnTo>
                    <a:pt x="114767" y="0"/>
                  </a:lnTo>
                  <a:close/>
                </a:path>
              </a:pathLst>
            </a:custGeom>
            <a:solidFill>
              <a:schemeClr val="accent5"/>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1"/>
            <p:cNvSpPr/>
            <p:nvPr/>
          </p:nvSpPr>
          <p:spPr>
            <a:xfrm>
              <a:off x="1524650" y="1730825"/>
              <a:ext cx="2974800" cy="312275"/>
            </a:xfrm>
            <a:custGeom>
              <a:rect b="b" l="l" r="r" t="t"/>
              <a:pathLst>
                <a:path extrusionOk="0" h="12491" w="118992">
                  <a:moveTo>
                    <a:pt x="0" y="0"/>
                  </a:moveTo>
                  <a:cubicBezTo>
                    <a:pt x="2609" y="185"/>
                    <a:pt x="4826" y="3071"/>
                    <a:pt x="5287" y="6257"/>
                  </a:cubicBezTo>
                  <a:cubicBezTo>
                    <a:pt x="5403" y="7111"/>
                    <a:pt x="5403" y="7989"/>
                    <a:pt x="5195" y="8843"/>
                  </a:cubicBezTo>
                  <a:cubicBezTo>
                    <a:pt x="4826" y="11336"/>
                    <a:pt x="3463" y="12491"/>
                    <a:pt x="2124" y="12491"/>
                  </a:cubicBezTo>
                  <a:lnTo>
                    <a:pt x="115159" y="12491"/>
                  </a:lnTo>
                  <a:cubicBezTo>
                    <a:pt x="116406" y="12491"/>
                    <a:pt x="117745" y="11336"/>
                    <a:pt x="118230" y="8843"/>
                  </a:cubicBezTo>
                  <a:cubicBezTo>
                    <a:pt x="118992" y="4895"/>
                    <a:pt x="116314" y="185"/>
                    <a:pt x="113035" y="0"/>
                  </a:cubicBezTo>
                  <a:close/>
                </a:path>
              </a:pathLst>
            </a:custGeom>
            <a:solidFill>
              <a:srgbClr val="A8CFFF"/>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1"/>
            <p:cNvSpPr/>
            <p:nvPr/>
          </p:nvSpPr>
          <p:spPr>
            <a:xfrm>
              <a:off x="3771025" y="4414700"/>
              <a:ext cx="3068900" cy="202025"/>
            </a:xfrm>
            <a:custGeom>
              <a:rect b="b" l="l" r="r" t="t"/>
              <a:pathLst>
                <a:path extrusionOk="0" h="8081" w="122756">
                  <a:moveTo>
                    <a:pt x="4226" y="0"/>
                  </a:moveTo>
                  <a:cubicBezTo>
                    <a:pt x="2009" y="93"/>
                    <a:pt x="1" y="1640"/>
                    <a:pt x="1" y="4618"/>
                  </a:cubicBezTo>
                  <a:cubicBezTo>
                    <a:pt x="1" y="7111"/>
                    <a:pt x="1247" y="8081"/>
                    <a:pt x="2494" y="8081"/>
                  </a:cubicBezTo>
                  <a:lnTo>
                    <a:pt x="122455" y="8081"/>
                  </a:lnTo>
                  <a:cubicBezTo>
                    <a:pt x="122640" y="7111"/>
                    <a:pt x="122755" y="6142"/>
                    <a:pt x="122755" y="5195"/>
                  </a:cubicBezTo>
                  <a:cubicBezTo>
                    <a:pt x="122547" y="1824"/>
                    <a:pt x="120054" y="0"/>
                    <a:pt x="1176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1"/>
            <p:cNvSpPr/>
            <p:nvPr/>
          </p:nvSpPr>
          <p:spPr>
            <a:xfrm>
              <a:off x="3833375" y="4556675"/>
              <a:ext cx="2888225" cy="60050"/>
            </a:xfrm>
            <a:custGeom>
              <a:rect b="b" l="l" r="r" t="t"/>
              <a:pathLst>
                <a:path extrusionOk="0" h="2402" w="115529">
                  <a:moveTo>
                    <a:pt x="2517" y="1"/>
                  </a:moveTo>
                  <a:cubicBezTo>
                    <a:pt x="2517" y="1432"/>
                    <a:pt x="1247" y="2402"/>
                    <a:pt x="0" y="2402"/>
                  </a:cubicBezTo>
                  <a:lnTo>
                    <a:pt x="113035" y="2402"/>
                  </a:lnTo>
                  <a:cubicBezTo>
                    <a:pt x="114282" y="2402"/>
                    <a:pt x="115528" y="1432"/>
                    <a:pt x="115528" y="93"/>
                  </a:cubicBezTo>
                  <a:lnTo>
                    <a:pt x="90040" y="93"/>
                  </a:lnTo>
                  <a:lnTo>
                    <a:pt x="7226" y="1"/>
                  </a:lnTo>
                  <a:close/>
                </a:path>
              </a:pathLst>
            </a:custGeom>
            <a:solidFill>
              <a:srgbClr val="FFFFFF"/>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1"/>
            <p:cNvSpPr/>
            <p:nvPr/>
          </p:nvSpPr>
          <p:spPr>
            <a:xfrm>
              <a:off x="3773325" y="4414700"/>
              <a:ext cx="3066600" cy="439825"/>
            </a:xfrm>
            <a:custGeom>
              <a:rect b="b" l="l" r="r" t="t"/>
              <a:pathLst>
                <a:path extrusionOk="0" h="17593" w="122664">
                  <a:moveTo>
                    <a:pt x="4526" y="0"/>
                  </a:moveTo>
                  <a:cubicBezTo>
                    <a:pt x="6927" y="0"/>
                    <a:pt x="9536" y="1824"/>
                    <a:pt x="9628" y="5195"/>
                  </a:cubicBezTo>
                  <a:lnTo>
                    <a:pt x="9628" y="5680"/>
                  </a:lnTo>
                  <a:cubicBezTo>
                    <a:pt x="9628" y="6534"/>
                    <a:pt x="9536" y="7296"/>
                    <a:pt x="9328" y="8081"/>
                  </a:cubicBezTo>
                  <a:cubicBezTo>
                    <a:pt x="8266" y="12975"/>
                    <a:pt x="4134" y="17016"/>
                    <a:pt x="763" y="17501"/>
                  </a:cubicBezTo>
                  <a:cubicBezTo>
                    <a:pt x="578" y="17501"/>
                    <a:pt x="301" y="17593"/>
                    <a:pt x="1" y="17593"/>
                  </a:cubicBezTo>
                  <a:lnTo>
                    <a:pt x="113036" y="17593"/>
                  </a:lnTo>
                  <a:cubicBezTo>
                    <a:pt x="116591" y="17593"/>
                    <a:pt x="121209" y="13368"/>
                    <a:pt x="122363" y="8081"/>
                  </a:cubicBezTo>
                  <a:cubicBezTo>
                    <a:pt x="122455" y="7781"/>
                    <a:pt x="122455" y="7504"/>
                    <a:pt x="122548" y="7204"/>
                  </a:cubicBezTo>
                  <a:cubicBezTo>
                    <a:pt x="122663" y="6534"/>
                    <a:pt x="122663" y="5865"/>
                    <a:pt x="122663" y="5195"/>
                  </a:cubicBezTo>
                  <a:cubicBezTo>
                    <a:pt x="122455" y="2009"/>
                    <a:pt x="120239" y="278"/>
                    <a:pt x="117930" y="0"/>
                  </a:cubicBezTo>
                  <a:close/>
                </a:path>
              </a:pathLst>
            </a:custGeom>
            <a:solidFill>
              <a:schemeClr val="accent6"/>
            </a:solid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1"/>
            <p:cNvSpPr/>
            <p:nvPr/>
          </p:nvSpPr>
          <p:spPr>
            <a:xfrm>
              <a:off x="3773325" y="4594775"/>
              <a:ext cx="3063700" cy="259750"/>
            </a:xfrm>
            <a:custGeom>
              <a:rect b="b" l="l" r="r" t="t"/>
              <a:pathLst>
                <a:path extrusionOk="0" h="10390" w="122548">
                  <a:moveTo>
                    <a:pt x="122548" y="1"/>
                  </a:moveTo>
                  <a:lnTo>
                    <a:pt x="122548" y="1"/>
                  </a:lnTo>
                  <a:cubicBezTo>
                    <a:pt x="99644" y="8013"/>
                    <a:pt x="51114" y="10300"/>
                    <a:pt x="3624" y="10300"/>
                  </a:cubicBezTo>
                  <a:cubicBezTo>
                    <a:pt x="2669" y="10300"/>
                    <a:pt x="1716" y="10299"/>
                    <a:pt x="763" y="10298"/>
                  </a:cubicBezTo>
                  <a:lnTo>
                    <a:pt x="1" y="10390"/>
                  </a:lnTo>
                  <a:lnTo>
                    <a:pt x="113036" y="10390"/>
                  </a:lnTo>
                  <a:cubicBezTo>
                    <a:pt x="116591" y="10390"/>
                    <a:pt x="121209" y="6165"/>
                    <a:pt x="122363" y="878"/>
                  </a:cubicBezTo>
                  <a:cubicBezTo>
                    <a:pt x="122455" y="578"/>
                    <a:pt x="122455" y="301"/>
                    <a:pt x="1225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1"/>
            <p:cNvSpPr/>
            <p:nvPr/>
          </p:nvSpPr>
          <p:spPr>
            <a:xfrm>
              <a:off x="2008325" y="2409000"/>
              <a:ext cx="2082475" cy="25"/>
            </a:xfrm>
            <a:custGeom>
              <a:rect b="b" l="l" r="r" t="t"/>
              <a:pathLst>
                <a:path extrusionOk="0" fill="none" h="1" w="83299">
                  <a:moveTo>
                    <a:pt x="0" y="1"/>
                  </a:moveTo>
                  <a:lnTo>
                    <a:pt x="83299" y="1"/>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1"/>
            <p:cNvSpPr/>
            <p:nvPr/>
          </p:nvSpPr>
          <p:spPr>
            <a:xfrm>
              <a:off x="2311350" y="2613325"/>
              <a:ext cx="2082475" cy="25"/>
            </a:xfrm>
            <a:custGeom>
              <a:rect b="b" l="l" r="r" t="t"/>
              <a:pathLst>
                <a:path extrusionOk="0" fill="none" h="1" w="83299">
                  <a:moveTo>
                    <a:pt x="0" y="1"/>
                  </a:moveTo>
                  <a:lnTo>
                    <a:pt x="83299" y="1"/>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1"/>
            <p:cNvSpPr/>
            <p:nvPr/>
          </p:nvSpPr>
          <p:spPr>
            <a:xfrm>
              <a:off x="2643225" y="2815350"/>
              <a:ext cx="2082475" cy="25"/>
            </a:xfrm>
            <a:custGeom>
              <a:rect b="b" l="l" r="r" t="t"/>
              <a:pathLst>
                <a:path extrusionOk="0" fill="none" h="1" w="83299">
                  <a:moveTo>
                    <a:pt x="0" y="0"/>
                  </a:moveTo>
                  <a:lnTo>
                    <a:pt x="83299" y="0"/>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1"/>
            <p:cNvSpPr/>
            <p:nvPr/>
          </p:nvSpPr>
          <p:spPr>
            <a:xfrm>
              <a:off x="2852150" y="3017350"/>
              <a:ext cx="2080200" cy="25"/>
            </a:xfrm>
            <a:custGeom>
              <a:rect b="b" l="l" r="r" t="t"/>
              <a:pathLst>
                <a:path extrusionOk="0" fill="none" h="1" w="83208">
                  <a:moveTo>
                    <a:pt x="1" y="1"/>
                  </a:moveTo>
                  <a:lnTo>
                    <a:pt x="83207" y="1"/>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1"/>
            <p:cNvSpPr/>
            <p:nvPr/>
          </p:nvSpPr>
          <p:spPr>
            <a:xfrm>
              <a:off x="3013200" y="3221675"/>
              <a:ext cx="2080750" cy="25"/>
            </a:xfrm>
            <a:custGeom>
              <a:rect b="b" l="l" r="r" t="t"/>
              <a:pathLst>
                <a:path extrusionOk="0" fill="none" h="1" w="83230">
                  <a:moveTo>
                    <a:pt x="0" y="0"/>
                  </a:moveTo>
                  <a:lnTo>
                    <a:pt x="83229" y="0"/>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1"/>
            <p:cNvSpPr/>
            <p:nvPr/>
          </p:nvSpPr>
          <p:spPr>
            <a:xfrm>
              <a:off x="4612550" y="3423675"/>
              <a:ext cx="615875" cy="25"/>
            </a:xfrm>
            <a:custGeom>
              <a:rect b="b" l="l" r="r" t="t"/>
              <a:pathLst>
                <a:path extrusionOk="0" fill="none" h="1" w="24635">
                  <a:moveTo>
                    <a:pt x="1" y="1"/>
                  </a:moveTo>
                  <a:lnTo>
                    <a:pt x="24635" y="1"/>
                  </a:lnTo>
                </a:path>
              </a:pathLst>
            </a:custGeom>
            <a:noFill/>
            <a:ln cap="rnd"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1"/>
            <p:cNvSpPr/>
            <p:nvPr/>
          </p:nvSpPr>
          <p:spPr>
            <a:xfrm>
              <a:off x="6541500" y="4854500"/>
              <a:ext cx="57725" cy="25"/>
            </a:xfrm>
            <a:custGeom>
              <a:rect b="b" l="l" r="r" t="t"/>
              <a:pathLst>
                <a:path extrusionOk="0" h="1" w="2309">
                  <a:moveTo>
                    <a:pt x="2309" y="1"/>
                  </a:moveTo>
                  <a:lnTo>
                    <a:pt x="0" y="1"/>
                  </a:lnTo>
                  <a:close/>
                </a:path>
              </a:pathLst>
            </a:custGeom>
            <a:solidFill>
              <a:srgbClr val="FFFFFF"/>
            </a:solidFill>
            <a:ln cap="flat" cmpd="sng" w="19050">
              <a:solidFill>
                <a:srgbClr val="231F20"/>
              </a:solidFill>
              <a:prstDash val="solid"/>
              <a:miter lim="230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1"/>
            <p:cNvSpPr/>
            <p:nvPr/>
          </p:nvSpPr>
          <p:spPr>
            <a:xfrm>
              <a:off x="250225" y="4854500"/>
              <a:ext cx="7125900" cy="25"/>
            </a:xfrm>
            <a:custGeom>
              <a:rect b="b" l="l" r="r" t="t"/>
              <a:pathLst>
                <a:path extrusionOk="0" fill="none" h="1" w="285036">
                  <a:moveTo>
                    <a:pt x="285035" y="1"/>
                  </a:moveTo>
                  <a:lnTo>
                    <a:pt x="1" y="1"/>
                  </a:lnTo>
                </a:path>
              </a:pathLst>
            </a:custGeom>
            <a:noFill/>
            <a:ln cap="flat" cmpd="sng" w="19050">
              <a:solidFill>
                <a:schemeClr val="accent5"/>
              </a:solidFill>
              <a:prstDash val="solid"/>
              <a:miter lim="230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2529" name="Shape 2529"/>
        <p:cNvGrpSpPr/>
        <p:nvPr/>
      </p:nvGrpSpPr>
      <p:grpSpPr>
        <a:xfrm>
          <a:off x="0" y="0"/>
          <a:ext cx="0" cy="0"/>
          <a:chOff x="0" y="0"/>
          <a:chExt cx="0" cy="0"/>
        </a:xfrm>
      </p:grpSpPr>
      <p:sp>
        <p:nvSpPr>
          <p:cNvPr id="2530" name="Google Shape;2530;p52"/>
          <p:cNvSpPr txBox="1"/>
          <p:nvPr>
            <p:ph type="title"/>
          </p:nvPr>
        </p:nvSpPr>
        <p:spPr>
          <a:xfrm>
            <a:off x="722375" y="530750"/>
            <a:ext cx="769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0004D"/>
                </a:solidFill>
              </a:rPr>
              <a:t>RESOURCES</a:t>
            </a:r>
            <a:endParaRPr>
              <a:solidFill>
                <a:srgbClr val="00004D"/>
              </a:solidFill>
            </a:endParaRPr>
          </a:p>
        </p:txBody>
      </p:sp>
      <p:sp>
        <p:nvSpPr>
          <p:cNvPr id="2531" name="Google Shape;2531;p52"/>
          <p:cNvSpPr txBox="1"/>
          <p:nvPr>
            <p:ph idx="1" type="body"/>
          </p:nvPr>
        </p:nvSpPr>
        <p:spPr>
          <a:xfrm>
            <a:off x="722375" y="1104850"/>
            <a:ext cx="7699200" cy="349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t>Did you like the resources on this template? Get them for free at our other websites.</a:t>
            </a:r>
            <a:endParaRPr sz="1400"/>
          </a:p>
          <a:p>
            <a:pPr indent="0" lvl="0" marL="0" rtl="0" algn="l">
              <a:spcBef>
                <a:spcPts val="1600"/>
              </a:spcBef>
              <a:spcAft>
                <a:spcPts val="0"/>
              </a:spcAft>
              <a:buClr>
                <a:schemeClr val="dk1"/>
              </a:buClr>
              <a:buSzPts val="1100"/>
              <a:buFont typeface="Arial"/>
              <a:buNone/>
            </a:pPr>
            <a:r>
              <a:rPr lang="en" sz="2000">
                <a:latin typeface="Aldrich"/>
                <a:ea typeface="Aldrich"/>
                <a:cs typeface="Aldrich"/>
                <a:sym typeface="Aldrich"/>
              </a:rPr>
              <a:t>Photos</a:t>
            </a:r>
            <a:endParaRPr sz="2000">
              <a:latin typeface="Aldrich"/>
              <a:ea typeface="Aldrich"/>
              <a:cs typeface="Aldrich"/>
              <a:sym typeface="Aldrich"/>
            </a:endParaRPr>
          </a:p>
          <a:p>
            <a:pPr indent="-317500" lvl="0" marL="457200" rtl="0" algn="l">
              <a:spcBef>
                <a:spcPts val="0"/>
              </a:spcBef>
              <a:spcAft>
                <a:spcPts val="0"/>
              </a:spcAft>
              <a:buSzPts val="1400"/>
              <a:buChar char="●"/>
            </a:pPr>
            <a:r>
              <a:rPr lang="en" sz="1400">
                <a:solidFill>
                  <a:schemeClr val="hlink"/>
                </a:solidFill>
                <a:uFill>
                  <a:noFill/>
                </a:uFill>
                <a:hlinkClick r:id="rId3"/>
              </a:rPr>
              <a:t>Globe and books near laptop</a:t>
            </a:r>
            <a:endParaRPr sz="1400"/>
          </a:p>
          <a:p>
            <a:pPr indent="-317500" lvl="0" marL="457200" rtl="0" algn="l">
              <a:spcBef>
                <a:spcPts val="0"/>
              </a:spcBef>
              <a:spcAft>
                <a:spcPts val="0"/>
              </a:spcAft>
              <a:buSzPts val="1400"/>
              <a:buChar char="●"/>
            </a:pPr>
            <a:r>
              <a:rPr lang="en" sz="1400">
                <a:solidFill>
                  <a:schemeClr val="hlink"/>
                </a:solidFill>
                <a:uFill>
                  <a:noFill/>
                </a:uFill>
                <a:hlinkClick r:id="rId4"/>
              </a:rPr>
              <a:t>Kids and teacher posing while wearing a medical mask </a:t>
            </a:r>
            <a:endParaRPr sz="1400"/>
          </a:p>
          <a:p>
            <a:pPr indent="-317500" lvl="0" marL="457200" rtl="0" algn="l">
              <a:spcBef>
                <a:spcPts val="0"/>
              </a:spcBef>
              <a:spcAft>
                <a:spcPts val="0"/>
              </a:spcAft>
              <a:buSzPts val="1400"/>
              <a:buChar char="●"/>
            </a:pPr>
            <a:r>
              <a:rPr lang="en" sz="1400">
                <a:solidFill>
                  <a:schemeClr val="hlink"/>
                </a:solidFill>
                <a:uFill>
                  <a:noFill/>
                </a:uFill>
                <a:hlinkClick r:id="rId5"/>
              </a:rPr>
              <a:t>Happy teenager making notes near laptop</a:t>
            </a:r>
            <a:endParaRPr sz="1400"/>
          </a:p>
          <a:p>
            <a:pPr indent="0" lvl="0" marL="0" rtl="0" algn="l">
              <a:spcBef>
                <a:spcPts val="1600"/>
              </a:spcBef>
              <a:spcAft>
                <a:spcPts val="0"/>
              </a:spcAft>
              <a:buNone/>
            </a:pPr>
            <a:r>
              <a:rPr lang="en" sz="2000">
                <a:latin typeface="Aldrich"/>
                <a:ea typeface="Aldrich"/>
                <a:cs typeface="Aldrich"/>
                <a:sym typeface="Aldrich"/>
              </a:rPr>
              <a:t>Vectors</a:t>
            </a:r>
            <a:endParaRPr sz="2000">
              <a:latin typeface="Aldrich"/>
              <a:ea typeface="Aldrich"/>
              <a:cs typeface="Aldrich"/>
              <a:sym typeface="Aldrich"/>
            </a:endParaRPr>
          </a:p>
          <a:p>
            <a:pPr indent="-317500" lvl="0" marL="457200" rtl="0" algn="l">
              <a:spcBef>
                <a:spcPts val="0"/>
              </a:spcBef>
              <a:spcAft>
                <a:spcPts val="0"/>
              </a:spcAft>
              <a:buSzPts val="1400"/>
              <a:buChar char="●"/>
            </a:pPr>
            <a:r>
              <a:rPr lang="en" sz="1400">
                <a:solidFill>
                  <a:schemeClr val="hlink"/>
                </a:solidFill>
                <a:uFill>
                  <a:noFill/>
                </a:uFill>
                <a:hlinkClick r:id="rId6"/>
              </a:rPr>
              <a:t>Online certification with laptop</a:t>
            </a:r>
            <a:endParaRPr sz="1400"/>
          </a:p>
          <a:p>
            <a:pPr indent="-317500" lvl="0" marL="457200" rtl="0" algn="l">
              <a:spcBef>
                <a:spcPts val="0"/>
              </a:spcBef>
              <a:spcAft>
                <a:spcPts val="0"/>
              </a:spcAft>
              <a:buSzPts val="1400"/>
              <a:buChar char="●"/>
            </a:pPr>
            <a:r>
              <a:rPr lang="en" sz="1400">
                <a:solidFill>
                  <a:schemeClr val="hlink"/>
                </a:solidFill>
                <a:uFill>
                  <a:noFill/>
                </a:uFill>
                <a:hlinkClick r:id="rId7"/>
              </a:rPr>
              <a:t>Online certification concept</a:t>
            </a:r>
            <a:endParaRPr sz="1400"/>
          </a:p>
          <a:p>
            <a:pPr indent="-317500" lvl="0" marL="457200" rtl="0" algn="l">
              <a:spcBef>
                <a:spcPts val="0"/>
              </a:spcBef>
              <a:spcAft>
                <a:spcPts val="0"/>
              </a:spcAft>
              <a:buSzPts val="1400"/>
              <a:buChar char="●"/>
            </a:pPr>
            <a:r>
              <a:rPr lang="en" sz="1400">
                <a:solidFill>
                  <a:schemeClr val="hlink"/>
                </a:solidFill>
                <a:uFill>
                  <a:noFill/>
                </a:uFill>
                <a:hlinkClick r:id="rId8"/>
              </a:rPr>
              <a:t>Online certification concept</a:t>
            </a:r>
            <a:endParaRPr/>
          </a:p>
          <a:p>
            <a:pPr indent="-317500" lvl="0" marL="457200" rtl="0" algn="l">
              <a:spcBef>
                <a:spcPts val="0"/>
              </a:spcBef>
              <a:spcAft>
                <a:spcPts val="0"/>
              </a:spcAft>
              <a:buSzPts val="1400"/>
              <a:buChar char="●"/>
            </a:pPr>
            <a:r>
              <a:rPr lang="en" sz="1400">
                <a:solidFill>
                  <a:schemeClr val="hlink"/>
                </a:solidFill>
                <a:uFill>
                  <a:noFill/>
                </a:uFill>
                <a:hlinkClick r:id="rId9"/>
              </a:rPr>
              <a:t>Online certification for college graduates</a:t>
            </a:r>
            <a:endParaRPr/>
          </a:p>
          <a:p>
            <a:pPr indent="0" lvl="0" marL="0" rtl="0" algn="l">
              <a:spcBef>
                <a:spcPts val="1600"/>
              </a:spcBef>
              <a:spcAft>
                <a:spcPts val="0"/>
              </a:spcAft>
              <a:buNone/>
            </a:pPr>
            <a:r>
              <a:rPr lang="en" sz="2000">
                <a:latin typeface="Aldrich"/>
                <a:ea typeface="Aldrich"/>
                <a:cs typeface="Aldrich"/>
                <a:sym typeface="Aldrich"/>
              </a:rPr>
              <a:t>Icons</a:t>
            </a:r>
            <a:endParaRPr sz="2000">
              <a:latin typeface="Aldrich"/>
              <a:ea typeface="Aldrich"/>
              <a:cs typeface="Aldrich"/>
              <a:sym typeface="Aldrich"/>
            </a:endParaRPr>
          </a:p>
          <a:p>
            <a:pPr indent="-317500" lvl="0" marL="457200" rtl="0" algn="l">
              <a:spcBef>
                <a:spcPts val="0"/>
              </a:spcBef>
              <a:spcAft>
                <a:spcPts val="0"/>
              </a:spcAft>
              <a:buSzPts val="1400"/>
              <a:buChar char="●"/>
            </a:pPr>
            <a:r>
              <a:rPr lang="en" sz="1400">
                <a:solidFill>
                  <a:schemeClr val="hlink"/>
                </a:solidFill>
                <a:uFill>
                  <a:noFill/>
                </a:uFill>
                <a:hlinkClick r:id="rId10"/>
              </a:rPr>
              <a:t>Education Icon Pack</a:t>
            </a:r>
            <a:endParaRPr sz="1400"/>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35" name="Shape 2535"/>
        <p:cNvGrpSpPr/>
        <p:nvPr/>
      </p:nvGrpSpPr>
      <p:grpSpPr>
        <a:xfrm>
          <a:off x="0" y="0"/>
          <a:ext cx="0" cy="0"/>
          <a:chOff x="0" y="0"/>
          <a:chExt cx="0" cy="0"/>
        </a:xfrm>
      </p:grpSpPr>
      <p:sp>
        <p:nvSpPr>
          <p:cNvPr id="2536" name="Google Shape;2536;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537" name="Google Shape;2537;p5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538" name="Google Shape;2538;p5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42" name="Shape 2542"/>
        <p:cNvGrpSpPr/>
        <p:nvPr/>
      </p:nvGrpSpPr>
      <p:grpSpPr>
        <a:xfrm>
          <a:off x="0" y="0"/>
          <a:ext cx="0" cy="0"/>
          <a:chOff x="0" y="0"/>
          <a:chExt cx="0" cy="0"/>
        </a:xfrm>
      </p:grpSpPr>
      <p:sp>
        <p:nvSpPr>
          <p:cNvPr id="2543" name="Google Shape;2543;p5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544" name="Google Shape;2544;p5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545" name="Google Shape;2545;p5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Aldrich</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https://fonts.google.com/specimen/Aldrich</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Didact Gothic</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https://fonts.google.com/specimen/Didact+Gothic</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2546" name="Google Shape;2546;p54"/>
          <p:cNvSpPr/>
          <p:nvPr/>
        </p:nvSpPr>
        <p:spPr>
          <a:xfrm>
            <a:off x="2576100" y="3498875"/>
            <a:ext cx="791400" cy="754200"/>
          </a:xfrm>
          <a:prstGeom prst="roundRect">
            <a:avLst>
              <a:gd fmla="val 16667" name="adj"/>
            </a:avLst>
          </a:prstGeom>
          <a:solidFill>
            <a:srgbClr val="4C64D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3637920" y="3498875"/>
            <a:ext cx="791400" cy="754200"/>
          </a:xfrm>
          <a:prstGeom prst="roundRect">
            <a:avLst>
              <a:gd fmla="val 16667" name="adj"/>
            </a:avLst>
          </a:prstGeom>
          <a:solidFill>
            <a:srgbClr val="FF952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4699739" y="3498875"/>
            <a:ext cx="791400" cy="754200"/>
          </a:xfrm>
          <a:prstGeom prst="roundRect">
            <a:avLst>
              <a:gd fmla="val 16667" name="adj"/>
            </a:avLst>
          </a:prstGeom>
          <a:solidFill>
            <a:srgbClr val="D5E6F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1514275" y="3498875"/>
            <a:ext cx="791400" cy="754200"/>
          </a:xfrm>
          <a:prstGeom prst="roundRect">
            <a:avLst>
              <a:gd fmla="val 16667" name="adj"/>
            </a:avLst>
          </a:prstGeom>
          <a:solidFill>
            <a:srgbClr val="FFE59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txBox="1"/>
          <p:nvPr/>
        </p:nvSpPr>
        <p:spPr>
          <a:xfrm>
            <a:off x="25761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#4c64d8</a:t>
            </a:r>
            <a:endParaRPr sz="1000">
              <a:solidFill>
                <a:srgbClr val="FFFFFF"/>
              </a:solidFill>
            </a:endParaRPr>
          </a:p>
        </p:txBody>
      </p:sp>
      <p:sp>
        <p:nvSpPr>
          <p:cNvPr id="2551" name="Google Shape;2551;p54"/>
          <p:cNvSpPr txBox="1"/>
          <p:nvPr/>
        </p:nvSpPr>
        <p:spPr>
          <a:xfrm>
            <a:off x="36379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#ff952b</a:t>
            </a:r>
            <a:endParaRPr sz="1000">
              <a:solidFill>
                <a:srgbClr val="FFFFFF"/>
              </a:solidFill>
            </a:endParaRPr>
          </a:p>
        </p:txBody>
      </p:sp>
      <p:sp>
        <p:nvSpPr>
          <p:cNvPr id="2552" name="Google Shape;2552;p54"/>
          <p:cNvSpPr txBox="1"/>
          <p:nvPr/>
        </p:nvSpPr>
        <p:spPr>
          <a:xfrm>
            <a:off x="46997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#d5e6fc</a:t>
            </a:r>
            <a:endParaRPr sz="1000">
              <a:solidFill>
                <a:schemeClr val="dk1"/>
              </a:solidFill>
            </a:endParaRPr>
          </a:p>
        </p:txBody>
      </p:sp>
      <p:sp>
        <p:nvSpPr>
          <p:cNvPr id="2553" name="Google Shape;2553;p54"/>
          <p:cNvSpPr txBox="1"/>
          <p:nvPr/>
        </p:nvSpPr>
        <p:spPr>
          <a:xfrm>
            <a:off x="15142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#ffe599</a:t>
            </a:r>
            <a:endParaRPr sz="1000">
              <a:solidFill>
                <a:schemeClr val="dk1"/>
              </a:solidFill>
            </a:endParaRPr>
          </a:p>
        </p:txBody>
      </p:sp>
      <p:sp>
        <p:nvSpPr>
          <p:cNvPr id="2554" name="Google Shape;2554;p54"/>
          <p:cNvSpPr/>
          <p:nvPr/>
        </p:nvSpPr>
        <p:spPr>
          <a:xfrm>
            <a:off x="5776500" y="3498875"/>
            <a:ext cx="791400" cy="754200"/>
          </a:xfrm>
          <a:prstGeom prst="roundRect">
            <a:avLst>
              <a:gd fmla="val 16667" name="adj"/>
            </a:avLst>
          </a:prstGeom>
          <a:solidFill>
            <a:srgbClr val="A8C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6838320" y="3498875"/>
            <a:ext cx="791400" cy="754200"/>
          </a:xfrm>
          <a:prstGeom prst="roundRect">
            <a:avLst>
              <a:gd fmla="val 16667" name="adj"/>
            </a:avLst>
          </a:prstGeom>
          <a:solidFill>
            <a:srgbClr val="0000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txBox="1"/>
          <p:nvPr/>
        </p:nvSpPr>
        <p:spPr>
          <a:xfrm>
            <a:off x="57765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#a8cfff</a:t>
            </a:r>
            <a:endParaRPr sz="1000">
              <a:solidFill>
                <a:schemeClr val="dk1"/>
              </a:solidFill>
            </a:endParaRPr>
          </a:p>
        </p:txBody>
      </p:sp>
      <p:sp>
        <p:nvSpPr>
          <p:cNvPr id="2557" name="Google Shape;2557;p54"/>
          <p:cNvSpPr txBox="1"/>
          <p:nvPr/>
        </p:nvSpPr>
        <p:spPr>
          <a:xfrm>
            <a:off x="68383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#00004d</a:t>
            </a:r>
            <a:endParaRPr sz="1000">
              <a:solidFill>
                <a:srgbClr val="FFFFFF"/>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61" name="Shape 2561"/>
        <p:cNvGrpSpPr/>
        <p:nvPr/>
      </p:nvGrpSpPr>
      <p:grpSpPr>
        <a:xfrm>
          <a:off x="0" y="0"/>
          <a:ext cx="0" cy="0"/>
          <a:chOff x="0" y="0"/>
          <a:chExt cx="0" cy="0"/>
        </a:xfrm>
      </p:grpSpPr>
      <p:sp>
        <p:nvSpPr>
          <p:cNvPr id="2562" name="Google Shape;2562;p55"/>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Storyset by Freepik</a:t>
            </a:r>
            <a:endParaRPr>
              <a:solidFill>
                <a:srgbClr val="FFFFFF"/>
              </a:solidFill>
              <a:latin typeface="Arial"/>
              <a:ea typeface="Arial"/>
              <a:cs typeface="Arial"/>
              <a:sym typeface="Arial"/>
            </a:endParaRPr>
          </a:p>
        </p:txBody>
      </p:sp>
      <p:sp>
        <p:nvSpPr>
          <p:cNvPr id="2563" name="Google Shape;2563;p55"/>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How it Works.</a:t>
            </a:r>
            <a:endParaRPr>
              <a:solidFill>
                <a:srgbClr val="869FB2"/>
              </a:solidFill>
              <a:latin typeface="Arial"/>
              <a:ea typeface="Arial"/>
              <a:cs typeface="Arial"/>
              <a:sym typeface="Arial"/>
            </a:endParaRPr>
          </a:p>
        </p:txBody>
      </p:sp>
      <p:pic>
        <p:nvPicPr>
          <p:cNvPr id="2564" name="Google Shape;2564;p55"/>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565" name="Google Shape;2565;p55"/>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2566" name="Google Shape;2566;p55"/>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2567" name="Google Shape;2567;p55"/>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2568" name="Google Shape;2568;p55"/>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2569" name="Google Shape;2569;p55"/>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2570" name="Google Shape;2570;p55"/>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2571" name="Google Shape;2571;p55"/>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2572" name="Google Shape;2572;p55"/>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2573" name="Google Shape;2573;p55"/>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77" name="Shape 2577"/>
        <p:cNvGrpSpPr/>
        <p:nvPr/>
      </p:nvGrpSpPr>
      <p:grpSpPr>
        <a:xfrm>
          <a:off x="0" y="0"/>
          <a:ext cx="0" cy="0"/>
          <a:chOff x="0" y="0"/>
          <a:chExt cx="0" cy="0"/>
        </a:xfrm>
      </p:grpSpPr>
      <p:sp>
        <p:nvSpPr>
          <p:cNvPr id="2578" name="Google Shape;2578;p56"/>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2579" name="Google Shape;2579;p56"/>
          <p:cNvGrpSpPr/>
          <p:nvPr/>
        </p:nvGrpSpPr>
        <p:grpSpPr>
          <a:xfrm>
            <a:off x="5156078" y="3085736"/>
            <a:ext cx="474294" cy="551291"/>
            <a:chOff x="4727025" y="1332775"/>
            <a:chExt cx="59900" cy="69625"/>
          </a:xfrm>
        </p:grpSpPr>
        <p:sp>
          <p:nvSpPr>
            <p:cNvPr id="2580" name="Google Shape;2580;p5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 name="Google Shape;2582;p56"/>
          <p:cNvGrpSpPr/>
          <p:nvPr/>
        </p:nvGrpSpPr>
        <p:grpSpPr>
          <a:xfrm>
            <a:off x="5769734" y="2314340"/>
            <a:ext cx="555653" cy="557031"/>
            <a:chOff x="4820425" y="1329900"/>
            <a:chExt cx="70175" cy="70350"/>
          </a:xfrm>
        </p:grpSpPr>
        <p:sp>
          <p:nvSpPr>
            <p:cNvPr id="2583" name="Google Shape;2583;p5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 name="Google Shape;2587;p56"/>
          <p:cNvGrpSpPr/>
          <p:nvPr/>
        </p:nvGrpSpPr>
        <p:grpSpPr>
          <a:xfrm>
            <a:off x="6396103" y="2318845"/>
            <a:ext cx="582574" cy="533871"/>
            <a:chOff x="4903200" y="1331525"/>
            <a:chExt cx="73575" cy="67425"/>
          </a:xfrm>
        </p:grpSpPr>
        <p:sp>
          <p:nvSpPr>
            <p:cNvPr id="2588" name="Google Shape;2588;p5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0" name="Google Shape;2590;p56"/>
          <p:cNvGrpSpPr/>
          <p:nvPr/>
        </p:nvGrpSpPr>
        <p:grpSpPr>
          <a:xfrm>
            <a:off x="5755581" y="3078709"/>
            <a:ext cx="583960" cy="565345"/>
            <a:chOff x="4815575" y="1416800"/>
            <a:chExt cx="73750" cy="71400"/>
          </a:xfrm>
        </p:grpSpPr>
        <p:sp>
          <p:nvSpPr>
            <p:cNvPr id="2591" name="Google Shape;2591;p5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4" name="Google Shape;2594;p56"/>
          <p:cNvGrpSpPr/>
          <p:nvPr/>
        </p:nvGrpSpPr>
        <p:grpSpPr>
          <a:xfrm>
            <a:off x="6390362" y="3108896"/>
            <a:ext cx="589898" cy="504970"/>
            <a:chOff x="4902475" y="1418875"/>
            <a:chExt cx="74500" cy="63775"/>
          </a:xfrm>
        </p:grpSpPr>
        <p:sp>
          <p:nvSpPr>
            <p:cNvPr id="2595" name="Google Shape;2595;p5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 name="Google Shape;2597;p56"/>
          <p:cNvGrpSpPr/>
          <p:nvPr/>
        </p:nvGrpSpPr>
        <p:grpSpPr>
          <a:xfrm>
            <a:off x="5765577" y="3826000"/>
            <a:ext cx="563967" cy="567127"/>
            <a:chOff x="4818100" y="1507675"/>
            <a:chExt cx="71225" cy="71625"/>
          </a:xfrm>
        </p:grpSpPr>
        <p:sp>
          <p:nvSpPr>
            <p:cNvPr id="2598" name="Google Shape;2598;p5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56"/>
          <p:cNvGrpSpPr/>
          <p:nvPr/>
        </p:nvGrpSpPr>
        <p:grpSpPr>
          <a:xfrm>
            <a:off x="5079075" y="3829461"/>
            <a:ext cx="628301" cy="588505"/>
            <a:chOff x="4721450" y="1509475"/>
            <a:chExt cx="79350" cy="74325"/>
          </a:xfrm>
        </p:grpSpPr>
        <p:sp>
          <p:nvSpPr>
            <p:cNvPr id="2603" name="Google Shape;2603;p5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 name="Google Shape;2607;p56"/>
          <p:cNvGrpSpPr/>
          <p:nvPr/>
        </p:nvGrpSpPr>
        <p:grpSpPr>
          <a:xfrm>
            <a:off x="6424608" y="3814027"/>
            <a:ext cx="557038" cy="562772"/>
            <a:chOff x="4906800" y="1507500"/>
            <a:chExt cx="70350" cy="71075"/>
          </a:xfrm>
        </p:grpSpPr>
        <p:sp>
          <p:nvSpPr>
            <p:cNvPr id="2608" name="Google Shape;2608;p5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 name="Google Shape;2613;p56"/>
          <p:cNvGrpSpPr/>
          <p:nvPr/>
        </p:nvGrpSpPr>
        <p:grpSpPr>
          <a:xfrm>
            <a:off x="4462216" y="2340963"/>
            <a:ext cx="517934" cy="517934"/>
            <a:chOff x="3736598" y="2170606"/>
            <a:chExt cx="404889" cy="404889"/>
          </a:xfrm>
        </p:grpSpPr>
        <p:sp>
          <p:nvSpPr>
            <p:cNvPr id="2614" name="Google Shape;2614;p5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 name="Google Shape;2618;p56"/>
          <p:cNvGrpSpPr/>
          <p:nvPr/>
        </p:nvGrpSpPr>
        <p:grpSpPr>
          <a:xfrm>
            <a:off x="3729277" y="2341061"/>
            <a:ext cx="586986" cy="517740"/>
            <a:chOff x="3161917" y="2170682"/>
            <a:chExt cx="458870" cy="404737"/>
          </a:xfrm>
        </p:grpSpPr>
        <p:sp>
          <p:nvSpPr>
            <p:cNvPr id="2619" name="Google Shape;2619;p5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2" name="Google Shape;2622;p56"/>
          <p:cNvGrpSpPr/>
          <p:nvPr/>
        </p:nvGrpSpPr>
        <p:grpSpPr>
          <a:xfrm>
            <a:off x="3752299" y="3102400"/>
            <a:ext cx="540943" cy="517963"/>
            <a:chOff x="3179914" y="2889488"/>
            <a:chExt cx="422876" cy="404911"/>
          </a:xfrm>
        </p:grpSpPr>
        <p:sp>
          <p:nvSpPr>
            <p:cNvPr id="2623" name="Google Shape;2623;p5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 name="Google Shape;2629;p56"/>
          <p:cNvGrpSpPr/>
          <p:nvPr/>
        </p:nvGrpSpPr>
        <p:grpSpPr>
          <a:xfrm>
            <a:off x="4453093" y="3102358"/>
            <a:ext cx="536180" cy="518047"/>
            <a:chOff x="3729467" y="2889422"/>
            <a:chExt cx="419153" cy="404977"/>
          </a:xfrm>
        </p:grpSpPr>
        <p:sp>
          <p:nvSpPr>
            <p:cNvPr id="2630" name="Google Shape;2630;p5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7" name="Google Shape;2637;p56"/>
          <p:cNvGrpSpPr/>
          <p:nvPr/>
        </p:nvGrpSpPr>
        <p:grpSpPr>
          <a:xfrm>
            <a:off x="1990126" y="3445787"/>
            <a:ext cx="965351" cy="134611"/>
            <a:chOff x="4411970" y="2962952"/>
            <a:chExt cx="706544" cy="104212"/>
          </a:xfrm>
        </p:grpSpPr>
        <p:sp>
          <p:nvSpPr>
            <p:cNvPr id="2638" name="Google Shape;2638;p5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56"/>
          <p:cNvGrpSpPr/>
          <p:nvPr/>
        </p:nvGrpSpPr>
        <p:grpSpPr>
          <a:xfrm>
            <a:off x="1990126" y="3041077"/>
            <a:ext cx="960158" cy="289172"/>
            <a:chOff x="4411970" y="2726085"/>
            <a:chExt cx="643107" cy="193659"/>
          </a:xfrm>
        </p:grpSpPr>
        <p:sp>
          <p:nvSpPr>
            <p:cNvPr id="2643" name="Google Shape;2643;p5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 name="Google Shape;2646;p56"/>
          <p:cNvGrpSpPr/>
          <p:nvPr/>
        </p:nvGrpSpPr>
        <p:grpSpPr>
          <a:xfrm>
            <a:off x="998624" y="3295400"/>
            <a:ext cx="811503" cy="252584"/>
            <a:chOff x="4411970" y="4340222"/>
            <a:chExt cx="779467" cy="242683"/>
          </a:xfrm>
        </p:grpSpPr>
        <p:sp>
          <p:nvSpPr>
            <p:cNvPr id="2647" name="Google Shape;2647;p5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 name="Google Shape;2650;p56"/>
          <p:cNvGrpSpPr/>
          <p:nvPr/>
        </p:nvGrpSpPr>
        <p:grpSpPr>
          <a:xfrm>
            <a:off x="1990126" y="2709308"/>
            <a:ext cx="965160" cy="216230"/>
            <a:chOff x="4411970" y="2468674"/>
            <a:chExt cx="747317" cy="167425"/>
          </a:xfrm>
        </p:grpSpPr>
        <p:sp>
          <p:nvSpPr>
            <p:cNvPr id="2651" name="Google Shape;2651;p5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3" name="Google Shape;2653;p5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4" name="Google Shape;2654;p56"/>
          <p:cNvGrpSpPr/>
          <p:nvPr/>
        </p:nvGrpSpPr>
        <p:grpSpPr>
          <a:xfrm>
            <a:off x="997692" y="2334687"/>
            <a:ext cx="1959041" cy="208784"/>
            <a:chOff x="6336019" y="3733725"/>
            <a:chExt cx="2566206" cy="351310"/>
          </a:xfrm>
        </p:grpSpPr>
        <p:sp>
          <p:nvSpPr>
            <p:cNvPr id="2655" name="Google Shape;2655;p5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9" name="Google Shape;2659;p56"/>
          <p:cNvGrpSpPr/>
          <p:nvPr/>
        </p:nvGrpSpPr>
        <p:grpSpPr>
          <a:xfrm>
            <a:off x="1990126" y="3950602"/>
            <a:ext cx="946551" cy="153200"/>
            <a:chOff x="4404545" y="3301592"/>
            <a:chExt cx="782403" cy="129272"/>
          </a:xfrm>
        </p:grpSpPr>
        <p:sp>
          <p:nvSpPr>
            <p:cNvPr id="2660" name="Google Shape;2660;p5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2" name="Google Shape;2662;p56"/>
          <p:cNvGrpSpPr/>
          <p:nvPr/>
        </p:nvGrpSpPr>
        <p:grpSpPr>
          <a:xfrm>
            <a:off x="1990126" y="3695937"/>
            <a:ext cx="962257" cy="139127"/>
            <a:chOff x="4411970" y="3131459"/>
            <a:chExt cx="710520" cy="117397"/>
          </a:xfrm>
        </p:grpSpPr>
        <p:sp>
          <p:nvSpPr>
            <p:cNvPr id="2663" name="Google Shape;2663;p5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665" name="Google Shape;2665;p5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6" name="Google Shape;2666;p56"/>
          <p:cNvGrpSpPr/>
          <p:nvPr/>
        </p:nvGrpSpPr>
        <p:grpSpPr>
          <a:xfrm>
            <a:off x="990271" y="3621603"/>
            <a:ext cx="823838" cy="458988"/>
            <a:chOff x="4411970" y="1801825"/>
            <a:chExt cx="734586" cy="409262"/>
          </a:xfrm>
        </p:grpSpPr>
        <p:sp>
          <p:nvSpPr>
            <p:cNvPr id="2667" name="Google Shape;2667;p5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 name="Google Shape;2669;p56"/>
          <p:cNvGrpSpPr/>
          <p:nvPr/>
        </p:nvGrpSpPr>
        <p:grpSpPr>
          <a:xfrm>
            <a:off x="3095243" y="2339173"/>
            <a:ext cx="521514" cy="521514"/>
            <a:chOff x="5681300" y="2527788"/>
            <a:chExt cx="805800" cy="805800"/>
          </a:xfrm>
        </p:grpSpPr>
        <p:sp>
          <p:nvSpPr>
            <p:cNvPr id="2670" name="Google Shape;2670;p5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 name="Google Shape;2672;p56"/>
          <p:cNvGrpSpPr/>
          <p:nvPr/>
        </p:nvGrpSpPr>
        <p:grpSpPr>
          <a:xfrm>
            <a:off x="3089483" y="3094865"/>
            <a:ext cx="533033" cy="533033"/>
            <a:chOff x="4049800" y="640400"/>
            <a:chExt cx="858900" cy="858900"/>
          </a:xfrm>
        </p:grpSpPr>
        <p:sp>
          <p:nvSpPr>
            <p:cNvPr id="2673" name="Google Shape;2673;p5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5" name="Google Shape;2675;p56"/>
          <p:cNvGrpSpPr/>
          <p:nvPr/>
        </p:nvGrpSpPr>
        <p:grpSpPr>
          <a:xfrm>
            <a:off x="3014966" y="3772543"/>
            <a:ext cx="682068" cy="682068"/>
            <a:chOff x="5080188" y="927900"/>
            <a:chExt cx="961200" cy="961200"/>
          </a:xfrm>
        </p:grpSpPr>
        <p:sp>
          <p:nvSpPr>
            <p:cNvPr id="2676" name="Google Shape;2676;p5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4" name="Google Shape;2684;p56"/>
          <p:cNvGrpSpPr/>
          <p:nvPr/>
        </p:nvGrpSpPr>
        <p:grpSpPr>
          <a:xfrm>
            <a:off x="4478465" y="3869234"/>
            <a:ext cx="505650" cy="504006"/>
            <a:chOff x="6039282" y="1042577"/>
            <a:chExt cx="734315" cy="731929"/>
          </a:xfrm>
        </p:grpSpPr>
        <p:sp>
          <p:nvSpPr>
            <p:cNvPr id="2685" name="Google Shape;2685;p5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6" name="Google Shape;2706;p56"/>
          <p:cNvGrpSpPr/>
          <p:nvPr/>
        </p:nvGrpSpPr>
        <p:grpSpPr>
          <a:xfrm>
            <a:off x="5091067" y="2298862"/>
            <a:ext cx="567744" cy="602136"/>
            <a:chOff x="1825800" y="1651625"/>
            <a:chExt cx="539989" cy="571775"/>
          </a:xfrm>
        </p:grpSpPr>
        <p:sp>
          <p:nvSpPr>
            <p:cNvPr id="2707" name="Google Shape;2707;p5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1" name="Google Shape;2711;p56"/>
          <p:cNvGrpSpPr/>
          <p:nvPr/>
        </p:nvGrpSpPr>
        <p:grpSpPr>
          <a:xfrm>
            <a:off x="3765995" y="3855579"/>
            <a:ext cx="508123" cy="507955"/>
            <a:chOff x="1897577" y="2802432"/>
            <a:chExt cx="492176" cy="492014"/>
          </a:xfrm>
        </p:grpSpPr>
        <p:sp>
          <p:nvSpPr>
            <p:cNvPr id="2712" name="Google Shape;2712;p5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4" name="Google Shape;2724;p56"/>
          <p:cNvGrpSpPr/>
          <p:nvPr/>
        </p:nvGrpSpPr>
        <p:grpSpPr>
          <a:xfrm>
            <a:off x="997525" y="4169123"/>
            <a:ext cx="809227" cy="200842"/>
            <a:chOff x="2013045" y="4813233"/>
            <a:chExt cx="921986" cy="228854"/>
          </a:xfrm>
        </p:grpSpPr>
        <p:sp>
          <p:nvSpPr>
            <p:cNvPr id="2725" name="Google Shape;2725;p5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7" name="Google Shape;2727;p56"/>
          <p:cNvGrpSpPr/>
          <p:nvPr/>
        </p:nvGrpSpPr>
        <p:grpSpPr>
          <a:xfrm>
            <a:off x="1005985" y="2656004"/>
            <a:ext cx="792421" cy="269941"/>
            <a:chOff x="1046767" y="4756633"/>
            <a:chExt cx="859646" cy="292841"/>
          </a:xfrm>
        </p:grpSpPr>
        <p:sp>
          <p:nvSpPr>
            <p:cNvPr id="2728" name="Google Shape;2728;p5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1" name="Google Shape;2731;p5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5" name="Google Shape;2735;p56"/>
          <p:cNvGrpSpPr/>
          <p:nvPr/>
        </p:nvGrpSpPr>
        <p:grpSpPr>
          <a:xfrm>
            <a:off x="7141841" y="2550562"/>
            <a:ext cx="166473" cy="141497"/>
            <a:chOff x="4660325" y="1866850"/>
            <a:chExt cx="68350" cy="58100"/>
          </a:xfrm>
        </p:grpSpPr>
        <p:sp>
          <p:nvSpPr>
            <p:cNvPr id="2736" name="Google Shape;2736;p5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8" name="Google Shape;2738;p56"/>
          <p:cNvGrpSpPr/>
          <p:nvPr/>
        </p:nvGrpSpPr>
        <p:grpSpPr>
          <a:xfrm>
            <a:off x="7451186" y="2576286"/>
            <a:ext cx="162515" cy="90049"/>
            <a:chOff x="4791775" y="1877500"/>
            <a:chExt cx="66725" cy="36975"/>
          </a:xfrm>
        </p:grpSpPr>
        <p:sp>
          <p:nvSpPr>
            <p:cNvPr id="2739" name="Google Shape;2739;p5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1" name="Google Shape;2741;p56"/>
          <p:cNvGrpSpPr/>
          <p:nvPr/>
        </p:nvGrpSpPr>
        <p:grpSpPr>
          <a:xfrm>
            <a:off x="7772899" y="2576286"/>
            <a:ext cx="144979" cy="90049"/>
            <a:chOff x="4923925" y="1877500"/>
            <a:chExt cx="59525" cy="36975"/>
          </a:xfrm>
        </p:grpSpPr>
        <p:sp>
          <p:nvSpPr>
            <p:cNvPr id="2742" name="Google Shape;2742;p5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4" name="Google Shape;2744;p56"/>
          <p:cNvGrpSpPr/>
          <p:nvPr/>
        </p:nvGrpSpPr>
        <p:grpSpPr>
          <a:xfrm>
            <a:off x="8067390" y="2558477"/>
            <a:ext cx="141447" cy="125667"/>
            <a:chOff x="5058450" y="1870100"/>
            <a:chExt cx="58075" cy="51600"/>
          </a:xfrm>
        </p:grpSpPr>
        <p:sp>
          <p:nvSpPr>
            <p:cNvPr id="2745" name="Google Shape;2745;p5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7" name="Google Shape;2747;p56"/>
          <p:cNvGrpSpPr/>
          <p:nvPr/>
        </p:nvGrpSpPr>
        <p:grpSpPr>
          <a:xfrm>
            <a:off x="7481905" y="2980885"/>
            <a:ext cx="101077" cy="107645"/>
            <a:chOff x="4811425" y="2065025"/>
            <a:chExt cx="41500" cy="44200"/>
          </a:xfrm>
        </p:grpSpPr>
        <p:sp>
          <p:nvSpPr>
            <p:cNvPr id="2748" name="Google Shape;2748;p5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0" name="Google Shape;2750;p56"/>
          <p:cNvGrpSpPr/>
          <p:nvPr/>
        </p:nvGrpSpPr>
        <p:grpSpPr>
          <a:xfrm>
            <a:off x="7774342" y="2981098"/>
            <a:ext cx="120867" cy="107218"/>
            <a:chOff x="4929875" y="2065025"/>
            <a:chExt cx="49625" cy="44025"/>
          </a:xfrm>
        </p:grpSpPr>
        <p:sp>
          <p:nvSpPr>
            <p:cNvPr id="2751" name="Google Shape;2751;p5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3" name="Google Shape;2753;p56"/>
          <p:cNvGrpSpPr/>
          <p:nvPr/>
        </p:nvGrpSpPr>
        <p:grpSpPr>
          <a:xfrm>
            <a:off x="8103011" y="2984112"/>
            <a:ext cx="70206" cy="101191"/>
            <a:chOff x="5083925" y="2066350"/>
            <a:chExt cx="28825" cy="41550"/>
          </a:xfrm>
        </p:grpSpPr>
        <p:sp>
          <p:nvSpPr>
            <p:cNvPr id="2754" name="Google Shape;2754;p5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6" name="Google Shape;2756;p56"/>
          <p:cNvGrpSpPr/>
          <p:nvPr/>
        </p:nvGrpSpPr>
        <p:grpSpPr>
          <a:xfrm>
            <a:off x="7134565" y="2999759"/>
            <a:ext cx="181026" cy="69896"/>
            <a:chOff x="4659775" y="2072775"/>
            <a:chExt cx="74325" cy="28700"/>
          </a:xfrm>
        </p:grpSpPr>
        <p:sp>
          <p:nvSpPr>
            <p:cNvPr id="2757" name="Google Shape;2757;p5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0" name="Google Shape;2760;p56"/>
          <p:cNvGrpSpPr/>
          <p:nvPr/>
        </p:nvGrpSpPr>
        <p:grpSpPr>
          <a:xfrm>
            <a:off x="8054421" y="2790324"/>
            <a:ext cx="167387" cy="89197"/>
            <a:chOff x="4662475" y="1976500"/>
            <a:chExt cx="68725" cy="36625"/>
          </a:xfrm>
        </p:grpSpPr>
        <p:sp>
          <p:nvSpPr>
            <p:cNvPr id="2761" name="Google Shape;2761;p5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4" name="Google Shape;2764;p56"/>
          <p:cNvGrpSpPr/>
          <p:nvPr/>
        </p:nvGrpSpPr>
        <p:grpSpPr>
          <a:xfrm>
            <a:off x="7751326" y="2793764"/>
            <a:ext cx="166899" cy="82317"/>
            <a:chOff x="4920150" y="1977875"/>
            <a:chExt cx="68525" cy="33800"/>
          </a:xfrm>
        </p:grpSpPr>
        <p:sp>
          <p:nvSpPr>
            <p:cNvPr id="2765" name="Google Shape;2765;p5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8" name="Google Shape;2768;p56"/>
          <p:cNvGrpSpPr/>
          <p:nvPr/>
        </p:nvGrpSpPr>
        <p:grpSpPr>
          <a:xfrm>
            <a:off x="7162483" y="3197682"/>
            <a:ext cx="125190" cy="127859"/>
            <a:chOff x="4676550" y="2160575"/>
            <a:chExt cx="51400" cy="52500"/>
          </a:xfrm>
        </p:grpSpPr>
        <p:sp>
          <p:nvSpPr>
            <p:cNvPr id="2769" name="Google Shape;2769;p5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2" name="Google Shape;2772;p56"/>
          <p:cNvGrpSpPr/>
          <p:nvPr/>
        </p:nvGrpSpPr>
        <p:grpSpPr>
          <a:xfrm>
            <a:off x="7459741" y="3204714"/>
            <a:ext cx="145405" cy="113794"/>
            <a:chOff x="4768325" y="2163475"/>
            <a:chExt cx="59700" cy="46725"/>
          </a:xfrm>
        </p:grpSpPr>
        <p:sp>
          <p:nvSpPr>
            <p:cNvPr id="2773" name="Google Shape;2773;p5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5" name="Google Shape;2775;p5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1" name="Google Shape;2781;p56"/>
          <p:cNvGrpSpPr/>
          <p:nvPr/>
        </p:nvGrpSpPr>
        <p:grpSpPr>
          <a:xfrm>
            <a:off x="7476059" y="3459808"/>
            <a:ext cx="112768" cy="106853"/>
            <a:chOff x="4768575" y="2253950"/>
            <a:chExt cx="46300" cy="43875"/>
          </a:xfrm>
        </p:grpSpPr>
        <p:sp>
          <p:nvSpPr>
            <p:cNvPr id="2782" name="Google Shape;2782;p5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4" name="Google Shape;2784;p56"/>
          <p:cNvGrpSpPr/>
          <p:nvPr/>
        </p:nvGrpSpPr>
        <p:grpSpPr>
          <a:xfrm>
            <a:off x="7775682" y="3948834"/>
            <a:ext cx="118187" cy="146246"/>
            <a:chOff x="4960900" y="2433225"/>
            <a:chExt cx="48525" cy="60050"/>
          </a:xfrm>
        </p:grpSpPr>
        <p:sp>
          <p:nvSpPr>
            <p:cNvPr id="2785" name="Google Shape;2785;p5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7" name="Google Shape;2787;p56"/>
          <p:cNvGrpSpPr/>
          <p:nvPr/>
        </p:nvGrpSpPr>
        <p:grpSpPr>
          <a:xfrm>
            <a:off x="7464247" y="4212895"/>
            <a:ext cx="136394" cy="143810"/>
            <a:chOff x="4854075" y="2527625"/>
            <a:chExt cx="56000" cy="59050"/>
          </a:xfrm>
        </p:grpSpPr>
        <p:sp>
          <p:nvSpPr>
            <p:cNvPr id="2788" name="Google Shape;2788;p5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0" name="Google Shape;2790;p5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3" name="Google Shape;2793;p56"/>
          <p:cNvGrpSpPr/>
          <p:nvPr/>
        </p:nvGrpSpPr>
        <p:grpSpPr>
          <a:xfrm>
            <a:off x="8088458" y="3676639"/>
            <a:ext cx="99312" cy="160797"/>
            <a:chOff x="5059700" y="2334775"/>
            <a:chExt cx="40775" cy="66025"/>
          </a:xfrm>
        </p:grpSpPr>
        <p:sp>
          <p:nvSpPr>
            <p:cNvPr id="2794" name="Google Shape;2794;p5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3" name="Google Shape;2803;p56"/>
          <p:cNvGrpSpPr/>
          <p:nvPr/>
        </p:nvGrpSpPr>
        <p:grpSpPr>
          <a:xfrm>
            <a:off x="8045622" y="3941771"/>
            <a:ext cx="184984" cy="160371"/>
            <a:chOff x="5037700" y="2430325"/>
            <a:chExt cx="75950" cy="65850"/>
          </a:xfrm>
        </p:grpSpPr>
        <p:sp>
          <p:nvSpPr>
            <p:cNvPr id="2804" name="Google Shape;2804;p5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6" name="Google Shape;2806;p56"/>
          <p:cNvGrpSpPr/>
          <p:nvPr/>
        </p:nvGrpSpPr>
        <p:grpSpPr>
          <a:xfrm>
            <a:off x="7465128" y="3708223"/>
            <a:ext cx="173014" cy="97629"/>
            <a:chOff x="4756975" y="2341800"/>
            <a:chExt cx="91975" cy="51925"/>
          </a:xfrm>
        </p:grpSpPr>
        <p:sp>
          <p:nvSpPr>
            <p:cNvPr id="2807" name="Google Shape;2807;p5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7" name="Google Shape;2827;p56"/>
          <p:cNvGrpSpPr/>
          <p:nvPr/>
        </p:nvGrpSpPr>
        <p:grpSpPr>
          <a:xfrm>
            <a:off x="7732065" y="4196920"/>
            <a:ext cx="212497" cy="175761"/>
            <a:chOff x="4943575" y="2516350"/>
            <a:chExt cx="98675" cy="81700"/>
          </a:xfrm>
        </p:grpSpPr>
        <p:sp>
          <p:nvSpPr>
            <p:cNvPr id="2828" name="Google Shape;2828;p5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6" name="Google Shape;2906;p5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4" name="Shape 2914"/>
        <p:cNvGrpSpPr/>
        <p:nvPr/>
      </p:nvGrpSpPr>
      <p:grpSpPr>
        <a:xfrm>
          <a:off x="0" y="0"/>
          <a:ext cx="0" cy="0"/>
          <a:chOff x="0" y="0"/>
          <a:chExt cx="0" cy="0"/>
        </a:xfrm>
      </p:grpSpPr>
      <p:grpSp>
        <p:nvGrpSpPr>
          <p:cNvPr id="2915" name="Google Shape;2915;p57"/>
          <p:cNvGrpSpPr/>
          <p:nvPr/>
        </p:nvGrpSpPr>
        <p:grpSpPr>
          <a:xfrm>
            <a:off x="745571" y="1168666"/>
            <a:ext cx="2492868" cy="1379876"/>
            <a:chOff x="2654821" y="2311071"/>
            <a:chExt cx="2279715" cy="1262120"/>
          </a:xfrm>
        </p:grpSpPr>
        <p:grpSp>
          <p:nvGrpSpPr>
            <p:cNvPr id="2916" name="Google Shape;2916;p57"/>
            <p:cNvGrpSpPr/>
            <p:nvPr/>
          </p:nvGrpSpPr>
          <p:grpSpPr>
            <a:xfrm>
              <a:off x="4034269" y="2840745"/>
              <a:ext cx="40212" cy="36437"/>
              <a:chOff x="4293400" y="2574725"/>
              <a:chExt cx="84425" cy="80100"/>
            </a:xfrm>
          </p:grpSpPr>
          <p:sp>
            <p:nvSpPr>
              <p:cNvPr id="2917" name="Google Shape;2917;p5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918" name="Google Shape;2918;p5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9" name="Google Shape;2919;p57"/>
            <p:cNvGrpSpPr/>
            <p:nvPr/>
          </p:nvGrpSpPr>
          <p:grpSpPr>
            <a:xfrm>
              <a:off x="3894606" y="2334874"/>
              <a:ext cx="913198" cy="518984"/>
              <a:chOff x="4000175" y="1462675"/>
              <a:chExt cx="1917275" cy="1140875"/>
            </a:xfrm>
          </p:grpSpPr>
          <p:sp>
            <p:nvSpPr>
              <p:cNvPr id="2920" name="Google Shape;2920;p5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921" name="Google Shape;2921;p57"/>
              <p:cNvGrpSpPr/>
              <p:nvPr/>
            </p:nvGrpSpPr>
            <p:grpSpPr>
              <a:xfrm>
                <a:off x="4000175" y="1462675"/>
                <a:ext cx="1917275" cy="1140875"/>
                <a:chOff x="4000175" y="1462675"/>
                <a:chExt cx="1917275" cy="1140875"/>
              </a:xfrm>
            </p:grpSpPr>
            <p:sp>
              <p:nvSpPr>
                <p:cNvPr id="2922" name="Google Shape;2922;p5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923" name="Google Shape;2923;p5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927" name="Google Shape;2927;p5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28" name="Google Shape;2928;p57"/>
            <p:cNvGrpSpPr/>
            <p:nvPr/>
          </p:nvGrpSpPr>
          <p:grpSpPr>
            <a:xfrm>
              <a:off x="3875768" y="2846704"/>
              <a:ext cx="44796" cy="47366"/>
              <a:chOff x="3960625" y="2587825"/>
              <a:chExt cx="94050" cy="104125"/>
            </a:xfrm>
          </p:grpSpPr>
          <p:sp>
            <p:nvSpPr>
              <p:cNvPr id="2929" name="Google Shape;2929;p5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930" name="Google Shape;2930;p5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1" name="Google Shape;2931;p57"/>
            <p:cNvGrpSpPr/>
            <p:nvPr/>
          </p:nvGrpSpPr>
          <p:grpSpPr>
            <a:xfrm>
              <a:off x="3782759" y="2807162"/>
              <a:ext cx="82686" cy="85487"/>
              <a:chOff x="3765350" y="2500900"/>
              <a:chExt cx="173600" cy="187925"/>
            </a:xfrm>
          </p:grpSpPr>
          <p:sp>
            <p:nvSpPr>
              <p:cNvPr id="2932" name="Google Shape;2932;p5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933" name="Google Shape;2933;p5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8" name="Google Shape;2938;p57"/>
            <p:cNvGrpSpPr/>
            <p:nvPr/>
          </p:nvGrpSpPr>
          <p:grpSpPr>
            <a:xfrm>
              <a:off x="3775674" y="2798496"/>
              <a:ext cx="40545" cy="23564"/>
              <a:chOff x="3750475" y="2481850"/>
              <a:chExt cx="85125" cy="51800"/>
            </a:xfrm>
          </p:grpSpPr>
          <p:sp>
            <p:nvSpPr>
              <p:cNvPr id="2939" name="Google Shape;2939;p5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941" name="Google Shape;2941;p57"/>
            <p:cNvGrpSpPr/>
            <p:nvPr/>
          </p:nvGrpSpPr>
          <p:grpSpPr>
            <a:xfrm>
              <a:off x="3716946" y="2776024"/>
              <a:ext cx="81971" cy="76912"/>
              <a:chOff x="3627175" y="2432450"/>
              <a:chExt cx="172100" cy="169075"/>
            </a:xfrm>
          </p:grpSpPr>
          <p:sp>
            <p:nvSpPr>
              <p:cNvPr id="2942" name="Google Shape;2942;p5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944" name="Google Shape;2944;p5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945" name="Google Shape;2945;p57"/>
            <p:cNvGrpSpPr/>
            <p:nvPr/>
          </p:nvGrpSpPr>
          <p:grpSpPr>
            <a:xfrm>
              <a:off x="3685682" y="2845624"/>
              <a:ext cx="29311" cy="45055"/>
              <a:chOff x="3561536" y="2585450"/>
              <a:chExt cx="61539" cy="99045"/>
            </a:xfrm>
          </p:grpSpPr>
          <p:sp>
            <p:nvSpPr>
              <p:cNvPr id="2946" name="Google Shape;2946;p5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948" name="Google Shape;2948;p57"/>
            <p:cNvGrpSpPr/>
            <p:nvPr/>
          </p:nvGrpSpPr>
          <p:grpSpPr>
            <a:xfrm>
              <a:off x="3849905" y="2572252"/>
              <a:ext cx="74339" cy="119559"/>
              <a:chOff x="3906325" y="1984500"/>
              <a:chExt cx="156075" cy="262825"/>
            </a:xfrm>
          </p:grpSpPr>
          <p:sp>
            <p:nvSpPr>
              <p:cNvPr id="2949" name="Google Shape;2949;p5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950" name="Google Shape;2950;p5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1" name="Google Shape;2951;p57"/>
            <p:cNvGrpSpPr/>
            <p:nvPr/>
          </p:nvGrpSpPr>
          <p:grpSpPr>
            <a:xfrm>
              <a:off x="2654821" y="2414345"/>
              <a:ext cx="667570" cy="558731"/>
              <a:chOff x="1397225" y="1637375"/>
              <a:chExt cx="1401575" cy="1228250"/>
            </a:xfrm>
          </p:grpSpPr>
          <p:sp>
            <p:nvSpPr>
              <p:cNvPr id="2952" name="Google Shape;2952;p5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953" name="Google Shape;2953;p57"/>
              <p:cNvGrpSpPr/>
              <p:nvPr/>
            </p:nvGrpSpPr>
            <p:grpSpPr>
              <a:xfrm>
                <a:off x="1397225" y="1637375"/>
                <a:ext cx="1398775" cy="1228250"/>
                <a:chOff x="1397225" y="1637375"/>
                <a:chExt cx="1398775" cy="1228250"/>
              </a:xfrm>
            </p:grpSpPr>
            <p:sp>
              <p:nvSpPr>
                <p:cNvPr id="2954" name="Google Shape;2954;p5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56" name="Google Shape;2956;p57"/>
            <p:cNvGrpSpPr/>
            <p:nvPr/>
          </p:nvGrpSpPr>
          <p:grpSpPr>
            <a:xfrm>
              <a:off x="3230417" y="3103734"/>
              <a:ext cx="282982" cy="280332"/>
              <a:chOff x="2605700" y="3152850"/>
              <a:chExt cx="594125" cy="616250"/>
            </a:xfrm>
          </p:grpSpPr>
          <p:sp>
            <p:nvSpPr>
              <p:cNvPr id="2957" name="Google Shape;2957;p5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958" name="Google Shape;2958;p5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959" name="Google Shape;2959;p57"/>
            <p:cNvGrpSpPr/>
            <p:nvPr/>
          </p:nvGrpSpPr>
          <p:grpSpPr>
            <a:xfrm>
              <a:off x="3265985" y="3226989"/>
              <a:ext cx="87151" cy="346202"/>
              <a:chOff x="2680375" y="3423800"/>
              <a:chExt cx="182975" cy="761050"/>
            </a:xfrm>
          </p:grpSpPr>
          <p:sp>
            <p:nvSpPr>
              <p:cNvPr id="2960" name="Google Shape;2960;p5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961" name="Google Shape;2961;p5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2" name="Google Shape;2962;p57"/>
            <p:cNvGrpSpPr/>
            <p:nvPr/>
          </p:nvGrpSpPr>
          <p:grpSpPr>
            <a:xfrm>
              <a:off x="3855466" y="3289811"/>
              <a:ext cx="112514" cy="94210"/>
              <a:chOff x="3918000" y="3561900"/>
              <a:chExt cx="236225" cy="207100"/>
            </a:xfrm>
          </p:grpSpPr>
          <p:sp>
            <p:nvSpPr>
              <p:cNvPr id="2963" name="Google Shape;2963;p5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964" name="Google Shape;2964;p5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5" name="Google Shape;2965;p5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968" name="Google Shape;2968;p57"/>
            <p:cNvGrpSpPr/>
            <p:nvPr/>
          </p:nvGrpSpPr>
          <p:grpSpPr>
            <a:xfrm>
              <a:off x="2905224" y="2311071"/>
              <a:ext cx="596721" cy="528992"/>
              <a:chOff x="1922950" y="1410350"/>
              <a:chExt cx="1252825" cy="1162875"/>
            </a:xfrm>
          </p:grpSpPr>
          <p:sp>
            <p:nvSpPr>
              <p:cNvPr id="2969" name="Google Shape;2969;p5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985" name="Google Shape;2985;p5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005" name="Google Shape;3005;p5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006" name="Google Shape;3006;p5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7" name="Google Shape;3007;p57"/>
            <p:cNvGrpSpPr/>
            <p:nvPr/>
          </p:nvGrpSpPr>
          <p:grpSpPr>
            <a:xfrm>
              <a:off x="3280929" y="3294542"/>
              <a:ext cx="109894" cy="272224"/>
              <a:chOff x="2711750" y="3572300"/>
              <a:chExt cx="230725" cy="598425"/>
            </a:xfrm>
          </p:grpSpPr>
          <p:sp>
            <p:nvSpPr>
              <p:cNvPr id="3008" name="Google Shape;3008;p5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0" name="Google Shape;3010;p5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1" name="Google Shape;3011;p57"/>
            <p:cNvGrpSpPr/>
            <p:nvPr/>
          </p:nvGrpSpPr>
          <p:grpSpPr>
            <a:xfrm>
              <a:off x="3790439" y="2408636"/>
              <a:ext cx="73017" cy="75684"/>
              <a:chOff x="3781475" y="1624825"/>
              <a:chExt cx="153300" cy="166375"/>
            </a:xfrm>
          </p:grpSpPr>
          <p:sp>
            <p:nvSpPr>
              <p:cNvPr id="3012" name="Google Shape;3012;p5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6" name="Google Shape;3016;p5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3" name="Google Shape;3023;p57"/>
            <p:cNvGrpSpPr/>
            <p:nvPr/>
          </p:nvGrpSpPr>
          <p:grpSpPr>
            <a:xfrm>
              <a:off x="4403342" y="3107749"/>
              <a:ext cx="316680" cy="101374"/>
              <a:chOff x="5068275" y="3161675"/>
              <a:chExt cx="664875" cy="222850"/>
            </a:xfrm>
          </p:grpSpPr>
          <p:sp>
            <p:nvSpPr>
              <p:cNvPr id="3024" name="Google Shape;3024;p5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8" name="Google Shape;3028;p5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7" name="Google Shape;3057;p57"/>
            <p:cNvGrpSpPr/>
            <p:nvPr/>
          </p:nvGrpSpPr>
          <p:grpSpPr>
            <a:xfrm>
              <a:off x="3697513" y="2707266"/>
              <a:ext cx="59549" cy="79733"/>
              <a:chOff x="3586375" y="2281300"/>
              <a:chExt cx="125025" cy="175275"/>
            </a:xfrm>
          </p:grpSpPr>
          <p:sp>
            <p:nvSpPr>
              <p:cNvPr id="3058" name="Google Shape;3058;p5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0" name="Google Shape;3060;p5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1" name="Google Shape;3061;p57"/>
            <p:cNvGrpSpPr/>
            <p:nvPr/>
          </p:nvGrpSpPr>
          <p:grpSpPr>
            <a:xfrm>
              <a:off x="4513224" y="3221724"/>
              <a:ext cx="274563" cy="280321"/>
              <a:chOff x="5298975" y="3412225"/>
              <a:chExt cx="576450" cy="616225"/>
            </a:xfrm>
          </p:grpSpPr>
          <p:sp>
            <p:nvSpPr>
              <p:cNvPr id="3062" name="Google Shape;3062;p5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063" name="Google Shape;3063;p5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4" name="Google Shape;3064;p57"/>
            <p:cNvGrpSpPr/>
            <p:nvPr/>
          </p:nvGrpSpPr>
          <p:grpSpPr>
            <a:xfrm>
              <a:off x="4824403" y="3421846"/>
              <a:ext cx="110132" cy="130647"/>
              <a:chOff x="5952300" y="3852150"/>
              <a:chExt cx="231225" cy="287200"/>
            </a:xfrm>
          </p:grpSpPr>
          <p:sp>
            <p:nvSpPr>
              <p:cNvPr id="3065" name="Google Shape;3065;p5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7" name="Google Shape;3067;p5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5" name="Google Shape;3075;p57"/>
            <p:cNvGrpSpPr/>
            <p:nvPr/>
          </p:nvGrpSpPr>
          <p:grpSpPr>
            <a:xfrm>
              <a:off x="4295710" y="3079670"/>
              <a:ext cx="14968" cy="27135"/>
              <a:chOff x="4842300" y="3099950"/>
              <a:chExt cx="31425" cy="59650"/>
            </a:xfrm>
          </p:grpSpPr>
          <p:sp>
            <p:nvSpPr>
              <p:cNvPr id="3076" name="Google Shape;3076;p5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0" name="Google Shape;3080;p5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8" name="Google Shape;3088;p57"/>
            <p:cNvGrpSpPr/>
            <p:nvPr/>
          </p:nvGrpSpPr>
          <p:grpSpPr>
            <a:xfrm>
              <a:off x="3831056" y="2816010"/>
              <a:ext cx="37378" cy="27612"/>
              <a:chOff x="3866750" y="2520350"/>
              <a:chExt cx="78475" cy="60700"/>
            </a:xfrm>
          </p:grpSpPr>
          <p:sp>
            <p:nvSpPr>
              <p:cNvPr id="3089" name="Google Shape;3089;p5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3" name="Google Shape;3093;p5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110" name="Google Shape;3110;p5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122" name="Google Shape;3122;p5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5" name="Google Shape;3135;p57"/>
            <p:cNvGrpSpPr/>
            <p:nvPr/>
          </p:nvGrpSpPr>
          <p:grpSpPr>
            <a:xfrm>
              <a:off x="3632736" y="3051591"/>
              <a:ext cx="63288" cy="45217"/>
              <a:chOff x="3450375" y="3038225"/>
              <a:chExt cx="132875" cy="99400"/>
            </a:xfrm>
          </p:grpSpPr>
          <p:sp>
            <p:nvSpPr>
              <p:cNvPr id="3136" name="Google Shape;3136;p5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8" name="Google Shape;3138;p5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47" name="Google Shape;3147;p5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57" name="Google Shape;3157;p5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163" name="Google Shape;3163;p5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3" name="Google Shape;3173;p57"/>
          <p:cNvGrpSpPr/>
          <p:nvPr/>
        </p:nvGrpSpPr>
        <p:grpSpPr>
          <a:xfrm>
            <a:off x="3554131" y="1233340"/>
            <a:ext cx="2078182" cy="1366558"/>
            <a:chOff x="235800" y="830650"/>
            <a:chExt cx="6978450" cy="4588844"/>
          </a:xfrm>
        </p:grpSpPr>
        <p:sp>
          <p:nvSpPr>
            <p:cNvPr id="3174" name="Google Shape;3174;p5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57"/>
          <p:cNvGrpSpPr/>
          <p:nvPr/>
        </p:nvGrpSpPr>
        <p:grpSpPr>
          <a:xfrm>
            <a:off x="742628" y="3064442"/>
            <a:ext cx="2622876" cy="1333540"/>
            <a:chOff x="238125" y="1038125"/>
            <a:chExt cx="7146800" cy="3633625"/>
          </a:xfrm>
        </p:grpSpPr>
        <p:sp>
          <p:nvSpPr>
            <p:cNvPr id="3181" name="Google Shape;3181;p5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57"/>
          <p:cNvGrpSpPr/>
          <p:nvPr/>
        </p:nvGrpSpPr>
        <p:grpSpPr>
          <a:xfrm>
            <a:off x="5857556" y="1206552"/>
            <a:ext cx="2590840" cy="1380235"/>
            <a:chOff x="233350" y="949250"/>
            <a:chExt cx="7137300" cy="3802300"/>
          </a:xfrm>
        </p:grpSpPr>
        <p:sp>
          <p:nvSpPr>
            <p:cNvPr id="4754" name="Google Shape;4754;p5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 name="Google Shape;4805;p57"/>
          <p:cNvGrpSpPr/>
          <p:nvPr/>
        </p:nvGrpSpPr>
        <p:grpSpPr>
          <a:xfrm>
            <a:off x="7671985" y="3251325"/>
            <a:ext cx="104231" cy="320340"/>
            <a:chOff x="7564426" y="3224343"/>
            <a:chExt cx="119985" cy="368801"/>
          </a:xfrm>
        </p:grpSpPr>
        <p:sp>
          <p:nvSpPr>
            <p:cNvPr id="4806" name="Google Shape;4806;p5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8" name="Google Shape;4808;p57"/>
          <p:cNvGrpSpPr/>
          <p:nvPr/>
        </p:nvGrpSpPr>
        <p:grpSpPr>
          <a:xfrm>
            <a:off x="7371473" y="3245427"/>
            <a:ext cx="189489" cy="332132"/>
            <a:chOff x="8370831" y="3202002"/>
            <a:chExt cx="218129" cy="382376"/>
          </a:xfrm>
        </p:grpSpPr>
        <p:sp>
          <p:nvSpPr>
            <p:cNvPr id="4809" name="Google Shape;4809;p5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1" name="Google Shape;4811;p57"/>
          <p:cNvGrpSpPr/>
          <p:nvPr/>
        </p:nvGrpSpPr>
        <p:grpSpPr>
          <a:xfrm>
            <a:off x="8094863" y="3656559"/>
            <a:ext cx="309429" cy="267000"/>
            <a:chOff x="6742064" y="3750480"/>
            <a:chExt cx="399315" cy="344560"/>
          </a:xfrm>
        </p:grpSpPr>
        <p:sp>
          <p:nvSpPr>
            <p:cNvPr id="4812" name="Google Shape;4812;p5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57"/>
          <p:cNvGrpSpPr/>
          <p:nvPr/>
        </p:nvGrpSpPr>
        <p:grpSpPr>
          <a:xfrm>
            <a:off x="7633882" y="4007606"/>
            <a:ext cx="180437" cy="281608"/>
            <a:chOff x="7248525" y="3739696"/>
            <a:chExt cx="230531" cy="359790"/>
          </a:xfrm>
        </p:grpSpPr>
        <p:sp>
          <p:nvSpPr>
            <p:cNvPr id="4815" name="Google Shape;4815;p5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7" name="Google Shape;4817;p57"/>
          <p:cNvGrpSpPr/>
          <p:nvPr/>
        </p:nvGrpSpPr>
        <p:grpSpPr>
          <a:xfrm>
            <a:off x="7879801" y="3650830"/>
            <a:ext cx="162896" cy="278710"/>
            <a:chOff x="7601242" y="3729267"/>
            <a:chExt cx="222566" cy="380803"/>
          </a:xfrm>
        </p:grpSpPr>
        <p:sp>
          <p:nvSpPr>
            <p:cNvPr id="4818" name="Google Shape;4818;p5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0" name="Google Shape;4820;p57"/>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1" name="Google Shape;4821;p57"/>
          <p:cNvGrpSpPr/>
          <p:nvPr/>
        </p:nvGrpSpPr>
        <p:grpSpPr>
          <a:xfrm>
            <a:off x="7369446" y="3651971"/>
            <a:ext cx="193543" cy="275990"/>
            <a:chOff x="8304647" y="3738687"/>
            <a:chExt cx="225076" cy="320956"/>
          </a:xfrm>
        </p:grpSpPr>
        <p:sp>
          <p:nvSpPr>
            <p:cNvPr id="4822" name="Google Shape;4822;p5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5" name="Google Shape;4825;p57"/>
          <p:cNvGrpSpPr/>
          <p:nvPr/>
        </p:nvGrpSpPr>
        <p:grpSpPr>
          <a:xfrm>
            <a:off x="7641939" y="3651971"/>
            <a:ext cx="178492" cy="275990"/>
            <a:chOff x="8615101" y="3738687"/>
            <a:chExt cx="207573" cy="320956"/>
          </a:xfrm>
        </p:grpSpPr>
        <p:sp>
          <p:nvSpPr>
            <p:cNvPr id="4826" name="Google Shape;4826;p5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9" name="Google Shape;4829;p57"/>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0" name="Google Shape;4830;p57"/>
          <p:cNvGrpSpPr/>
          <p:nvPr/>
        </p:nvGrpSpPr>
        <p:grpSpPr>
          <a:xfrm>
            <a:off x="6036644" y="3773459"/>
            <a:ext cx="557670" cy="511283"/>
            <a:chOff x="6015419" y="3716859"/>
            <a:chExt cx="557671" cy="511283"/>
          </a:xfrm>
        </p:grpSpPr>
        <p:sp>
          <p:nvSpPr>
            <p:cNvPr id="4831" name="Google Shape;4831;p5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2" name="Google Shape;4832;p57"/>
            <p:cNvGrpSpPr/>
            <p:nvPr/>
          </p:nvGrpSpPr>
          <p:grpSpPr>
            <a:xfrm>
              <a:off x="6036094" y="3716980"/>
              <a:ext cx="529860" cy="510468"/>
              <a:chOff x="6036094" y="3716980"/>
              <a:chExt cx="529860" cy="510468"/>
            </a:xfrm>
          </p:grpSpPr>
          <p:sp>
            <p:nvSpPr>
              <p:cNvPr id="4833" name="Google Shape;4833;p5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3" name="Google Shape;4843;p57"/>
          <p:cNvGrpSpPr/>
          <p:nvPr/>
        </p:nvGrpSpPr>
        <p:grpSpPr>
          <a:xfrm>
            <a:off x="6665529" y="3130228"/>
            <a:ext cx="576302" cy="511871"/>
            <a:chOff x="6644304" y="3073628"/>
            <a:chExt cx="576302" cy="511871"/>
          </a:xfrm>
        </p:grpSpPr>
        <p:sp>
          <p:nvSpPr>
            <p:cNvPr id="4844" name="Google Shape;4844;p5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5" name="Google Shape;4845;p57"/>
            <p:cNvGrpSpPr/>
            <p:nvPr/>
          </p:nvGrpSpPr>
          <p:grpSpPr>
            <a:xfrm>
              <a:off x="6712169" y="3085440"/>
              <a:ext cx="481622" cy="494913"/>
              <a:chOff x="6712169" y="3085440"/>
              <a:chExt cx="481622" cy="494913"/>
            </a:xfrm>
          </p:grpSpPr>
          <p:sp>
            <p:nvSpPr>
              <p:cNvPr id="4846" name="Google Shape;4846;p5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1" name="Google Shape;4851;p5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4" name="Google Shape;4854;p57"/>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5" name="Google Shape;4855;p57"/>
          <p:cNvGrpSpPr/>
          <p:nvPr/>
        </p:nvGrpSpPr>
        <p:grpSpPr>
          <a:xfrm>
            <a:off x="6673379" y="3773223"/>
            <a:ext cx="560631" cy="511352"/>
            <a:chOff x="6652154" y="3716623"/>
            <a:chExt cx="560631" cy="511352"/>
          </a:xfrm>
        </p:grpSpPr>
        <p:sp>
          <p:nvSpPr>
            <p:cNvPr id="4856" name="Google Shape;4856;p5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7" name="Google Shape;4857;p57"/>
            <p:cNvGrpSpPr/>
            <p:nvPr/>
          </p:nvGrpSpPr>
          <p:grpSpPr>
            <a:xfrm>
              <a:off x="6669657" y="3716715"/>
              <a:ext cx="466779" cy="464290"/>
              <a:chOff x="6669657" y="3716715"/>
              <a:chExt cx="466779" cy="464290"/>
            </a:xfrm>
          </p:grpSpPr>
          <p:sp>
            <p:nvSpPr>
              <p:cNvPr id="4858" name="Google Shape;4858;p5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1" name="Google Shape;4871;p57"/>
          <p:cNvGrpSpPr/>
          <p:nvPr/>
        </p:nvGrpSpPr>
        <p:grpSpPr>
          <a:xfrm>
            <a:off x="7867470" y="4054631"/>
            <a:ext cx="187557" cy="187557"/>
            <a:chOff x="8565775" y="671075"/>
            <a:chExt cx="441000" cy="441000"/>
          </a:xfrm>
        </p:grpSpPr>
        <p:sp>
          <p:nvSpPr>
            <p:cNvPr id="4872" name="Google Shape;4872;p5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4" name="Google Shape;4874;p57"/>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7"/>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6" name="Google Shape;4876;p57"/>
          <p:cNvGrpSpPr/>
          <p:nvPr/>
        </p:nvGrpSpPr>
        <p:grpSpPr>
          <a:xfrm>
            <a:off x="6021325" y="3132850"/>
            <a:ext cx="587871" cy="512373"/>
            <a:chOff x="6000100" y="3076250"/>
            <a:chExt cx="587871" cy="512373"/>
          </a:xfrm>
        </p:grpSpPr>
        <p:sp>
          <p:nvSpPr>
            <p:cNvPr id="4877" name="Google Shape;4877;p5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8" name="Google Shape;4878;p57"/>
            <p:cNvGrpSpPr/>
            <p:nvPr/>
          </p:nvGrpSpPr>
          <p:grpSpPr>
            <a:xfrm>
              <a:off x="6031360" y="3076713"/>
              <a:ext cx="539107" cy="480965"/>
              <a:chOff x="6031360" y="3076713"/>
              <a:chExt cx="539107" cy="480965"/>
            </a:xfrm>
          </p:grpSpPr>
          <p:sp>
            <p:nvSpPr>
              <p:cNvPr id="4879" name="Google Shape;4879;p5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6" name="Google Shape;4886;p57"/>
          <p:cNvGrpSpPr/>
          <p:nvPr/>
        </p:nvGrpSpPr>
        <p:grpSpPr>
          <a:xfrm>
            <a:off x="3597785" y="3065882"/>
            <a:ext cx="2241344" cy="1330656"/>
            <a:chOff x="3597785" y="3065882"/>
            <a:chExt cx="2241344" cy="1330656"/>
          </a:xfrm>
        </p:grpSpPr>
        <p:grpSp>
          <p:nvGrpSpPr>
            <p:cNvPr id="4887" name="Google Shape;4887;p57"/>
            <p:cNvGrpSpPr/>
            <p:nvPr/>
          </p:nvGrpSpPr>
          <p:grpSpPr>
            <a:xfrm>
              <a:off x="5296908" y="3937355"/>
              <a:ext cx="143198" cy="32380"/>
              <a:chOff x="5296908" y="3937355"/>
              <a:chExt cx="143198" cy="32380"/>
            </a:xfrm>
          </p:grpSpPr>
          <p:sp>
            <p:nvSpPr>
              <p:cNvPr id="4888" name="Google Shape;4888;p57"/>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9" name="Google Shape;4889;p57"/>
              <p:cNvGrpSpPr/>
              <p:nvPr/>
            </p:nvGrpSpPr>
            <p:grpSpPr>
              <a:xfrm>
                <a:off x="5402331" y="3937355"/>
                <a:ext cx="37776" cy="32380"/>
                <a:chOff x="5402331" y="3937355"/>
                <a:chExt cx="37776" cy="32380"/>
              </a:xfrm>
            </p:grpSpPr>
            <p:sp>
              <p:nvSpPr>
                <p:cNvPr id="4890" name="Google Shape;4890;p57"/>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7"/>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57"/>
              <p:cNvGrpSpPr/>
              <p:nvPr/>
            </p:nvGrpSpPr>
            <p:grpSpPr>
              <a:xfrm>
                <a:off x="5296908" y="3937355"/>
                <a:ext cx="37783" cy="32380"/>
                <a:chOff x="5296908" y="3937355"/>
                <a:chExt cx="37783" cy="32380"/>
              </a:xfrm>
            </p:grpSpPr>
            <p:sp>
              <p:nvSpPr>
                <p:cNvPr id="4893" name="Google Shape;4893;p57"/>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7"/>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95" name="Google Shape;4895;p57"/>
            <p:cNvGrpSpPr/>
            <p:nvPr/>
          </p:nvGrpSpPr>
          <p:grpSpPr>
            <a:xfrm>
              <a:off x="4724163" y="3119631"/>
              <a:ext cx="120838" cy="84218"/>
              <a:chOff x="4724163" y="3119631"/>
              <a:chExt cx="120838" cy="84218"/>
            </a:xfrm>
          </p:grpSpPr>
          <p:grpSp>
            <p:nvGrpSpPr>
              <p:cNvPr id="4896" name="Google Shape;4896;p57"/>
              <p:cNvGrpSpPr/>
              <p:nvPr/>
            </p:nvGrpSpPr>
            <p:grpSpPr>
              <a:xfrm>
                <a:off x="4746712" y="3132773"/>
                <a:ext cx="86869" cy="56424"/>
                <a:chOff x="4746712" y="3132773"/>
                <a:chExt cx="86869" cy="56424"/>
              </a:xfrm>
            </p:grpSpPr>
            <p:sp>
              <p:nvSpPr>
                <p:cNvPr id="4897" name="Google Shape;4897;p57"/>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7"/>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9" name="Google Shape;4899;p57"/>
              <p:cNvGrpSpPr/>
              <p:nvPr/>
            </p:nvGrpSpPr>
            <p:grpSpPr>
              <a:xfrm>
                <a:off x="4773634" y="3143336"/>
                <a:ext cx="37776" cy="32451"/>
                <a:chOff x="4773634" y="3143336"/>
                <a:chExt cx="37776" cy="32451"/>
              </a:xfrm>
            </p:grpSpPr>
            <p:sp>
              <p:nvSpPr>
                <p:cNvPr id="4900" name="Google Shape;4900;p57"/>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7"/>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2" name="Google Shape;4902;p57"/>
              <p:cNvGrpSpPr/>
              <p:nvPr/>
            </p:nvGrpSpPr>
            <p:grpSpPr>
              <a:xfrm>
                <a:off x="4724163" y="3131248"/>
                <a:ext cx="37776" cy="32459"/>
                <a:chOff x="4724163" y="3131248"/>
                <a:chExt cx="37776" cy="32459"/>
              </a:xfrm>
            </p:grpSpPr>
            <p:sp>
              <p:nvSpPr>
                <p:cNvPr id="4903" name="Google Shape;4903;p57"/>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7"/>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57"/>
              <p:cNvGrpSpPr/>
              <p:nvPr/>
            </p:nvGrpSpPr>
            <p:grpSpPr>
              <a:xfrm>
                <a:off x="4755081" y="3176054"/>
                <a:ext cx="32357" cy="27795"/>
                <a:chOff x="4755081" y="3176054"/>
                <a:chExt cx="32357" cy="27795"/>
              </a:xfrm>
            </p:grpSpPr>
            <p:sp>
              <p:nvSpPr>
                <p:cNvPr id="4906" name="Google Shape;4906;p57"/>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7"/>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57"/>
              <p:cNvGrpSpPr/>
              <p:nvPr/>
            </p:nvGrpSpPr>
            <p:grpSpPr>
              <a:xfrm>
                <a:off x="4812550" y="3119631"/>
                <a:ext cx="32451" cy="27803"/>
                <a:chOff x="4812550" y="3119631"/>
                <a:chExt cx="32451" cy="27803"/>
              </a:xfrm>
            </p:grpSpPr>
            <p:sp>
              <p:nvSpPr>
                <p:cNvPr id="4909" name="Google Shape;4909;p57"/>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7"/>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1" name="Google Shape;4911;p57"/>
            <p:cNvGrpSpPr/>
            <p:nvPr/>
          </p:nvGrpSpPr>
          <p:grpSpPr>
            <a:xfrm>
              <a:off x="5382826" y="4027197"/>
              <a:ext cx="268967" cy="250422"/>
              <a:chOff x="5382826" y="4027197"/>
              <a:chExt cx="268967" cy="250422"/>
            </a:xfrm>
          </p:grpSpPr>
          <p:grpSp>
            <p:nvGrpSpPr>
              <p:cNvPr id="4912" name="Google Shape;4912;p57"/>
              <p:cNvGrpSpPr/>
              <p:nvPr/>
            </p:nvGrpSpPr>
            <p:grpSpPr>
              <a:xfrm>
                <a:off x="5405280" y="4042510"/>
                <a:ext cx="237570" cy="218647"/>
                <a:chOff x="5405280" y="4042510"/>
                <a:chExt cx="237570" cy="218647"/>
              </a:xfrm>
            </p:grpSpPr>
            <p:sp>
              <p:nvSpPr>
                <p:cNvPr id="4913" name="Google Shape;4913;p57"/>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7"/>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7"/>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7"/>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7"/>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7"/>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9" name="Google Shape;4919;p57"/>
              <p:cNvGrpSpPr/>
              <p:nvPr/>
            </p:nvGrpSpPr>
            <p:grpSpPr>
              <a:xfrm>
                <a:off x="5382826" y="4125549"/>
                <a:ext cx="37776" cy="32380"/>
                <a:chOff x="5382826" y="4125549"/>
                <a:chExt cx="37776" cy="32380"/>
              </a:xfrm>
            </p:grpSpPr>
            <p:sp>
              <p:nvSpPr>
                <p:cNvPr id="4920" name="Google Shape;4920;p57"/>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7"/>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57"/>
              <p:cNvGrpSpPr/>
              <p:nvPr/>
            </p:nvGrpSpPr>
            <p:grpSpPr>
              <a:xfrm>
                <a:off x="5475680" y="4195587"/>
                <a:ext cx="37783" cy="32364"/>
                <a:chOff x="5475680" y="4195587"/>
                <a:chExt cx="37783" cy="32364"/>
              </a:xfrm>
            </p:grpSpPr>
            <p:sp>
              <p:nvSpPr>
                <p:cNvPr id="4923" name="Google Shape;4923;p57"/>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7"/>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5" name="Google Shape;4925;p57"/>
              <p:cNvGrpSpPr/>
              <p:nvPr/>
            </p:nvGrpSpPr>
            <p:grpSpPr>
              <a:xfrm>
                <a:off x="5532575" y="4027197"/>
                <a:ext cx="33308" cy="32262"/>
                <a:chOff x="5532575" y="4027197"/>
                <a:chExt cx="33308" cy="32262"/>
              </a:xfrm>
            </p:grpSpPr>
            <p:sp>
              <p:nvSpPr>
                <p:cNvPr id="4926" name="Google Shape;4926;p57"/>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7"/>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8" name="Google Shape;4928;p57"/>
              <p:cNvGrpSpPr/>
              <p:nvPr/>
            </p:nvGrpSpPr>
            <p:grpSpPr>
              <a:xfrm>
                <a:off x="5590706" y="4245348"/>
                <a:ext cx="33497" cy="32270"/>
                <a:chOff x="5590706" y="4245348"/>
                <a:chExt cx="33497" cy="32270"/>
              </a:xfrm>
            </p:grpSpPr>
            <p:sp>
              <p:nvSpPr>
                <p:cNvPr id="4929" name="Google Shape;4929;p57"/>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7"/>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1" name="Google Shape;4931;p57"/>
              <p:cNvGrpSpPr/>
              <p:nvPr/>
            </p:nvGrpSpPr>
            <p:grpSpPr>
              <a:xfrm>
                <a:off x="5618681" y="4109677"/>
                <a:ext cx="33112" cy="32357"/>
                <a:chOff x="5618681" y="4109677"/>
                <a:chExt cx="33112" cy="32357"/>
              </a:xfrm>
            </p:grpSpPr>
            <p:sp>
              <p:nvSpPr>
                <p:cNvPr id="4932" name="Google Shape;4932;p57"/>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7"/>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4" name="Google Shape;4934;p57"/>
              <p:cNvGrpSpPr/>
              <p:nvPr/>
            </p:nvGrpSpPr>
            <p:grpSpPr>
              <a:xfrm>
                <a:off x="5479298" y="4128262"/>
                <a:ext cx="31405" cy="26906"/>
                <a:chOff x="5479298" y="4128262"/>
                <a:chExt cx="31405" cy="26906"/>
              </a:xfrm>
            </p:grpSpPr>
            <p:sp>
              <p:nvSpPr>
                <p:cNvPr id="4935" name="Google Shape;4935;p57"/>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7"/>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7" name="Google Shape;4937;p57"/>
              <p:cNvGrpSpPr/>
              <p:nvPr/>
            </p:nvGrpSpPr>
            <p:grpSpPr>
              <a:xfrm>
                <a:off x="5582903" y="4180116"/>
                <a:ext cx="31499" cy="26898"/>
                <a:chOff x="5582903" y="4180116"/>
                <a:chExt cx="31499" cy="26898"/>
              </a:xfrm>
            </p:grpSpPr>
            <p:sp>
              <p:nvSpPr>
                <p:cNvPr id="4938" name="Google Shape;4938;p57"/>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7"/>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40" name="Google Shape;4940;p57"/>
            <p:cNvGrpSpPr/>
            <p:nvPr/>
          </p:nvGrpSpPr>
          <p:grpSpPr>
            <a:xfrm>
              <a:off x="3977681" y="3230323"/>
              <a:ext cx="94584" cy="84085"/>
              <a:chOff x="3977681" y="3230323"/>
              <a:chExt cx="94584" cy="84085"/>
            </a:xfrm>
          </p:grpSpPr>
          <p:grpSp>
            <p:nvGrpSpPr>
              <p:cNvPr id="4941" name="Google Shape;4941;p57"/>
              <p:cNvGrpSpPr/>
              <p:nvPr/>
            </p:nvGrpSpPr>
            <p:grpSpPr>
              <a:xfrm>
                <a:off x="4000135" y="3243041"/>
                <a:ext cx="59570" cy="57186"/>
                <a:chOff x="4000135" y="3243041"/>
                <a:chExt cx="59570" cy="57186"/>
              </a:xfrm>
            </p:grpSpPr>
            <p:sp>
              <p:nvSpPr>
                <p:cNvPr id="4942" name="Google Shape;4942;p57"/>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7"/>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7"/>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57"/>
              <p:cNvGrpSpPr/>
              <p:nvPr/>
            </p:nvGrpSpPr>
            <p:grpSpPr>
              <a:xfrm>
                <a:off x="3977681" y="3245872"/>
                <a:ext cx="37783" cy="32380"/>
                <a:chOff x="3977681" y="3245872"/>
                <a:chExt cx="37783" cy="32380"/>
              </a:xfrm>
            </p:grpSpPr>
            <p:sp>
              <p:nvSpPr>
                <p:cNvPr id="4946" name="Google Shape;4946;p57"/>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7"/>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8" name="Google Shape;4948;p57"/>
              <p:cNvGrpSpPr/>
              <p:nvPr/>
            </p:nvGrpSpPr>
            <p:grpSpPr>
              <a:xfrm>
                <a:off x="4040860" y="3262672"/>
                <a:ext cx="31405" cy="27001"/>
                <a:chOff x="4040860" y="3262672"/>
                <a:chExt cx="31405" cy="27001"/>
              </a:xfrm>
            </p:grpSpPr>
            <p:sp>
              <p:nvSpPr>
                <p:cNvPr id="4949" name="Google Shape;4949;p57"/>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7"/>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1" name="Google Shape;4951;p57"/>
              <p:cNvGrpSpPr/>
              <p:nvPr/>
            </p:nvGrpSpPr>
            <p:grpSpPr>
              <a:xfrm>
                <a:off x="4021072" y="3230323"/>
                <a:ext cx="31397" cy="26906"/>
                <a:chOff x="4021072" y="3230323"/>
                <a:chExt cx="31397" cy="26906"/>
              </a:xfrm>
            </p:grpSpPr>
            <p:sp>
              <p:nvSpPr>
                <p:cNvPr id="4952" name="Google Shape;4952;p57"/>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7"/>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4" name="Google Shape;4954;p57"/>
              <p:cNvGrpSpPr/>
              <p:nvPr/>
            </p:nvGrpSpPr>
            <p:grpSpPr>
              <a:xfrm>
                <a:off x="4001472" y="3287462"/>
                <a:ext cx="31499" cy="26945"/>
                <a:chOff x="4001472" y="3287462"/>
                <a:chExt cx="31499" cy="26945"/>
              </a:xfrm>
            </p:grpSpPr>
            <p:sp>
              <p:nvSpPr>
                <p:cNvPr id="4955" name="Google Shape;4955;p57"/>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7"/>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57" name="Google Shape;4957;p57"/>
            <p:cNvGrpSpPr/>
            <p:nvPr/>
          </p:nvGrpSpPr>
          <p:grpSpPr>
            <a:xfrm>
              <a:off x="4084715" y="3258865"/>
              <a:ext cx="184961" cy="137268"/>
              <a:chOff x="4084715" y="3258865"/>
              <a:chExt cx="184961" cy="137268"/>
            </a:xfrm>
          </p:grpSpPr>
          <p:grpSp>
            <p:nvGrpSpPr>
              <p:cNvPr id="4958" name="Google Shape;4958;p57"/>
              <p:cNvGrpSpPr/>
              <p:nvPr/>
            </p:nvGrpSpPr>
            <p:grpSpPr>
              <a:xfrm>
                <a:off x="4107453" y="3271583"/>
                <a:ext cx="153470" cy="110275"/>
                <a:chOff x="4107453" y="3271583"/>
                <a:chExt cx="153470" cy="110275"/>
              </a:xfrm>
            </p:grpSpPr>
            <p:sp>
              <p:nvSpPr>
                <p:cNvPr id="4959" name="Google Shape;4959;p57"/>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7"/>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7"/>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7"/>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3" name="Google Shape;4963;p57"/>
              <p:cNvGrpSpPr/>
              <p:nvPr/>
            </p:nvGrpSpPr>
            <p:grpSpPr>
              <a:xfrm>
                <a:off x="4136947" y="3258865"/>
                <a:ext cx="31499" cy="27001"/>
                <a:chOff x="4136947" y="3258865"/>
                <a:chExt cx="31499" cy="27001"/>
              </a:xfrm>
            </p:grpSpPr>
            <p:sp>
              <p:nvSpPr>
                <p:cNvPr id="4964" name="Google Shape;4964;p57"/>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7"/>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6" name="Google Shape;4966;p57"/>
              <p:cNvGrpSpPr/>
              <p:nvPr/>
            </p:nvGrpSpPr>
            <p:grpSpPr>
              <a:xfrm>
                <a:off x="4084715" y="3266478"/>
                <a:ext cx="31468" cy="26898"/>
                <a:chOff x="4084715" y="3266478"/>
                <a:chExt cx="31468" cy="26898"/>
              </a:xfrm>
            </p:grpSpPr>
            <p:sp>
              <p:nvSpPr>
                <p:cNvPr id="4967" name="Google Shape;4967;p57"/>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7"/>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9" name="Google Shape;4969;p57"/>
              <p:cNvGrpSpPr/>
              <p:nvPr/>
            </p:nvGrpSpPr>
            <p:grpSpPr>
              <a:xfrm>
                <a:off x="4159213" y="3279849"/>
                <a:ext cx="31405" cy="26945"/>
                <a:chOff x="4159213" y="3279849"/>
                <a:chExt cx="31405" cy="26945"/>
              </a:xfrm>
            </p:grpSpPr>
            <p:sp>
              <p:nvSpPr>
                <p:cNvPr id="4970" name="Google Shape;4970;p57"/>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7"/>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2" name="Google Shape;4972;p57"/>
              <p:cNvGrpSpPr/>
              <p:nvPr/>
            </p:nvGrpSpPr>
            <p:grpSpPr>
              <a:xfrm>
                <a:off x="4201550" y="3266502"/>
                <a:ext cx="31405" cy="26883"/>
                <a:chOff x="4201550" y="3266502"/>
                <a:chExt cx="31405" cy="26883"/>
              </a:xfrm>
            </p:grpSpPr>
            <p:sp>
              <p:nvSpPr>
                <p:cNvPr id="4973" name="Google Shape;4973;p57"/>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7"/>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5" name="Google Shape;4975;p57"/>
              <p:cNvGrpSpPr/>
              <p:nvPr/>
            </p:nvGrpSpPr>
            <p:grpSpPr>
              <a:xfrm>
                <a:off x="4201550" y="3338278"/>
                <a:ext cx="31405" cy="26930"/>
                <a:chOff x="4201550" y="3338278"/>
                <a:chExt cx="31405" cy="26930"/>
              </a:xfrm>
            </p:grpSpPr>
            <p:sp>
              <p:nvSpPr>
                <p:cNvPr id="4976" name="Google Shape;4976;p57"/>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7"/>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8" name="Google Shape;4978;p57"/>
              <p:cNvGrpSpPr/>
              <p:nvPr/>
            </p:nvGrpSpPr>
            <p:grpSpPr>
              <a:xfrm>
                <a:off x="4238272" y="3369132"/>
                <a:ext cx="31405" cy="27001"/>
                <a:chOff x="4238272" y="3369132"/>
                <a:chExt cx="31405" cy="27001"/>
              </a:xfrm>
            </p:grpSpPr>
            <p:sp>
              <p:nvSpPr>
                <p:cNvPr id="4979" name="Google Shape;4979;p57"/>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7"/>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81" name="Google Shape;4981;p57"/>
            <p:cNvGrpSpPr/>
            <p:nvPr/>
          </p:nvGrpSpPr>
          <p:grpSpPr>
            <a:xfrm>
              <a:off x="4068639" y="3200169"/>
              <a:ext cx="77643" cy="37272"/>
              <a:chOff x="4068639" y="3200169"/>
              <a:chExt cx="77643" cy="37272"/>
            </a:xfrm>
          </p:grpSpPr>
          <p:sp>
            <p:nvSpPr>
              <p:cNvPr id="4982" name="Google Shape;4982;p57"/>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3" name="Google Shape;4983;p57"/>
              <p:cNvGrpSpPr/>
              <p:nvPr/>
            </p:nvGrpSpPr>
            <p:grpSpPr>
              <a:xfrm>
                <a:off x="4114878" y="3200169"/>
                <a:ext cx="31405" cy="26993"/>
                <a:chOff x="4114878" y="3200169"/>
                <a:chExt cx="31405" cy="26993"/>
              </a:xfrm>
            </p:grpSpPr>
            <p:sp>
              <p:nvSpPr>
                <p:cNvPr id="4984" name="Google Shape;4984;p57"/>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7"/>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6" name="Google Shape;4986;p57"/>
              <p:cNvGrpSpPr/>
              <p:nvPr/>
            </p:nvGrpSpPr>
            <p:grpSpPr>
              <a:xfrm>
                <a:off x="4068639" y="3210535"/>
                <a:ext cx="31499" cy="26906"/>
                <a:chOff x="4068639" y="3210535"/>
                <a:chExt cx="31499" cy="26906"/>
              </a:xfrm>
            </p:grpSpPr>
            <p:sp>
              <p:nvSpPr>
                <p:cNvPr id="4987" name="Google Shape;4987;p57"/>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7"/>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89" name="Google Shape;4989;p57"/>
            <p:cNvGrpSpPr/>
            <p:nvPr/>
          </p:nvGrpSpPr>
          <p:grpSpPr>
            <a:xfrm>
              <a:off x="3869702" y="3066935"/>
              <a:ext cx="382664" cy="190294"/>
              <a:chOff x="3869702" y="3066935"/>
              <a:chExt cx="382664" cy="190294"/>
            </a:xfrm>
          </p:grpSpPr>
          <p:grpSp>
            <p:nvGrpSpPr>
              <p:cNvPr id="4990" name="Google Shape;4990;p57"/>
              <p:cNvGrpSpPr/>
              <p:nvPr/>
            </p:nvGrpSpPr>
            <p:grpSpPr>
              <a:xfrm>
                <a:off x="3888633" y="3082351"/>
                <a:ext cx="351172" cy="160698"/>
                <a:chOff x="3888633" y="3082351"/>
                <a:chExt cx="351172" cy="160698"/>
              </a:xfrm>
            </p:grpSpPr>
            <p:sp>
              <p:nvSpPr>
                <p:cNvPr id="4991" name="Google Shape;4991;p57"/>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7"/>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7"/>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7"/>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7"/>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7"/>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7" name="Google Shape;4997;p57"/>
              <p:cNvGrpSpPr/>
              <p:nvPr/>
            </p:nvGrpSpPr>
            <p:grpSpPr>
              <a:xfrm>
                <a:off x="4143703" y="3066935"/>
                <a:ext cx="37783" cy="32357"/>
                <a:chOff x="4143703" y="3066935"/>
                <a:chExt cx="37783" cy="32357"/>
              </a:xfrm>
            </p:grpSpPr>
            <p:sp>
              <p:nvSpPr>
                <p:cNvPr id="4998" name="Google Shape;4998;p57"/>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7"/>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0" name="Google Shape;5000;p57"/>
              <p:cNvGrpSpPr/>
              <p:nvPr/>
            </p:nvGrpSpPr>
            <p:grpSpPr>
              <a:xfrm>
                <a:off x="4044565" y="3103563"/>
                <a:ext cx="37783" cy="32451"/>
                <a:chOff x="4044565" y="3103563"/>
                <a:chExt cx="37783" cy="32451"/>
              </a:xfrm>
            </p:grpSpPr>
            <p:sp>
              <p:nvSpPr>
                <p:cNvPr id="5001" name="Google Shape;5001;p57"/>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7"/>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3" name="Google Shape;5003;p57"/>
              <p:cNvGrpSpPr/>
              <p:nvPr/>
            </p:nvGrpSpPr>
            <p:grpSpPr>
              <a:xfrm>
                <a:off x="4017454" y="3188237"/>
                <a:ext cx="37776" cy="32357"/>
                <a:chOff x="4017454" y="3188237"/>
                <a:chExt cx="37776" cy="32357"/>
              </a:xfrm>
            </p:grpSpPr>
            <p:sp>
              <p:nvSpPr>
                <p:cNvPr id="5004" name="Google Shape;5004;p57"/>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7"/>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6" name="Google Shape;5006;p57"/>
              <p:cNvGrpSpPr/>
              <p:nvPr/>
            </p:nvGrpSpPr>
            <p:grpSpPr>
              <a:xfrm>
                <a:off x="3921548" y="3157509"/>
                <a:ext cx="37783" cy="32357"/>
                <a:chOff x="3921548" y="3157509"/>
                <a:chExt cx="37783" cy="32357"/>
              </a:xfrm>
            </p:grpSpPr>
            <p:sp>
              <p:nvSpPr>
                <p:cNvPr id="5007" name="Google Shape;5007;p57"/>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7"/>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9" name="Google Shape;5009;p57"/>
              <p:cNvGrpSpPr/>
              <p:nvPr/>
            </p:nvGrpSpPr>
            <p:grpSpPr>
              <a:xfrm>
                <a:off x="3939056" y="3211620"/>
                <a:ext cx="37783" cy="32380"/>
                <a:chOff x="3939056" y="3211620"/>
                <a:chExt cx="37783" cy="32380"/>
              </a:xfrm>
            </p:grpSpPr>
            <p:sp>
              <p:nvSpPr>
                <p:cNvPr id="5010" name="Google Shape;5010;p57"/>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7"/>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57"/>
              <p:cNvGrpSpPr/>
              <p:nvPr/>
            </p:nvGrpSpPr>
            <p:grpSpPr>
              <a:xfrm>
                <a:off x="4176240" y="3136965"/>
                <a:ext cx="31405" cy="26930"/>
                <a:chOff x="4176240" y="3136965"/>
                <a:chExt cx="31405" cy="26930"/>
              </a:xfrm>
            </p:grpSpPr>
            <p:sp>
              <p:nvSpPr>
                <p:cNvPr id="5013" name="Google Shape;5013;p57"/>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7"/>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57"/>
              <p:cNvGrpSpPr/>
              <p:nvPr/>
            </p:nvGrpSpPr>
            <p:grpSpPr>
              <a:xfrm>
                <a:off x="4133148" y="3152593"/>
                <a:ext cx="31499" cy="27001"/>
                <a:chOff x="4133148" y="3152593"/>
                <a:chExt cx="31499" cy="27001"/>
              </a:xfrm>
            </p:grpSpPr>
            <p:sp>
              <p:nvSpPr>
                <p:cNvPr id="5016" name="Google Shape;5016;p57"/>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7"/>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8" name="Google Shape;5018;p57"/>
              <p:cNvGrpSpPr/>
              <p:nvPr/>
            </p:nvGrpSpPr>
            <p:grpSpPr>
              <a:xfrm>
                <a:off x="4220866" y="3073534"/>
                <a:ext cx="31499" cy="26898"/>
                <a:chOff x="4220866" y="3073534"/>
                <a:chExt cx="31499" cy="26898"/>
              </a:xfrm>
            </p:grpSpPr>
            <p:sp>
              <p:nvSpPr>
                <p:cNvPr id="5019" name="Google Shape;5019;p57"/>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7"/>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57"/>
              <p:cNvGrpSpPr/>
              <p:nvPr/>
            </p:nvGrpSpPr>
            <p:grpSpPr>
              <a:xfrm>
                <a:off x="3869702" y="3230323"/>
                <a:ext cx="31499" cy="26906"/>
                <a:chOff x="3869702" y="3230323"/>
                <a:chExt cx="31499" cy="26906"/>
              </a:xfrm>
            </p:grpSpPr>
            <p:sp>
              <p:nvSpPr>
                <p:cNvPr id="5022" name="Google Shape;5022;p57"/>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7"/>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4" name="Google Shape;5024;p57"/>
            <p:cNvGrpSpPr/>
            <p:nvPr/>
          </p:nvGrpSpPr>
          <p:grpSpPr>
            <a:xfrm>
              <a:off x="4271383" y="3065882"/>
              <a:ext cx="304556" cy="341663"/>
              <a:chOff x="4271383" y="3065882"/>
              <a:chExt cx="304556" cy="341663"/>
            </a:xfrm>
          </p:grpSpPr>
          <p:grpSp>
            <p:nvGrpSpPr>
              <p:cNvPr id="5025" name="Google Shape;5025;p57"/>
              <p:cNvGrpSpPr/>
              <p:nvPr/>
            </p:nvGrpSpPr>
            <p:grpSpPr>
              <a:xfrm>
                <a:off x="4293838" y="3078639"/>
                <a:ext cx="269353" cy="311973"/>
                <a:chOff x="4293838" y="3078639"/>
                <a:chExt cx="269353" cy="311973"/>
              </a:xfrm>
            </p:grpSpPr>
            <p:sp>
              <p:nvSpPr>
                <p:cNvPr id="5026" name="Google Shape;5026;p57"/>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7"/>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7"/>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7"/>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7"/>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7"/>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7"/>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7"/>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7"/>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7"/>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7"/>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7"/>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7"/>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7"/>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7"/>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7"/>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7"/>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3" name="Google Shape;5043;p57"/>
              <p:cNvGrpSpPr/>
              <p:nvPr/>
            </p:nvGrpSpPr>
            <p:grpSpPr>
              <a:xfrm>
                <a:off x="4538164" y="3342061"/>
                <a:ext cx="37776" cy="32380"/>
                <a:chOff x="4538164" y="3342061"/>
                <a:chExt cx="37776" cy="32380"/>
              </a:xfrm>
            </p:grpSpPr>
            <p:sp>
              <p:nvSpPr>
                <p:cNvPr id="5044" name="Google Shape;5044;p57"/>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7"/>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57"/>
              <p:cNvGrpSpPr/>
              <p:nvPr/>
            </p:nvGrpSpPr>
            <p:grpSpPr>
              <a:xfrm>
                <a:off x="4271383" y="3194742"/>
                <a:ext cx="37783" cy="32420"/>
                <a:chOff x="4271383" y="3194742"/>
                <a:chExt cx="37783" cy="32420"/>
              </a:xfrm>
            </p:grpSpPr>
            <p:sp>
              <p:nvSpPr>
                <p:cNvPr id="5047" name="Google Shape;5047;p57"/>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7"/>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57"/>
              <p:cNvGrpSpPr/>
              <p:nvPr/>
            </p:nvGrpSpPr>
            <p:grpSpPr>
              <a:xfrm>
                <a:off x="4284416" y="3084058"/>
                <a:ext cx="37783" cy="32357"/>
                <a:chOff x="4284416" y="3084058"/>
                <a:chExt cx="37783" cy="32357"/>
              </a:xfrm>
            </p:grpSpPr>
            <p:sp>
              <p:nvSpPr>
                <p:cNvPr id="5050" name="Google Shape;5050;p57"/>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7"/>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57"/>
              <p:cNvGrpSpPr/>
              <p:nvPr/>
            </p:nvGrpSpPr>
            <p:grpSpPr>
              <a:xfrm>
                <a:off x="4478697" y="3297561"/>
                <a:ext cx="37776" cy="32451"/>
                <a:chOff x="4478697" y="3297561"/>
                <a:chExt cx="37776" cy="32451"/>
              </a:xfrm>
            </p:grpSpPr>
            <p:sp>
              <p:nvSpPr>
                <p:cNvPr id="5053" name="Google Shape;5053;p57"/>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7"/>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57"/>
              <p:cNvGrpSpPr/>
              <p:nvPr/>
            </p:nvGrpSpPr>
            <p:grpSpPr>
              <a:xfrm>
                <a:off x="4411813" y="3331711"/>
                <a:ext cx="37776" cy="32451"/>
                <a:chOff x="4411813" y="3331711"/>
                <a:chExt cx="37776" cy="32451"/>
              </a:xfrm>
            </p:grpSpPr>
            <p:sp>
              <p:nvSpPr>
                <p:cNvPr id="5056" name="Google Shape;5056;p57"/>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7"/>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57"/>
              <p:cNvGrpSpPr/>
              <p:nvPr/>
            </p:nvGrpSpPr>
            <p:grpSpPr>
              <a:xfrm>
                <a:off x="4337984" y="3375188"/>
                <a:ext cx="37776" cy="32357"/>
                <a:chOff x="4337984" y="3375188"/>
                <a:chExt cx="37776" cy="32357"/>
              </a:xfrm>
            </p:grpSpPr>
            <p:sp>
              <p:nvSpPr>
                <p:cNvPr id="5059" name="Google Shape;5059;p57"/>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7"/>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57"/>
              <p:cNvGrpSpPr/>
              <p:nvPr/>
            </p:nvGrpSpPr>
            <p:grpSpPr>
              <a:xfrm>
                <a:off x="4494867" y="3090530"/>
                <a:ext cx="37878" cy="32451"/>
                <a:chOff x="4494867" y="3090530"/>
                <a:chExt cx="37878" cy="32451"/>
              </a:xfrm>
            </p:grpSpPr>
            <p:sp>
              <p:nvSpPr>
                <p:cNvPr id="5062" name="Google Shape;5062;p57"/>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7"/>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57"/>
              <p:cNvGrpSpPr/>
              <p:nvPr/>
            </p:nvGrpSpPr>
            <p:grpSpPr>
              <a:xfrm>
                <a:off x="4525124" y="3207774"/>
                <a:ext cx="37783" cy="32420"/>
                <a:chOff x="4525124" y="3207774"/>
                <a:chExt cx="37783" cy="32420"/>
              </a:xfrm>
            </p:grpSpPr>
            <p:sp>
              <p:nvSpPr>
                <p:cNvPr id="5065" name="Google Shape;5065;p57"/>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7"/>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7" name="Google Shape;5067;p57"/>
              <p:cNvGrpSpPr/>
              <p:nvPr/>
            </p:nvGrpSpPr>
            <p:grpSpPr>
              <a:xfrm>
                <a:off x="4440544" y="3176479"/>
                <a:ext cx="31499" cy="26898"/>
                <a:chOff x="4440544" y="3176479"/>
                <a:chExt cx="31499" cy="26898"/>
              </a:xfrm>
            </p:grpSpPr>
            <p:sp>
              <p:nvSpPr>
                <p:cNvPr id="5068" name="Google Shape;5068;p57"/>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7"/>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0" name="Google Shape;5070;p57"/>
              <p:cNvGrpSpPr/>
              <p:nvPr/>
            </p:nvGrpSpPr>
            <p:grpSpPr>
              <a:xfrm>
                <a:off x="4350545" y="3156400"/>
                <a:ext cx="31405" cy="27001"/>
                <a:chOff x="4350545" y="3156400"/>
                <a:chExt cx="31405" cy="27001"/>
              </a:xfrm>
            </p:grpSpPr>
            <p:sp>
              <p:nvSpPr>
                <p:cNvPr id="5071" name="Google Shape;5071;p57"/>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7"/>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57"/>
              <p:cNvGrpSpPr/>
              <p:nvPr/>
            </p:nvGrpSpPr>
            <p:grpSpPr>
              <a:xfrm>
                <a:off x="4376703" y="3255058"/>
                <a:ext cx="31405" cy="27001"/>
                <a:chOff x="4376703" y="3255058"/>
                <a:chExt cx="31405" cy="27001"/>
              </a:xfrm>
            </p:grpSpPr>
            <p:sp>
              <p:nvSpPr>
                <p:cNvPr id="5074" name="Google Shape;5074;p57"/>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7"/>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6" name="Google Shape;5076;p57"/>
              <p:cNvGrpSpPr/>
              <p:nvPr/>
            </p:nvGrpSpPr>
            <p:grpSpPr>
              <a:xfrm>
                <a:off x="4331322" y="3283656"/>
                <a:ext cx="31405" cy="26945"/>
                <a:chOff x="4331322" y="3283656"/>
                <a:chExt cx="31405" cy="26945"/>
              </a:xfrm>
            </p:grpSpPr>
            <p:sp>
              <p:nvSpPr>
                <p:cNvPr id="5077" name="Google Shape;5077;p57"/>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7"/>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9" name="Google Shape;5079;p57"/>
              <p:cNvGrpSpPr/>
              <p:nvPr/>
            </p:nvGrpSpPr>
            <p:grpSpPr>
              <a:xfrm>
                <a:off x="4380510" y="3065882"/>
                <a:ext cx="31405" cy="26938"/>
                <a:chOff x="4380510" y="3065882"/>
                <a:chExt cx="31405" cy="26938"/>
              </a:xfrm>
            </p:grpSpPr>
            <p:sp>
              <p:nvSpPr>
                <p:cNvPr id="5080" name="Google Shape;5080;p57"/>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7"/>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2" name="Google Shape;5082;p57"/>
            <p:cNvGrpSpPr/>
            <p:nvPr/>
          </p:nvGrpSpPr>
          <p:grpSpPr>
            <a:xfrm>
              <a:off x="4558998" y="3188237"/>
              <a:ext cx="1280131" cy="1052746"/>
              <a:chOff x="4558998" y="3188237"/>
              <a:chExt cx="1280131" cy="1052746"/>
            </a:xfrm>
          </p:grpSpPr>
          <p:sp>
            <p:nvSpPr>
              <p:cNvPr id="5083" name="Google Shape;5083;p57"/>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4" name="Google Shape;5084;p57"/>
              <p:cNvGrpSpPr/>
              <p:nvPr/>
            </p:nvGrpSpPr>
            <p:grpSpPr>
              <a:xfrm>
                <a:off x="4579164" y="3203653"/>
                <a:ext cx="1244833" cy="1020397"/>
                <a:chOff x="4579164" y="3203653"/>
                <a:chExt cx="1244833" cy="1020397"/>
              </a:xfrm>
            </p:grpSpPr>
            <p:sp>
              <p:nvSpPr>
                <p:cNvPr id="5085" name="Google Shape;5085;p57"/>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7"/>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7" name="Google Shape;5087;p57"/>
                <p:cNvGrpSpPr/>
                <p:nvPr/>
              </p:nvGrpSpPr>
              <p:grpSpPr>
                <a:xfrm>
                  <a:off x="4579164" y="3203653"/>
                  <a:ext cx="1244833" cy="1020397"/>
                  <a:chOff x="4579164" y="3203653"/>
                  <a:chExt cx="1244833" cy="1020397"/>
                </a:xfrm>
              </p:grpSpPr>
              <p:sp>
                <p:nvSpPr>
                  <p:cNvPr id="5088" name="Google Shape;5088;p57"/>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7"/>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0" name="Google Shape;5090;p57"/>
                  <p:cNvGrpSpPr/>
                  <p:nvPr/>
                </p:nvGrpSpPr>
                <p:grpSpPr>
                  <a:xfrm>
                    <a:off x="4579164" y="3203653"/>
                    <a:ext cx="1244833" cy="1020397"/>
                    <a:chOff x="4579164" y="3203653"/>
                    <a:chExt cx="1244833" cy="1020397"/>
                  </a:xfrm>
                </p:grpSpPr>
                <p:sp>
                  <p:nvSpPr>
                    <p:cNvPr id="5091" name="Google Shape;5091;p57"/>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7"/>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7"/>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7"/>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7"/>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7"/>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7"/>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7"/>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9" name="Google Shape;5099;p57"/>
                    <p:cNvGrpSpPr/>
                    <p:nvPr/>
                  </p:nvGrpSpPr>
                  <p:grpSpPr>
                    <a:xfrm>
                      <a:off x="4579164" y="3203653"/>
                      <a:ext cx="1244833" cy="1020397"/>
                      <a:chOff x="4579164" y="3203653"/>
                      <a:chExt cx="1244833" cy="1020397"/>
                    </a:xfrm>
                  </p:grpSpPr>
                  <p:sp>
                    <p:nvSpPr>
                      <p:cNvPr id="5100" name="Google Shape;5100;p57"/>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7"/>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7"/>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7"/>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7"/>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7"/>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7"/>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7"/>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7"/>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7"/>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7"/>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7"/>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7"/>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7"/>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4" name="Google Shape;5114;p57"/>
                      <p:cNvGrpSpPr/>
                      <p:nvPr/>
                    </p:nvGrpSpPr>
                    <p:grpSpPr>
                      <a:xfrm>
                        <a:off x="4579164" y="3203653"/>
                        <a:ext cx="1244833" cy="1020397"/>
                        <a:chOff x="4579164" y="3203653"/>
                        <a:chExt cx="1244833" cy="1020397"/>
                      </a:xfrm>
                    </p:grpSpPr>
                    <p:sp>
                      <p:nvSpPr>
                        <p:cNvPr id="5115" name="Google Shape;5115;p57"/>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7"/>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7"/>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7"/>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7"/>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7"/>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7"/>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7"/>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7"/>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7"/>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7"/>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7"/>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7"/>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7"/>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7"/>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7"/>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7"/>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7"/>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7"/>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7"/>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7"/>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7"/>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7"/>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7"/>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9" name="Google Shape;5139;p57"/>
                        <p:cNvGrpSpPr/>
                        <p:nvPr/>
                      </p:nvGrpSpPr>
                      <p:grpSpPr>
                        <a:xfrm>
                          <a:off x="4579164" y="3203653"/>
                          <a:ext cx="1244833" cy="1020397"/>
                          <a:chOff x="4579164" y="3203653"/>
                          <a:chExt cx="1244833" cy="1020397"/>
                        </a:xfrm>
                      </p:grpSpPr>
                      <p:sp>
                        <p:nvSpPr>
                          <p:cNvPr id="5140" name="Google Shape;5140;p57"/>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1" name="Google Shape;5141;p57"/>
                          <p:cNvGrpSpPr/>
                          <p:nvPr/>
                        </p:nvGrpSpPr>
                        <p:grpSpPr>
                          <a:xfrm>
                            <a:off x="4579164" y="3203653"/>
                            <a:ext cx="1244833" cy="1020397"/>
                            <a:chOff x="4579164" y="3203653"/>
                            <a:chExt cx="1244833" cy="1020397"/>
                          </a:xfrm>
                        </p:grpSpPr>
                        <p:sp>
                          <p:nvSpPr>
                            <p:cNvPr id="5142" name="Google Shape;5142;p57"/>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7"/>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7"/>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7"/>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7"/>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7"/>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7"/>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9" name="Google Shape;5149;p57"/>
                            <p:cNvGrpSpPr/>
                            <p:nvPr/>
                          </p:nvGrpSpPr>
                          <p:grpSpPr>
                            <a:xfrm>
                              <a:off x="4579164" y="3203653"/>
                              <a:ext cx="1244833" cy="1020397"/>
                              <a:chOff x="4579164" y="3203653"/>
                              <a:chExt cx="1244833" cy="1020397"/>
                            </a:xfrm>
                          </p:grpSpPr>
                          <p:sp>
                            <p:nvSpPr>
                              <p:cNvPr id="5150" name="Google Shape;5150;p57"/>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7"/>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7"/>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7"/>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7"/>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7"/>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7"/>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7"/>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7"/>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7"/>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7"/>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7"/>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3" name="Google Shape;5163;p57"/>
                              <p:cNvGrpSpPr/>
                              <p:nvPr/>
                            </p:nvGrpSpPr>
                            <p:grpSpPr>
                              <a:xfrm>
                                <a:off x="4579164" y="3203653"/>
                                <a:ext cx="1244833" cy="1020397"/>
                                <a:chOff x="4579164" y="3203653"/>
                                <a:chExt cx="1244833" cy="1020397"/>
                              </a:xfrm>
                            </p:grpSpPr>
                            <p:sp>
                              <p:nvSpPr>
                                <p:cNvPr id="5164" name="Google Shape;5164;p57"/>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7"/>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7"/>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7"/>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7"/>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7"/>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7"/>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1" name="Google Shape;5171;p57"/>
                                <p:cNvGrpSpPr/>
                                <p:nvPr/>
                              </p:nvGrpSpPr>
                              <p:grpSpPr>
                                <a:xfrm>
                                  <a:off x="4579164" y="3203653"/>
                                  <a:ext cx="1244833" cy="1020397"/>
                                  <a:chOff x="4579164" y="3203653"/>
                                  <a:chExt cx="1244833" cy="1020397"/>
                                </a:xfrm>
                              </p:grpSpPr>
                              <p:sp>
                                <p:nvSpPr>
                                  <p:cNvPr id="5172" name="Google Shape;5172;p57"/>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7"/>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7"/>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7"/>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7"/>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7" name="Google Shape;5177;p57"/>
                                  <p:cNvGrpSpPr/>
                                  <p:nvPr/>
                                </p:nvGrpSpPr>
                                <p:grpSpPr>
                                  <a:xfrm>
                                    <a:off x="4579164" y="3203653"/>
                                    <a:ext cx="1244833" cy="1020397"/>
                                    <a:chOff x="4579164" y="3203653"/>
                                    <a:chExt cx="1244833" cy="1020397"/>
                                  </a:xfrm>
                                </p:grpSpPr>
                                <p:sp>
                                  <p:nvSpPr>
                                    <p:cNvPr id="5178" name="Google Shape;5178;p57"/>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7"/>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7"/>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7"/>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182" name="Google Shape;5182;p57"/>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7"/>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7"/>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85" name="Google Shape;5185;p57"/>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186" name="Google Shape;5186;p57"/>
              <p:cNvGrpSpPr/>
              <p:nvPr/>
            </p:nvGrpSpPr>
            <p:grpSpPr>
              <a:xfrm>
                <a:off x="4595437" y="3598775"/>
                <a:ext cx="37776" cy="32451"/>
                <a:chOff x="4595437" y="3598775"/>
                <a:chExt cx="37776" cy="32451"/>
              </a:xfrm>
            </p:grpSpPr>
            <p:sp>
              <p:nvSpPr>
                <p:cNvPr id="5187" name="Google Shape;5187;p57"/>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7"/>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57"/>
              <p:cNvGrpSpPr/>
              <p:nvPr/>
            </p:nvGrpSpPr>
            <p:grpSpPr>
              <a:xfrm>
                <a:off x="4641864" y="3524443"/>
                <a:ext cx="37776" cy="32380"/>
                <a:chOff x="4641864" y="3524443"/>
                <a:chExt cx="37776" cy="32380"/>
              </a:xfrm>
            </p:grpSpPr>
            <p:sp>
              <p:nvSpPr>
                <p:cNvPr id="5190" name="Google Shape;5190;p57"/>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7"/>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57"/>
              <p:cNvGrpSpPr/>
              <p:nvPr/>
            </p:nvGrpSpPr>
            <p:grpSpPr>
              <a:xfrm>
                <a:off x="4648431" y="3893901"/>
                <a:ext cx="37776" cy="32357"/>
                <a:chOff x="4648431" y="3893901"/>
                <a:chExt cx="37776" cy="32357"/>
              </a:xfrm>
            </p:grpSpPr>
            <p:sp>
              <p:nvSpPr>
                <p:cNvPr id="5193" name="Google Shape;5193;p57"/>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7"/>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5" name="Google Shape;5195;p57"/>
              <p:cNvGrpSpPr/>
              <p:nvPr/>
            </p:nvGrpSpPr>
            <p:grpSpPr>
              <a:xfrm>
                <a:off x="4567752" y="3722908"/>
                <a:ext cx="37870" cy="32380"/>
                <a:chOff x="4567752" y="3722908"/>
                <a:chExt cx="37870" cy="32380"/>
              </a:xfrm>
            </p:grpSpPr>
            <p:sp>
              <p:nvSpPr>
                <p:cNvPr id="5196" name="Google Shape;5196;p57"/>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7"/>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57"/>
              <p:cNvGrpSpPr/>
              <p:nvPr/>
            </p:nvGrpSpPr>
            <p:grpSpPr>
              <a:xfrm>
                <a:off x="4617506" y="3652052"/>
                <a:ext cx="37783" cy="32357"/>
                <a:chOff x="4617506" y="3652052"/>
                <a:chExt cx="37783" cy="32357"/>
              </a:xfrm>
            </p:grpSpPr>
            <p:sp>
              <p:nvSpPr>
                <p:cNvPr id="5199" name="Google Shape;5199;p57"/>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7"/>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57"/>
              <p:cNvGrpSpPr/>
              <p:nvPr/>
            </p:nvGrpSpPr>
            <p:grpSpPr>
              <a:xfrm>
                <a:off x="4739005" y="3554149"/>
                <a:ext cx="37870" cy="32357"/>
                <a:chOff x="4739005" y="3554149"/>
                <a:chExt cx="37870" cy="32357"/>
              </a:xfrm>
            </p:grpSpPr>
            <p:sp>
              <p:nvSpPr>
                <p:cNvPr id="5202" name="Google Shape;5202;p57"/>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7"/>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57"/>
              <p:cNvGrpSpPr/>
              <p:nvPr/>
            </p:nvGrpSpPr>
            <p:grpSpPr>
              <a:xfrm>
                <a:off x="4806557" y="3630258"/>
                <a:ext cx="37776" cy="32364"/>
                <a:chOff x="4806557" y="3630258"/>
                <a:chExt cx="37776" cy="32364"/>
              </a:xfrm>
            </p:grpSpPr>
            <p:sp>
              <p:nvSpPr>
                <p:cNvPr id="5205" name="Google Shape;5205;p57"/>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7"/>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57"/>
              <p:cNvGrpSpPr/>
              <p:nvPr/>
            </p:nvGrpSpPr>
            <p:grpSpPr>
              <a:xfrm>
                <a:off x="4737007" y="4004357"/>
                <a:ext cx="37870" cy="32357"/>
                <a:chOff x="4737007" y="4004357"/>
                <a:chExt cx="37870" cy="32357"/>
              </a:xfrm>
            </p:grpSpPr>
            <p:sp>
              <p:nvSpPr>
                <p:cNvPr id="5208" name="Google Shape;5208;p57"/>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7"/>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0" name="Google Shape;5210;p57"/>
              <p:cNvGrpSpPr/>
              <p:nvPr/>
            </p:nvGrpSpPr>
            <p:grpSpPr>
              <a:xfrm>
                <a:off x="4773634" y="4208627"/>
                <a:ext cx="37776" cy="32357"/>
                <a:chOff x="4773634" y="4208627"/>
                <a:chExt cx="37776" cy="32357"/>
              </a:xfrm>
            </p:grpSpPr>
            <p:sp>
              <p:nvSpPr>
                <p:cNvPr id="5211" name="Google Shape;5211;p57"/>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7"/>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57"/>
              <p:cNvGrpSpPr/>
              <p:nvPr/>
            </p:nvGrpSpPr>
            <p:grpSpPr>
              <a:xfrm>
                <a:off x="4888282" y="4074764"/>
                <a:ext cx="37776" cy="32451"/>
                <a:chOff x="4888282" y="4074764"/>
                <a:chExt cx="37776" cy="32451"/>
              </a:xfrm>
            </p:grpSpPr>
            <p:sp>
              <p:nvSpPr>
                <p:cNvPr id="5214" name="Google Shape;5214;p57"/>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7"/>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57"/>
              <p:cNvGrpSpPr/>
              <p:nvPr/>
            </p:nvGrpSpPr>
            <p:grpSpPr>
              <a:xfrm>
                <a:off x="4901315" y="3804271"/>
                <a:ext cx="37776" cy="32364"/>
                <a:chOff x="4901315" y="3804271"/>
                <a:chExt cx="37776" cy="32364"/>
              </a:xfrm>
            </p:grpSpPr>
            <p:sp>
              <p:nvSpPr>
                <p:cNvPr id="5217" name="Google Shape;5217;p57"/>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7"/>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57"/>
              <p:cNvGrpSpPr/>
              <p:nvPr/>
            </p:nvGrpSpPr>
            <p:grpSpPr>
              <a:xfrm>
                <a:off x="4866394" y="3715035"/>
                <a:ext cx="37846" cy="32357"/>
                <a:chOff x="4866394" y="3715035"/>
                <a:chExt cx="37846" cy="32357"/>
              </a:xfrm>
            </p:grpSpPr>
            <p:sp>
              <p:nvSpPr>
                <p:cNvPr id="5220" name="Google Shape;5220;p57"/>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7"/>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57"/>
              <p:cNvGrpSpPr/>
              <p:nvPr/>
            </p:nvGrpSpPr>
            <p:grpSpPr>
              <a:xfrm>
                <a:off x="4979233" y="3839798"/>
                <a:ext cx="37878" cy="32420"/>
                <a:chOff x="4979233" y="3839798"/>
                <a:chExt cx="37878" cy="32420"/>
              </a:xfrm>
            </p:grpSpPr>
            <p:sp>
              <p:nvSpPr>
                <p:cNvPr id="5223" name="Google Shape;5223;p57"/>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7"/>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57"/>
              <p:cNvGrpSpPr/>
              <p:nvPr/>
            </p:nvGrpSpPr>
            <p:grpSpPr>
              <a:xfrm>
                <a:off x="4790662" y="3679147"/>
                <a:ext cx="37783" cy="32380"/>
                <a:chOff x="4790662" y="3679147"/>
                <a:chExt cx="37783" cy="32380"/>
              </a:xfrm>
            </p:grpSpPr>
            <p:sp>
              <p:nvSpPr>
                <p:cNvPr id="5226" name="Google Shape;5226;p57"/>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7"/>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57"/>
              <p:cNvGrpSpPr/>
              <p:nvPr/>
            </p:nvGrpSpPr>
            <p:grpSpPr>
              <a:xfrm>
                <a:off x="4857263" y="3557861"/>
                <a:ext cx="37776" cy="32357"/>
                <a:chOff x="4857263" y="3557861"/>
                <a:chExt cx="37776" cy="32357"/>
              </a:xfrm>
            </p:grpSpPr>
            <p:sp>
              <p:nvSpPr>
                <p:cNvPr id="5229" name="Google Shape;5229;p57"/>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7"/>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57"/>
              <p:cNvGrpSpPr/>
              <p:nvPr/>
            </p:nvGrpSpPr>
            <p:grpSpPr>
              <a:xfrm>
                <a:off x="4883902" y="3648033"/>
                <a:ext cx="37783" cy="32380"/>
                <a:chOff x="4883902" y="3648033"/>
                <a:chExt cx="37783" cy="32380"/>
              </a:xfrm>
            </p:grpSpPr>
            <p:sp>
              <p:nvSpPr>
                <p:cNvPr id="5232" name="Google Shape;5232;p57"/>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7"/>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 name="Google Shape;5234;p57"/>
              <p:cNvGrpSpPr/>
              <p:nvPr/>
            </p:nvGrpSpPr>
            <p:grpSpPr>
              <a:xfrm>
                <a:off x="4907780" y="3347220"/>
                <a:ext cx="37878" cy="32357"/>
                <a:chOff x="4907780" y="3347220"/>
                <a:chExt cx="37878" cy="32357"/>
              </a:xfrm>
            </p:grpSpPr>
            <p:sp>
              <p:nvSpPr>
                <p:cNvPr id="5235" name="Google Shape;5235;p57"/>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7"/>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57"/>
              <p:cNvGrpSpPr/>
              <p:nvPr/>
            </p:nvGrpSpPr>
            <p:grpSpPr>
              <a:xfrm>
                <a:off x="5065048" y="3738150"/>
                <a:ext cx="37783" cy="32364"/>
                <a:chOff x="5065048" y="3738150"/>
                <a:chExt cx="37783" cy="32364"/>
              </a:xfrm>
            </p:grpSpPr>
            <p:sp>
              <p:nvSpPr>
                <p:cNvPr id="5238" name="Google Shape;5238;p57"/>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7"/>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57"/>
              <p:cNvGrpSpPr/>
              <p:nvPr/>
            </p:nvGrpSpPr>
            <p:grpSpPr>
              <a:xfrm>
                <a:off x="5071616" y="3284615"/>
                <a:ext cx="37783" cy="32357"/>
                <a:chOff x="5071616" y="3284615"/>
                <a:chExt cx="37783" cy="32357"/>
              </a:xfrm>
            </p:grpSpPr>
            <p:sp>
              <p:nvSpPr>
                <p:cNvPr id="5241" name="Google Shape;5241;p57"/>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7"/>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57"/>
              <p:cNvGrpSpPr/>
              <p:nvPr/>
            </p:nvGrpSpPr>
            <p:grpSpPr>
              <a:xfrm>
                <a:off x="5389291" y="3759921"/>
                <a:ext cx="37783" cy="32380"/>
                <a:chOff x="5389291" y="3759921"/>
                <a:chExt cx="37783" cy="32380"/>
              </a:xfrm>
            </p:grpSpPr>
            <p:sp>
              <p:nvSpPr>
                <p:cNvPr id="5244" name="Google Shape;5244;p57"/>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7"/>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57"/>
              <p:cNvGrpSpPr/>
              <p:nvPr/>
            </p:nvGrpSpPr>
            <p:grpSpPr>
              <a:xfrm>
                <a:off x="5431534" y="3632932"/>
                <a:ext cx="37878" cy="32451"/>
                <a:chOff x="5431534" y="3632932"/>
                <a:chExt cx="37878" cy="32451"/>
              </a:xfrm>
            </p:grpSpPr>
            <p:sp>
              <p:nvSpPr>
                <p:cNvPr id="5247" name="Google Shape;5247;p57"/>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7"/>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57"/>
              <p:cNvGrpSpPr/>
              <p:nvPr/>
            </p:nvGrpSpPr>
            <p:grpSpPr>
              <a:xfrm>
                <a:off x="5540755" y="3544829"/>
                <a:ext cx="37783" cy="32357"/>
                <a:chOff x="5540755" y="3544829"/>
                <a:chExt cx="37783" cy="32357"/>
              </a:xfrm>
            </p:grpSpPr>
            <p:sp>
              <p:nvSpPr>
                <p:cNvPr id="5250" name="Google Shape;5250;p57"/>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7"/>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57"/>
              <p:cNvGrpSpPr/>
              <p:nvPr/>
            </p:nvGrpSpPr>
            <p:grpSpPr>
              <a:xfrm>
                <a:off x="5579293" y="3412107"/>
                <a:ext cx="37776" cy="32357"/>
                <a:chOff x="5579293" y="3412107"/>
                <a:chExt cx="37776" cy="32357"/>
              </a:xfrm>
            </p:grpSpPr>
            <p:sp>
              <p:nvSpPr>
                <p:cNvPr id="5253" name="Google Shape;5253;p57"/>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7"/>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57"/>
              <p:cNvGrpSpPr/>
              <p:nvPr/>
            </p:nvGrpSpPr>
            <p:grpSpPr>
              <a:xfrm>
                <a:off x="5801346" y="3284615"/>
                <a:ext cx="37783" cy="32357"/>
                <a:chOff x="5801346" y="3284615"/>
                <a:chExt cx="37783" cy="32357"/>
              </a:xfrm>
            </p:grpSpPr>
            <p:sp>
              <p:nvSpPr>
                <p:cNvPr id="5256" name="Google Shape;5256;p57"/>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7"/>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57"/>
              <p:cNvGrpSpPr/>
              <p:nvPr/>
            </p:nvGrpSpPr>
            <p:grpSpPr>
              <a:xfrm>
                <a:off x="5763578" y="3399067"/>
                <a:ext cx="37776" cy="32364"/>
                <a:chOff x="5763578" y="3399067"/>
                <a:chExt cx="37776" cy="32364"/>
              </a:xfrm>
            </p:grpSpPr>
            <p:sp>
              <p:nvSpPr>
                <p:cNvPr id="5259" name="Google Shape;5259;p57"/>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7"/>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1" name="Google Shape;5261;p57"/>
              <p:cNvGrpSpPr/>
              <p:nvPr/>
            </p:nvGrpSpPr>
            <p:grpSpPr>
              <a:xfrm>
                <a:off x="5395858" y="3230952"/>
                <a:ext cx="37776" cy="32364"/>
                <a:chOff x="5395858" y="3230952"/>
                <a:chExt cx="37776" cy="32364"/>
              </a:xfrm>
            </p:grpSpPr>
            <p:sp>
              <p:nvSpPr>
                <p:cNvPr id="5262" name="Google Shape;5262;p57"/>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7"/>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4" name="Google Shape;5264;p57"/>
              <p:cNvGrpSpPr/>
              <p:nvPr/>
            </p:nvGrpSpPr>
            <p:grpSpPr>
              <a:xfrm>
                <a:off x="5264088" y="3188237"/>
                <a:ext cx="37776" cy="32357"/>
                <a:chOff x="5264088" y="3188237"/>
                <a:chExt cx="37776" cy="32357"/>
              </a:xfrm>
            </p:grpSpPr>
            <p:sp>
              <p:nvSpPr>
                <p:cNvPr id="5265" name="Google Shape;5265;p57"/>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7"/>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57"/>
              <p:cNvGrpSpPr/>
              <p:nvPr/>
            </p:nvGrpSpPr>
            <p:grpSpPr>
              <a:xfrm>
                <a:off x="5585758" y="3237425"/>
                <a:ext cx="37878" cy="32357"/>
                <a:chOff x="5585758" y="3237425"/>
                <a:chExt cx="37878" cy="32357"/>
              </a:xfrm>
            </p:grpSpPr>
            <p:sp>
              <p:nvSpPr>
                <p:cNvPr id="5268" name="Google Shape;5268;p57"/>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7"/>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0" name="Google Shape;5270;p57"/>
              <p:cNvGrpSpPr/>
              <p:nvPr/>
            </p:nvGrpSpPr>
            <p:grpSpPr>
              <a:xfrm>
                <a:off x="4874196" y="3291088"/>
                <a:ext cx="37878" cy="32451"/>
                <a:chOff x="4874196" y="3291088"/>
                <a:chExt cx="37878" cy="32451"/>
              </a:xfrm>
            </p:grpSpPr>
            <p:sp>
              <p:nvSpPr>
                <p:cNvPr id="5271" name="Google Shape;5271;p57"/>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7"/>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3" name="Google Shape;5273;p57"/>
              <p:cNvGrpSpPr/>
              <p:nvPr/>
            </p:nvGrpSpPr>
            <p:grpSpPr>
              <a:xfrm>
                <a:off x="5197770" y="3785466"/>
                <a:ext cx="37783" cy="32427"/>
                <a:chOff x="5197770" y="3785466"/>
                <a:chExt cx="37783" cy="32427"/>
              </a:xfrm>
            </p:grpSpPr>
            <p:sp>
              <p:nvSpPr>
                <p:cNvPr id="5274" name="Google Shape;5274;p57"/>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7"/>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6" name="Google Shape;5276;p57"/>
              <p:cNvGrpSpPr/>
              <p:nvPr/>
            </p:nvGrpSpPr>
            <p:grpSpPr>
              <a:xfrm>
                <a:off x="5177699" y="3492117"/>
                <a:ext cx="37776" cy="32357"/>
                <a:chOff x="5177699" y="3492117"/>
                <a:chExt cx="37776" cy="32357"/>
              </a:xfrm>
            </p:grpSpPr>
            <p:sp>
              <p:nvSpPr>
                <p:cNvPr id="5277" name="Google Shape;5277;p57"/>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7"/>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9" name="Google Shape;5279;p57"/>
              <p:cNvGrpSpPr/>
              <p:nvPr/>
            </p:nvGrpSpPr>
            <p:grpSpPr>
              <a:xfrm>
                <a:off x="5349431" y="3622346"/>
                <a:ext cx="37870" cy="32380"/>
                <a:chOff x="5349431" y="3622346"/>
                <a:chExt cx="37870" cy="32380"/>
              </a:xfrm>
            </p:grpSpPr>
            <p:sp>
              <p:nvSpPr>
                <p:cNvPr id="5280" name="Google Shape;5280;p57"/>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7"/>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2" name="Google Shape;5282;p57"/>
              <p:cNvGrpSpPr/>
              <p:nvPr/>
            </p:nvGrpSpPr>
            <p:grpSpPr>
              <a:xfrm>
                <a:off x="5068855" y="3563980"/>
                <a:ext cx="53954" cy="46223"/>
                <a:chOff x="5068855" y="3563980"/>
                <a:chExt cx="53954" cy="46223"/>
              </a:xfrm>
            </p:grpSpPr>
            <p:sp>
              <p:nvSpPr>
                <p:cNvPr id="5283" name="Google Shape;5283;p57"/>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7"/>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57"/>
              <p:cNvGrpSpPr/>
              <p:nvPr/>
            </p:nvGrpSpPr>
            <p:grpSpPr>
              <a:xfrm>
                <a:off x="5037654" y="3392507"/>
                <a:ext cx="37870" cy="32451"/>
                <a:chOff x="5037654" y="3392507"/>
                <a:chExt cx="37870" cy="32451"/>
              </a:xfrm>
            </p:grpSpPr>
            <p:sp>
              <p:nvSpPr>
                <p:cNvPr id="5286" name="Google Shape;5286;p57"/>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7"/>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8" name="Google Shape;5288;p57"/>
              <p:cNvGrpSpPr/>
              <p:nvPr/>
            </p:nvGrpSpPr>
            <p:grpSpPr>
              <a:xfrm>
                <a:off x="5456560" y="3368629"/>
                <a:ext cx="37870" cy="32451"/>
                <a:chOff x="5456560" y="3368629"/>
                <a:chExt cx="37870" cy="32451"/>
              </a:xfrm>
            </p:grpSpPr>
            <p:sp>
              <p:nvSpPr>
                <p:cNvPr id="5289" name="Google Shape;5289;p57"/>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7"/>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57"/>
              <p:cNvGrpSpPr/>
              <p:nvPr/>
            </p:nvGrpSpPr>
            <p:grpSpPr>
              <a:xfrm>
                <a:off x="4755749" y="3501516"/>
                <a:ext cx="46246" cy="39608"/>
                <a:chOff x="4755749" y="3501516"/>
                <a:chExt cx="46246" cy="39608"/>
              </a:xfrm>
            </p:grpSpPr>
            <p:sp>
              <p:nvSpPr>
                <p:cNvPr id="5292" name="Google Shape;5292;p57"/>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7"/>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57"/>
              <p:cNvGrpSpPr/>
              <p:nvPr/>
            </p:nvGrpSpPr>
            <p:grpSpPr>
              <a:xfrm>
                <a:off x="4681346" y="3485582"/>
                <a:ext cx="37783" cy="32427"/>
                <a:chOff x="4681346" y="3485582"/>
                <a:chExt cx="37783" cy="32427"/>
              </a:xfrm>
            </p:grpSpPr>
            <p:sp>
              <p:nvSpPr>
                <p:cNvPr id="5295" name="Google Shape;5295;p57"/>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7"/>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57"/>
              <p:cNvGrpSpPr/>
              <p:nvPr/>
            </p:nvGrpSpPr>
            <p:grpSpPr>
              <a:xfrm>
                <a:off x="4767067" y="3291088"/>
                <a:ext cx="37878" cy="32451"/>
                <a:chOff x="4767067" y="3291088"/>
                <a:chExt cx="37878" cy="32451"/>
              </a:xfrm>
            </p:grpSpPr>
            <p:sp>
              <p:nvSpPr>
                <p:cNvPr id="5298" name="Google Shape;5298;p57"/>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7"/>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57"/>
              <p:cNvGrpSpPr/>
              <p:nvPr/>
            </p:nvGrpSpPr>
            <p:grpSpPr>
              <a:xfrm>
                <a:off x="4687819" y="3405539"/>
                <a:ext cx="37776" cy="32451"/>
                <a:chOff x="4687819" y="3405539"/>
                <a:chExt cx="37776" cy="32451"/>
              </a:xfrm>
            </p:grpSpPr>
            <p:sp>
              <p:nvSpPr>
                <p:cNvPr id="5301" name="Google Shape;5301;p57"/>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7"/>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3" name="Google Shape;5303;p57"/>
              <p:cNvGrpSpPr/>
              <p:nvPr/>
            </p:nvGrpSpPr>
            <p:grpSpPr>
              <a:xfrm>
                <a:off x="4923101" y="3444809"/>
                <a:ext cx="52813" cy="45318"/>
                <a:chOff x="4923101" y="3444809"/>
                <a:chExt cx="52813" cy="45318"/>
              </a:xfrm>
            </p:grpSpPr>
            <p:sp>
              <p:nvSpPr>
                <p:cNvPr id="5304" name="Google Shape;5304;p57"/>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7"/>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6" name="Google Shape;5306;p57"/>
              <p:cNvGrpSpPr/>
              <p:nvPr/>
            </p:nvGrpSpPr>
            <p:grpSpPr>
              <a:xfrm>
                <a:off x="4846040" y="3654750"/>
                <a:ext cx="31405" cy="26993"/>
                <a:chOff x="4846040" y="3654750"/>
                <a:chExt cx="31405" cy="26993"/>
              </a:xfrm>
            </p:grpSpPr>
            <p:sp>
              <p:nvSpPr>
                <p:cNvPr id="5307" name="Google Shape;5307;p57"/>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7"/>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9" name="Google Shape;5309;p57"/>
              <p:cNvGrpSpPr/>
              <p:nvPr/>
            </p:nvGrpSpPr>
            <p:grpSpPr>
              <a:xfrm>
                <a:off x="4925673" y="3691700"/>
                <a:ext cx="40253" cy="34472"/>
                <a:chOff x="4925673" y="3691700"/>
                <a:chExt cx="40253" cy="34472"/>
              </a:xfrm>
            </p:grpSpPr>
            <p:sp>
              <p:nvSpPr>
                <p:cNvPr id="5310" name="Google Shape;5310;p57"/>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7"/>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2" name="Google Shape;5312;p57"/>
              <p:cNvGrpSpPr/>
              <p:nvPr/>
            </p:nvGrpSpPr>
            <p:grpSpPr>
              <a:xfrm>
                <a:off x="4894653" y="3740848"/>
                <a:ext cx="31405" cy="26906"/>
                <a:chOff x="4894653" y="3740848"/>
                <a:chExt cx="31405" cy="26906"/>
              </a:xfrm>
            </p:grpSpPr>
            <p:sp>
              <p:nvSpPr>
                <p:cNvPr id="5313" name="Google Shape;5313;p57"/>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7"/>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57"/>
              <p:cNvGrpSpPr/>
              <p:nvPr/>
            </p:nvGrpSpPr>
            <p:grpSpPr>
              <a:xfrm>
                <a:off x="4962300" y="3696348"/>
                <a:ext cx="38255" cy="32773"/>
                <a:chOff x="4962300" y="3696348"/>
                <a:chExt cx="38255" cy="32773"/>
              </a:xfrm>
            </p:grpSpPr>
            <p:sp>
              <p:nvSpPr>
                <p:cNvPr id="5316" name="Google Shape;5316;p57"/>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7"/>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8" name="Google Shape;5318;p57"/>
              <p:cNvGrpSpPr/>
              <p:nvPr/>
            </p:nvGrpSpPr>
            <p:grpSpPr>
              <a:xfrm>
                <a:off x="4980185" y="3743349"/>
                <a:ext cx="31499" cy="26969"/>
                <a:chOff x="4980185" y="3743349"/>
                <a:chExt cx="31499" cy="26969"/>
              </a:xfrm>
            </p:grpSpPr>
            <p:sp>
              <p:nvSpPr>
                <p:cNvPr id="5319" name="Google Shape;5319;p57"/>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7"/>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57"/>
              <p:cNvGrpSpPr/>
              <p:nvPr/>
            </p:nvGrpSpPr>
            <p:grpSpPr>
              <a:xfrm>
                <a:off x="5013768" y="3734312"/>
                <a:ext cx="31499" cy="26969"/>
                <a:chOff x="5013768" y="3734312"/>
                <a:chExt cx="31499" cy="26969"/>
              </a:xfrm>
            </p:grpSpPr>
            <p:sp>
              <p:nvSpPr>
                <p:cNvPr id="5322" name="Google Shape;5322;p57"/>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7"/>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57"/>
              <p:cNvGrpSpPr/>
              <p:nvPr/>
            </p:nvGrpSpPr>
            <p:grpSpPr>
              <a:xfrm>
                <a:off x="5036703" y="3764545"/>
                <a:ext cx="31499" cy="26898"/>
                <a:chOff x="5036703" y="3764545"/>
                <a:chExt cx="31499" cy="26898"/>
              </a:xfrm>
            </p:grpSpPr>
            <p:sp>
              <p:nvSpPr>
                <p:cNvPr id="5325" name="Google Shape;5325;p57"/>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7"/>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57"/>
              <p:cNvGrpSpPr/>
              <p:nvPr/>
            </p:nvGrpSpPr>
            <p:grpSpPr>
              <a:xfrm>
                <a:off x="4953546" y="3768352"/>
                <a:ext cx="31405" cy="26898"/>
                <a:chOff x="4953546" y="3768352"/>
                <a:chExt cx="31405" cy="26898"/>
              </a:xfrm>
            </p:grpSpPr>
            <p:sp>
              <p:nvSpPr>
                <p:cNvPr id="5328" name="Google Shape;5328;p57"/>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7"/>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57"/>
              <p:cNvGrpSpPr/>
              <p:nvPr/>
            </p:nvGrpSpPr>
            <p:grpSpPr>
              <a:xfrm>
                <a:off x="4964770" y="3814016"/>
                <a:ext cx="31499" cy="26993"/>
                <a:chOff x="4964770" y="3814016"/>
                <a:chExt cx="31499" cy="26993"/>
              </a:xfrm>
            </p:grpSpPr>
            <p:sp>
              <p:nvSpPr>
                <p:cNvPr id="5331" name="Google Shape;5331;p57"/>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7"/>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57"/>
              <p:cNvGrpSpPr/>
              <p:nvPr/>
            </p:nvGrpSpPr>
            <p:grpSpPr>
              <a:xfrm>
                <a:off x="4923290" y="3800504"/>
                <a:ext cx="31468" cy="26898"/>
                <a:chOff x="4923290" y="3800504"/>
                <a:chExt cx="31468" cy="26898"/>
              </a:xfrm>
            </p:grpSpPr>
            <p:sp>
              <p:nvSpPr>
                <p:cNvPr id="5334" name="Google Shape;5334;p57"/>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7"/>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6" name="Google Shape;5336;p57"/>
              <p:cNvGrpSpPr/>
              <p:nvPr/>
            </p:nvGrpSpPr>
            <p:grpSpPr>
              <a:xfrm>
                <a:off x="5108534" y="3650943"/>
                <a:ext cx="31405" cy="26993"/>
                <a:chOff x="5108534" y="3650943"/>
                <a:chExt cx="31405" cy="26993"/>
              </a:xfrm>
            </p:grpSpPr>
            <p:sp>
              <p:nvSpPr>
                <p:cNvPr id="5337" name="Google Shape;5337;p57"/>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7"/>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 name="Google Shape;5339;p57"/>
              <p:cNvGrpSpPr/>
              <p:nvPr/>
            </p:nvGrpSpPr>
            <p:grpSpPr>
              <a:xfrm>
                <a:off x="5119380" y="3760739"/>
                <a:ext cx="31499" cy="26993"/>
                <a:chOff x="5119380" y="3760739"/>
                <a:chExt cx="31499" cy="26993"/>
              </a:xfrm>
            </p:grpSpPr>
            <p:sp>
              <p:nvSpPr>
                <p:cNvPr id="5340" name="Google Shape;5340;p57"/>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7"/>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57"/>
              <p:cNvGrpSpPr/>
              <p:nvPr/>
            </p:nvGrpSpPr>
            <p:grpSpPr>
              <a:xfrm>
                <a:off x="5119380" y="3788235"/>
                <a:ext cx="31499" cy="26993"/>
                <a:chOff x="5119380" y="3788235"/>
                <a:chExt cx="31499" cy="26993"/>
              </a:xfrm>
            </p:grpSpPr>
            <p:sp>
              <p:nvSpPr>
                <p:cNvPr id="5343" name="Google Shape;5343;p57"/>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7"/>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5" name="Google Shape;5345;p57"/>
              <p:cNvGrpSpPr/>
              <p:nvPr/>
            </p:nvGrpSpPr>
            <p:grpSpPr>
              <a:xfrm>
                <a:off x="5158005" y="3875284"/>
                <a:ext cx="31405" cy="27001"/>
                <a:chOff x="5158005" y="3875284"/>
                <a:chExt cx="31405" cy="27001"/>
              </a:xfrm>
            </p:grpSpPr>
            <p:sp>
              <p:nvSpPr>
                <p:cNvPr id="5346" name="Google Shape;5346;p57"/>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7"/>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8" name="Google Shape;5348;p57"/>
              <p:cNvGrpSpPr/>
              <p:nvPr/>
            </p:nvGrpSpPr>
            <p:grpSpPr>
              <a:xfrm>
                <a:off x="5233163" y="3764545"/>
                <a:ext cx="31499" cy="26898"/>
                <a:chOff x="5233163" y="3764545"/>
                <a:chExt cx="31499" cy="26898"/>
              </a:xfrm>
            </p:grpSpPr>
            <p:sp>
              <p:nvSpPr>
                <p:cNvPr id="5349" name="Google Shape;5349;p57"/>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7"/>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57"/>
              <p:cNvGrpSpPr/>
              <p:nvPr/>
            </p:nvGrpSpPr>
            <p:grpSpPr>
              <a:xfrm>
                <a:off x="5276168" y="3805545"/>
                <a:ext cx="31499" cy="26906"/>
                <a:chOff x="5276168" y="3805545"/>
                <a:chExt cx="31499" cy="26906"/>
              </a:xfrm>
            </p:grpSpPr>
            <p:sp>
              <p:nvSpPr>
                <p:cNvPr id="5352" name="Google Shape;5352;p57"/>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7"/>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4" name="Google Shape;5354;p57"/>
              <p:cNvGrpSpPr/>
              <p:nvPr/>
            </p:nvGrpSpPr>
            <p:grpSpPr>
              <a:xfrm>
                <a:off x="5294053" y="3851933"/>
                <a:ext cx="31405" cy="26945"/>
                <a:chOff x="5294053" y="3851933"/>
                <a:chExt cx="31405" cy="26945"/>
              </a:xfrm>
            </p:grpSpPr>
            <p:sp>
              <p:nvSpPr>
                <p:cNvPr id="5355" name="Google Shape;5355;p57"/>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7"/>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 name="Google Shape;5357;p57"/>
              <p:cNvGrpSpPr/>
              <p:nvPr/>
            </p:nvGrpSpPr>
            <p:grpSpPr>
              <a:xfrm>
                <a:off x="5341723" y="3851902"/>
                <a:ext cx="31405" cy="26977"/>
                <a:chOff x="5341723" y="3851902"/>
                <a:chExt cx="31405" cy="26977"/>
              </a:xfrm>
            </p:grpSpPr>
            <p:sp>
              <p:nvSpPr>
                <p:cNvPr id="5358" name="Google Shape;5358;p57"/>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7"/>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0" name="Google Shape;5360;p57"/>
              <p:cNvGrpSpPr/>
              <p:nvPr/>
            </p:nvGrpSpPr>
            <p:grpSpPr>
              <a:xfrm>
                <a:off x="5054871" y="3507855"/>
                <a:ext cx="31405" cy="26993"/>
                <a:chOff x="5054871" y="3507855"/>
                <a:chExt cx="31405" cy="26993"/>
              </a:xfrm>
            </p:grpSpPr>
            <p:sp>
              <p:nvSpPr>
                <p:cNvPr id="5361" name="Google Shape;5361;p57"/>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7"/>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57"/>
              <p:cNvGrpSpPr/>
              <p:nvPr/>
            </p:nvGrpSpPr>
            <p:grpSpPr>
              <a:xfrm>
                <a:off x="4876579" y="3675325"/>
                <a:ext cx="31405" cy="26969"/>
                <a:chOff x="4876579" y="3675325"/>
                <a:chExt cx="31405" cy="26969"/>
              </a:xfrm>
            </p:grpSpPr>
            <p:sp>
              <p:nvSpPr>
                <p:cNvPr id="5364" name="Google Shape;5364;p57"/>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7"/>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57"/>
              <p:cNvGrpSpPr/>
              <p:nvPr/>
            </p:nvGrpSpPr>
            <p:grpSpPr>
              <a:xfrm>
                <a:off x="4842233" y="3688333"/>
                <a:ext cx="31405" cy="26993"/>
                <a:chOff x="4842233" y="3688333"/>
                <a:chExt cx="31405" cy="26993"/>
              </a:xfrm>
            </p:grpSpPr>
            <p:sp>
              <p:nvSpPr>
                <p:cNvPr id="5367" name="Google Shape;5367;p57"/>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7"/>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57"/>
              <p:cNvGrpSpPr/>
              <p:nvPr/>
            </p:nvGrpSpPr>
            <p:grpSpPr>
              <a:xfrm>
                <a:off x="5187876" y="3608032"/>
                <a:ext cx="31405" cy="27001"/>
                <a:chOff x="5187876" y="3608032"/>
                <a:chExt cx="31405" cy="27001"/>
              </a:xfrm>
            </p:grpSpPr>
            <p:sp>
              <p:nvSpPr>
                <p:cNvPr id="5370" name="Google Shape;5370;p57"/>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7"/>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2" name="Google Shape;5372;p57"/>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7"/>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4" name="Google Shape;5374;p57"/>
              <p:cNvGrpSpPr/>
              <p:nvPr/>
            </p:nvGrpSpPr>
            <p:grpSpPr>
              <a:xfrm>
                <a:off x="5269224" y="3304167"/>
                <a:ext cx="40253" cy="34402"/>
                <a:chOff x="5269224" y="3304167"/>
                <a:chExt cx="40253" cy="34402"/>
              </a:xfrm>
            </p:grpSpPr>
            <p:sp>
              <p:nvSpPr>
                <p:cNvPr id="5375" name="Google Shape;5375;p57"/>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7"/>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57"/>
              <p:cNvGrpSpPr/>
              <p:nvPr/>
            </p:nvGrpSpPr>
            <p:grpSpPr>
              <a:xfrm>
                <a:off x="5327354" y="3476615"/>
                <a:ext cx="49864" cy="42723"/>
                <a:chOff x="5327354" y="3476615"/>
                <a:chExt cx="49864" cy="42723"/>
              </a:xfrm>
            </p:grpSpPr>
            <p:sp>
              <p:nvSpPr>
                <p:cNvPr id="5378" name="Google Shape;5378;p57"/>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7"/>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0" name="Google Shape;5380;p57"/>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7"/>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2" name="Google Shape;5382;p57"/>
              <p:cNvGrpSpPr/>
              <p:nvPr/>
            </p:nvGrpSpPr>
            <p:grpSpPr>
              <a:xfrm>
                <a:off x="5341723" y="3775957"/>
                <a:ext cx="31405" cy="26898"/>
                <a:chOff x="5341723" y="3775957"/>
                <a:chExt cx="31405" cy="26898"/>
              </a:xfrm>
            </p:grpSpPr>
            <p:sp>
              <p:nvSpPr>
                <p:cNvPr id="5383" name="Google Shape;5383;p57"/>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7"/>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5" name="Google Shape;5385;p57"/>
              <p:cNvGrpSpPr/>
              <p:nvPr/>
            </p:nvGrpSpPr>
            <p:grpSpPr>
              <a:xfrm>
                <a:off x="5439053" y="3699274"/>
                <a:ext cx="31405" cy="26898"/>
                <a:chOff x="5439053" y="3699274"/>
                <a:chExt cx="31405" cy="26898"/>
              </a:xfrm>
            </p:grpSpPr>
            <p:sp>
              <p:nvSpPr>
                <p:cNvPr id="5386" name="Google Shape;5386;p57"/>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7"/>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57"/>
              <p:cNvGrpSpPr/>
              <p:nvPr/>
            </p:nvGrpSpPr>
            <p:grpSpPr>
              <a:xfrm>
                <a:off x="5412414" y="3622307"/>
                <a:ext cx="31499" cy="26993"/>
                <a:chOff x="5412414" y="3622307"/>
                <a:chExt cx="31499" cy="26993"/>
              </a:xfrm>
            </p:grpSpPr>
            <p:sp>
              <p:nvSpPr>
                <p:cNvPr id="5389" name="Google Shape;5389;p57"/>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7"/>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57"/>
              <p:cNvGrpSpPr/>
              <p:nvPr/>
            </p:nvGrpSpPr>
            <p:grpSpPr>
              <a:xfrm>
                <a:off x="5476254" y="3473949"/>
                <a:ext cx="26835" cy="26930"/>
                <a:chOff x="5476254" y="3473949"/>
                <a:chExt cx="26835" cy="26930"/>
              </a:xfrm>
            </p:grpSpPr>
            <p:sp>
              <p:nvSpPr>
                <p:cNvPr id="5392" name="Google Shape;5392;p57"/>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7"/>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57"/>
              <p:cNvGrpSpPr/>
              <p:nvPr/>
            </p:nvGrpSpPr>
            <p:grpSpPr>
              <a:xfrm>
                <a:off x="5564547" y="3481594"/>
                <a:ext cx="31397" cy="26898"/>
                <a:chOff x="5564547" y="3481594"/>
                <a:chExt cx="31397" cy="26898"/>
              </a:xfrm>
            </p:grpSpPr>
            <p:sp>
              <p:nvSpPr>
                <p:cNvPr id="5395" name="Google Shape;5395;p57"/>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7"/>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57"/>
              <p:cNvGrpSpPr/>
              <p:nvPr/>
            </p:nvGrpSpPr>
            <p:grpSpPr>
              <a:xfrm>
                <a:off x="5534101" y="3470174"/>
                <a:ext cx="31397" cy="26906"/>
                <a:chOff x="5534101" y="3470174"/>
                <a:chExt cx="31397" cy="26906"/>
              </a:xfrm>
            </p:grpSpPr>
            <p:sp>
              <p:nvSpPr>
                <p:cNvPr id="5398" name="Google Shape;5398;p57"/>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7"/>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57"/>
              <p:cNvGrpSpPr/>
              <p:nvPr/>
            </p:nvGrpSpPr>
            <p:grpSpPr>
              <a:xfrm>
                <a:off x="5610879" y="3314486"/>
                <a:ext cx="31499" cy="26938"/>
                <a:chOff x="5610879" y="3314486"/>
                <a:chExt cx="31499" cy="26938"/>
              </a:xfrm>
            </p:grpSpPr>
            <p:sp>
              <p:nvSpPr>
                <p:cNvPr id="5401" name="Google Shape;5401;p57"/>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7"/>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57"/>
              <p:cNvGrpSpPr/>
              <p:nvPr/>
            </p:nvGrpSpPr>
            <p:grpSpPr>
              <a:xfrm>
                <a:off x="4834525" y="3501382"/>
                <a:ext cx="31499" cy="26898"/>
                <a:chOff x="4834525" y="3501382"/>
                <a:chExt cx="31499" cy="26898"/>
              </a:xfrm>
            </p:grpSpPr>
            <p:sp>
              <p:nvSpPr>
                <p:cNvPr id="5404" name="Google Shape;5404;p57"/>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7"/>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57"/>
              <p:cNvGrpSpPr/>
              <p:nvPr/>
            </p:nvGrpSpPr>
            <p:grpSpPr>
              <a:xfrm>
                <a:off x="4898460" y="3580158"/>
                <a:ext cx="31405" cy="26898"/>
                <a:chOff x="4898460" y="3580158"/>
                <a:chExt cx="31405" cy="26898"/>
              </a:xfrm>
            </p:grpSpPr>
            <p:sp>
              <p:nvSpPr>
                <p:cNvPr id="5407" name="Google Shape;5407;p57"/>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7"/>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9" name="Google Shape;5409;p57"/>
              <p:cNvGrpSpPr/>
              <p:nvPr/>
            </p:nvGrpSpPr>
            <p:grpSpPr>
              <a:xfrm>
                <a:off x="4882667" y="3608032"/>
                <a:ext cx="31499" cy="27001"/>
                <a:chOff x="4882667" y="3608032"/>
                <a:chExt cx="31499" cy="27001"/>
              </a:xfrm>
            </p:grpSpPr>
            <p:sp>
              <p:nvSpPr>
                <p:cNvPr id="5410" name="Google Shape;5410;p57"/>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7"/>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57"/>
              <p:cNvGrpSpPr/>
              <p:nvPr/>
            </p:nvGrpSpPr>
            <p:grpSpPr>
              <a:xfrm>
                <a:off x="4843373" y="3631407"/>
                <a:ext cx="16273" cy="16186"/>
                <a:chOff x="4843373" y="3631407"/>
                <a:chExt cx="16273" cy="16186"/>
              </a:xfrm>
            </p:grpSpPr>
            <p:sp>
              <p:nvSpPr>
                <p:cNvPr id="5413" name="Google Shape;5413;p57"/>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7"/>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57"/>
              <p:cNvGrpSpPr/>
              <p:nvPr/>
            </p:nvGrpSpPr>
            <p:grpSpPr>
              <a:xfrm>
                <a:off x="4727773" y="3591578"/>
                <a:ext cx="31499" cy="26898"/>
                <a:chOff x="4727773" y="3591578"/>
                <a:chExt cx="31499" cy="26898"/>
              </a:xfrm>
            </p:grpSpPr>
            <p:sp>
              <p:nvSpPr>
                <p:cNvPr id="5416" name="Google Shape;5416;p57"/>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7"/>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8" name="Google Shape;5418;p57"/>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7"/>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0" name="Google Shape;5420;p57"/>
              <p:cNvGrpSpPr/>
              <p:nvPr/>
            </p:nvGrpSpPr>
            <p:grpSpPr>
              <a:xfrm>
                <a:off x="4609421" y="3577398"/>
                <a:ext cx="31499" cy="27001"/>
                <a:chOff x="4609421" y="3577398"/>
                <a:chExt cx="31499" cy="27001"/>
              </a:xfrm>
            </p:grpSpPr>
            <p:sp>
              <p:nvSpPr>
                <p:cNvPr id="5421" name="Google Shape;5421;p57"/>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7"/>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3" name="Google Shape;5423;p57"/>
              <p:cNvGrpSpPr/>
              <p:nvPr/>
            </p:nvGrpSpPr>
            <p:grpSpPr>
              <a:xfrm>
                <a:off x="4649289" y="3577398"/>
                <a:ext cx="31499" cy="27001"/>
                <a:chOff x="4649289" y="3577398"/>
                <a:chExt cx="31499" cy="27001"/>
              </a:xfrm>
            </p:grpSpPr>
            <p:sp>
              <p:nvSpPr>
                <p:cNvPr id="5424" name="Google Shape;5424;p57"/>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7"/>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6" name="Google Shape;5426;p57"/>
              <p:cNvGrpSpPr/>
              <p:nvPr/>
            </p:nvGrpSpPr>
            <p:grpSpPr>
              <a:xfrm>
                <a:off x="4605614" y="3639523"/>
                <a:ext cx="31499" cy="26906"/>
                <a:chOff x="4605614" y="3639523"/>
                <a:chExt cx="31499" cy="26906"/>
              </a:xfrm>
            </p:grpSpPr>
            <p:sp>
              <p:nvSpPr>
                <p:cNvPr id="5427" name="Google Shape;5427;p57"/>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7"/>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57"/>
              <p:cNvGrpSpPr/>
              <p:nvPr/>
            </p:nvGrpSpPr>
            <p:grpSpPr>
              <a:xfrm>
                <a:off x="4785149" y="3618846"/>
                <a:ext cx="26930" cy="26843"/>
                <a:chOff x="4785149" y="3618846"/>
                <a:chExt cx="26930" cy="26843"/>
              </a:xfrm>
            </p:grpSpPr>
            <p:sp>
              <p:nvSpPr>
                <p:cNvPr id="5430" name="Google Shape;5430;p57"/>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7"/>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2" name="Google Shape;5432;p57"/>
              <p:cNvGrpSpPr/>
              <p:nvPr/>
            </p:nvGrpSpPr>
            <p:grpSpPr>
              <a:xfrm>
                <a:off x="4810167" y="3601567"/>
                <a:ext cx="31405" cy="26898"/>
                <a:chOff x="4810167" y="3601567"/>
                <a:chExt cx="31405" cy="26898"/>
              </a:xfrm>
            </p:grpSpPr>
            <p:sp>
              <p:nvSpPr>
                <p:cNvPr id="5433" name="Google Shape;5433;p57"/>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7"/>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57"/>
              <p:cNvGrpSpPr/>
              <p:nvPr/>
            </p:nvGrpSpPr>
            <p:grpSpPr>
              <a:xfrm>
                <a:off x="4831002" y="3373230"/>
                <a:ext cx="31405" cy="26898"/>
                <a:chOff x="4831002" y="3373230"/>
                <a:chExt cx="31405" cy="26898"/>
              </a:xfrm>
            </p:grpSpPr>
            <p:sp>
              <p:nvSpPr>
                <p:cNvPr id="5436" name="Google Shape;5436;p57"/>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7"/>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57"/>
              <p:cNvGrpSpPr/>
              <p:nvPr/>
            </p:nvGrpSpPr>
            <p:grpSpPr>
              <a:xfrm>
                <a:off x="4719311" y="3355054"/>
                <a:ext cx="31499" cy="27001"/>
                <a:chOff x="4719311" y="3355054"/>
                <a:chExt cx="31499" cy="27001"/>
              </a:xfrm>
            </p:grpSpPr>
            <p:sp>
              <p:nvSpPr>
                <p:cNvPr id="5439" name="Google Shape;5439;p57"/>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7"/>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57"/>
              <p:cNvGrpSpPr/>
              <p:nvPr/>
            </p:nvGrpSpPr>
            <p:grpSpPr>
              <a:xfrm>
                <a:off x="4798755" y="3450260"/>
                <a:ext cx="26930" cy="26930"/>
                <a:chOff x="4798755" y="3450260"/>
                <a:chExt cx="26930" cy="26930"/>
              </a:xfrm>
            </p:grpSpPr>
            <p:sp>
              <p:nvSpPr>
                <p:cNvPr id="5442" name="Google Shape;5442;p57"/>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7"/>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57"/>
              <p:cNvGrpSpPr/>
              <p:nvPr/>
            </p:nvGrpSpPr>
            <p:grpSpPr>
              <a:xfrm>
                <a:off x="4645576" y="3467555"/>
                <a:ext cx="31405" cy="26953"/>
                <a:chOff x="4645576" y="3467555"/>
                <a:chExt cx="31405" cy="26953"/>
              </a:xfrm>
            </p:grpSpPr>
            <p:sp>
              <p:nvSpPr>
                <p:cNvPr id="5445" name="Google Shape;5445;p57"/>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7"/>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57"/>
              <p:cNvGrpSpPr/>
              <p:nvPr/>
            </p:nvGrpSpPr>
            <p:grpSpPr>
              <a:xfrm>
                <a:off x="4687631" y="3583965"/>
                <a:ext cx="31499" cy="26898"/>
                <a:chOff x="4687631" y="3583965"/>
                <a:chExt cx="31499" cy="26898"/>
              </a:xfrm>
            </p:grpSpPr>
            <p:sp>
              <p:nvSpPr>
                <p:cNvPr id="5448" name="Google Shape;5448;p57"/>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7"/>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0" name="Google Shape;5450;p57"/>
              <p:cNvGrpSpPr/>
              <p:nvPr/>
            </p:nvGrpSpPr>
            <p:grpSpPr>
              <a:xfrm>
                <a:off x="4719311" y="3471314"/>
                <a:ext cx="31499" cy="27001"/>
                <a:chOff x="4719311" y="3471314"/>
                <a:chExt cx="31499" cy="27001"/>
              </a:xfrm>
            </p:grpSpPr>
            <p:sp>
              <p:nvSpPr>
                <p:cNvPr id="5451" name="Google Shape;5451;p57"/>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7"/>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 name="Google Shape;5453;p57"/>
              <p:cNvGrpSpPr/>
              <p:nvPr/>
            </p:nvGrpSpPr>
            <p:grpSpPr>
              <a:xfrm>
                <a:off x="4719311" y="3434404"/>
                <a:ext cx="31499" cy="26898"/>
                <a:chOff x="4719311" y="3434404"/>
                <a:chExt cx="31499" cy="26898"/>
              </a:xfrm>
            </p:grpSpPr>
            <p:sp>
              <p:nvSpPr>
                <p:cNvPr id="5454" name="Google Shape;5454;p57"/>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7"/>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57"/>
              <p:cNvGrpSpPr/>
              <p:nvPr/>
            </p:nvGrpSpPr>
            <p:grpSpPr>
              <a:xfrm>
                <a:off x="4768876" y="3401772"/>
                <a:ext cx="31499" cy="26898"/>
                <a:chOff x="4768876" y="3401772"/>
                <a:chExt cx="31499" cy="26898"/>
              </a:xfrm>
            </p:grpSpPr>
            <p:sp>
              <p:nvSpPr>
                <p:cNvPr id="5457" name="Google Shape;5457;p57"/>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7"/>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57"/>
              <p:cNvGrpSpPr/>
              <p:nvPr/>
            </p:nvGrpSpPr>
            <p:grpSpPr>
              <a:xfrm>
                <a:off x="4762214" y="3471377"/>
                <a:ext cx="26938" cy="26938"/>
                <a:chOff x="4762214" y="3471377"/>
                <a:chExt cx="26938" cy="26938"/>
              </a:xfrm>
            </p:grpSpPr>
            <p:sp>
              <p:nvSpPr>
                <p:cNvPr id="5460" name="Google Shape;5460;p57"/>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7"/>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57"/>
              <p:cNvGrpSpPr/>
              <p:nvPr/>
            </p:nvGrpSpPr>
            <p:grpSpPr>
              <a:xfrm>
                <a:off x="4790473" y="3344782"/>
                <a:ext cx="31405" cy="26898"/>
                <a:chOff x="4790473" y="3344782"/>
                <a:chExt cx="31405" cy="26898"/>
              </a:xfrm>
            </p:grpSpPr>
            <p:sp>
              <p:nvSpPr>
                <p:cNvPr id="5463" name="Google Shape;5463;p57"/>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7"/>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57"/>
              <p:cNvGrpSpPr/>
              <p:nvPr/>
            </p:nvGrpSpPr>
            <p:grpSpPr>
              <a:xfrm>
                <a:off x="4823774" y="3950733"/>
                <a:ext cx="37398" cy="32034"/>
                <a:chOff x="4823774" y="3950733"/>
                <a:chExt cx="37398" cy="32034"/>
              </a:xfrm>
            </p:grpSpPr>
            <p:sp>
              <p:nvSpPr>
                <p:cNvPr id="5466" name="Google Shape;5466;p57"/>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7"/>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57"/>
              <p:cNvGrpSpPr/>
              <p:nvPr/>
            </p:nvGrpSpPr>
            <p:grpSpPr>
              <a:xfrm>
                <a:off x="4823396" y="4110566"/>
                <a:ext cx="31405" cy="26906"/>
                <a:chOff x="4823396" y="4110566"/>
                <a:chExt cx="31405" cy="26906"/>
              </a:xfrm>
            </p:grpSpPr>
            <p:sp>
              <p:nvSpPr>
                <p:cNvPr id="5469" name="Google Shape;5469;p57"/>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7"/>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57"/>
              <p:cNvGrpSpPr/>
              <p:nvPr/>
            </p:nvGrpSpPr>
            <p:grpSpPr>
              <a:xfrm>
                <a:off x="4838332" y="3821150"/>
                <a:ext cx="31499" cy="26898"/>
                <a:chOff x="4838332" y="3821150"/>
                <a:chExt cx="31499" cy="26898"/>
              </a:xfrm>
            </p:grpSpPr>
            <p:sp>
              <p:nvSpPr>
                <p:cNvPr id="5472" name="Google Shape;5472;p57"/>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7"/>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57"/>
              <p:cNvGrpSpPr/>
              <p:nvPr/>
            </p:nvGrpSpPr>
            <p:grpSpPr>
              <a:xfrm>
                <a:off x="4661275" y="3815007"/>
                <a:ext cx="36824" cy="31523"/>
                <a:chOff x="4661275" y="3815007"/>
                <a:chExt cx="36824" cy="31523"/>
              </a:xfrm>
            </p:grpSpPr>
            <p:sp>
              <p:nvSpPr>
                <p:cNvPr id="5475" name="Google Shape;5475;p57"/>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7"/>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57"/>
              <p:cNvGrpSpPr/>
              <p:nvPr/>
            </p:nvGrpSpPr>
            <p:grpSpPr>
              <a:xfrm>
                <a:off x="4558998" y="3851037"/>
                <a:ext cx="33591" cy="28699"/>
                <a:chOff x="4558998" y="3851037"/>
                <a:chExt cx="33591" cy="28699"/>
              </a:xfrm>
            </p:grpSpPr>
            <p:sp>
              <p:nvSpPr>
                <p:cNvPr id="5478" name="Google Shape;5478;p57"/>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7"/>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0" name="Google Shape;5480;p57"/>
              <p:cNvGrpSpPr/>
              <p:nvPr/>
            </p:nvGrpSpPr>
            <p:grpSpPr>
              <a:xfrm>
                <a:off x="4696762" y="3638587"/>
                <a:ext cx="33591" cy="28794"/>
                <a:chOff x="4696762" y="3638587"/>
                <a:chExt cx="33591" cy="28794"/>
              </a:xfrm>
            </p:grpSpPr>
            <p:sp>
              <p:nvSpPr>
                <p:cNvPr id="5481" name="Google Shape;5481;p57"/>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7"/>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3" name="Google Shape;5483;p57"/>
              <p:cNvGrpSpPr/>
              <p:nvPr/>
            </p:nvGrpSpPr>
            <p:grpSpPr>
              <a:xfrm>
                <a:off x="4929479" y="3939140"/>
                <a:ext cx="33497" cy="28692"/>
                <a:chOff x="4929479" y="3939140"/>
                <a:chExt cx="33497" cy="28692"/>
              </a:xfrm>
            </p:grpSpPr>
            <p:sp>
              <p:nvSpPr>
                <p:cNvPr id="5484" name="Google Shape;5484;p57"/>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7"/>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57"/>
              <p:cNvGrpSpPr/>
              <p:nvPr/>
            </p:nvGrpSpPr>
            <p:grpSpPr>
              <a:xfrm>
                <a:off x="4907119" y="3986039"/>
                <a:ext cx="33497" cy="28699"/>
                <a:chOff x="4907119" y="3986039"/>
                <a:chExt cx="33497" cy="28699"/>
              </a:xfrm>
            </p:grpSpPr>
            <p:sp>
              <p:nvSpPr>
                <p:cNvPr id="5487" name="Google Shape;5487;p57"/>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7"/>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57"/>
              <p:cNvGrpSpPr/>
              <p:nvPr/>
            </p:nvGrpSpPr>
            <p:grpSpPr>
              <a:xfrm>
                <a:off x="4911783" y="4048102"/>
                <a:ext cx="33591" cy="28762"/>
                <a:chOff x="4911783" y="4048102"/>
                <a:chExt cx="33591" cy="28762"/>
              </a:xfrm>
            </p:grpSpPr>
            <p:sp>
              <p:nvSpPr>
                <p:cNvPr id="5490" name="Google Shape;5490;p57"/>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7"/>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2" name="Google Shape;5492;p57"/>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7"/>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4" name="Google Shape;5494;p57"/>
              <p:cNvGrpSpPr/>
              <p:nvPr/>
            </p:nvGrpSpPr>
            <p:grpSpPr>
              <a:xfrm>
                <a:off x="4762623" y="3837847"/>
                <a:ext cx="42416" cy="36273"/>
                <a:chOff x="4762623" y="3837847"/>
                <a:chExt cx="42416" cy="36273"/>
              </a:xfrm>
            </p:grpSpPr>
            <p:sp>
              <p:nvSpPr>
                <p:cNvPr id="5495" name="Google Shape;5495;p57"/>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7"/>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7" name="Google Shape;5497;p57"/>
              <p:cNvGrpSpPr/>
              <p:nvPr/>
            </p:nvGrpSpPr>
            <p:grpSpPr>
              <a:xfrm>
                <a:off x="4746044" y="4104966"/>
                <a:ext cx="33497" cy="28699"/>
                <a:chOff x="4746044" y="4104966"/>
                <a:chExt cx="33497" cy="28699"/>
              </a:xfrm>
            </p:grpSpPr>
            <p:sp>
              <p:nvSpPr>
                <p:cNvPr id="5498" name="Google Shape;5498;p57"/>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7"/>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57"/>
              <p:cNvGrpSpPr/>
              <p:nvPr/>
            </p:nvGrpSpPr>
            <p:grpSpPr>
              <a:xfrm>
                <a:off x="4859646" y="4162554"/>
                <a:ext cx="33591" cy="28762"/>
                <a:chOff x="4859646" y="4162554"/>
                <a:chExt cx="33591" cy="28762"/>
              </a:xfrm>
            </p:grpSpPr>
            <p:sp>
              <p:nvSpPr>
                <p:cNvPr id="5501" name="Google Shape;5501;p57"/>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7"/>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3" name="Google Shape;5503;p57"/>
            <p:cNvGrpSpPr/>
            <p:nvPr/>
          </p:nvGrpSpPr>
          <p:grpSpPr>
            <a:xfrm>
              <a:off x="3597785" y="3274438"/>
              <a:ext cx="855610" cy="1122100"/>
              <a:chOff x="3597785" y="3274438"/>
              <a:chExt cx="855610" cy="1122100"/>
            </a:xfrm>
          </p:grpSpPr>
          <p:grpSp>
            <p:nvGrpSpPr>
              <p:cNvPr id="5504" name="Google Shape;5504;p57"/>
              <p:cNvGrpSpPr/>
              <p:nvPr/>
            </p:nvGrpSpPr>
            <p:grpSpPr>
              <a:xfrm>
                <a:off x="3617857" y="3284717"/>
                <a:ext cx="826785" cy="1099165"/>
                <a:chOff x="3617857" y="3284717"/>
                <a:chExt cx="826785" cy="1099165"/>
              </a:xfrm>
            </p:grpSpPr>
            <p:sp>
              <p:nvSpPr>
                <p:cNvPr id="5505" name="Google Shape;5505;p57"/>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7"/>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7"/>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7"/>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7"/>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7"/>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7"/>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7"/>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7"/>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7"/>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7"/>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7"/>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7"/>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7"/>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7"/>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7"/>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7"/>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7"/>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7"/>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7"/>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7"/>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7"/>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7"/>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7"/>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7"/>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7"/>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7"/>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7"/>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7"/>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7"/>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7"/>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7"/>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7"/>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7"/>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7"/>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7"/>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7"/>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7"/>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7"/>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7"/>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7"/>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7"/>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7"/>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7"/>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7"/>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7"/>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7"/>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7"/>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7"/>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7"/>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7"/>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7"/>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7"/>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7"/>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7"/>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7"/>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57"/>
              <p:cNvGrpSpPr/>
              <p:nvPr/>
            </p:nvGrpSpPr>
            <p:grpSpPr>
              <a:xfrm>
                <a:off x="4180904" y="4251758"/>
                <a:ext cx="37783" cy="32420"/>
                <a:chOff x="4180904" y="4251758"/>
                <a:chExt cx="37783" cy="32420"/>
              </a:xfrm>
            </p:grpSpPr>
            <p:sp>
              <p:nvSpPr>
                <p:cNvPr id="5562" name="Google Shape;5562;p57"/>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7"/>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57"/>
              <p:cNvGrpSpPr/>
              <p:nvPr/>
            </p:nvGrpSpPr>
            <p:grpSpPr>
              <a:xfrm>
                <a:off x="4201644" y="4081324"/>
                <a:ext cx="37783" cy="32364"/>
                <a:chOff x="4201644" y="4081324"/>
                <a:chExt cx="37783" cy="32364"/>
              </a:xfrm>
            </p:grpSpPr>
            <p:sp>
              <p:nvSpPr>
                <p:cNvPr id="5565" name="Google Shape;5565;p57"/>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7"/>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57"/>
              <p:cNvGrpSpPr/>
              <p:nvPr/>
            </p:nvGrpSpPr>
            <p:grpSpPr>
              <a:xfrm>
                <a:off x="4284416" y="3887428"/>
                <a:ext cx="37783" cy="32451"/>
                <a:chOff x="4284416" y="3887428"/>
                <a:chExt cx="37783" cy="32451"/>
              </a:xfrm>
            </p:grpSpPr>
            <p:sp>
              <p:nvSpPr>
                <p:cNvPr id="5568" name="Google Shape;5568;p57"/>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7"/>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0" name="Google Shape;5570;p57"/>
              <p:cNvGrpSpPr/>
              <p:nvPr/>
            </p:nvGrpSpPr>
            <p:grpSpPr>
              <a:xfrm>
                <a:off x="4223721" y="3860404"/>
                <a:ext cx="37870" cy="32364"/>
                <a:chOff x="4223721" y="3860404"/>
                <a:chExt cx="37870" cy="32364"/>
              </a:xfrm>
            </p:grpSpPr>
            <p:sp>
              <p:nvSpPr>
                <p:cNvPr id="5571" name="Google Shape;5571;p57"/>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7"/>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57"/>
              <p:cNvGrpSpPr/>
              <p:nvPr/>
            </p:nvGrpSpPr>
            <p:grpSpPr>
              <a:xfrm>
                <a:off x="4104889" y="3699242"/>
                <a:ext cx="37776" cy="32357"/>
                <a:chOff x="4104889" y="3699242"/>
                <a:chExt cx="37776" cy="32357"/>
              </a:xfrm>
            </p:grpSpPr>
            <p:sp>
              <p:nvSpPr>
                <p:cNvPr id="5574" name="Google Shape;5574;p57"/>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7"/>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57"/>
              <p:cNvGrpSpPr/>
              <p:nvPr/>
            </p:nvGrpSpPr>
            <p:grpSpPr>
              <a:xfrm>
                <a:off x="4143608" y="3475121"/>
                <a:ext cx="37878" cy="32420"/>
                <a:chOff x="4143608" y="3475121"/>
                <a:chExt cx="37878" cy="32420"/>
              </a:xfrm>
            </p:grpSpPr>
            <p:sp>
              <p:nvSpPr>
                <p:cNvPr id="5577" name="Google Shape;5577;p57"/>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7"/>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57"/>
              <p:cNvGrpSpPr/>
              <p:nvPr/>
            </p:nvGrpSpPr>
            <p:grpSpPr>
              <a:xfrm>
                <a:off x="4217248" y="3570893"/>
                <a:ext cx="37776" cy="32364"/>
                <a:chOff x="4217248" y="3570893"/>
                <a:chExt cx="37776" cy="32364"/>
              </a:xfrm>
            </p:grpSpPr>
            <p:sp>
              <p:nvSpPr>
                <p:cNvPr id="5580" name="Google Shape;5580;p57"/>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7"/>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57"/>
              <p:cNvGrpSpPr/>
              <p:nvPr/>
            </p:nvGrpSpPr>
            <p:grpSpPr>
              <a:xfrm>
                <a:off x="4255307" y="3431612"/>
                <a:ext cx="37776" cy="32451"/>
                <a:chOff x="4255307" y="3431612"/>
                <a:chExt cx="37776" cy="32451"/>
              </a:xfrm>
            </p:grpSpPr>
            <p:sp>
              <p:nvSpPr>
                <p:cNvPr id="5583" name="Google Shape;5583;p57"/>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7"/>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57"/>
              <p:cNvGrpSpPr/>
              <p:nvPr/>
            </p:nvGrpSpPr>
            <p:grpSpPr>
              <a:xfrm>
                <a:off x="3853052" y="3577398"/>
                <a:ext cx="37776" cy="32420"/>
                <a:chOff x="3853052" y="3577398"/>
                <a:chExt cx="37776" cy="32420"/>
              </a:xfrm>
            </p:grpSpPr>
            <p:sp>
              <p:nvSpPr>
                <p:cNvPr id="5586" name="Google Shape;5586;p57"/>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7"/>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57"/>
              <p:cNvGrpSpPr/>
              <p:nvPr/>
            </p:nvGrpSpPr>
            <p:grpSpPr>
              <a:xfrm>
                <a:off x="4039908" y="3412107"/>
                <a:ext cx="37776" cy="32357"/>
                <a:chOff x="4039908" y="3412107"/>
                <a:chExt cx="37776" cy="32357"/>
              </a:xfrm>
            </p:grpSpPr>
            <p:sp>
              <p:nvSpPr>
                <p:cNvPr id="5589" name="Google Shape;5589;p57"/>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7"/>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57"/>
              <p:cNvGrpSpPr/>
              <p:nvPr/>
            </p:nvGrpSpPr>
            <p:grpSpPr>
              <a:xfrm>
                <a:off x="4017360" y="3342061"/>
                <a:ext cx="37870" cy="32380"/>
                <a:chOff x="4017360" y="3342061"/>
                <a:chExt cx="37870" cy="32380"/>
              </a:xfrm>
            </p:grpSpPr>
            <p:sp>
              <p:nvSpPr>
                <p:cNvPr id="5592" name="Google Shape;5592;p57"/>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7"/>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4" name="Google Shape;5594;p57"/>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7"/>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6" name="Google Shape;5596;p57"/>
              <p:cNvGrpSpPr/>
              <p:nvPr/>
            </p:nvGrpSpPr>
            <p:grpSpPr>
              <a:xfrm>
                <a:off x="3750870" y="3418650"/>
                <a:ext cx="37776" cy="32380"/>
                <a:chOff x="3750870" y="3418650"/>
                <a:chExt cx="37776" cy="32380"/>
              </a:xfrm>
            </p:grpSpPr>
            <p:sp>
              <p:nvSpPr>
                <p:cNvPr id="5597" name="Google Shape;5597;p57"/>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7"/>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57"/>
              <p:cNvGrpSpPr/>
              <p:nvPr/>
            </p:nvGrpSpPr>
            <p:grpSpPr>
              <a:xfrm>
                <a:off x="3632509" y="3274438"/>
                <a:ext cx="37783" cy="32357"/>
                <a:chOff x="3632509" y="3274438"/>
                <a:chExt cx="37783" cy="32357"/>
              </a:xfrm>
            </p:grpSpPr>
            <p:sp>
              <p:nvSpPr>
                <p:cNvPr id="5600" name="Google Shape;5600;p57"/>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7"/>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57"/>
              <p:cNvGrpSpPr/>
              <p:nvPr/>
            </p:nvGrpSpPr>
            <p:grpSpPr>
              <a:xfrm>
                <a:off x="3906424" y="3297561"/>
                <a:ext cx="37776" cy="32451"/>
                <a:chOff x="3906424" y="3297561"/>
                <a:chExt cx="37776" cy="32451"/>
              </a:xfrm>
            </p:grpSpPr>
            <p:sp>
              <p:nvSpPr>
                <p:cNvPr id="5603" name="Google Shape;5603;p57"/>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7"/>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5" name="Google Shape;5605;p57"/>
              <p:cNvGrpSpPr/>
              <p:nvPr/>
            </p:nvGrpSpPr>
            <p:grpSpPr>
              <a:xfrm>
                <a:off x="3866084" y="3412107"/>
                <a:ext cx="37776" cy="32357"/>
                <a:chOff x="3866084" y="3412107"/>
                <a:chExt cx="37776" cy="32357"/>
              </a:xfrm>
            </p:grpSpPr>
            <p:sp>
              <p:nvSpPr>
                <p:cNvPr id="5606" name="Google Shape;5606;p57"/>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7"/>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57"/>
              <p:cNvGrpSpPr/>
              <p:nvPr/>
            </p:nvGrpSpPr>
            <p:grpSpPr>
              <a:xfrm>
                <a:off x="4023919" y="3766409"/>
                <a:ext cx="37783" cy="32357"/>
                <a:chOff x="4023919" y="3766409"/>
                <a:chExt cx="37783" cy="32357"/>
              </a:xfrm>
            </p:grpSpPr>
            <p:sp>
              <p:nvSpPr>
                <p:cNvPr id="5609" name="Google Shape;5609;p57"/>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7"/>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1" name="Google Shape;5611;p57"/>
              <p:cNvGrpSpPr/>
              <p:nvPr/>
            </p:nvGrpSpPr>
            <p:grpSpPr>
              <a:xfrm>
                <a:off x="3973882" y="3779449"/>
                <a:ext cx="37776" cy="32357"/>
                <a:chOff x="3973882" y="3779449"/>
                <a:chExt cx="37776" cy="32357"/>
              </a:xfrm>
            </p:grpSpPr>
            <p:sp>
              <p:nvSpPr>
                <p:cNvPr id="5612" name="Google Shape;5612;p57"/>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7"/>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57"/>
              <p:cNvGrpSpPr/>
              <p:nvPr/>
            </p:nvGrpSpPr>
            <p:grpSpPr>
              <a:xfrm>
                <a:off x="4073398" y="3838028"/>
                <a:ext cx="37776" cy="32380"/>
                <a:chOff x="4073398" y="3838028"/>
                <a:chExt cx="37776" cy="32380"/>
              </a:xfrm>
            </p:grpSpPr>
            <p:sp>
              <p:nvSpPr>
                <p:cNvPr id="5615" name="Google Shape;5615;p57"/>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7"/>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7" name="Google Shape;5617;p57"/>
              <p:cNvGrpSpPr/>
              <p:nvPr/>
            </p:nvGrpSpPr>
            <p:grpSpPr>
              <a:xfrm>
                <a:off x="4342672" y="4144496"/>
                <a:ext cx="37752" cy="32364"/>
                <a:chOff x="4342672" y="4144496"/>
                <a:chExt cx="37752" cy="32364"/>
              </a:xfrm>
            </p:grpSpPr>
            <p:sp>
              <p:nvSpPr>
                <p:cNvPr id="5618" name="Google Shape;5618;p57"/>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7"/>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0" name="Google Shape;5620;p57"/>
              <p:cNvGrpSpPr/>
              <p:nvPr/>
            </p:nvGrpSpPr>
            <p:grpSpPr>
              <a:xfrm>
                <a:off x="4406386" y="4056872"/>
                <a:ext cx="37783" cy="32364"/>
                <a:chOff x="4406386" y="4056872"/>
                <a:chExt cx="37783" cy="32364"/>
              </a:xfrm>
            </p:grpSpPr>
            <p:sp>
              <p:nvSpPr>
                <p:cNvPr id="5621" name="Google Shape;5621;p57"/>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7"/>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57"/>
              <p:cNvGrpSpPr/>
              <p:nvPr/>
            </p:nvGrpSpPr>
            <p:grpSpPr>
              <a:xfrm>
                <a:off x="4284416" y="4245254"/>
                <a:ext cx="37783" cy="32357"/>
                <a:chOff x="4284416" y="4245254"/>
                <a:chExt cx="37783" cy="32357"/>
              </a:xfrm>
            </p:grpSpPr>
            <p:sp>
              <p:nvSpPr>
                <p:cNvPr id="5624" name="Google Shape;5624;p57"/>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7"/>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57"/>
              <p:cNvGrpSpPr/>
              <p:nvPr/>
            </p:nvGrpSpPr>
            <p:grpSpPr>
              <a:xfrm>
                <a:off x="4219057" y="4331258"/>
                <a:ext cx="37776" cy="32364"/>
                <a:chOff x="4219057" y="4331258"/>
                <a:chExt cx="37776" cy="32364"/>
              </a:xfrm>
            </p:grpSpPr>
            <p:sp>
              <p:nvSpPr>
                <p:cNvPr id="5627" name="Google Shape;5627;p57"/>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7"/>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9" name="Google Shape;5629;p57"/>
              <p:cNvGrpSpPr/>
              <p:nvPr/>
            </p:nvGrpSpPr>
            <p:grpSpPr>
              <a:xfrm>
                <a:off x="4204122" y="4141688"/>
                <a:ext cx="33497" cy="28699"/>
                <a:chOff x="4204122" y="4141688"/>
                <a:chExt cx="33497" cy="28699"/>
              </a:xfrm>
            </p:grpSpPr>
            <p:sp>
              <p:nvSpPr>
                <p:cNvPr id="5630" name="Google Shape;5630;p57"/>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7"/>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57"/>
              <p:cNvGrpSpPr/>
              <p:nvPr/>
            </p:nvGrpSpPr>
            <p:grpSpPr>
              <a:xfrm>
                <a:off x="4301546" y="4003869"/>
                <a:ext cx="38916" cy="33324"/>
                <a:chOff x="4301546" y="4003869"/>
                <a:chExt cx="38916" cy="33324"/>
              </a:xfrm>
            </p:grpSpPr>
            <p:sp>
              <p:nvSpPr>
                <p:cNvPr id="5633" name="Google Shape;5633;p57"/>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7"/>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5" name="Google Shape;5635;p57"/>
              <p:cNvGrpSpPr/>
              <p:nvPr/>
            </p:nvGrpSpPr>
            <p:grpSpPr>
              <a:xfrm>
                <a:off x="4210681" y="3924669"/>
                <a:ext cx="36549" cy="31366"/>
                <a:chOff x="4210681" y="3924669"/>
                <a:chExt cx="36549" cy="31366"/>
              </a:xfrm>
            </p:grpSpPr>
            <p:sp>
              <p:nvSpPr>
                <p:cNvPr id="5636" name="Google Shape;5636;p57"/>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7"/>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57"/>
              <p:cNvGrpSpPr/>
              <p:nvPr/>
            </p:nvGrpSpPr>
            <p:grpSpPr>
              <a:xfrm>
                <a:off x="3987771" y="3628874"/>
                <a:ext cx="31499" cy="26993"/>
                <a:chOff x="3987771" y="3628874"/>
                <a:chExt cx="31499" cy="26993"/>
              </a:xfrm>
            </p:grpSpPr>
            <p:sp>
              <p:nvSpPr>
                <p:cNvPr id="5639" name="Google Shape;5639;p57"/>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7"/>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1" name="Google Shape;5641;p57"/>
              <p:cNvGrpSpPr/>
              <p:nvPr/>
            </p:nvGrpSpPr>
            <p:grpSpPr>
              <a:xfrm>
                <a:off x="4087382" y="3775674"/>
                <a:ext cx="31405" cy="26898"/>
                <a:chOff x="4087382" y="3775674"/>
                <a:chExt cx="31405" cy="26898"/>
              </a:xfrm>
            </p:grpSpPr>
            <p:sp>
              <p:nvSpPr>
                <p:cNvPr id="5642" name="Google Shape;5642;p57"/>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7"/>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4" name="Google Shape;5644;p57"/>
              <p:cNvGrpSpPr/>
              <p:nvPr/>
            </p:nvGrpSpPr>
            <p:grpSpPr>
              <a:xfrm>
                <a:off x="4118873" y="3856637"/>
                <a:ext cx="31405" cy="26906"/>
                <a:chOff x="4118873" y="3856637"/>
                <a:chExt cx="31405" cy="26906"/>
              </a:xfrm>
            </p:grpSpPr>
            <p:sp>
              <p:nvSpPr>
                <p:cNvPr id="5645" name="Google Shape;5645;p57"/>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7"/>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7" name="Google Shape;5647;p57"/>
              <p:cNvGrpSpPr/>
              <p:nvPr/>
            </p:nvGrpSpPr>
            <p:grpSpPr>
              <a:xfrm>
                <a:off x="4168541" y="3639523"/>
                <a:ext cx="31499" cy="26906"/>
                <a:chOff x="4168541" y="3639523"/>
                <a:chExt cx="31499" cy="26906"/>
              </a:xfrm>
            </p:grpSpPr>
            <p:sp>
              <p:nvSpPr>
                <p:cNvPr id="5648" name="Google Shape;5648;p57"/>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7"/>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0" name="Google Shape;5650;p57"/>
              <p:cNvGrpSpPr/>
              <p:nvPr/>
            </p:nvGrpSpPr>
            <p:grpSpPr>
              <a:xfrm>
                <a:off x="3965789" y="3393545"/>
                <a:ext cx="31405" cy="26945"/>
                <a:chOff x="3965789" y="3393545"/>
                <a:chExt cx="31405" cy="26945"/>
              </a:xfrm>
            </p:grpSpPr>
            <p:sp>
              <p:nvSpPr>
                <p:cNvPr id="5651" name="Google Shape;5651;p57"/>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7"/>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57"/>
              <p:cNvGrpSpPr/>
              <p:nvPr/>
            </p:nvGrpSpPr>
            <p:grpSpPr>
              <a:xfrm>
                <a:off x="3925166" y="3491008"/>
                <a:ext cx="31405" cy="27001"/>
                <a:chOff x="3925166" y="3491008"/>
                <a:chExt cx="31405" cy="27001"/>
              </a:xfrm>
            </p:grpSpPr>
            <p:sp>
              <p:nvSpPr>
                <p:cNvPr id="5654" name="Google Shape;5654;p57"/>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7"/>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57"/>
              <p:cNvGrpSpPr/>
              <p:nvPr/>
            </p:nvGrpSpPr>
            <p:grpSpPr>
              <a:xfrm>
                <a:off x="3682845" y="3340976"/>
                <a:ext cx="31397" cy="26898"/>
                <a:chOff x="3682845" y="3340976"/>
                <a:chExt cx="31397" cy="26898"/>
              </a:xfrm>
            </p:grpSpPr>
            <p:sp>
              <p:nvSpPr>
                <p:cNvPr id="5657" name="Google Shape;5657;p57"/>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7"/>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57"/>
              <p:cNvGrpSpPr/>
              <p:nvPr/>
            </p:nvGrpSpPr>
            <p:grpSpPr>
              <a:xfrm>
                <a:off x="3795393" y="3353725"/>
                <a:ext cx="31499" cy="26993"/>
                <a:chOff x="3795393" y="3353725"/>
                <a:chExt cx="31499" cy="26993"/>
              </a:xfrm>
            </p:grpSpPr>
            <p:sp>
              <p:nvSpPr>
                <p:cNvPr id="5660" name="Google Shape;5660;p57"/>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7"/>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2" name="Google Shape;5662;p57"/>
              <p:cNvGrpSpPr/>
              <p:nvPr/>
            </p:nvGrpSpPr>
            <p:grpSpPr>
              <a:xfrm>
                <a:off x="4176909" y="4363221"/>
                <a:ext cx="38924" cy="33316"/>
                <a:chOff x="4176909" y="4363221"/>
                <a:chExt cx="38924" cy="33316"/>
              </a:xfrm>
            </p:grpSpPr>
            <p:sp>
              <p:nvSpPr>
                <p:cNvPr id="5663" name="Google Shape;5663;p57"/>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7"/>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57"/>
              <p:cNvGrpSpPr/>
              <p:nvPr/>
            </p:nvGrpSpPr>
            <p:grpSpPr>
              <a:xfrm>
                <a:off x="4226191" y="4007660"/>
                <a:ext cx="33560" cy="28770"/>
                <a:chOff x="4226191" y="4007660"/>
                <a:chExt cx="33560" cy="28770"/>
              </a:xfrm>
            </p:grpSpPr>
            <p:sp>
              <p:nvSpPr>
                <p:cNvPr id="5666" name="Google Shape;5666;p57"/>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7"/>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57"/>
              <p:cNvGrpSpPr/>
              <p:nvPr/>
            </p:nvGrpSpPr>
            <p:grpSpPr>
              <a:xfrm>
                <a:off x="3597785" y="3377045"/>
                <a:ext cx="33591" cy="28699"/>
                <a:chOff x="3597785" y="3377045"/>
                <a:chExt cx="33591" cy="28699"/>
              </a:xfrm>
            </p:grpSpPr>
            <p:sp>
              <p:nvSpPr>
                <p:cNvPr id="5669" name="Google Shape;5669;p57"/>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7"/>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1" name="Google Shape;5671;p57"/>
              <p:cNvGrpSpPr/>
              <p:nvPr/>
            </p:nvGrpSpPr>
            <p:grpSpPr>
              <a:xfrm>
                <a:off x="3887870" y="3669796"/>
                <a:ext cx="33591" cy="28692"/>
                <a:chOff x="3887870" y="3669796"/>
                <a:chExt cx="33591" cy="28692"/>
              </a:xfrm>
            </p:grpSpPr>
            <p:sp>
              <p:nvSpPr>
                <p:cNvPr id="5672" name="Google Shape;5672;p57"/>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7"/>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57"/>
              <p:cNvGrpSpPr/>
              <p:nvPr/>
            </p:nvGrpSpPr>
            <p:grpSpPr>
              <a:xfrm>
                <a:off x="3818320" y="3481625"/>
                <a:ext cx="33497" cy="28770"/>
                <a:chOff x="3818320" y="3481625"/>
                <a:chExt cx="33497" cy="28770"/>
              </a:xfrm>
            </p:grpSpPr>
            <p:sp>
              <p:nvSpPr>
                <p:cNvPr id="5675" name="Google Shape;5675;p57"/>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7"/>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7" name="Google Shape;5677;p57"/>
              <p:cNvGrpSpPr/>
              <p:nvPr/>
            </p:nvGrpSpPr>
            <p:grpSpPr>
              <a:xfrm>
                <a:off x="4278139" y="4120948"/>
                <a:ext cx="37492" cy="32129"/>
                <a:chOff x="4278139" y="4120948"/>
                <a:chExt cx="37492" cy="32129"/>
              </a:xfrm>
            </p:grpSpPr>
            <p:sp>
              <p:nvSpPr>
                <p:cNvPr id="5678" name="Google Shape;5678;p57"/>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7"/>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57"/>
              <p:cNvGrpSpPr/>
              <p:nvPr/>
            </p:nvGrpSpPr>
            <p:grpSpPr>
              <a:xfrm>
                <a:off x="4419898" y="3977388"/>
                <a:ext cx="33497" cy="28692"/>
                <a:chOff x="4419898" y="3977388"/>
                <a:chExt cx="33497" cy="28692"/>
              </a:xfrm>
            </p:grpSpPr>
            <p:sp>
              <p:nvSpPr>
                <p:cNvPr id="5681" name="Google Shape;5681;p57"/>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7"/>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57"/>
              <p:cNvGrpSpPr/>
              <p:nvPr/>
            </p:nvGrpSpPr>
            <p:grpSpPr>
              <a:xfrm>
                <a:off x="4158930" y="4034684"/>
                <a:ext cx="33497" cy="28762"/>
                <a:chOff x="4158930" y="4034684"/>
                <a:chExt cx="33497" cy="28762"/>
              </a:xfrm>
            </p:grpSpPr>
            <p:sp>
              <p:nvSpPr>
                <p:cNvPr id="5684" name="Google Shape;5684;p57"/>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7"/>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6" name="Google Shape;5686;p57"/>
              <p:cNvGrpSpPr/>
              <p:nvPr/>
            </p:nvGrpSpPr>
            <p:grpSpPr>
              <a:xfrm>
                <a:off x="4134949" y="3957049"/>
                <a:ext cx="33497" cy="28770"/>
                <a:chOff x="4134949" y="3957049"/>
                <a:chExt cx="33497" cy="28770"/>
              </a:xfrm>
            </p:grpSpPr>
            <p:sp>
              <p:nvSpPr>
                <p:cNvPr id="5687" name="Google Shape;5687;p57"/>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7"/>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57"/>
              <p:cNvGrpSpPr/>
              <p:nvPr/>
            </p:nvGrpSpPr>
            <p:grpSpPr>
              <a:xfrm>
                <a:off x="4193653" y="4184403"/>
                <a:ext cx="43580" cy="37264"/>
                <a:chOff x="4193653" y="4184403"/>
                <a:chExt cx="43580" cy="37264"/>
              </a:xfrm>
            </p:grpSpPr>
            <p:sp>
              <p:nvSpPr>
                <p:cNvPr id="5690" name="Google Shape;5690;p57"/>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7"/>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2" name="Google Shape;5692;p57"/>
              <p:cNvGrpSpPr/>
              <p:nvPr/>
            </p:nvGrpSpPr>
            <p:grpSpPr>
              <a:xfrm>
                <a:off x="4343600" y="3943844"/>
                <a:ext cx="43580" cy="37312"/>
                <a:chOff x="4343600" y="3943844"/>
                <a:chExt cx="43580" cy="37312"/>
              </a:xfrm>
            </p:grpSpPr>
            <p:sp>
              <p:nvSpPr>
                <p:cNvPr id="5693" name="Google Shape;5693;p57"/>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7"/>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5" name="Google Shape;5695;p57"/>
              <p:cNvGrpSpPr/>
              <p:nvPr/>
            </p:nvGrpSpPr>
            <p:grpSpPr>
              <a:xfrm>
                <a:off x="4172339" y="3381693"/>
                <a:ext cx="31499" cy="27001"/>
                <a:chOff x="4172339" y="3381693"/>
                <a:chExt cx="31499" cy="27001"/>
              </a:xfrm>
            </p:grpSpPr>
            <p:sp>
              <p:nvSpPr>
                <p:cNvPr id="5696" name="Google Shape;5696;p57"/>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7"/>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01" name="Shape 5701"/>
        <p:cNvGrpSpPr/>
        <p:nvPr/>
      </p:nvGrpSpPr>
      <p:grpSpPr>
        <a:xfrm>
          <a:off x="0" y="0"/>
          <a:ext cx="0" cy="0"/>
          <a:chOff x="0" y="0"/>
          <a:chExt cx="0" cy="0"/>
        </a:xfrm>
      </p:grpSpPr>
      <p:grpSp>
        <p:nvGrpSpPr>
          <p:cNvPr id="5702" name="Google Shape;5702;p58"/>
          <p:cNvGrpSpPr/>
          <p:nvPr/>
        </p:nvGrpSpPr>
        <p:grpSpPr>
          <a:xfrm>
            <a:off x="729274" y="1175734"/>
            <a:ext cx="2507799" cy="206239"/>
            <a:chOff x="106648" y="895722"/>
            <a:chExt cx="4481413" cy="374300"/>
          </a:xfrm>
        </p:grpSpPr>
        <p:grpSp>
          <p:nvGrpSpPr>
            <p:cNvPr id="5703" name="Google Shape;5703;p58"/>
            <p:cNvGrpSpPr/>
            <p:nvPr/>
          </p:nvGrpSpPr>
          <p:grpSpPr>
            <a:xfrm>
              <a:off x="2233276" y="895722"/>
              <a:ext cx="1082667" cy="223591"/>
              <a:chOff x="4808316" y="2800065"/>
              <a:chExt cx="1999386" cy="412910"/>
            </a:xfrm>
          </p:grpSpPr>
          <p:sp>
            <p:nvSpPr>
              <p:cNvPr id="5704" name="Google Shape;5704;p5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5" name="Google Shape;5705;p58"/>
              <p:cNvGrpSpPr/>
              <p:nvPr/>
            </p:nvGrpSpPr>
            <p:grpSpPr>
              <a:xfrm>
                <a:off x="4808316" y="2800065"/>
                <a:ext cx="92400" cy="411825"/>
                <a:chOff x="845575" y="2563700"/>
                <a:chExt cx="92400" cy="411825"/>
              </a:xfrm>
            </p:grpSpPr>
            <p:cxnSp>
              <p:nvCxnSpPr>
                <p:cNvPr id="5706" name="Google Shape;5706;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707" name="Google Shape;5707;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8" name="Google Shape;5708;p58"/>
            <p:cNvGrpSpPr/>
            <p:nvPr/>
          </p:nvGrpSpPr>
          <p:grpSpPr>
            <a:xfrm>
              <a:off x="106648" y="895722"/>
              <a:ext cx="1088401" cy="223591"/>
              <a:chOff x="881025" y="2800065"/>
              <a:chExt cx="2009975" cy="412910"/>
            </a:xfrm>
          </p:grpSpPr>
          <p:sp>
            <p:nvSpPr>
              <p:cNvPr id="5709" name="Google Shape;5709;p5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0" name="Google Shape;5710;p58"/>
              <p:cNvGrpSpPr/>
              <p:nvPr/>
            </p:nvGrpSpPr>
            <p:grpSpPr>
              <a:xfrm>
                <a:off x="881025" y="2800065"/>
                <a:ext cx="92400" cy="411825"/>
                <a:chOff x="845575" y="2563700"/>
                <a:chExt cx="92400" cy="411825"/>
              </a:xfrm>
            </p:grpSpPr>
            <p:cxnSp>
              <p:nvCxnSpPr>
                <p:cNvPr id="5711" name="Google Shape;5711;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712" name="Google Shape;5712;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13" name="Google Shape;5713;p58"/>
            <p:cNvGrpSpPr/>
            <p:nvPr/>
          </p:nvGrpSpPr>
          <p:grpSpPr>
            <a:xfrm>
              <a:off x="1172346" y="1047018"/>
              <a:ext cx="1083151" cy="223003"/>
              <a:chOff x="2849073" y="3079467"/>
              <a:chExt cx="2000279" cy="411825"/>
            </a:xfrm>
          </p:grpSpPr>
          <p:sp>
            <p:nvSpPr>
              <p:cNvPr id="5714" name="Google Shape;5714;p5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5" name="Google Shape;5715;p58"/>
              <p:cNvGrpSpPr/>
              <p:nvPr/>
            </p:nvGrpSpPr>
            <p:grpSpPr>
              <a:xfrm rot="10800000">
                <a:off x="2849073" y="3079467"/>
                <a:ext cx="92400" cy="411825"/>
                <a:chOff x="2070100" y="2563700"/>
                <a:chExt cx="92400" cy="411825"/>
              </a:xfrm>
            </p:grpSpPr>
            <p:cxnSp>
              <p:nvCxnSpPr>
                <p:cNvPr id="5716" name="Google Shape;5716;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717" name="Google Shape;5717;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18" name="Google Shape;5718;p58"/>
            <p:cNvGrpSpPr/>
            <p:nvPr/>
          </p:nvGrpSpPr>
          <p:grpSpPr>
            <a:xfrm>
              <a:off x="3290132" y="1047018"/>
              <a:ext cx="1297929" cy="223003"/>
              <a:chOff x="6760035" y="3079467"/>
              <a:chExt cx="2396914" cy="411825"/>
            </a:xfrm>
          </p:grpSpPr>
          <p:sp>
            <p:nvSpPr>
              <p:cNvPr id="5719" name="Google Shape;5719;p5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0" name="Google Shape;5720;p58"/>
              <p:cNvGrpSpPr/>
              <p:nvPr/>
            </p:nvGrpSpPr>
            <p:grpSpPr>
              <a:xfrm rot="10800000">
                <a:off x="6760035" y="3079467"/>
                <a:ext cx="92400" cy="411825"/>
                <a:chOff x="2070100" y="2563700"/>
                <a:chExt cx="92400" cy="411825"/>
              </a:xfrm>
            </p:grpSpPr>
            <p:cxnSp>
              <p:nvCxnSpPr>
                <p:cNvPr id="5721" name="Google Shape;5721;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722" name="Google Shape;5722;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723" name="Google Shape;5723;p58"/>
          <p:cNvGrpSpPr/>
          <p:nvPr/>
        </p:nvGrpSpPr>
        <p:grpSpPr>
          <a:xfrm>
            <a:off x="2147036" y="3575105"/>
            <a:ext cx="1086701" cy="799429"/>
            <a:chOff x="2183288" y="3555572"/>
            <a:chExt cx="1136241" cy="835873"/>
          </a:xfrm>
        </p:grpSpPr>
        <p:sp>
          <p:nvSpPr>
            <p:cNvPr id="5724" name="Google Shape;5724;p5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5" name="Google Shape;5725;p58"/>
            <p:cNvGrpSpPr/>
            <p:nvPr/>
          </p:nvGrpSpPr>
          <p:grpSpPr>
            <a:xfrm>
              <a:off x="2205895" y="3637269"/>
              <a:ext cx="1089848" cy="724993"/>
              <a:chOff x="2205895" y="3637269"/>
              <a:chExt cx="1089848" cy="724993"/>
            </a:xfrm>
          </p:grpSpPr>
          <p:sp>
            <p:nvSpPr>
              <p:cNvPr id="5726" name="Google Shape;5726;p5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2" name="Google Shape;5732;p5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3" name="Google Shape;5733;p5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734" name="Google Shape;5734;p58"/>
            <p:cNvGrpSpPr/>
            <p:nvPr/>
          </p:nvGrpSpPr>
          <p:grpSpPr>
            <a:xfrm>
              <a:off x="3173850" y="3779426"/>
              <a:ext cx="145679" cy="70048"/>
              <a:chOff x="3173850" y="3779426"/>
              <a:chExt cx="145679" cy="70048"/>
            </a:xfrm>
          </p:grpSpPr>
          <p:cxnSp>
            <p:nvCxnSpPr>
              <p:cNvPr id="5735" name="Google Shape;5735;p5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736" name="Google Shape;5736;p5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7" name="Google Shape;5737;p58"/>
            <p:cNvGrpSpPr/>
            <p:nvPr/>
          </p:nvGrpSpPr>
          <p:grpSpPr>
            <a:xfrm>
              <a:off x="2183288" y="4139483"/>
              <a:ext cx="145133" cy="70048"/>
              <a:chOff x="2183288" y="4139483"/>
              <a:chExt cx="145133" cy="70048"/>
            </a:xfrm>
          </p:grpSpPr>
          <p:cxnSp>
            <p:nvCxnSpPr>
              <p:cNvPr id="5738" name="Google Shape;5738;p5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739" name="Google Shape;5739;p5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0" name="Google Shape;5740;p5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41" name="Google Shape;5741;p5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742" name="Google Shape;5742;p58"/>
            <p:cNvGrpSpPr/>
            <p:nvPr/>
          </p:nvGrpSpPr>
          <p:grpSpPr>
            <a:xfrm>
              <a:off x="2943836" y="4268886"/>
              <a:ext cx="60717" cy="122559"/>
              <a:chOff x="2943836" y="4268886"/>
              <a:chExt cx="60717" cy="122559"/>
            </a:xfrm>
          </p:grpSpPr>
          <p:sp>
            <p:nvSpPr>
              <p:cNvPr id="5743" name="Google Shape;5743;p5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44" name="Google Shape;5744;p5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745" name="Google Shape;5745;p58"/>
          <p:cNvGrpSpPr/>
          <p:nvPr/>
        </p:nvGrpSpPr>
        <p:grpSpPr>
          <a:xfrm>
            <a:off x="3409981" y="1496104"/>
            <a:ext cx="1675870" cy="758251"/>
            <a:chOff x="3530532" y="1496185"/>
            <a:chExt cx="1562000" cy="706730"/>
          </a:xfrm>
        </p:grpSpPr>
        <p:cxnSp>
          <p:nvCxnSpPr>
            <p:cNvPr id="5746" name="Google Shape;5746;p5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747" name="Google Shape;5747;p58"/>
            <p:cNvGrpSpPr/>
            <p:nvPr/>
          </p:nvGrpSpPr>
          <p:grpSpPr>
            <a:xfrm>
              <a:off x="3530532" y="1496185"/>
              <a:ext cx="323430" cy="463587"/>
              <a:chOff x="3530532" y="1496185"/>
              <a:chExt cx="323430" cy="463587"/>
            </a:xfrm>
          </p:grpSpPr>
          <p:grpSp>
            <p:nvGrpSpPr>
              <p:cNvPr id="5748" name="Google Shape;5748;p58"/>
              <p:cNvGrpSpPr/>
              <p:nvPr/>
            </p:nvGrpSpPr>
            <p:grpSpPr>
              <a:xfrm>
                <a:off x="3567462" y="1496185"/>
                <a:ext cx="286500" cy="361376"/>
                <a:chOff x="3567462" y="1496185"/>
                <a:chExt cx="286500" cy="361376"/>
              </a:xfrm>
            </p:grpSpPr>
            <p:cxnSp>
              <p:nvCxnSpPr>
                <p:cNvPr id="5749" name="Google Shape;5749;p5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750" name="Google Shape;5750;p5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1" name="Google Shape;5751;p5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2" name="Google Shape;5752;p58"/>
            <p:cNvGrpSpPr/>
            <p:nvPr/>
          </p:nvGrpSpPr>
          <p:grpSpPr>
            <a:xfrm>
              <a:off x="3891569" y="1779209"/>
              <a:ext cx="323945" cy="423706"/>
              <a:chOff x="3891569" y="1779209"/>
              <a:chExt cx="323945" cy="423706"/>
            </a:xfrm>
          </p:grpSpPr>
          <p:grpSp>
            <p:nvGrpSpPr>
              <p:cNvPr id="5753" name="Google Shape;5753;p58"/>
              <p:cNvGrpSpPr/>
              <p:nvPr/>
            </p:nvGrpSpPr>
            <p:grpSpPr>
              <a:xfrm>
                <a:off x="3929014" y="1881638"/>
                <a:ext cx="286500" cy="321278"/>
                <a:chOff x="3929014" y="1881638"/>
                <a:chExt cx="286500" cy="321278"/>
              </a:xfrm>
            </p:grpSpPr>
            <p:cxnSp>
              <p:nvCxnSpPr>
                <p:cNvPr id="5754" name="Google Shape;5754;p5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755" name="Google Shape;5755;p5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6" name="Google Shape;5756;p5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58"/>
            <p:cNvGrpSpPr/>
            <p:nvPr/>
          </p:nvGrpSpPr>
          <p:grpSpPr>
            <a:xfrm>
              <a:off x="4252606" y="1496185"/>
              <a:ext cx="324721" cy="463587"/>
              <a:chOff x="4252606" y="1496185"/>
              <a:chExt cx="324721" cy="463587"/>
            </a:xfrm>
          </p:grpSpPr>
          <p:grpSp>
            <p:nvGrpSpPr>
              <p:cNvPr id="5758" name="Google Shape;5758;p58"/>
              <p:cNvGrpSpPr/>
              <p:nvPr/>
            </p:nvGrpSpPr>
            <p:grpSpPr>
              <a:xfrm>
                <a:off x="4290828" y="1496185"/>
                <a:ext cx="286500" cy="361376"/>
                <a:chOff x="4290828" y="1496185"/>
                <a:chExt cx="286500" cy="361376"/>
              </a:xfrm>
            </p:grpSpPr>
            <p:cxnSp>
              <p:nvCxnSpPr>
                <p:cNvPr id="5759" name="Google Shape;5759;p5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760" name="Google Shape;5760;p5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1" name="Google Shape;5761;p5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58"/>
            <p:cNvGrpSpPr/>
            <p:nvPr/>
          </p:nvGrpSpPr>
          <p:grpSpPr>
            <a:xfrm>
              <a:off x="4613643" y="1763716"/>
              <a:ext cx="325308" cy="439200"/>
              <a:chOff x="4613643" y="1763716"/>
              <a:chExt cx="325308" cy="439200"/>
            </a:xfrm>
          </p:grpSpPr>
          <p:grpSp>
            <p:nvGrpSpPr>
              <p:cNvPr id="5763" name="Google Shape;5763;p58"/>
              <p:cNvGrpSpPr/>
              <p:nvPr/>
            </p:nvGrpSpPr>
            <p:grpSpPr>
              <a:xfrm>
                <a:off x="4652451" y="1879538"/>
                <a:ext cx="286500" cy="323378"/>
                <a:chOff x="4652451" y="1879538"/>
                <a:chExt cx="286500" cy="323378"/>
              </a:xfrm>
            </p:grpSpPr>
            <p:cxnSp>
              <p:nvCxnSpPr>
                <p:cNvPr id="5764" name="Google Shape;5764;p5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765" name="Google Shape;5765;p5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6" name="Google Shape;5766;p5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7" name="Google Shape;5767;p58"/>
          <p:cNvGrpSpPr/>
          <p:nvPr/>
        </p:nvGrpSpPr>
        <p:grpSpPr>
          <a:xfrm>
            <a:off x="3421841" y="2431738"/>
            <a:ext cx="1652173" cy="309509"/>
            <a:chOff x="3512551" y="2437558"/>
            <a:chExt cx="1597383" cy="299245"/>
          </a:xfrm>
        </p:grpSpPr>
        <p:cxnSp>
          <p:nvCxnSpPr>
            <p:cNvPr id="5768" name="Google Shape;5768;p58"/>
            <p:cNvCxnSpPr>
              <a:stCxn id="5769" idx="6"/>
              <a:endCxn id="577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771" name="Google Shape;5771;p58"/>
            <p:cNvGrpSpPr/>
            <p:nvPr/>
          </p:nvGrpSpPr>
          <p:grpSpPr>
            <a:xfrm>
              <a:off x="3512551" y="2437558"/>
              <a:ext cx="225647" cy="228426"/>
              <a:chOff x="2182679" y="2283114"/>
              <a:chExt cx="792300" cy="802058"/>
            </a:xfrm>
          </p:grpSpPr>
          <p:cxnSp>
            <p:nvCxnSpPr>
              <p:cNvPr id="5772" name="Google Shape;5772;p58"/>
              <p:cNvCxnSpPr>
                <a:stCxn id="5773" idx="0"/>
              </p:cNvCxnSpPr>
              <p:nvPr/>
            </p:nvCxnSpPr>
            <p:spPr>
              <a:xfrm rot="10800000">
                <a:off x="2578961" y="2283114"/>
                <a:ext cx="0" cy="110700"/>
              </a:xfrm>
              <a:prstGeom prst="straightConnector1">
                <a:avLst/>
              </a:prstGeom>
              <a:noFill/>
              <a:ln cap="flat" cmpd="sng" w="9525">
                <a:solidFill>
                  <a:srgbClr val="435D74"/>
                </a:solidFill>
                <a:prstDash val="solid"/>
                <a:round/>
                <a:headEnd len="med" w="med" type="none"/>
                <a:tailEnd len="med" w="med" type="none"/>
              </a:ln>
            </p:spPr>
          </p:cxnSp>
          <p:sp>
            <p:nvSpPr>
              <p:cNvPr id="5769" name="Google Shape;5769;p5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58"/>
            <p:cNvGrpSpPr/>
            <p:nvPr/>
          </p:nvGrpSpPr>
          <p:grpSpPr>
            <a:xfrm>
              <a:off x="3969644" y="2440153"/>
              <a:ext cx="225853" cy="296651"/>
              <a:chOff x="3775710" y="1729289"/>
              <a:chExt cx="136500" cy="179289"/>
            </a:xfrm>
          </p:grpSpPr>
          <p:cxnSp>
            <p:nvCxnSpPr>
              <p:cNvPr id="5775" name="Google Shape;5775;p5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776" name="Google Shape;5776;p5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58"/>
            <p:cNvGrpSpPr/>
            <p:nvPr/>
          </p:nvGrpSpPr>
          <p:grpSpPr>
            <a:xfrm>
              <a:off x="4427051" y="2437558"/>
              <a:ext cx="225647" cy="228426"/>
              <a:chOff x="5393704" y="2283114"/>
              <a:chExt cx="792300" cy="802058"/>
            </a:xfrm>
          </p:grpSpPr>
          <p:cxnSp>
            <p:nvCxnSpPr>
              <p:cNvPr id="5779" name="Google Shape;5779;p58"/>
              <p:cNvCxnSpPr>
                <a:stCxn id="5780" idx="0"/>
              </p:cNvCxnSpPr>
              <p:nvPr/>
            </p:nvCxnSpPr>
            <p:spPr>
              <a:xfrm rot="10800000">
                <a:off x="5789986" y="2283114"/>
                <a:ext cx="0" cy="110700"/>
              </a:xfrm>
              <a:prstGeom prst="straightConnector1">
                <a:avLst/>
              </a:prstGeom>
              <a:noFill/>
              <a:ln cap="flat" cmpd="sng" w="9525">
                <a:solidFill>
                  <a:srgbClr val="435D74"/>
                </a:solidFill>
                <a:prstDash val="solid"/>
                <a:round/>
                <a:headEnd len="med" w="med" type="none"/>
                <a:tailEnd len="med" w="med" type="none"/>
              </a:ln>
            </p:spPr>
          </p:cxnSp>
          <p:sp>
            <p:nvSpPr>
              <p:cNvPr id="5781" name="Google Shape;5781;p5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2" name="Google Shape;5782;p58"/>
            <p:cNvGrpSpPr/>
            <p:nvPr/>
          </p:nvGrpSpPr>
          <p:grpSpPr>
            <a:xfrm>
              <a:off x="4884287" y="2440252"/>
              <a:ext cx="225647" cy="296532"/>
              <a:chOff x="6999166" y="2292572"/>
              <a:chExt cx="792300" cy="1041192"/>
            </a:xfrm>
          </p:grpSpPr>
          <p:cxnSp>
            <p:nvCxnSpPr>
              <p:cNvPr id="5783" name="Google Shape;5783;p5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770" name="Google Shape;5770;p5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85" name="Google Shape;5785;p58"/>
          <p:cNvGrpSpPr/>
          <p:nvPr/>
        </p:nvGrpSpPr>
        <p:grpSpPr>
          <a:xfrm>
            <a:off x="6842649" y="1185930"/>
            <a:ext cx="1581844" cy="732818"/>
            <a:chOff x="634175" y="2986275"/>
            <a:chExt cx="3147949" cy="1458344"/>
          </a:xfrm>
        </p:grpSpPr>
        <p:cxnSp>
          <p:nvCxnSpPr>
            <p:cNvPr id="5786" name="Google Shape;5786;p58"/>
            <p:cNvCxnSpPr>
              <a:stCxn id="5787" idx="4"/>
              <a:endCxn id="578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789" name="Google Shape;5789;p58"/>
            <p:cNvCxnSpPr>
              <a:stCxn id="5788" idx="0"/>
              <a:endCxn id="579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791" name="Google Shape;5791;p58"/>
            <p:cNvCxnSpPr>
              <a:stCxn id="5790" idx="4"/>
              <a:endCxn id="579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793" name="Google Shape;5793;p58"/>
            <p:cNvCxnSpPr>
              <a:stCxn id="5792" idx="0"/>
              <a:endCxn id="579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794" name="Google Shape;5794;p5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790" name="Google Shape;5790;p5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787" name="Google Shape;5787;p5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792" name="Google Shape;5792;p5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788" name="Google Shape;5788;p5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795" name="Google Shape;5795;p58"/>
          <p:cNvGrpSpPr/>
          <p:nvPr/>
        </p:nvGrpSpPr>
        <p:grpSpPr>
          <a:xfrm>
            <a:off x="3410364" y="2880240"/>
            <a:ext cx="1675128" cy="313674"/>
            <a:chOff x="998425" y="1182125"/>
            <a:chExt cx="1065400" cy="199500"/>
          </a:xfrm>
        </p:grpSpPr>
        <p:sp>
          <p:nvSpPr>
            <p:cNvPr id="5796" name="Google Shape;5796;p5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58"/>
          <p:cNvGrpSpPr/>
          <p:nvPr/>
        </p:nvGrpSpPr>
        <p:grpSpPr>
          <a:xfrm>
            <a:off x="3410363" y="3836206"/>
            <a:ext cx="1675129" cy="525345"/>
            <a:chOff x="5194708" y="3484366"/>
            <a:chExt cx="3148148" cy="987304"/>
          </a:xfrm>
        </p:grpSpPr>
        <p:grpSp>
          <p:nvGrpSpPr>
            <p:cNvPr id="5802" name="Google Shape;5802;p58"/>
            <p:cNvGrpSpPr/>
            <p:nvPr/>
          </p:nvGrpSpPr>
          <p:grpSpPr>
            <a:xfrm>
              <a:off x="7531521" y="3484366"/>
              <a:ext cx="811335" cy="987304"/>
              <a:chOff x="3379425" y="1617275"/>
              <a:chExt cx="1090650" cy="1327200"/>
            </a:xfrm>
          </p:grpSpPr>
          <p:sp>
            <p:nvSpPr>
              <p:cNvPr id="5803" name="Google Shape;5803;p5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6" name="Google Shape;5806;p58"/>
            <p:cNvGrpSpPr/>
            <p:nvPr/>
          </p:nvGrpSpPr>
          <p:grpSpPr>
            <a:xfrm>
              <a:off x="6752546" y="3484366"/>
              <a:ext cx="811428" cy="987304"/>
              <a:chOff x="2332275" y="1617275"/>
              <a:chExt cx="1090775" cy="1327200"/>
            </a:xfrm>
          </p:grpSpPr>
          <p:sp>
            <p:nvSpPr>
              <p:cNvPr id="5807" name="Google Shape;5807;p5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58"/>
            <p:cNvGrpSpPr/>
            <p:nvPr/>
          </p:nvGrpSpPr>
          <p:grpSpPr>
            <a:xfrm>
              <a:off x="5973664" y="3484366"/>
              <a:ext cx="811335" cy="987304"/>
              <a:chOff x="1285250" y="1617275"/>
              <a:chExt cx="1090650" cy="1327200"/>
            </a:xfrm>
          </p:grpSpPr>
          <p:sp>
            <p:nvSpPr>
              <p:cNvPr id="5811" name="Google Shape;5811;p5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58"/>
            <p:cNvGrpSpPr/>
            <p:nvPr/>
          </p:nvGrpSpPr>
          <p:grpSpPr>
            <a:xfrm>
              <a:off x="5194708" y="3484366"/>
              <a:ext cx="811409" cy="987304"/>
              <a:chOff x="238125" y="1617275"/>
              <a:chExt cx="1090750" cy="1327200"/>
            </a:xfrm>
          </p:grpSpPr>
          <p:sp>
            <p:nvSpPr>
              <p:cNvPr id="5815" name="Google Shape;5815;p5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18" name="Google Shape;5818;p58"/>
          <p:cNvGrpSpPr/>
          <p:nvPr/>
        </p:nvGrpSpPr>
        <p:grpSpPr>
          <a:xfrm>
            <a:off x="6844048" y="2482095"/>
            <a:ext cx="1579046" cy="522230"/>
            <a:chOff x="6853641" y="2534077"/>
            <a:chExt cx="1515545" cy="501229"/>
          </a:xfrm>
        </p:grpSpPr>
        <p:grpSp>
          <p:nvGrpSpPr>
            <p:cNvPr id="5819" name="Google Shape;5819;p58"/>
            <p:cNvGrpSpPr/>
            <p:nvPr/>
          </p:nvGrpSpPr>
          <p:grpSpPr>
            <a:xfrm>
              <a:off x="6853641" y="2618923"/>
              <a:ext cx="1515545" cy="324556"/>
              <a:chOff x="6853641" y="2618923"/>
              <a:chExt cx="1515545" cy="324556"/>
            </a:xfrm>
          </p:grpSpPr>
          <p:sp>
            <p:nvSpPr>
              <p:cNvPr id="5820" name="Google Shape;5820;p5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5" name="Google Shape;5825;p5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58"/>
          <p:cNvGrpSpPr/>
          <p:nvPr/>
        </p:nvGrpSpPr>
        <p:grpSpPr>
          <a:xfrm>
            <a:off x="3438940" y="3357136"/>
            <a:ext cx="1617976" cy="346616"/>
            <a:chOff x="1808063" y="4294338"/>
            <a:chExt cx="3370782" cy="721817"/>
          </a:xfrm>
        </p:grpSpPr>
        <p:sp>
          <p:nvSpPr>
            <p:cNvPr id="5831" name="Google Shape;5831;p5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58"/>
          <p:cNvGrpSpPr/>
          <p:nvPr/>
        </p:nvGrpSpPr>
        <p:grpSpPr>
          <a:xfrm>
            <a:off x="5264936" y="4023886"/>
            <a:ext cx="1417067" cy="350605"/>
            <a:chOff x="4234950" y="2101012"/>
            <a:chExt cx="4219974" cy="1044090"/>
          </a:xfrm>
        </p:grpSpPr>
        <p:sp>
          <p:nvSpPr>
            <p:cNvPr id="5842" name="Google Shape;5842;p5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8" name="Google Shape;5858;p58"/>
          <p:cNvGrpSpPr/>
          <p:nvPr/>
        </p:nvGrpSpPr>
        <p:grpSpPr>
          <a:xfrm>
            <a:off x="6840408" y="2014643"/>
            <a:ext cx="1586327" cy="371557"/>
            <a:chOff x="1247650" y="2075423"/>
            <a:chExt cx="6648477" cy="1557238"/>
          </a:xfrm>
        </p:grpSpPr>
        <p:sp>
          <p:nvSpPr>
            <p:cNvPr id="5859" name="Google Shape;5859;p5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5" name="Google Shape;5865;p58"/>
          <p:cNvGrpSpPr/>
          <p:nvPr/>
        </p:nvGrpSpPr>
        <p:grpSpPr>
          <a:xfrm>
            <a:off x="5271678" y="1167833"/>
            <a:ext cx="1415601" cy="1648533"/>
            <a:chOff x="1839112" y="2209163"/>
            <a:chExt cx="1918159" cy="2233784"/>
          </a:xfrm>
        </p:grpSpPr>
        <p:sp>
          <p:nvSpPr>
            <p:cNvPr id="5866" name="Google Shape;5866;p5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9" name="Google Shape;5869;p58"/>
            <p:cNvCxnSpPr>
              <a:stCxn id="5866" idx="6"/>
              <a:endCxn id="586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870" name="Google Shape;5870;p58"/>
            <p:cNvCxnSpPr>
              <a:stCxn id="5867" idx="4"/>
              <a:endCxn id="587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872" name="Google Shape;5872;p58"/>
            <p:cNvCxnSpPr>
              <a:stCxn id="5871" idx="6"/>
              <a:endCxn id="586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873" name="Google Shape;5873;p58"/>
            <p:cNvCxnSpPr>
              <a:stCxn id="5868" idx="4"/>
              <a:endCxn id="587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871" name="Google Shape;5871;p5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76" name="Google Shape;5876;p58"/>
            <p:cNvCxnSpPr>
              <a:endCxn id="587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877" name="Google Shape;5877;p58"/>
          <p:cNvGrpSpPr/>
          <p:nvPr/>
        </p:nvGrpSpPr>
        <p:grpSpPr>
          <a:xfrm>
            <a:off x="3428944" y="1185917"/>
            <a:ext cx="1637968" cy="154942"/>
            <a:chOff x="238125" y="2506075"/>
            <a:chExt cx="7115411" cy="673075"/>
          </a:xfrm>
        </p:grpSpPr>
        <p:sp>
          <p:nvSpPr>
            <p:cNvPr id="5878" name="Google Shape;5878;p5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3" name="Google Shape;5883;p58"/>
          <p:cNvGrpSpPr/>
          <p:nvPr/>
        </p:nvGrpSpPr>
        <p:grpSpPr>
          <a:xfrm>
            <a:off x="1969680" y="1500635"/>
            <a:ext cx="1262932" cy="785408"/>
            <a:chOff x="548861" y="389676"/>
            <a:chExt cx="3843371" cy="2390163"/>
          </a:xfrm>
        </p:grpSpPr>
        <p:cxnSp>
          <p:nvCxnSpPr>
            <p:cNvPr id="5884" name="Google Shape;5884;p5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885" name="Google Shape;5885;p5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886" name="Google Shape;5886;p5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887" name="Google Shape;5887;p5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888" name="Google Shape;5888;p5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889" name="Google Shape;5889;p5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90" name="Google Shape;5890;p5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891" name="Google Shape;5891;p5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58"/>
          <p:cNvGrpSpPr/>
          <p:nvPr/>
        </p:nvGrpSpPr>
        <p:grpSpPr>
          <a:xfrm>
            <a:off x="757812" y="2607512"/>
            <a:ext cx="1412054" cy="633562"/>
            <a:chOff x="1187400" y="2529299"/>
            <a:chExt cx="6769193" cy="2241903"/>
          </a:xfrm>
        </p:grpSpPr>
        <p:sp>
          <p:nvSpPr>
            <p:cNvPr id="5898" name="Google Shape;5898;p5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899" name="Google Shape;5899;p5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900" name="Google Shape;5900;p5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901" name="Google Shape;5901;p5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902" name="Google Shape;5902;p5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903" name="Google Shape;5903;p5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904" name="Google Shape;5904;p5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905" name="Google Shape;5905;p58"/>
            <p:cNvCxnSpPr>
              <a:stCxn id="5898" idx="2"/>
              <a:endCxn id="589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906" name="Google Shape;5906;p58"/>
            <p:cNvCxnSpPr>
              <a:stCxn id="5900" idx="0"/>
              <a:endCxn id="589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907" name="Google Shape;5907;p58"/>
            <p:cNvCxnSpPr>
              <a:stCxn id="5900" idx="2"/>
              <a:endCxn id="590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908" name="Google Shape;5908;p58"/>
            <p:cNvCxnSpPr>
              <a:stCxn id="5901" idx="0"/>
              <a:endCxn id="590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909" name="Google Shape;5909;p58"/>
            <p:cNvCxnSpPr>
              <a:stCxn id="5899" idx="2"/>
              <a:endCxn id="590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910" name="Google Shape;5910;p58"/>
            <p:cNvCxnSpPr>
              <a:stCxn id="5903" idx="0"/>
              <a:endCxn id="589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911" name="Google Shape;5911;p58"/>
          <p:cNvGrpSpPr/>
          <p:nvPr/>
        </p:nvGrpSpPr>
        <p:grpSpPr>
          <a:xfrm>
            <a:off x="6844058" y="3100221"/>
            <a:ext cx="1579035" cy="540873"/>
            <a:chOff x="6895650" y="3126697"/>
            <a:chExt cx="1436662" cy="492105"/>
          </a:xfrm>
        </p:grpSpPr>
        <p:sp>
          <p:nvSpPr>
            <p:cNvPr id="5912" name="Google Shape;5912;p5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7" name="Google Shape;5917;p58"/>
            <p:cNvGrpSpPr/>
            <p:nvPr/>
          </p:nvGrpSpPr>
          <p:grpSpPr>
            <a:xfrm>
              <a:off x="6995957" y="3335810"/>
              <a:ext cx="1230393" cy="71754"/>
              <a:chOff x="6995957" y="3287964"/>
              <a:chExt cx="1230393" cy="71754"/>
            </a:xfrm>
          </p:grpSpPr>
          <p:sp>
            <p:nvSpPr>
              <p:cNvPr id="5918" name="Google Shape;5918;p5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3" name="Google Shape;5923;p58"/>
          <p:cNvGrpSpPr/>
          <p:nvPr/>
        </p:nvGrpSpPr>
        <p:grpSpPr>
          <a:xfrm>
            <a:off x="6842640" y="3736984"/>
            <a:ext cx="1581862" cy="650625"/>
            <a:chOff x="6777990" y="3710194"/>
            <a:chExt cx="1646915" cy="677382"/>
          </a:xfrm>
        </p:grpSpPr>
        <p:grpSp>
          <p:nvGrpSpPr>
            <p:cNvPr id="5924" name="Google Shape;5924;p58"/>
            <p:cNvGrpSpPr/>
            <p:nvPr/>
          </p:nvGrpSpPr>
          <p:grpSpPr>
            <a:xfrm>
              <a:off x="6777990" y="3874492"/>
              <a:ext cx="411129" cy="513083"/>
              <a:chOff x="6777990" y="3874492"/>
              <a:chExt cx="411129" cy="513083"/>
            </a:xfrm>
          </p:grpSpPr>
          <p:cxnSp>
            <p:nvCxnSpPr>
              <p:cNvPr id="5925" name="Google Shape;5925;p5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926" name="Google Shape;5926;p5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58"/>
            <p:cNvGrpSpPr/>
            <p:nvPr/>
          </p:nvGrpSpPr>
          <p:grpSpPr>
            <a:xfrm>
              <a:off x="7188425" y="3710194"/>
              <a:ext cx="411123" cy="520535"/>
              <a:chOff x="7188425" y="3710194"/>
              <a:chExt cx="411123" cy="520535"/>
            </a:xfrm>
          </p:grpSpPr>
          <p:cxnSp>
            <p:nvCxnSpPr>
              <p:cNvPr id="5928" name="Google Shape;5928;p5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929" name="Google Shape;5929;p5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58"/>
            <p:cNvGrpSpPr/>
            <p:nvPr/>
          </p:nvGrpSpPr>
          <p:grpSpPr>
            <a:xfrm>
              <a:off x="7603341" y="3874492"/>
              <a:ext cx="411474" cy="513083"/>
              <a:chOff x="7603341" y="3874492"/>
              <a:chExt cx="411474" cy="513083"/>
            </a:xfrm>
          </p:grpSpPr>
          <p:cxnSp>
            <p:nvCxnSpPr>
              <p:cNvPr id="5931" name="Google Shape;5931;p5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932" name="Google Shape;5932;p5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3" name="Google Shape;5933;p58"/>
            <p:cNvGrpSpPr/>
            <p:nvPr/>
          </p:nvGrpSpPr>
          <p:grpSpPr>
            <a:xfrm>
              <a:off x="8013776" y="3722847"/>
              <a:ext cx="411129" cy="507881"/>
              <a:chOff x="8013776" y="3722847"/>
              <a:chExt cx="411129" cy="507881"/>
            </a:xfrm>
          </p:grpSpPr>
          <p:cxnSp>
            <p:nvCxnSpPr>
              <p:cNvPr id="5934" name="Google Shape;5934;p5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935" name="Google Shape;5935;p5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36" name="Google Shape;5936;p58"/>
          <p:cNvGrpSpPr/>
          <p:nvPr/>
        </p:nvGrpSpPr>
        <p:grpSpPr>
          <a:xfrm>
            <a:off x="5262155" y="2909824"/>
            <a:ext cx="1421889" cy="1020603"/>
            <a:chOff x="5190863" y="2824811"/>
            <a:chExt cx="1544860" cy="1108869"/>
          </a:xfrm>
        </p:grpSpPr>
        <p:grpSp>
          <p:nvGrpSpPr>
            <p:cNvPr id="5937" name="Google Shape;5937;p58"/>
            <p:cNvGrpSpPr/>
            <p:nvPr/>
          </p:nvGrpSpPr>
          <p:grpSpPr>
            <a:xfrm>
              <a:off x="5938695" y="3176919"/>
              <a:ext cx="685761" cy="404739"/>
              <a:chOff x="5938695" y="3176919"/>
              <a:chExt cx="685761" cy="404739"/>
            </a:xfrm>
          </p:grpSpPr>
          <p:grpSp>
            <p:nvGrpSpPr>
              <p:cNvPr id="5938" name="Google Shape;5938;p58"/>
              <p:cNvGrpSpPr/>
              <p:nvPr/>
            </p:nvGrpSpPr>
            <p:grpSpPr>
              <a:xfrm>
                <a:off x="5938695" y="3176919"/>
                <a:ext cx="685761" cy="404739"/>
                <a:chOff x="5938695" y="3176919"/>
                <a:chExt cx="685761" cy="404739"/>
              </a:xfrm>
            </p:grpSpPr>
            <p:sp>
              <p:nvSpPr>
                <p:cNvPr id="5939" name="Google Shape;5939;p5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1" name="Google Shape;5941;p5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58"/>
            <p:cNvGrpSpPr/>
            <p:nvPr/>
          </p:nvGrpSpPr>
          <p:grpSpPr>
            <a:xfrm>
              <a:off x="5305233" y="3176835"/>
              <a:ext cx="685971" cy="404655"/>
              <a:chOff x="5305233" y="3176835"/>
              <a:chExt cx="685971" cy="404655"/>
            </a:xfrm>
          </p:grpSpPr>
          <p:grpSp>
            <p:nvGrpSpPr>
              <p:cNvPr id="5943" name="Google Shape;5943;p58"/>
              <p:cNvGrpSpPr/>
              <p:nvPr/>
            </p:nvGrpSpPr>
            <p:grpSpPr>
              <a:xfrm>
                <a:off x="5305233" y="3176835"/>
                <a:ext cx="685971" cy="404655"/>
                <a:chOff x="5305233" y="3176835"/>
                <a:chExt cx="685971" cy="404655"/>
              </a:xfrm>
            </p:grpSpPr>
            <p:sp>
              <p:nvSpPr>
                <p:cNvPr id="5944" name="Google Shape;5944;p5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6" name="Google Shape;5946;p5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7" name="Google Shape;5947;p5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8" name="Google Shape;5948;p58"/>
            <p:cNvGrpSpPr/>
            <p:nvPr/>
          </p:nvGrpSpPr>
          <p:grpSpPr>
            <a:xfrm>
              <a:off x="5657361" y="2824811"/>
              <a:ext cx="1078361" cy="404655"/>
              <a:chOff x="5657361" y="2824811"/>
              <a:chExt cx="1078361" cy="404655"/>
            </a:xfrm>
          </p:grpSpPr>
          <p:grpSp>
            <p:nvGrpSpPr>
              <p:cNvPr id="5949" name="Google Shape;5949;p58"/>
              <p:cNvGrpSpPr/>
              <p:nvPr/>
            </p:nvGrpSpPr>
            <p:grpSpPr>
              <a:xfrm>
                <a:off x="5657361" y="2824811"/>
                <a:ext cx="1078361" cy="404655"/>
                <a:chOff x="5657361" y="2824811"/>
                <a:chExt cx="1078361" cy="404655"/>
              </a:xfrm>
            </p:grpSpPr>
            <p:grpSp>
              <p:nvGrpSpPr>
                <p:cNvPr id="5950" name="Google Shape;5950;p58"/>
                <p:cNvGrpSpPr/>
                <p:nvPr/>
              </p:nvGrpSpPr>
              <p:grpSpPr>
                <a:xfrm>
                  <a:off x="5938485" y="2824811"/>
                  <a:ext cx="797237" cy="404655"/>
                  <a:chOff x="5938485" y="2824811"/>
                  <a:chExt cx="797237" cy="404655"/>
                </a:xfrm>
              </p:grpSpPr>
              <p:sp>
                <p:nvSpPr>
                  <p:cNvPr id="5951" name="Google Shape;5951;p5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3" name="Google Shape;5953;p5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4" name="Google Shape;5954;p5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58"/>
            <p:cNvGrpSpPr/>
            <p:nvPr/>
          </p:nvGrpSpPr>
          <p:grpSpPr>
            <a:xfrm>
              <a:off x="5190863" y="3528942"/>
              <a:ext cx="1078026" cy="404739"/>
              <a:chOff x="5190863" y="3528942"/>
              <a:chExt cx="1078026" cy="404739"/>
            </a:xfrm>
          </p:grpSpPr>
          <p:sp>
            <p:nvSpPr>
              <p:cNvPr id="5956" name="Google Shape;5956;p5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7" name="Google Shape;5957;p58"/>
              <p:cNvGrpSpPr/>
              <p:nvPr/>
            </p:nvGrpSpPr>
            <p:grpSpPr>
              <a:xfrm>
                <a:off x="5190863" y="3528942"/>
                <a:ext cx="1078026" cy="404739"/>
                <a:chOff x="5190863" y="3528942"/>
                <a:chExt cx="1078026" cy="404739"/>
              </a:xfrm>
            </p:grpSpPr>
            <p:sp>
              <p:nvSpPr>
                <p:cNvPr id="5958" name="Google Shape;5958;p5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60" name="Google Shape;5960;p58"/>
          <p:cNvGrpSpPr/>
          <p:nvPr/>
        </p:nvGrpSpPr>
        <p:grpSpPr>
          <a:xfrm>
            <a:off x="728162" y="1474292"/>
            <a:ext cx="1086719" cy="879487"/>
            <a:chOff x="803162" y="1474292"/>
            <a:chExt cx="1086719" cy="879487"/>
          </a:xfrm>
        </p:grpSpPr>
        <p:grpSp>
          <p:nvGrpSpPr>
            <p:cNvPr id="5961" name="Google Shape;5961;p58"/>
            <p:cNvGrpSpPr/>
            <p:nvPr/>
          </p:nvGrpSpPr>
          <p:grpSpPr>
            <a:xfrm>
              <a:off x="803162" y="1625948"/>
              <a:ext cx="445856" cy="576579"/>
              <a:chOff x="803162" y="1625948"/>
              <a:chExt cx="445856" cy="576579"/>
            </a:xfrm>
          </p:grpSpPr>
          <p:sp>
            <p:nvSpPr>
              <p:cNvPr id="5962" name="Google Shape;5962;p5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3" name="Google Shape;5963;p58"/>
              <p:cNvGrpSpPr/>
              <p:nvPr/>
            </p:nvGrpSpPr>
            <p:grpSpPr>
              <a:xfrm>
                <a:off x="1056023" y="1625948"/>
                <a:ext cx="192995" cy="576579"/>
                <a:chOff x="1056023" y="1625948"/>
                <a:chExt cx="192995" cy="576579"/>
              </a:xfrm>
            </p:grpSpPr>
            <p:sp>
              <p:nvSpPr>
                <p:cNvPr id="5964" name="Google Shape;5964;p5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69" name="Google Shape;5969;p58"/>
            <p:cNvGrpSpPr/>
            <p:nvPr/>
          </p:nvGrpSpPr>
          <p:grpSpPr>
            <a:xfrm>
              <a:off x="1371406" y="1474292"/>
              <a:ext cx="518475" cy="879487"/>
              <a:chOff x="1398231" y="1474292"/>
              <a:chExt cx="518475" cy="879487"/>
            </a:xfrm>
          </p:grpSpPr>
          <p:grpSp>
            <p:nvGrpSpPr>
              <p:cNvPr id="5970" name="Google Shape;5970;p58"/>
              <p:cNvGrpSpPr/>
              <p:nvPr/>
            </p:nvGrpSpPr>
            <p:grpSpPr>
              <a:xfrm>
                <a:off x="1398231" y="1474292"/>
                <a:ext cx="518475" cy="341643"/>
                <a:chOff x="1398231" y="1474292"/>
                <a:chExt cx="518475" cy="341643"/>
              </a:xfrm>
            </p:grpSpPr>
            <p:sp>
              <p:nvSpPr>
                <p:cNvPr id="5971" name="Google Shape;5971;p5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2" name="Google Shape;5972;p58"/>
                <p:cNvGrpSpPr/>
                <p:nvPr/>
              </p:nvGrpSpPr>
              <p:grpSpPr>
                <a:xfrm>
                  <a:off x="1616453" y="1474292"/>
                  <a:ext cx="300253" cy="341643"/>
                  <a:chOff x="1616453" y="1475379"/>
                  <a:chExt cx="300253" cy="341643"/>
                </a:xfrm>
              </p:grpSpPr>
              <p:sp>
                <p:nvSpPr>
                  <p:cNvPr id="5973" name="Google Shape;5973;p5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0" name="Google Shape;5980;p58"/>
                  <p:cNvGrpSpPr/>
                  <p:nvPr/>
                </p:nvGrpSpPr>
                <p:grpSpPr>
                  <a:xfrm>
                    <a:off x="1839639" y="1475379"/>
                    <a:ext cx="77067" cy="341643"/>
                    <a:chOff x="1839639" y="1475379"/>
                    <a:chExt cx="77067" cy="341643"/>
                  </a:xfrm>
                </p:grpSpPr>
                <p:sp>
                  <p:nvSpPr>
                    <p:cNvPr id="5981" name="Google Shape;5981;p5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83" name="Google Shape;5983;p58"/>
              <p:cNvGrpSpPr/>
              <p:nvPr/>
            </p:nvGrpSpPr>
            <p:grpSpPr>
              <a:xfrm>
                <a:off x="1398451" y="2012951"/>
                <a:ext cx="518255" cy="340828"/>
                <a:chOff x="1398451" y="2012951"/>
                <a:chExt cx="518255" cy="340828"/>
              </a:xfrm>
            </p:grpSpPr>
            <p:sp>
              <p:nvSpPr>
                <p:cNvPr id="5984" name="Google Shape;5984;p5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5" name="Google Shape;5985;p58"/>
                <p:cNvGrpSpPr/>
                <p:nvPr/>
              </p:nvGrpSpPr>
              <p:grpSpPr>
                <a:xfrm>
                  <a:off x="1616453" y="2012951"/>
                  <a:ext cx="300253" cy="340828"/>
                  <a:chOff x="1616453" y="2013538"/>
                  <a:chExt cx="300253" cy="340828"/>
                </a:xfrm>
              </p:grpSpPr>
              <p:sp>
                <p:nvSpPr>
                  <p:cNvPr id="5986" name="Google Shape;5986;p5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3" name="Google Shape;5993;p58"/>
                  <p:cNvGrpSpPr/>
                  <p:nvPr/>
                </p:nvGrpSpPr>
                <p:grpSpPr>
                  <a:xfrm>
                    <a:off x="1839639" y="2013538"/>
                    <a:ext cx="77067" cy="340828"/>
                    <a:chOff x="1839639" y="2013538"/>
                    <a:chExt cx="77067" cy="340828"/>
                  </a:xfrm>
                </p:grpSpPr>
                <p:sp>
                  <p:nvSpPr>
                    <p:cNvPr id="5994" name="Google Shape;5994;p5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996" name="Google Shape;5996;p58"/>
          <p:cNvGrpSpPr/>
          <p:nvPr/>
        </p:nvGrpSpPr>
        <p:grpSpPr>
          <a:xfrm>
            <a:off x="724986" y="3605478"/>
            <a:ext cx="1368681" cy="682918"/>
            <a:chOff x="724986" y="3605478"/>
            <a:chExt cx="1368681" cy="682918"/>
          </a:xfrm>
        </p:grpSpPr>
        <p:grpSp>
          <p:nvGrpSpPr>
            <p:cNvPr id="5997" name="Google Shape;5997;p58"/>
            <p:cNvGrpSpPr/>
            <p:nvPr/>
          </p:nvGrpSpPr>
          <p:grpSpPr>
            <a:xfrm>
              <a:off x="1289102" y="3823629"/>
              <a:ext cx="240442" cy="250435"/>
              <a:chOff x="-165066" y="3843615"/>
              <a:chExt cx="221259" cy="230455"/>
            </a:xfrm>
          </p:grpSpPr>
          <p:sp>
            <p:nvSpPr>
              <p:cNvPr id="5998" name="Google Shape;5998;p5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58"/>
            <p:cNvGrpSpPr/>
            <p:nvPr/>
          </p:nvGrpSpPr>
          <p:grpSpPr>
            <a:xfrm>
              <a:off x="724986" y="3605478"/>
              <a:ext cx="1368681" cy="682918"/>
              <a:chOff x="724986" y="3605478"/>
              <a:chExt cx="1368681" cy="682918"/>
            </a:xfrm>
          </p:grpSpPr>
          <p:grpSp>
            <p:nvGrpSpPr>
              <p:cNvPr id="6019" name="Google Shape;6019;p58"/>
              <p:cNvGrpSpPr/>
              <p:nvPr/>
            </p:nvGrpSpPr>
            <p:grpSpPr>
              <a:xfrm>
                <a:off x="1498221" y="4047614"/>
                <a:ext cx="529172" cy="240783"/>
                <a:chOff x="1498221" y="4047614"/>
                <a:chExt cx="529172" cy="240783"/>
              </a:xfrm>
            </p:grpSpPr>
            <p:grpSp>
              <p:nvGrpSpPr>
                <p:cNvPr id="6020" name="Google Shape;6020;p58"/>
                <p:cNvGrpSpPr/>
                <p:nvPr/>
              </p:nvGrpSpPr>
              <p:grpSpPr>
                <a:xfrm>
                  <a:off x="1826655" y="4224370"/>
                  <a:ext cx="200738" cy="25631"/>
                  <a:chOff x="1826655" y="4224370"/>
                  <a:chExt cx="200738" cy="25631"/>
                </a:xfrm>
              </p:grpSpPr>
              <p:sp>
                <p:nvSpPr>
                  <p:cNvPr id="6021" name="Google Shape;6021;p5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3" name="Google Shape;6023;p58"/>
                <p:cNvGrpSpPr/>
                <p:nvPr/>
              </p:nvGrpSpPr>
              <p:grpSpPr>
                <a:xfrm>
                  <a:off x="1498221" y="4047614"/>
                  <a:ext cx="328444" cy="240783"/>
                  <a:chOff x="1498221" y="4047614"/>
                  <a:chExt cx="328444" cy="240783"/>
                </a:xfrm>
              </p:grpSpPr>
              <p:sp>
                <p:nvSpPr>
                  <p:cNvPr id="6024" name="Google Shape;6024;p5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5" name="Google Shape;6025;p58"/>
                  <p:cNvGrpSpPr/>
                  <p:nvPr/>
                </p:nvGrpSpPr>
                <p:grpSpPr>
                  <a:xfrm>
                    <a:off x="1498221" y="4047614"/>
                    <a:ext cx="150566" cy="190416"/>
                    <a:chOff x="1498221" y="4047614"/>
                    <a:chExt cx="150566" cy="190416"/>
                  </a:xfrm>
                </p:grpSpPr>
                <p:sp>
                  <p:nvSpPr>
                    <p:cNvPr id="6026" name="Google Shape;6026;p5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28" name="Google Shape;6028;p58"/>
              <p:cNvGrpSpPr/>
              <p:nvPr/>
            </p:nvGrpSpPr>
            <p:grpSpPr>
              <a:xfrm>
                <a:off x="1560718" y="3800594"/>
                <a:ext cx="532948" cy="302090"/>
                <a:chOff x="1560718" y="3800594"/>
                <a:chExt cx="532948" cy="302090"/>
              </a:xfrm>
            </p:grpSpPr>
            <p:grpSp>
              <p:nvGrpSpPr>
                <p:cNvPr id="6029" name="Google Shape;6029;p58"/>
                <p:cNvGrpSpPr/>
                <p:nvPr/>
              </p:nvGrpSpPr>
              <p:grpSpPr>
                <a:xfrm>
                  <a:off x="1912179" y="3827344"/>
                  <a:ext cx="181487" cy="25631"/>
                  <a:chOff x="1912179" y="3827344"/>
                  <a:chExt cx="181487" cy="25631"/>
                </a:xfrm>
              </p:grpSpPr>
              <p:sp>
                <p:nvSpPr>
                  <p:cNvPr id="6030" name="Google Shape;6030;p5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2" name="Google Shape;6032;p58"/>
                <p:cNvGrpSpPr/>
                <p:nvPr/>
              </p:nvGrpSpPr>
              <p:grpSpPr>
                <a:xfrm>
                  <a:off x="1912179" y="4044505"/>
                  <a:ext cx="181487" cy="25622"/>
                  <a:chOff x="1912179" y="4044506"/>
                  <a:chExt cx="181487" cy="25622"/>
                </a:xfrm>
              </p:grpSpPr>
              <p:sp>
                <p:nvSpPr>
                  <p:cNvPr id="6033" name="Google Shape;6033;p5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58"/>
                <p:cNvGrpSpPr/>
                <p:nvPr/>
              </p:nvGrpSpPr>
              <p:grpSpPr>
                <a:xfrm>
                  <a:off x="1560718" y="3800594"/>
                  <a:ext cx="351472" cy="302090"/>
                  <a:chOff x="1560718" y="3800594"/>
                  <a:chExt cx="351472" cy="302090"/>
                </a:xfrm>
              </p:grpSpPr>
              <p:grpSp>
                <p:nvGrpSpPr>
                  <p:cNvPr id="6036" name="Google Shape;6036;p58"/>
                  <p:cNvGrpSpPr/>
                  <p:nvPr/>
                </p:nvGrpSpPr>
                <p:grpSpPr>
                  <a:xfrm>
                    <a:off x="1560718" y="3842857"/>
                    <a:ext cx="173586" cy="217131"/>
                    <a:chOff x="1560718" y="3842857"/>
                    <a:chExt cx="173586" cy="217131"/>
                  </a:xfrm>
                </p:grpSpPr>
                <p:sp>
                  <p:nvSpPr>
                    <p:cNvPr id="6037" name="Google Shape;6037;p5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0" name="Google Shape;6040;p5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042" name="Google Shape;6042;p5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3" name="Google Shape;6043;p58"/>
              <p:cNvGrpSpPr/>
              <p:nvPr/>
            </p:nvGrpSpPr>
            <p:grpSpPr>
              <a:xfrm>
                <a:off x="785350" y="3605478"/>
                <a:ext cx="535311" cy="249245"/>
                <a:chOff x="785350" y="3605478"/>
                <a:chExt cx="535311" cy="249245"/>
              </a:xfrm>
            </p:grpSpPr>
            <p:grpSp>
              <p:nvGrpSpPr>
                <p:cNvPr id="6044" name="Google Shape;6044;p58"/>
                <p:cNvGrpSpPr/>
                <p:nvPr/>
              </p:nvGrpSpPr>
              <p:grpSpPr>
                <a:xfrm>
                  <a:off x="785350" y="3605478"/>
                  <a:ext cx="376191" cy="102736"/>
                  <a:chOff x="785350" y="3605478"/>
                  <a:chExt cx="376191" cy="102736"/>
                </a:xfrm>
              </p:grpSpPr>
              <p:sp>
                <p:nvSpPr>
                  <p:cNvPr id="6045" name="Google Shape;6045;p5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8" name="Google Shape;6048;p58"/>
                <p:cNvGrpSpPr/>
                <p:nvPr/>
              </p:nvGrpSpPr>
              <p:grpSpPr>
                <a:xfrm>
                  <a:off x="1161530" y="3655851"/>
                  <a:ext cx="159131" cy="198872"/>
                  <a:chOff x="1161530" y="3655851"/>
                  <a:chExt cx="159131" cy="198872"/>
                </a:xfrm>
              </p:grpSpPr>
              <p:sp>
                <p:nvSpPr>
                  <p:cNvPr id="6049" name="Google Shape;6049;p5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51" name="Google Shape;6051;p58"/>
              <p:cNvGrpSpPr/>
              <p:nvPr/>
            </p:nvGrpSpPr>
            <p:grpSpPr>
              <a:xfrm>
                <a:off x="785350" y="4047614"/>
                <a:ext cx="535311" cy="240783"/>
                <a:chOff x="785350" y="4047614"/>
                <a:chExt cx="535311" cy="240783"/>
              </a:xfrm>
            </p:grpSpPr>
            <p:grpSp>
              <p:nvGrpSpPr>
                <p:cNvPr id="6052" name="Google Shape;6052;p58"/>
                <p:cNvGrpSpPr/>
                <p:nvPr/>
              </p:nvGrpSpPr>
              <p:grpSpPr>
                <a:xfrm>
                  <a:off x="1161636" y="4047614"/>
                  <a:ext cx="159025" cy="190415"/>
                  <a:chOff x="1161636" y="4047614"/>
                  <a:chExt cx="159025" cy="190415"/>
                </a:xfrm>
              </p:grpSpPr>
              <p:sp>
                <p:nvSpPr>
                  <p:cNvPr id="6053" name="Google Shape;6053;p5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58"/>
                <p:cNvGrpSpPr/>
                <p:nvPr/>
              </p:nvGrpSpPr>
              <p:grpSpPr>
                <a:xfrm>
                  <a:off x="785350" y="4185661"/>
                  <a:ext cx="376191" cy="102736"/>
                  <a:chOff x="785350" y="4185661"/>
                  <a:chExt cx="376191" cy="102736"/>
                </a:xfrm>
              </p:grpSpPr>
              <p:sp>
                <p:nvSpPr>
                  <p:cNvPr id="6056" name="Google Shape;6056;p5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59" name="Google Shape;6059;p58"/>
              <p:cNvGrpSpPr/>
              <p:nvPr/>
            </p:nvGrpSpPr>
            <p:grpSpPr>
              <a:xfrm>
                <a:off x="1501054" y="3605478"/>
                <a:ext cx="526340" cy="249240"/>
                <a:chOff x="1501054" y="3605478"/>
                <a:chExt cx="526340" cy="249240"/>
              </a:xfrm>
            </p:grpSpPr>
            <p:grpSp>
              <p:nvGrpSpPr>
                <p:cNvPr id="6060" name="Google Shape;6060;p58"/>
                <p:cNvGrpSpPr/>
                <p:nvPr/>
              </p:nvGrpSpPr>
              <p:grpSpPr>
                <a:xfrm>
                  <a:off x="1834208" y="3643867"/>
                  <a:ext cx="193185" cy="25622"/>
                  <a:chOff x="1834208" y="3643867"/>
                  <a:chExt cx="193185" cy="25622"/>
                </a:xfrm>
              </p:grpSpPr>
              <p:sp>
                <p:nvSpPr>
                  <p:cNvPr id="6061" name="Google Shape;6061;p5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58"/>
                <p:cNvGrpSpPr/>
                <p:nvPr/>
              </p:nvGrpSpPr>
              <p:grpSpPr>
                <a:xfrm>
                  <a:off x="1501054" y="3605478"/>
                  <a:ext cx="333165" cy="249240"/>
                  <a:chOff x="1501054" y="3605478"/>
                  <a:chExt cx="333165" cy="249240"/>
                </a:xfrm>
              </p:grpSpPr>
              <p:sp>
                <p:nvSpPr>
                  <p:cNvPr id="6064" name="Google Shape;6064;p5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5" name="Google Shape;6065;p58"/>
                  <p:cNvGrpSpPr/>
                  <p:nvPr/>
                </p:nvGrpSpPr>
                <p:grpSpPr>
                  <a:xfrm>
                    <a:off x="1501054" y="3655851"/>
                    <a:ext cx="155286" cy="198867"/>
                    <a:chOff x="1501054" y="3655851"/>
                    <a:chExt cx="155286" cy="198867"/>
                  </a:xfrm>
                </p:grpSpPr>
                <p:sp>
                  <p:nvSpPr>
                    <p:cNvPr id="6066" name="Google Shape;6066;p5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68" name="Google Shape;6068;p58"/>
              <p:cNvGrpSpPr/>
              <p:nvPr/>
            </p:nvGrpSpPr>
            <p:grpSpPr>
              <a:xfrm>
                <a:off x="724986" y="3800594"/>
                <a:ext cx="532950" cy="302090"/>
                <a:chOff x="724986" y="3800594"/>
                <a:chExt cx="532950" cy="302090"/>
              </a:xfrm>
            </p:grpSpPr>
            <p:grpSp>
              <p:nvGrpSpPr>
                <p:cNvPr id="6069" name="Google Shape;6069;p58"/>
                <p:cNvGrpSpPr/>
                <p:nvPr/>
              </p:nvGrpSpPr>
              <p:grpSpPr>
                <a:xfrm>
                  <a:off x="724986" y="4044367"/>
                  <a:ext cx="181314" cy="25626"/>
                  <a:chOff x="724986" y="4044367"/>
                  <a:chExt cx="181314" cy="25626"/>
                </a:xfrm>
              </p:grpSpPr>
              <p:sp>
                <p:nvSpPr>
                  <p:cNvPr id="6070" name="Google Shape;6070;p5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58"/>
                <p:cNvGrpSpPr/>
                <p:nvPr/>
              </p:nvGrpSpPr>
              <p:grpSpPr>
                <a:xfrm>
                  <a:off x="906290" y="3800594"/>
                  <a:ext cx="351646" cy="302090"/>
                  <a:chOff x="906290" y="3800594"/>
                  <a:chExt cx="351646" cy="302090"/>
                </a:xfrm>
              </p:grpSpPr>
              <p:grpSp>
                <p:nvGrpSpPr>
                  <p:cNvPr id="6073" name="Google Shape;6073;p58"/>
                  <p:cNvGrpSpPr/>
                  <p:nvPr/>
                </p:nvGrpSpPr>
                <p:grpSpPr>
                  <a:xfrm>
                    <a:off x="1084172" y="3842857"/>
                    <a:ext cx="173764" cy="217131"/>
                    <a:chOff x="1084172" y="3842857"/>
                    <a:chExt cx="173764" cy="217131"/>
                  </a:xfrm>
                </p:grpSpPr>
                <p:grpSp>
                  <p:nvGrpSpPr>
                    <p:cNvPr id="6074" name="Google Shape;6074;p58"/>
                    <p:cNvGrpSpPr/>
                    <p:nvPr/>
                  </p:nvGrpSpPr>
                  <p:grpSpPr>
                    <a:xfrm>
                      <a:off x="1156862" y="3936509"/>
                      <a:ext cx="101073" cy="25622"/>
                      <a:chOff x="1156862" y="3936509"/>
                      <a:chExt cx="101073" cy="25622"/>
                    </a:xfrm>
                  </p:grpSpPr>
                  <p:sp>
                    <p:nvSpPr>
                      <p:cNvPr id="6075" name="Google Shape;6075;p5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7" name="Google Shape;6077;p5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8" name="Google Shape;6078;p5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0" name="Google Shape;6080;p58"/>
                <p:cNvGrpSpPr/>
                <p:nvPr/>
              </p:nvGrpSpPr>
              <p:grpSpPr>
                <a:xfrm>
                  <a:off x="724986" y="3830189"/>
                  <a:ext cx="189533" cy="25626"/>
                  <a:chOff x="724986" y="3830189"/>
                  <a:chExt cx="189533" cy="25626"/>
                </a:xfrm>
              </p:grpSpPr>
              <p:sp>
                <p:nvSpPr>
                  <p:cNvPr id="6081" name="Google Shape;6081;p5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083" name="Google Shape;6083;p58"/>
          <p:cNvGrpSpPr/>
          <p:nvPr/>
        </p:nvGrpSpPr>
        <p:grpSpPr>
          <a:xfrm>
            <a:off x="2253298" y="2455640"/>
            <a:ext cx="948701" cy="935378"/>
            <a:chOff x="2253298" y="2428317"/>
            <a:chExt cx="948701" cy="935378"/>
          </a:xfrm>
        </p:grpSpPr>
        <p:sp>
          <p:nvSpPr>
            <p:cNvPr id="6084" name="Google Shape;6084;p5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20" name="Shape 6120"/>
        <p:cNvGrpSpPr/>
        <p:nvPr/>
      </p:nvGrpSpPr>
      <p:grpSpPr>
        <a:xfrm>
          <a:off x="0" y="0"/>
          <a:ext cx="0" cy="0"/>
          <a:chOff x="0" y="0"/>
          <a:chExt cx="0" cy="0"/>
        </a:xfrm>
      </p:grpSpPr>
      <p:grpSp>
        <p:nvGrpSpPr>
          <p:cNvPr id="6121" name="Google Shape;6121;p59"/>
          <p:cNvGrpSpPr/>
          <p:nvPr/>
        </p:nvGrpSpPr>
        <p:grpSpPr>
          <a:xfrm>
            <a:off x="3353582" y="1145627"/>
            <a:ext cx="2363393" cy="1017867"/>
            <a:chOff x="3292400" y="1219146"/>
            <a:chExt cx="2615240" cy="1110239"/>
          </a:xfrm>
        </p:grpSpPr>
        <p:sp>
          <p:nvSpPr>
            <p:cNvPr id="6122" name="Google Shape;6122;p5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6123" name="Google Shape;6123;p5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124" name="Google Shape;6124;p5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6125" name="Google Shape;6125;p5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6126" name="Google Shape;6126;p5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6127" name="Google Shape;6127;p5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6128" name="Google Shape;6128;p5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6129" name="Google Shape;6129;p5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6130" name="Google Shape;6130;p5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6131" name="Google Shape;6131;p5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6132" name="Google Shape;6132;p5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133" name="Google Shape;6133;p5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134" name="Google Shape;6134;p5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135" name="Google Shape;6135;p5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136" name="Google Shape;6136;p59"/>
            <p:cNvGrpSpPr/>
            <p:nvPr/>
          </p:nvGrpSpPr>
          <p:grpSpPr>
            <a:xfrm>
              <a:off x="3748438" y="1378608"/>
              <a:ext cx="2159202" cy="903971"/>
              <a:chOff x="1683525" y="2179850"/>
              <a:chExt cx="4519050" cy="2134525"/>
            </a:xfrm>
          </p:grpSpPr>
          <p:sp>
            <p:nvSpPr>
              <p:cNvPr id="6137" name="Google Shape;6137;p5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138" name="Google Shape;6138;p5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139" name="Google Shape;6139;p5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140" name="Google Shape;6140;p5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141" name="Google Shape;6141;p5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142" name="Google Shape;6142;p5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143" name="Google Shape;6143;p5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144" name="Google Shape;6144;p5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145" name="Google Shape;6145;p5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146" name="Google Shape;6146;p5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147" name="Google Shape;6147;p5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148" name="Google Shape;6148;p5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6149" name="Google Shape;6149;p59"/>
          <p:cNvGraphicFramePr/>
          <p:nvPr/>
        </p:nvGraphicFramePr>
        <p:xfrm>
          <a:off x="5949675" y="2323100"/>
          <a:ext cx="3000000" cy="3000000"/>
        </p:xfrm>
        <a:graphic>
          <a:graphicData uri="http://schemas.openxmlformats.org/drawingml/2006/table">
            <a:tbl>
              <a:tblPr>
                <a:noFill/>
                <a:tableStyleId>{289CA7E4-7F1F-4D99-A3D6-10E6FEE11A99}</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150" name="Google Shape;6150;p59"/>
          <p:cNvGrpSpPr/>
          <p:nvPr/>
        </p:nvGrpSpPr>
        <p:grpSpPr>
          <a:xfrm>
            <a:off x="5926924" y="3381697"/>
            <a:ext cx="2519825" cy="1001454"/>
            <a:chOff x="1906114" y="789980"/>
            <a:chExt cx="1487676" cy="606868"/>
          </a:xfrm>
        </p:grpSpPr>
        <p:cxnSp>
          <p:nvCxnSpPr>
            <p:cNvPr id="6151" name="Google Shape;6151;p5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152" name="Google Shape;6152;p5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153" name="Google Shape;6153;p5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154" name="Google Shape;6154;p5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6155" name="Google Shape;6155;p5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6156" name="Google Shape;6156;p5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6157" name="Google Shape;6157;p5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6158" name="Google Shape;6158;p5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6165" name="Google Shape;6165;p5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166" name="Google Shape;6166;p5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167" name="Google Shape;6167;p5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59"/>
          <p:cNvGrpSpPr/>
          <p:nvPr/>
        </p:nvGrpSpPr>
        <p:grpSpPr>
          <a:xfrm>
            <a:off x="726399" y="1190655"/>
            <a:ext cx="2394370" cy="976502"/>
            <a:chOff x="749309" y="1112739"/>
            <a:chExt cx="2371603" cy="976502"/>
          </a:xfrm>
        </p:grpSpPr>
        <p:sp>
          <p:nvSpPr>
            <p:cNvPr id="6169" name="Google Shape;6169;p5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201" name="Google Shape;6201;p59"/>
          <p:cNvGraphicFramePr/>
          <p:nvPr/>
        </p:nvGraphicFramePr>
        <p:xfrm>
          <a:off x="5949700" y="1188950"/>
          <a:ext cx="3000000" cy="3000000"/>
        </p:xfrm>
        <a:graphic>
          <a:graphicData uri="http://schemas.openxmlformats.org/drawingml/2006/table">
            <a:tbl>
              <a:tblPr>
                <a:noFill/>
                <a:tableStyleId>{289CA7E4-7F1F-4D99-A3D6-10E6FEE11A99}</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6202" name="Google Shape;6202;p59"/>
          <p:cNvGraphicFramePr/>
          <p:nvPr/>
        </p:nvGraphicFramePr>
        <p:xfrm>
          <a:off x="3356413" y="2323100"/>
          <a:ext cx="3000000" cy="3000000"/>
        </p:xfrm>
        <a:graphic>
          <a:graphicData uri="http://schemas.openxmlformats.org/drawingml/2006/table">
            <a:tbl>
              <a:tblPr>
                <a:noFill/>
                <a:tableStyleId>{289CA7E4-7F1F-4D99-A3D6-10E6FEE11A99}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203" name="Google Shape;6203;p59"/>
          <p:cNvGrpSpPr/>
          <p:nvPr/>
        </p:nvGrpSpPr>
        <p:grpSpPr>
          <a:xfrm>
            <a:off x="4100342" y="2709743"/>
            <a:ext cx="1517436" cy="74460"/>
            <a:chOff x="3980086" y="2804397"/>
            <a:chExt cx="1227600" cy="66900"/>
          </a:xfrm>
        </p:grpSpPr>
        <p:sp>
          <p:nvSpPr>
            <p:cNvPr id="6204" name="Google Shape;6204;p5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59"/>
          <p:cNvGrpSpPr/>
          <p:nvPr/>
        </p:nvGrpSpPr>
        <p:grpSpPr>
          <a:xfrm>
            <a:off x="4725406" y="3002330"/>
            <a:ext cx="892956" cy="74460"/>
            <a:chOff x="3980086" y="2804397"/>
            <a:chExt cx="1227600" cy="66900"/>
          </a:xfrm>
        </p:grpSpPr>
        <p:sp>
          <p:nvSpPr>
            <p:cNvPr id="6207" name="Google Shape;6207;p5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59"/>
          <p:cNvGrpSpPr/>
          <p:nvPr/>
        </p:nvGrpSpPr>
        <p:grpSpPr>
          <a:xfrm>
            <a:off x="3358498" y="3361213"/>
            <a:ext cx="2363244" cy="1005943"/>
            <a:chOff x="3358415" y="3361302"/>
            <a:chExt cx="2363244" cy="1024695"/>
          </a:xfrm>
        </p:grpSpPr>
        <p:grpSp>
          <p:nvGrpSpPr>
            <p:cNvPr id="6210" name="Google Shape;6210;p59"/>
            <p:cNvGrpSpPr/>
            <p:nvPr/>
          </p:nvGrpSpPr>
          <p:grpSpPr>
            <a:xfrm>
              <a:off x="3358415" y="3361302"/>
              <a:ext cx="441300" cy="1024695"/>
              <a:chOff x="3358415" y="3361302"/>
              <a:chExt cx="441300" cy="1024695"/>
            </a:xfrm>
          </p:grpSpPr>
          <p:sp>
            <p:nvSpPr>
              <p:cNvPr id="6211" name="Google Shape;6211;p5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59"/>
            <p:cNvGrpSpPr/>
            <p:nvPr/>
          </p:nvGrpSpPr>
          <p:grpSpPr>
            <a:xfrm>
              <a:off x="3838901" y="3361302"/>
              <a:ext cx="441300" cy="1024695"/>
              <a:chOff x="3838901" y="3361302"/>
              <a:chExt cx="441300" cy="1024695"/>
            </a:xfrm>
          </p:grpSpPr>
          <p:sp>
            <p:nvSpPr>
              <p:cNvPr id="6218" name="Google Shape;6218;p5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4" name="Google Shape;6224;p59"/>
            <p:cNvGrpSpPr/>
            <p:nvPr/>
          </p:nvGrpSpPr>
          <p:grpSpPr>
            <a:xfrm>
              <a:off x="4319387" y="3361302"/>
              <a:ext cx="441300" cy="1024695"/>
              <a:chOff x="4319387" y="3361302"/>
              <a:chExt cx="441300" cy="1024695"/>
            </a:xfrm>
          </p:grpSpPr>
          <p:sp>
            <p:nvSpPr>
              <p:cNvPr id="6225" name="Google Shape;6225;p5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59"/>
            <p:cNvGrpSpPr/>
            <p:nvPr/>
          </p:nvGrpSpPr>
          <p:grpSpPr>
            <a:xfrm>
              <a:off x="4799873" y="3361302"/>
              <a:ext cx="441300" cy="1024695"/>
              <a:chOff x="4799873" y="3361302"/>
              <a:chExt cx="441300" cy="1024695"/>
            </a:xfrm>
          </p:grpSpPr>
          <p:sp>
            <p:nvSpPr>
              <p:cNvPr id="6232" name="Google Shape;6232;p5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59"/>
            <p:cNvGrpSpPr/>
            <p:nvPr/>
          </p:nvGrpSpPr>
          <p:grpSpPr>
            <a:xfrm>
              <a:off x="5280360" y="3361302"/>
              <a:ext cx="441300" cy="1024695"/>
              <a:chOff x="5280360" y="3361302"/>
              <a:chExt cx="441300" cy="1024695"/>
            </a:xfrm>
          </p:grpSpPr>
          <p:sp>
            <p:nvSpPr>
              <p:cNvPr id="6239" name="Google Shape;6239;p5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245" name="Google Shape;6245;p59"/>
          <p:cNvGraphicFramePr/>
          <p:nvPr/>
        </p:nvGraphicFramePr>
        <p:xfrm>
          <a:off x="724925" y="2323100"/>
          <a:ext cx="3000000" cy="3000000"/>
        </p:xfrm>
        <a:graphic>
          <a:graphicData uri="http://schemas.openxmlformats.org/drawingml/2006/table">
            <a:tbl>
              <a:tblPr>
                <a:noFill/>
                <a:tableStyleId>{289CA7E4-7F1F-4D99-A3D6-10E6FEE11A99}</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246" name="Google Shape;6246;p59"/>
          <p:cNvGrpSpPr/>
          <p:nvPr/>
        </p:nvGrpSpPr>
        <p:grpSpPr>
          <a:xfrm>
            <a:off x="726450" y="3372825"/>
            <a:ext cx="2403614" cy="1005900"/>
            <a:chOff x="726450" y="3372825"/>
            <a:chExt cx="2403614" cy="1005900"/>
          </a:xfrm>
        </p:grpSpPr>
        <p:grpSp>
          <p:nvGrpSpPr>
            <p:cNvPr id="6247" name="Google Shape;6247;p59"/>
            <p:cNvGrpSpPr/>
            <p:nvPr/>
          </p:nvGrpSpPr>
          <p:grpSpPr>
            <a:xfrm>
              <a:off x="726450" y="3696000"/>
              <a:ext cx="2403614" cy="500898"/>
              <a:chOff x="726450" y="3696000"/>
              <a:chExt cx="2403614" cy="500898"/>
            </a:xfrm>
          </p:grpSpPr>
          <p:sp>
            <p:nvSpPr>
              <p:cNvPr id="6248" name="Google Shape;6248;p5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249" name="Google Shape;6249;p5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250" name="Google Shape;6250;p59"/>
            <p:cNvGrpSpPr/>
            <p:nvPr/>
          </p:nvGrpSpPr>
          <p:grpSpPr>
            <a:xfrm>
              <a:off x="1348050" y="3372825"/>
              <a:ext cx="1720425" cy="1005900"/>
              <a:chOff x="1348050" y="3372825"/>
              <a:chExt cx="1720425" cy="1005900"/>
            </a:xfrm>
          </p:grpSpPr>
          <p:sp>
            <p:nvSpPr>
              <p:cNvPr id="6251" name="Google Shape;6251;p5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252" name="Google Shape;6252;p5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253" name="Google Shape;6253;p5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254" name="Google Shape;6254;p5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255" name="Google Shape;6255;p5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256" name="Google Shape;6256;p59"/>
            <p:cNvGrpSpPr/>
            <p:nvPr/>
          </p:nvGrpSpPr>
          <p:grpSpPr>
            <a:xfrm>
              <a:off x="1455707" y="3731058"/>
              <a:ext cx="1491150" cy="417657"/>
              <a:chOff x="1455707" y="3731058"/>
              <a:chExt cx="1491150" cy="417657"/>
            </a:xfrm>
          </p:grpSpPr>
          <p:grpSp>
            <p:nvGrpSpPr>
              <p:cNvPr id="6257" name="Google Shape;6257;p59"/>
              <p:cNvGrpSpPr/>
              <p:nvPr/>
            </p:nvGrpSpPr>
            <p:grpSpPr>
              <a:xfrm>
                <a:off x="1472938" y="3745828"/>
                <a:ext cx="72126" cy="53788"/>
                <a:chOff x="1472938" y="3745828"/>
                <a:chExt cx="72126" cy="53788"/>
              </a:xfrm>
            </p:grpSpPr>
            <p:sp>
              <p:nvSpPr>
                <p:cNvPr id="6258" name="Google Shape;6258;p5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0" name="Google Shape;6260;p59"/>
              <p:cNvGrpSpPr/>
              <p:nvPr/>
            </p:nvGrpSpPr>
            <p:grpSpPr>
              <a:xfrm>
                <a:off x="1819181" y="4089633"/>
                <a:ext cx="72126" cy="53788"/>
                <a:chOff x="1819181" y="4089633"/>
                <a:chExt cx="72126" cy="53788"/>
              </a:xfrm>
            </p:grpSpPr>
            <p:sp>
              <p:nvSpPr>
                <p:cNvPr id="6261" name="Google Shape;6261;p5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59"/>
              <p:cNvGrpSpPr/>
              <p:nvPr/>
            </p:nvGrpSpPr>
            <p:grpSpPr>
              <a:xfrm>
                <a:off x="1455707" y="4084171"/>
                <a:ext cx="64321" cy="64544"/>
                <a:chOff x="1455707" y="4084171"/>
                <a:chExt cx="64321" cy="64544"/>
              </a:xfrm>
            </p:grpSpPr>
            <p:sp>
              <p:nvSpPr>
                <p:cNvPr id="6264" name="Google Shape;6264;p5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6" name="Google Shape;6266;p59"/>
              <p:cNvGrpSpPr/>
              <p:nvPr/>
            </p:nvGrpSpPr>
            <p:grpSpPr>
              <a:xfrm>
                <a:off x="1818610" y="3731058"/>
                <a:ext cx="64321" cy="64544"/>
                <a:chOff x="1818610" y="3731058"/>
                <a:chExt cx="64321" cy="64544"/>
              </a:xfrm>
            </p:grpSpPr>
            <p:sp>
              <p:nvSpPr>
                <p:cNvPr id="6267" name="Google Shape;6267;p5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59"/>
              <p:cNvGrpSpPr/>
              <p:nvPr/>
            </p:nvGrpSpPr>
            <p:grpSpPr>
              <a:xfrm>
                <a:off x="2172491" y="4089633"/>
                <a:ext cx="72126" cy="53788"/>
                <a:chOff x="2172491" y="4089633"/>
                <a:chExt cx="72126" cy="53788"/>
              </a:xfrm>
            </p:grpSpPr>
            <p:sp>
              <p:nvSpPr>
                <p:cNvPr id="6270" name="Google Shape;6270;p5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59"/>
              <p:cNvGrpSpPr/>
              <p:nvPr/>
            </p:nvGrpSpPr>
            <p:grpSpPr>
              <a:xfrm>
                <a:off x="2171920" y="3731058"/>
                <a:ext cx="64321" cy="64544"/>
                <a:chOff x="2171920" y="3731058"/>
                <a:chExt cx="64321" cy="64544"/>
              </a:xfrm>
            </p:grpSpPr>
            <p:sp>
              <p:nvSpPr>
                <p:cNvPr id="6273" name="Google Shape;6273;p5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59"/>
              <p:cNvGrpSpPr/>
              <p:nvPr/>
            </p:nvGrpSpPr>
            <p:grpSpPr>
              <a:xfrm>
                <a:off x="2874730" y="3745828"/>
                <a:ext cx="72126" cy="53788"/>
                <a:chOff x="2874730" y="3745828"/>
                <a:chExt cx="72126" cy="53788"/>
              </a:xfrm>
            </p:grpSpPr>
            <p:sp>
              <p:nvSpPr>
                <p:cNvPr id="6276" name="Google Shape;6276;p5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8" name="Google Shape;6278;p59"/>
              <p:cNvGrpSpPr/>
              <p:nvPr/>
            </p:nvGrpSpPr>
            <p:grpSpPr>
              <a:xfrm>
                <a:off x="2878589" y="4081481"/>
                <a:ext cx="64321" cy="64544"/>
                <a:chOff x="2878589" y="4081481"/>
                <a:chExt cx="64321" cy="64544"/>
              </a:xfrm>
            </p:grpSpPr>
            <p:sp>
              <p:nvSpPr>
                <p:cNvPr id="6279" name="Google Shape;6279;p5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1" name="Google Shape;6281;p59"/>
              <p:cNvGrpSpPr/>
              <p:nvPr/>
            </p:nvGrpSpPr>
            <p:grpSpPr>
              <a:xfrm>
                <a:off x="2525796" y="4089633"/>
                <a:ext cx="72126" cy="53788"/>
                <a:chOff x="2525796" y="4089633"/>
                <a:chExt cx="72126" cy="53788"/>
              </a:xfrm>
            </p:grpSpPr>
            <p:sp>
              <p:nvSpPr>
                <p:cNvPr id="6282" name="Google Shape;6282;p5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59"/>
              <p:cNvGrpSpPr/>
              <p:nvPr/>
            </p:nvGrpSpPr>
            <p:grpSpPr>
              <a:xfrm>
                <a:off x="2525225" y="3731058"/>
                <a:ext cx="64321" cy="64544"/>
                <a:chOff x="2525225" y="3731058"/>
                <a:chExt cx="64321" cy="64544"/>
              </a:xfrm>
            </p:grpSpPr>
            <p:sp>
              <p:nvSpPr>
                <p:cNvPr id="6285" name="Google Shape;6285;p5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90" name="Shape 6290"/>
        <p:cNvGrpSpPr/>
        <p:nvPr/>
      </p:nvGrpSpPr>
      <p:grpSpPr>
        <a:xfrm>
          <a:off x="0" y="0"/>
          <a:ext cx="0" cy="0"/>
          <a:chOff x="0" y="0"/>
          <a:chExt cx="0" cy="0"/>
        </a:xfrm>
      </p:grpSpPr>
      <p:grpSp>
        <p:nvGrpSpPr>
          <p:cNvPr id="6291" name="Google Shape;6291;p60"/>
          <p:cNvGrpSpPr/>
          <p:nvPr/>
        </p:nvGrpSpPr>
        <p:grpSpPr>
          <a:xfrm>
            <a:off x="732428" y="1171356"/>
            <a:ext cx="845921" cy="690752"/>
            <a:chOff x="732428" y="1198513"/>
            <a:chExt cx="845921" cy="690752"/>
          </a:xfrm>
        </p:grpSpPr>
        <p:grpSp>
          <p:nvGrpSpPr>
            <p:cNvPr id="6292" name="Google Shape;6292;p60"/>
            <p:cNvGrpSpPr/>
            <p:nvPr/>
          </p:nvGrpSpPr>
          <p:grpSpPr>
            <a:xfrm>
              <a:off x="823030" y="1198513"/>
              <a:ext cx="755319" cy="690752"/>
              <a:chOff x="823030" y="1198513"/>
              <a:chExt cx="755319" cy="690752"/>
            </a:xfrm>
          </p:grpSpPr>
          <p:sp>
            <p:nvSpPr>
              <p:cNvPr id="6293" name="Google Shape;6293;p6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5" name="Google Shape;6295;p60"/>
            <p:cNvGrpSpPr/>
            <p:nvPr/>
          </p:nvGrpSpPr>
          <p:grpSpPr>
            <a:xfrm>
              <a:off x="732428" y="1239937"/>
              <a:ext cx="739912" cy="607886"/>
              <a:chOff x="732428" y="1239937"/>
              <a:chExt cx="739912" cy="607886"/>
            </a:xfrm>
          </p:grpSpPr>
          <p:sp>
            <p:nvSpPr>
              <p:cNvPr id="6296" name="Google Shape;6296;p6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60"/>
            <p:cNvGrpSpPr/>
            <p:nvPr/>
          </p:nvGrpSpPr>
          <p:grpSpPr>
            <a:xfrm>
              <a:off x="732428" y="1277018"/>
              <a:ext cx="702832" cy="533758"/>
              <a:chOff x="732428" y="1277018"/>
              <a:chExt cx="702832" cy="533758"/>
            </a:xfrm>
          </p:grpSpPr>
          <p:sp>
            <p:nvSpPr>
              <p:cNvPr id="6299" name="Google Shape;6299;p6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60"/>
            <p:cNvGrpSpPr/>
            <p:nvPr/>
          </p:nvGrpSpPr>
          <p:grpSpPr>
            <a:xfrm>
              <a:off x="931170" y="1306653"/>
              <a:ext cx="647179" cy="474455"/>
              <a:chOff x="931170" y="1306653"/>
              <a:chExt cx="647179" cy="474455"/>
            </a:xfrm>
          </p:grpSpPr>
          <p:sp>
            <p:nvSpPr>
              <p:cNvPr id="6302" name="Google Shape;6302;p6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4" name="Google Shape;6304;p6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5" name="Google Shape;6305;p60"/>
          <p:cNvGrpSpPr/>
          <p:nvPr/>
        </p:nvGrpSpPr>
        <p:grpSpPr>
          <a:xfrm>
            <a:off x="3964037" y="1171363"/>
            <a:ext cx="634656" cy="699982"/>
            <a:chOff x="5985650" y="2860025"/>
            <a:chExt cx="1396075" cy="1539775"/>
          </a:xfrm>
        </p:grpSpPr>
        <p:sp>
          <p:nvSpPr>
            <p:cNvPr id="6306" name="Google Shape;6306;p6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60"/>
          <p:cNvGrpSpPr/>
          <p:nvPr/>
        </p:nvGrpSpPr>
        <p:grpSpPr>
          <a:xfrm>
            <a:off x="4719687" y="1171356"/>
            <a:ext cx="725845" cy="699975"/>
            <a:chOff x="4249973" y="1201875"/>
            <a:chExt cx="1958568" cy="1888762"/>
          </a:xfrm>
        </p:grpSpPr>
        <p:sp>
          <p:nvSpPr>
            <p:cNvPr id="6339" name="Google Shape;6339;p6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0" name="Google Shape;6340;p60"/>
            <p:cNvGrpSpPr/>
            <p:nvPr/>
          </p:nvGrpSpPr>
          <p:grpSpPr>
            <a:xfrm>
              <a:off x="5853086" y="1789142"/>
              <a:ext cx="355454" cy="1048099"/>
              <a:chOff x="5576108" y="2016725"/>
              <a:chExt cx="565200" cy="1666560"/>
            </a:xfrm>
          </p:grpSpPr>
          <p:sp>
            <p:nvSpPr>
              <p:cNvPr id="6341" name="Google Shape;6341;p6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342" name="Google Shape;6342;p6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3" name="Google Shape;6343;p60"/>
            <p:cNvGrpSpPr/>
            <p:nvPr/>
          </p:nvGrpSpPr>
          <p:grpSpPr>
            <a:xfrm>
              <a:off x="4869455" y="2691676"/>
              <a:ext cx="1013897" cy="398961"/>
              <a:chOff x="4012057" y="3451825"/>
              <a:chExt cx="1612175" cy="634379"/>
            </a:xfrm>
          </p:grpSpPr>
          <p:sp>
            <p:nvSpPr>
              <p:cNvPr id="6344" name="Google Shape;6344;p6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345" name="Google Shape;6345;p6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60"/>
            <p:cNvGrpSpPr/>
            <p:nvPr/>
          </p:nvGrpSpPr>
          <p:grpSpPr>
            <a:xfrm>
              <a:off x="4276937" y="2155961"/>
              <a:ext cx="651965" cy="891358"/>
              <a:chOff x="3069908" y="2599997"/>
              <a:chExt cx="1036675" cy="1417328"/>
            </a:xfrm>
          </p:grpSpPr>
          <p:sp>
            <p:nvSpPr>
              <p:cNvPr id="6347" name="Google Shape;6347;p6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348" name="Google Shape;6348;p6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9" name="Google Shape;6349;p60"/>
            <p:cNvGrpSpPr/>
            <p:nvPr/>
          </p:nvGrpSpPr>
          <p:grpSpPr>
            <a:xfrm>
              <a:off x="5054918" y="1201875"/>
              <a:ext cx="999548" cy="602711"/>
              <a:chOff x="4306958" y="1082925"/>
              <a:chExt cx="1589359" cy="958358"/>
            </a:xfrm>
          </p:grpSpPr>
          <p:sp>
            <p:nvSpPr>
              <p:cNvPr id="6350" name="Google Shape;6350;p6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351" name="Google Shape;6351;p6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60"/>
            <p:cNvGrpSpPr/>
            <p:nvPr/>
          </p:nvGrpSpPr>
          <p:grpSpPr>
            <a:xfrm>
              <a:off x="4249973" y="1303451"/>
              <a:ext cx="799317" cy="841334"/>
              <a:chOff x="3027033" y="1244439"/>
              <a:chExt cx="1270977" cy="1337786"/>
            </a:xfrm>
          </p:grpSpPr>
          <p:sp>
            <p:nvSpPr>
              <p:cNvPr id="6353" name="Google Shape;6353;p6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354" name="Google Shape;6354;p6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55" name="Google Shape;6355;p60"/>
          <p:cNvGrpSpPr/>
          <p:nvPr/>
        </p:nvGrpSpPr>
        <p:grpSpPr>
          <a:xfrm>
            <a:off x="4072551" y="2058137"/>
            <a:ext cx="750769" cy="683784"/>
            <a:chOff x="4204684" y="2104422"/>
            <a:chExt cx="699822" cy="637382"/>
          </a:xfrm>
        </p:grpSpPr>
        <p:grpSp>
          <p:nvGrpSpPr>
            <p:cNvPr id="6356" name="Google Shape;6356;p60"/>
            <p:cNvGrpSpPr/>
            <p:nvPr/>
          </p:nvGrpSpPr>
          <p:grpSpPr>
            <a:xfrm>
              <a:off x="4204684" y="2430067"/>
              <a:ext cx="342957" cy="311738"/>
              <a:chOff x="4204684" y="2430067"/>
              <a:chExt cx="342957" cy="311738"/>
            </a:xfrm>
          </p:grpSpPr>
          <p:sp>
            <p:nvSpPr>
              <p:cNvPr id="6357" name="Google Shape;6357;p6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9" name="Google Shape;6359;p60"/>
            <p:cNvGrpSpPr/>
            <p:nvPr/>
          </p:nvGrpSpPr>
          <p:grpSpPr>
            <a:xfrm>
              <a:off x="4561586" y="2430067"/>
              <a:ext cx="342920" cy="311738"/>
              <a:chOff x="4561586" y="2430067"/>
              <a:chExt cx="342920" cy="311738"/>
            </a:xfrm>
          </p:grpSpPr>
          <p:sp>
            <p:nvSpPr>
              <p:cNvPr id="6360" name="Google Shape;6360;p6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60"/>
            <p:cNvGrpSpPr/>
            <p:nvPr/>
          </p:nvGrpSpPr>
          <p:grpSpPr>
            <a:xfrm>
              <a:off x="4561586" y="2104422"/>
              <a:ext cx="342920" cy="311738"/>
              <a:chOff x="4561586" y="2104422"/>
              <a:chExt cx="342920" cy="311738"/>
            </a:xfrm>
          </p:grpSpPr>
          <p:sp>
            <p:nvSpPr>
              <p:cNvPr id="6363" name="Google Shape;6363;p6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60"/>
            <p:cNvGrpSpPr/>
            <p:nvPr/>
          </p:nvGrpSpPr>
          <p:grpSpPr>
            <a:xfrm>
              <a:off x="4204684" y="2104422"/>
              <a:ext cx="342957" cy="311664"/>
              <a:chOff x="4204684" y="2104422"/>
              <a:chExt cx="342957" cy="311664"/>
            </a:xfrm>
          </p:grpSpPr>
          <p:sp>
            <p:nvSpPr>
              <p:cNvPr id="6366" name="Google Shape;6366;p6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68" name="Google Shape;6368;p60"/>
          <p:cNvGrpSpPr/>
          <p:nvPr/>
        </p:nvGrpSpPr>
        <p:grpSpPr>
          <a:xfrm>
            <a:off x="5536984" y="1171351"/>
            <a:ext cx="660591" cy="688867"/>
            <a:chOff x="5830645" y="1267368"/>
            <a:chExt cx="530340" cy="553040"/>
          </a:xfrm>
        </p:grpSpPr>
        <p:sp>
          <p:nvSpPr>
            <p:cNvPr id="6369" name="Google Shape;6369;p6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0" name="Google Shape;6370;p60"/>
            <p:cNvGrpSpPr/>
            <p:nvPr/>
          </p:nvGrpSpPr>
          <p:grpSpPr>
            <a:xfrm>
              <a:off x="5830645" y="1267368"/>
              <a:ext cx="259743" cy="269909"/>
              <a:chOff x="5830645" y="1267368"/>
              <a:chExt cx="259743" cy="269909"/>
            </a:xfrm>
          </p:grpSpPr>
          <p:sp>
            <p:nvSpPr>
              <p:cNvPr id="6371" name="Google Shape;6371;p6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3" name="Google Shape;6373;p60"/>
            <p:cNvGrpSpPr/>
            <p:nvPr/>
          </p:nvGrpSpPr>
          <p:grpSpPr>
            <a:xfrm>
              <a:off x="6101293" y="1267368"/>
              <a:ext cx="259692" cy="269909"/>
              <a:chOff x="6101293" y="1267368"/>
              <a:chExt cx="259692" cy="269909"/>
            </a:xfrm>
          </p:grpSpPr>
          <p:sp>
            <p:nvSpPr>
              <p:cNvPr id="6374" name="Google Shape;6374;p6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60"/>
            <p:cNvGrpSpPr/>
            <p:nvPr/>
          </p:nvGrpSpPr>
          <p:grpSpPr>
            <a:xfrm>
              <a:off x="5830645" y="1550500"/>
              <a:ext cx="259692" cy="269909"/>
              <a:chOff x="5830645" y="1550500"/>
              <a:chExt cx="259692" cy="269909"/>
            </a:xfrm>
          </p:grpSpPr>
          <p:sp>
            <p:nvSpPr>
              <p:cNvPr id="6377" name="Google Shape;6377;p6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9" name="Google Shape;6379;p60"/>
            <p:cNvGrpSpPr/>
            <p:nvPr/>
          </p:nvGrpSpPr>
          <p:grpSpPr>
            <a:xfrm>
              <a:off x="6101293" y="1550500"/>
              <a:ext cx="259692" cy="269909"/>
              <a:chOff x="6101293" y="1550500"/>
              <a:chExt cx="259692" cy="269909"/>
            </a:xfrm>
          </p:grpSpPr>
          <p:sp>
            <p:nvSpPr>
              <p:cNvPr id="6380" name="Google Shape;6380;p6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82" name="Google Shape;6382;p60"/>
          <p:cNvGrpSpPr/>
          <p:nvPr/>
        </p:nvGrpSpPr>
        <p:grpSpPr>
          <a:xfrm>
            <a:off x="739138" y="2061810"/>
            <a:ext cx="697154" cy="679574"/>
            <a:chOff x="2679875" y="2361475"/>
            <a:chExt cx="780425" cy="760575"/>
          </a:xfrm>
        </p:grpSpPr>
        <p:sp>
          <p:nvSpPr>
            <p:cNvPr id="6383" name="Google Shape;6383;p6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60"/>
          <p:cNvGrpSpPr/>
          <p:nvPr/>
        </p:nvGrpSpPr>
        <p:grpSpPr>
          <a:xfrm>
            <a:off x="3138297" y="1171402"/>
            <a:ext cx="735829" cy="684547"/>
            <a:chOff x="3351965" y="1148808"/>
            <a:chExt cx="750770" cy="698375"/>
          </a:xfrm>
        </p:grpSpPr>
        <p:grpSp>
          <p:nvGrpSpPr>
            <p:cNvPr id="6390" name="Google Shape;6390;p60"/>
            <p:cNvGrpSpPr/>
            <p:nvPr/>
          </p:nvGrpSpPr>
          <p:grpSpPr>
            <a:xfrm>
              <a:off x="3586796" y="1148808"/>
              <a:ext cx="294857" cy="286830"/>
              <a:chOff x="3750225" y="1774000"/>
              <a:chExt cx="149575" cy="145525"/>
            </a:xfrm>
          </p:grpSpPr>
          <p:sp>
            <p:nvSpPr>
              <p:cNvPr id="6391" name="Google Shape;6391;p6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3" name="Google Shape;6393;p60"/>
            <p:cNvGrpSpPr/>
            <p:nvPr/>
          </p:nvGrpSpPr>
          <p:grpSpPr>
            <a:xfrm>
              <a:off x="3779245" y="1375768"/>
              <a:ext cx="323490" cy="286978"/>
              <a:chOff x="3847850" y="1889150"/>
              <a:chExt cx="164100" cy="145600"/>
            </a:xfrm>
          </p:grpSpPr>
          <p:sp>
            <p:nvSpPr>
              <p:cNvPr id="6394" name="Google Shape;6394;p6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6" name="Google Shape;6396;p60"/>
            <p:cNvGrpSpPr/>
            <p:nvPr/>
          </p:nvGrpSpPr>
          <p:grpSpPr>
            <a:xfrm>
              <a:off x="3351965" y="1330435"/>
              <a:ext cx="295449" cy="285401"/>
              <a:chOff x="3631100" y="1866150"/>
              <a:chExt cx="149875" cy="144800"/>
            </a:xfrm>
          </p:grpSpPr>
          <p:sp>
            <p:nvSpPr>
              <p:cNvPr id="6397" name="Google Shape;6397;p6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60"/>
            <p:cNvGrpSpPr/>
            <p:nvPr/>
          </p:nvGrpSpPr>
          <p:grpSpPr>
            <a:xfrm>
              <a:off x="3548208" y="1560352"/>
              <a:ext cx="294808" cy="286830"/>
              <a:chOff x="3730650" y="1982800"/>
              <a:chExt cx="149550" cy="145525"/>
            </a:xfrm>
          </p:grpSpPr>
          <p:sp>
            <p:nvSpPr>
              <p:cNvPr id="6400" name="Google Shape;6400;p6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02" name="Google Shape;6402;p60"/>
          <p:cNvGrpSpPr/>
          <p:nvPr/>
        </p:nvGrpSpPr>
        <p:grpSpPr>
          <a:xfrm>
            <a:off x="7639949" y="1171356"/>
            <a:ext cx="804565" cy="677795"/>
            <a:chOff x="7636443" y="1204988"/>
            <a:chExt cx="804565" cy="677795"/>
          </a:xfrm>
        </p:grpSpPr>
        <p:grpSp>
          <p:nvGrpSpPr>
            <p:cNvPr id="6403" name="Google Shape;6403;p60"/>
            <p:cNvGrpSpPr/>
            <p:nvPr/>
          </p:nvGrpSpPr>
          <p:grpSpPr>
            <a:xfrm>
              <a:off x="7636443" y="1509705"/>
              <a:ext cx="804565" cy="373078"/>
              <a:chOff x="7636443" y="1509705"/>
              <a:chExt cx="804565" cy="373078"/>
            </a:xfrm>
          </p:grpSpPr>
          <p:sp>
            <p:nvSpPr>
              <p:cNvPr id="6404" name="Google Shape;6404;p6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60"/>
            <p:cNvGrpSpPr/>
            <p:nvPr/>
          </p:nvGrpSpPr>
          <p:grpSpPr>
            <a:xfrm>
              <a:off x="7636443" y="1408133"/>
              <a:ext cx="804565" cy="373078"/>
              <a:chOff x="7636443" y="1408133"/>
              <a:chExt cx="804565" cy="373078"/>
            </a:xfrm>
          </p:grpSpPr>
          <p:sp>
            <p:nvSpPr>
              <p:cNvPr id="6407" name="Google Shape;6407;p6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9" name="Google Shape;6409;p60"/>
            <p:cNvGrpSpPr/>
            <p:nvPr/>
          </p:nvGrpSpPr>
          <p:grpSpPr>
            <a:xfrm>
              <a:off x="7636443" y="1306560"/>
              <a:ext cx="804565" cy="373078"/>
              <a:chOff x="7636443" y="1306560"/>
              <a:chExt cx="804565" cy="373078"/>
            </a:xfrm>
          </p:grpSpPr>
          <p:sp>
            <p:nvSpPr>
              <p:cNvPr id="6410" name="Google Shape;6410;p6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60"/>
            <p:cNvGrpSpPr/>
            <p:nvPr/>
          </p:nvGrpSpPr>
          <p:grpSpPr>
            <a:xfrm>
              <a:off x="7636443" y="1204988"/>
              <a:ext cx="804565" cy="373078"/>
              <a:chOff x="7636443" y="1204988"/>
              <a:chExt cx="804565" cy="373078"/>
            </a:xfrm>
          </p:grpSpPr>
          <p:sp>
            <p:nvSpPr>
              <p:cNvPr id="6413" name="Google Shape;6413;p6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15" name="Google Shape;6415;p60"/>
          <p:cNvGrpSpPr/>
          <p:nvPr/>
        </p:nvGrpSpPr>
        <p:grpSpPr>
          <a:xfrm>
            <a:off x="4978796" y="2078771"/>
            <a:ext cx="661339" cy="661188"/>
            <a:chOff x="3990000" y="975400"/>
            <a:chExt cx="3934200" cy="3933300"/>
          </a:xfrm>
        </p:grpSpPr>
        <p:sp>
          <p:nvSpPr>
            <p:cNvPr id="6416" name="Google Shape;6416;p6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0" name="Google Shape;6420;p60"/>
          <p:cNvGrpSpPr/>
          <p:nvPr/>
        </p:nvGrpSpPr>
        <p:grpSpPr>
          <a:xfrm>
            <a:off x="6622444" y="2057409"/>
            <a:ext cx="868881" cy="684241"/>
            <a:chOff x="6598259" y="2078634"/>
            <a:chExt cx="868881" cy="684241"/>
          </a:xfrm>
        </p:grpSpPr>
        <p:sp>
          <p:nvSpPr>
            <p:cNvPr id="6421" name="Google Shape;6421;p6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7" name="Google Shape;6427;p60"/>
            <p:cNvGrpSpPr/>
            <p:nvPr/>
          </p:nvGrpSpPr>
          <p:grpSpPr>
            <a:xfrm>
              <a:off x="6808175" y="2078634"/>
              <a:ext cx="452229" cy="684241"/>
              <a:chOff x="6808175" y="2078634"/>
              <a:chExt cx="452229" cy="684241"/>
            </a:xfrm>
          </p:grpSpPr>
          <p:sp>
            <p:nvSpPr>
              <p:cNvPr id="6428" name="Google Shape;6428;p6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4" name="Google Shape;6434;p60"/>
              <p:cNvGrpSpPr/>
              <p:nvPr/>
            </p:nvGrpSpPr>
            <p:grpSpPr>
              <a:xfrm>
                <a:off x="6821586" y="2078634"/>
                <a:ext cx="426871" cy="684241"/>
                <a:chOff x="6821586" y="2078634"/>
                <a:chExt cx="426871" cy="684241"/>
              </a:xfrm>
            </p:grpSpPr>
            <p:grpSp>
              <p:nvGrpSpPr>
                <p:cNvPr id="6435" name="Google Shape;6435;p60"/>
                <p:cNvGrpSpPr/>
                <p:nvPr/>
              </p:nvGrpSpPr>
              <p:grpSpPr>
                <a:xfrm>
                  <a:off x="6821586" y="2078634"/>
                  <a:ext cx="426871" cy="684241"/>
                  <a:chOff x="6821586" y="2078634"/>
                  <a:chExt cx="426871" cy="684241"/>
                </a:xfrm>
              </p:grpSpPr>
              <p:sp>
                <p:nvSpPr>
                  <p:cNvPr id="6436" name="Google Shape;6436;p6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5" name="Google Shape;6455;p6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61" name="Google Shape;6461;p60"/>
          <p:cNvGrpSpPr/>
          <p:nvPr/>
        </p:nvGrpSpPr>
        <p:grpSpPr>
          <a:xfrm>
            <a:off x="5795610" y="2063018"/>
            <a:ext cx="671358" cy="671358"/>
            <a:chOff x="6535625" y="760425"/>
            <a:chExt cx="1665900" cy="1665900"/>
          </a:xfrm>
        </p:grpSpPr>
        <p:sp>
          <p:nvSpPr>
            <p:cNvPr id="6462" name="Google Shape;6462;p6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6" name="Google Shape;6466;p60"/>
          <p:cNvGrpSpPr/>
          <p:nvPr/>
        </p:nvGrpSpPr>
        <p:grpSpPr>
          <a:xfrm>
            <a:off x="732427" y="3731418"/>
            <a:ext cx="1340789" cy="640830"/>
            <a:chOff x="238125" y="1151100"/>
            <a:chExt cx="7139450" cy="3412300"/>
          </a:xfrm>
        </p:grpSpPr>
        <p:sp>
          <p:nvSpPr>
            <p:cNvPr id="6467" name="Google Shape;6467;p6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60"/>
          <p:cNvGrpSpPr/>
          <p:nvPr/>
        </p:nvGrpSpPr>
        <p:grpSpPr>
          <a:xfrm>
            <a:off x="5599650" y="2934699"/>
            <a:ext cx="985357" cy="585764"/>
            <a:chOff x="5145061" y="2881789"/>
            <a:chExt cx="1107641" cy="658458"/>
          </a:xfrm>
        </p:grpSpPr>
        <p:grpSp>
          <p:nvGrpSpPr>
            <p:cNvPr id="6480" name="Google Shape;6480;p60"/>
            <p:cNvGrpSpPr/>
            <p:nvPr/>
          </p:nvGrpSpPr>
          <p:grpSpPr>
            <a:xfrm>
              <a:off x="5722989" y="3244587"/>
              <a:ext cx="529713" cy="295659"/>
              <a:chOff x="5722989" y="3244587"/>
              <a:chExt cx="529713" cy="295659"/>
            </a:xfrm>
          </p:grpSpPr>
          <p:sp>
            <p:nvSpPr>
              <p:cNvPr id="6481" name="Google Shape;6481;p6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482" name="Google Shape;6482;p6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483" name="Google Shape;6483;p60"/>
            <p:cNvGrpSpPr/>
            <p:nvPr/>
          </p:nvGrpSpPr>
          <p:grpSpPr>
            <a:xfrm>
              <a:off x="5145061" y="3244587"/>
              <a:ext cx="536807" cy="295659"/>
              <a:chOff x="5145061" y="3244587"/>
              <a:chExt cx="536807" cy="295659"/>
            </a:xfrm>
          </p:grpSpPr>
          <p:sp>
            <p:nvSpPr>
              <p:cNvPr id="6484" name="Google Shape;6484;p6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485" name="Google Shape;6485;p6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486" name="Google Shape;6486;p60"/>
            <p:cNvGrpSpPr/>
            <p:nvPr/>
          </p:nvGrpSpPr>
          <p:grpSpPr>
            <a:xfrm>
              <a:off x="5341327" y="2898245"/>
              <a:ext cx="532309" cy="614891"/>
              <a:chOff x="5341327" y="2898245"/>
              <a:chExt cx="532309" cy="614891"/>
            </a:xfrm>
          </p:grpSpPr>
          <p:sp>
            <p:nvSpPr>
              <p:cNvPr id="6487" name="Google Shape;6487;p6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488" name="Google Shape;6488;p6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489" name="Google Shape;6489;p60"/>
            <p:cNvGrpSpPr/>
            <p:nvPr/>
          </p:nvGrpSpPr>
          <p:grpSpPr>
            <a:xfrm>
              <a:off x="5532290" y="2881789"/>
              <a:ext cx="620516" cy="305456"/>
              <a:chOff x="5532290" y="2881789"/>
              <a:chExt cx="620516" cy="305456"/>
            </a:xfrm>
          </p:grpSpPr>
          <p:sp>
            <p:nvSpPr>
              <p:cNvPr id="6490" name="Google Shape;6490;p6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491" name="Google Shape;6491;p6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492" name="Google Shape;6492;p60"/>
          <p:cNvGrpSpPr/>
          <p:nvPr/>
        </p:nvGrpSpPr>
        <p:grpSpPr>
          <a:xfrm>
            <a:off x="8178573" y="3726757"/>
            <a:ext cx="269068" cy="645491"/>
            <a:chOff x="7026852" y="3311869"/>
            <a:chExt cx="434331" cy="1041954"/>
          </a:xfrm>
        </p:grpSpPr>
        <p:sp>
          <p:nvSpPr>
            <p:cNvPr id="6493" name="Google Shape;6493;p6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60"/>
          <p:cNvGrpSpPr/>
          <p:nvPr/>
        </p:nvGrpSpPr>
        <p:grpSpPr>
          <a:xfrm>
            <a:off x="6195154" y="3765995"/>
            <a:ext cx="293882" cy="293836"/>
            <a:chOff x="4873519" y="3311869"/>
            <a:chExt cx="499374" cy="499296"/>
          </a:xfrm>
        </p:grpSpPr>
        <p:sp>
          <p:nvSpPr>
            <p:cNvPr id="6497" name="Google Shape;6497;p6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60"/>
          <p:cNvGrpSpPr/>
          <p:nvPr/>
        </p:nvGrpSpPr>
        <p:grpSpPr>
          <a:xfrm>
            <a:off x="6195154" y="4078366"/>
            <a:ext cx="293882" cy="293882"/>
            <a:chOff x="4873519" y="3875839"/>
            <a:chExt cx="499374" cy="499374"/>
          </a:xfrm>
        </p:grpSpPr>
        <p:sp>
          <p:nvSpPr>
            <p:cNvPr id="6500" name="Google Shape;6500;p6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60"/>
          <p:cNvGrpSpPr/>
          <p:nvPr/>
        </p:nvGrpSpPr>
        <p:grpSpPr>
          <a:xfrm>
            <a:off x="2425681" y="2050319"/>
            <a:ext cx="698104" cy="698208"/>
            <a:chOff x="2565073" y="2075876"/>
            <a:chExt cx="672482" cy="672518"/>
          </a:xfrm>
        </p:grpSpPr>
        <p:sp>
          <p:nvSpPr>
            <p:cNvPr id="6503" name="Google Shape;6503;p6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60"/>
          <p:cNvGrpSpPr/>
          <p:nvPr/>
        </p:nvGrpSpPr>
        <p:grpSpPr>
          <a:xfrm>
            <a:off x="5649092" y="3734919"/>
            <a:ext cx="438354" cy="637329"/>
            <a:chOff x="1697726" y="3244179"/>
            <a:chExt cx="788124" cy="1146069"/>
          </a:xfrm>
        </p:grpSpPr>
        <p:sp>
          <p:nvSpPr>
            <p:cNvPr id="6510" name="Google Shape;6510;p6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2" name="Google Shape;6512;p6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3" name="Google Shape;6513;p60"/>
          <p:cNvGrpSpPr/>
          <p:nvPr/>
        </p:nvGrpSpPr>
        <p:grpSpPr>
          <a:xfrm>
            <a:off x="7650306" y="2063282"/>
            <a:ext cx="799565" cy="670282"/>
            <a:chOff x="7617850" y="2063282"/>
            <a:chExt cx="799565" cy="670282"/>
          </a:xfrm>
        </p:grpSpPr>
        <p:cxnSp>
          <p:nvCxnSpPr>
            <p:cNvPr id="6514" name="Google Shape;6514;p6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515" name="Google Shape;6515;p6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516" name="Google Shape;6516;p6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517" name="Google Shape;6517;p6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518" name="Google Shape;6518;p6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519" name="Google Shape;6519;p6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520" name="Google Shape;6520;p60"/>
            <p:cNvGrpSpPr/>
            <p:nvPr/>
          </p:nvGrpSpPr>
          <p:grpSpPr>
            <a:xfrm>
              <a:off x="7734309" y="2063282"/>
              <a:ext cx="570957" cy="620095"/>
              <a:chOff x="7734309" y="2063282"/>
              <a:chExt cx="570957" cy="620095"/>
            </a:xfrm>
          </p:grpSpPr>
          <p:grpSp>
            <p:nvGrpSpPr>
              <p:cNvPr id="6521" name="Google Shape;6521;p60"/>
              <p:cNvGrpSpPr/>
              <p:nvPr/>
            </p:nvGrpSpPr>
            <p:grpSpPr>
              <a:xfrm>
                <a:off x="8031573" y="2063282"/>
                <a:ext cx="273693" cy="620095"/>
                <a:chOff x="8031573" y="2063282"/>
                <a:chExt cx="273693" cy="620095"/>
              </a:xfrm>
            </p:grpSpPr>
            <p:sp>
              <p:nvSpPr>
                <p:cNvPr id="6522" name="Google Shape;6522;p6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6" name="Google Shape;6526;p60"/>
              <p:cNvGrpSpPr/>
              <p:nvPr/>
            </p:nvGrpSpPr>
            <p:grpSpPr>
              <a:xfrm flipH="1">
                <a:off x="7734309" y="2063282"/>
                <a:ext cx="273693" cy="620095"/>
                <a:chOff x="8031573" y="2063282"/>
                <a:chExt cx="273693" cy="620095"/>
              </a:xfrm>
            </p:grpSpPr>
            <p:sp>
              <p:nvSpPr>
                <p:cNvPr id="6527" name="Google Shape;6527;p6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531" name="Google Shape;6531;p60"/>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0"/>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3" name="Google Shape;6533;p60"/>
          <p:cNvGrpSpPr/>
          <p:nvPr/>
        </p:nvGrpSpPr>
        <p:grpSpPr>
          <a:xfrm>
            <a:off x="7836913" y="2916765"/>
            <a:ext cx="602567" cy="601884"/>
            <a:chOff x="1186975" y="238125"/>
            <a:chExt cx="5244275" cy="5238325"/>
          </a:xfrm>
        </p:grpSpPr>
        <p:sp>
          <p:nvSpPr>
            <p:cNvPr id="6534" name="Google Shape;6534;p6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60"/>
          <p:cNvGrpSpPr/>
          <p:nvPr/>
        </p:nvGrpSpPr>
        <p:grpSpPr>
          <a:xfrm>
            <a:off x="3279650" y="2056249"/>
            <a:ext cx="651848" cy="687338"/>
            <a:chOff x="3400515" y="2056248"/>
            <a:chExt cx="698134" cy="735987"/>
          </a:xfrm>
        </p:grpSpPr>
        <p:grpSp>
          <p:nvGrpSpPr>
            <p:cNvPr id="6539" name="Google Shape;6539;p60"/>
            <p:cNvGrpSpPr/>
            <p:nvPr/>
          </p:nvGrpSpPr>
          <p:grpSpPr>
            <a:xfrm>
              <a:off x="3400515" y="2283913"/>
              <a:ext cx="312919" cy="219900"/>
              <a:chOff x="3400515" y="2283913"/>
              <a:chExt cx="312919" cy="219900"/>
            </a:xfrm>
          </p:grpSpPr>
          <p:sp>
            <p:nvSpPr>
              <p:cNvPr id="6540" name="Google Shape;6540;p6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541" name="Google Shape;6541;p6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542" name="Google Shape;6542;p60"/>
            <p:cNvGrpSpPr/>
            <p:nvPr/>
          </p:nvGrpSpPr>
          <p:grpSpPr>
            <a:xfrm>
              <a:off x="3547823" y="2461089"/>
              <a:ext cx="219900" cy="331146"/>
              <a:chOff x="3547823" y="2461089"/>
              <a:chExt cx="219900" cy="331146"/>
            </a:xfrm>
          </p:grpSpPr>
          <p:sp>
            <p:nvSpPr>
              <p:cNvPr id="6543" name="Google Shape;6543;p6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544" name="Google Shape;6544;p6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545" name="Google Shape;6545;p60"/>
            <p:cNvGrpSpPr/>
            <p:nvPr/>
          </p:nvGrpSpPr>
          <p:grpSpPr>
            <a:xfrm>
              <a:off x="3734138" y="2461089"/>
              <a:ext cx="219900" cy="331146"/>
              <a:chOff x="3734138" y="2461089"/>
              <a:chExt cx="219900" cy="331146"/>
            </a:xfrm>
          </p:grpSpPr>
          <p:sp>
            <p:nvSpPr>
              <p:cNvPr id="6546" name="Google Shape;6546;p6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547" name="Google Shape;6547;p6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548" name="Google Shape;6548;p60"/>
            <p:cNvGrpSpPr/>
            <p:nvPr/>
          </p:nvGrpSpPr>
          <p:grpSpPr>
            <a:xfrm>
              <a:off x="3787560" y="2281742"/>
              <a:ext cx="311089" cy="219900"/>
              <a:chOff x="3787560" y="2281742"/>
              <a:chExt cx="311089" cy="219900"/>
            </a:xfrm>
          </p:grpSpPr>
          <p:sp>
            <p:nvSpPr>
              <p:cNvPr id="6549" name="Google Shape;6549;p6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550" name="Google Shape;6550;p6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551" name="Google Shape;6551;p60"/>
            <p:cNvGrpSpPr/>
            <p:nvPr/>
          </p:nvGrpSpPr>
          <p:grpSpPr>
            <a:xfrm>
              <a:off x="3637290" y="2056248"/>
              <a:ext cx="219900" cy="330736"/>
              <a:chOff x="3637290" y="2056248"/>
              <a:chExt cx="219900" cy="330736"/>
            </a:xfrm>
          </p:grpSpPr>
          <p:sp>
            <p:nvSpPr>
              <p:cNvPr id="6552" name="Google Shape;6552;p6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553" name="Google Shape;6553;p6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554" name="Google Shape;6554;p60"/>
          <p:cNvGrpSpPr/>
          <p:nvPr/>
        </p:nvGrpSpPr>
        <p:grpSpPr>
          <a:xfrm>
            <a:off x="2571356" y="2926255"/>
            <a:ext cx="1268144" cy="592394"/>
            <a:chOff x="238125" y="1188750"/>
            <a:chExt cx="7140450" cy="3335550"/>
          </a:xfrm>
        </p:grpSpPr>
        <p:sp>
          <p:nvSpPr>
            <p:cNvPr id="6555" name="Google Shape;6555;p6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60"/>
          <p:cNvGrpSpPr/>
          <p:nvPr/>
        </p:nvGrpSpPr>
        <p:grpSpPr>
          <a:xfrm>
            <a:off x="6679257" y="2928410"/>
            <a:ext cx="1053944" cy="590147"/>
            <a:chOff x="238125" y="1335475"/>
            <a:chExt cx="5418735" cy="3034175"/>
          </a:xfrm>
        </p:grpSpPr>
        <p:sp>
          <p:nvSpPr>
            <p:cNvPr id="6561" name="Google Shape;6561;p6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60"/>
          <p:cNvGrpSpPr/>
          <p:nvPr/>
        </p:nvGrpSpPr>
        <p:grpSpPr>
          <a:xfrm>
            <a:off x="4110066" y="3733309"/>
            <a:ext cx="1268207" cy="638939"/>
            <a:chOff x="3967651" y="3645904"/>
            <a:chExt cx="1479304" cy="745292"/>
          </a:xfrm>
        </p:grpSpPr>
        <p:grpSp>
          <p:nvGrpSpPr>
            <p:cNvPr id="6565" name="Google Shape;6565;p60"/>
            <p:cNvGrpSpPr/>
            <p:nvPr/>
          </p:nvGrpSpPr>
          <p:grpSpPr>
            <a:xfrm>
              <a:off x="3967651" y="4009026"/>
              <a:ext cx="1479304" cy="382170"/>
              <a:chOff x="3967651" y="4009026"/>
              <a:chExt cx="1479304" cy="382170"/>
            </a:xfrm>
          </p:grpSpPr>
          <p:grpSp>
            <p:nvGrpSpPr>
              <p:cNvPr id="6566" name="Google Shape;6566;p60"/>
              <p:cNvGrpSpPr/>
              <p:nvPr/>
            </p:nvGrpSpPr>
            <p:grpSpPr>
              <a:xfrm>
                <a:off x="4892216" y="4195630"/>
                <a:ext cx="554739" cy="195566"/>
                <a:chOff x="3604375" y="4892160"/>
                <a:chExt cx="1651500" cy="582215"/>
              </a:xfrm>
            </p:grpSpPr>
            <p:sp>
              <p:nvSpPr>
                <p:cNvPr id="6567" name="Google Shape;6567;p6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60"/>
              <p:cNvGrpSpPr/>
              <p:nvPr/>
            </p:nvGrpSpPr>
            <p:grpSpPr>
              <a:xfrm>
                <a:off x="3967651" y="4146303"/>
                <a:ext cx="579402" cy="244893"/>
                <a:chOff x="851875" y="4745310"/>
                <a:chExt cx="1724925" cy="729065"/>
              </a:xfrm>
            </p:grpSpPr>
            <p:sp>
              <p:nvSpPr>
                <p:cNvPr id="6570" name="Google Shape;6570;p6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60"/>
              <p:cNvGrpSpPr/>
              <p:nvPr/>
            </p:nvGrpSpPr>
            <p:grpSpPr>
              <a:xfrm>
                <a:off x="4460753" y="4009026"/>
                <a:ext cx="493110" cy="382170"/>
                <a:chOff x="2319875" y="4336625"/>
                <a:chExt cx="1468025" cy="1137750"/>
              </a:xfrm>
            </p:grpSpPr>
            <p:sp>
              <p:nvSpPr>
                <p:cNvPr id="6573" name="Google Shape;6573;p6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5" name="Google Shape;6575;p60"/>
            <p:cNvGrpSpPr/>
            <p:nvPr/>
          </p:nvGrpSpPr>
          <p:grpSpPr>
            <a:xfrm>
              <a:off x="4479443" y="3645904"/>
              <a:ext cx="455965" cy="388789"/>
              <a:chOff x="2957425" y="238100"/>
              <a:chExt cx="1910200" cy="1628775"/>
            </a:xfrm>
          </p:grpSpPr>
          <p:sp>
            <p:nvSpPr>
              <p:cNvPr id="6576" name="Google Shape;6576;p6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86" name="Google Shape;6586;p60"/>
          <p:cNvGrpSpPr/>
          <p:nvPr/>
        </p:nvGrpSpPr>
        <p:grpSpPr>
          <a:xfrm>
            <a:off x="2496179" y="3734510"/>
            <a:ext cx="1243128" cy="637739"/>
            <a:chOff x="2496310" y="3693351"/>
            <a:chExt cx="1342906" cy="688926"/>
          </a:xfrm>
        </p:grpSpPr>
        <p:grpSp>
          <p:nvGrpSpPr>
            <p:cNvPr id="6587" name="Google Shape;6587;p60"/>
            <p:cNvGrpSpPr/>
            <p:nvPr/>
          </p:nvGrpSpPr>
          <p:grpSpPr>
            <a:xfrm>
              <a:off x="2496310" y="3693351"/>
              <a:ext cx="1342906" cy="688875"/>
              <a:chOff x="2496310" y="3693351"/>
              <a:chExt cx="1342906" cy="688875"/>
            </a:xfrm>
          </p:grpSpPr>
          <p:sp>
            <p:nvSpPr>
              <p:cNvPr id="6588" name="Google Shape;6588;p6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94" name="Google Shape;6594;p60"/>
              <p:cNvCxnSpPr>
                <a:stCxn id="659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595" name="Google Shape;6595;p60"/>
              <p:cNvCxnSpPr>
                <a:stCxn id="658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596" name="Google Shape;6596;p60"/>
              <p:cNvCxnSpPr>
                <a:stCxn id="659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597" name="Google Shape;6597;p60"/>
              <p:cNvCxnSpPr>
                <a:stCxn id="659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598" name="Google Shape;6598;p60"/>
              <p:cNvCxnSpPr>
                <a:stCxn id="659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599" name="Google Shape;6599;p60"/>
            <p:cNvGrpSpPr/>
            <p:nvPr/>
          </p:nvGrpSpPr>
          <p:grpSpPr>
            <a:xfrm>
              <a:off x="2675275" y="3930557"/>
              <a:ext cx="1003306" cy="451719"/>
              <a:chOff x="2675275" y="4174282"/>
              <a:chExt cx="1003306" cy="451719"/>
            </a:xfrm>
          </p:grpSpPr>
          <p:sp>
            <p:nvSpPr>
              <p:cNvPr id="6600" name="Google Shape;6600;p6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03" name="Google Shape;6603;p60"/>
          <p:cNvGrpSpPr/>
          <p:nvPr/>
        </p:nvGrpSpPr>
        <p:grpSpPr>
          <a:xfrm>
            <a:off x="1669850" y="1171356"/>
            <a:ext cx="574511" cy="874709"/>
            <a:chOff x="1715404" y="1112080"/>
            <a:chExt cx="642270" cy="977984"/>
          </a:xfrm>
        </p:grpSpPr>
        <p:grpSp>
          <p:nvGrpSpPr>
            <p:cNvPr id="6604" name="Google Shape;6604;p60"/>
            <p:cNvGrpSpPr/>
            <p:nvPr/>
          </p:nvGrpSpPr>
          <p:grpSpPr>
            <a:xfrm>
              <a:off x="1715404" y="1112080"/>
              <a:ext cx="642270" cy="977984"/>
              <a:chOff x="1715404" y="1112080"/>
              <a:chExt cx="642270" cy="977984"/>
            </a:xfrm>
          </p:grpSpPr>
          <p:sp>
            <p:nvSpPr>
              <p:cNvPr id="6605" name="Google Shape;6605;p6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7" name="Google Shape;6607;p60"/>
            <p:cNvGrpSpPr/>
            <p:nvPr/>
          </p:nvGrpSpPr>
          <p:grpSpPr>
            <a:xfrm>
              <a:off x="1768927" y="1165603"/>
              <a:ext cx="535225" cy="851367"/>
              <a:chOff x="1768927" y="1165603"/>
              <a:chExt cx="535225" cy="851367"/>
            </a:xfrm>
          </p:grpSpPr>
          <p:sp>
            <p:nvSpPr>
              <p:cNvPr id="6608" name="Google Shape;6608;p6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0" name="Google Shape;6610;p60"/>
            <p:cNvGrpSpPr/>
            <p:nvPr/>
          </p:nvGrpSpPr>
          <p:grpSpPr>
            <a:xfrm>
              <a:off x="1822449" y="1219125"/>
              <a:ext cx="428180" cy="718859"/>
              <a:chOff x="1822449" y="1219125"/>
              <a:chExt cx="428180" cy="718859"/>
            </a:xfrm>
          </p:grpSpPr>
          <p:sp>
            <p:nvSpPr>
              <p:cNvPr id="6611" name="Google Shape;6611;p6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60"/>
            <p:cNvGrpSpPr/>
            <p:nvPr/>
          </p:nvGrpSpPr>
          <p:grpSpPr>
            <a:xfrm>
              <a:off x="1875972" y="1272648"/>
              <a:ext cx="321135" cy="586939"/>
              <a:chOff x="1875972" y="1272648"/>
              <a:chExt cx="321135" cy="586939"/>
            </a:xfrm>
          </p:grpSpPr>
          <p:sp>
            <p:nvSpPr>
              <p:cNvPr id="6614" name="Google Shape;6614;p6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6" name="Google Shape;6616;p60"/>
          <p:cNvGrpSpPr/>
          <p:nvPr/>
        </p:nvGrpSpPr>
        <p:grpSpPr>
          <a:xfrm>
            <a:off x="7777011" y="3728078"/>
            <a:ext cx="293855" cy="644170"/>
            <a:chOff x="241025" y="3151575"/>
            <a:chExt cx="293855" cy="644170"/>
          </a:xfrm>
        </p:grpSpPr>
        <p:sp>
          <p:nvSpPr>
            <p:cNvPr id="6617" name="Google Shape;6617;p6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60"/>
          <p:cNvGrpSpPr/>
          <p:nvPr/>
        </p:nvGrpSpPr>
        <p:grpSpPr>
          <a:xfrm>
            <a:off x="724994" y="2928078"/>
            <a:ext cx="1779649" cy="591620"/>
            <a:chOff x="246070" y="1983375"/>
            <a:chExt cx="1855347" cy="616849"/>
          </a:xfrm>
        </p:grpSpPr>
        <p:sp>
          <p:nvSpPr>
            <p:cNvPr id="6620" name="Google Shape;6620;p6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60"/>
          <p:cNvGrpSpPr/>
          <p:nvPr/>
        </p:nvGrpSpPr>
        <p:grpSpPr>
          <a:xfrm>
            <a:off x="2335861" y="1171356"/>
            <a:ext cx="711055" cy="745993"/>
            <a:chOff x="2496269" y="1171698"/>
            <a:chExt cx="761953" cy="799392"/>
          </a:xfrm>
        </p:grpSpPr>
        <p:grpSp>
          <p:nvGrpSpPr>
            <p:cNvPr id="6630" name="Google Shape;6630;p60"/>
            <p:cNvGrpSpPr/>
            <p:nvPr/>
          </p:nvGrpSpPr>
          <p:grpSpPr>
            <a:xfrm>
              <a:off x="2496269" y="1171698"/>
              <a:ext cx="761953" cy="723022"/>
              <a:chOff x="2496269" y="1171698"/>
              <a:chExt cx="761953" cy="723022"/>
            </a:xfrm>
          </p:grpSpPr>
          <p:sp>
            <p:nvSpPr>
              <p:cNvPr id="6631" name="Google Shape;6631;p6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3" name="Google Shape;6633;p60"/>
              <p:cNvGrpSpPr/>
              <p:nvPr/>
            </p:nvGrpSpPr>
            <p:grpSpPr>
              <a:xfrm>
                <a:off x="2496269" y="1171698"/>
                <a:ext cx="761953" cy="723022"/>
                <a:chOff x="2496269" y="1120652"/>
                <a:chExt cx="761953" cy="723022"/>
              </a:xfrm>
            </p:grpSpPr>
            <p:grpSp>
              <p:nvGrpSpPr>
                <p:cNvPr id="6634" name="Google Shape;6634;p60"/>
                <p:cNvGrpSpPr/>
                <p:nvPr/>
              </p:nvGrpSpPr>
              <p:grpSpPr>
                <a:xfrm>
                  <a:off x="2496269" y="1120652"/>
                  <a:ext cx="761953" cy="723022"/>
                  <a:chOff x="2496269" y="1120652"/>
                  <a:chExt cx="761953" cy="723022"/>
                </a:xfrm>
              </p:grpSpPr>
              <p:grpSp>
                <p:nvGrpSpPr>
                  <p:cNvPr id="6635" name="Google Shape;6635;p60"/>
                  <p:cNvGrpSpPr/>
                  <p:nvPr/>
                </p:nvGrpSpPr>
                <p:grpSpPr>
                  <a:xfrm>
                    <a:off x="2496269" y="1304589"/>
                    <a:ext cx="407089" cy="305057"/>
                    <a:chOff x="2496269" y="1304589"/>
                    <a:chExt cx="407089" cy="305057"/>
                  </a:xfrm>
                </p:grpSpPr>
                <p:sp>
                  <p:nvSpPr>
                    <p:cNvPr id="6636" name="Google Shape;6636;p6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60"/>
                  <p:cNvGrpSpPr/>
                  <p:nvPr/>
                </p:nvGrpSpPr>
                <p:grpSpPr>
                  <a:xfrm>
                    <a:off x="2586468" y="1493376"/>
                    <a:ext cx="358850" cy="349656"/>
                    <a:chOff x="2586468" y="1493376"/>
                    <a:chExt cx="358850" cy="349656"/>
                  </a:xfrm>
                </p:grpSpPr>
                <p:sp>
                  <p:nvSpPr>
                    <p:cNvPr id="6639" name="Google Shape;6639;p6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60"/>
                  <p:cNvGrpSpPr/>
                  <p:nvPr/>
                </p:nvGrpSpPr>
                <p:grpSpPr>
                  <a:xfrm>
                    <a:off x="2807939" y="1494024"/>
                    <a:ext cx="358857" cy="349650"/>
                    <a:chOff x="2807939" y="1494024"/>
                    <a:chExt cx="358857" cy="349650"/>
                  </a:xfrm>
                </p:grpSpPr>
                <p:sp>
                  <p:nvSpPr>
                    <p:cNvPr id="6642" name="Google Shape;6642;p6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4" name="Google Shape;6644;p60"/>
                  <p:cNvGrpSpPr/>
                  <p:nvPr/>
                </p:nvGrpSpPr>
                <p:grpSpPr>
                  <a:xfrm>
                    <a:off x="2851133" y="1305635"/>
                    <a:ext cx="407089" cy="305057"/>
                    <a:chOff x="2851133" y="1305635"/>
                    <a:chExt cx="407089" cy="305057"/>
                  </a:xfrm>
                </p:grpSpPr>
                <p:sp>
                  <p:nvSpPr>
                    <p:cNvPr id="6645" name="Google Shape;6645;p6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60"/>
                  <p:cNvGrpSpPr/>
                  <p:nvPr/>
                </p:nvGrpSpPr>
                <p:grpSpPr>
                  <a:xfrm>
                    <a:off x="2727495" y="1120652"/>
                    <a:ext cx="300271" cy="396358"/>
                    <a:chOff x="2727495" y="1120652"/>
                    <a:chExt cx="300271" cy="396358"/>
                  </a:xfrm>
                </p:grpSpPr>
                <p:sp>
                  <p:nvSpPr>
                    <p:cNvPr id="6648" name="Google Shape;6648;p6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50" name="Google Shape;6650;p60"/>
                <p:cNvGrpSpPr/>
                <p:nvPr/>
              </p:nvGrpSpPr>
              <p:grpSpPr>
                <a:xfrm>
                  <a:off x="2722305" y="1350460"/>
                  <a:ext cx="308357" cy="308344"/>
                  <a:chOff x="2722305" y="1350460"/>
                  <a:chExt cx="308357" cy="308344"/>
                </a:xfrm>
              </p:grpSpPr>
              <p:sp>
                <p:nvSpPr>
                  <p:cNvPr id="6651" name="Google Shape;6651;p6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2" name="Google Shape;6652;p60"/>
                  <p:cNvGrpSpPr/>
                  <p:nvPr/>
                </p:nvGrpSpPr>
                <p:grpSpPr>
                  <a:xfrm>
                    <a:off x="2725064" y="1364529"/>
                    <a:ext cx="297954" cy="280182"/>
                    <a:chOff x="2725064" y="1364529"/>
                    <a:chExt cx="297954" cy="280182"/>
                  </a:xfrm>
                </p:grpSpPr>
                <p:sp>
                  <p:nvSpPr>
                    <p:cNvPr id="6653" name="Google Shape;6653;p6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658" name="Google Shape;6658;p6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60"/>
          <p:cNvGrpSpPr/>
          <p:nvPr/>
        </p:nvGrpSpPr>
        <p:grpSpPr>
          <a:xfrm>
            <a:off x="3924561" y="2927462"/>
            <a:ext cx="1569144" cy="591015"/>
            <a:chOff x="3820100" y="3023049"/>
            <a:chExt cx="1303926" cy="491162"/>
          </a:xfrm>
        </p:grpSpPr>
        <p:grpSp>
          <p:nvGrpSpPr>
            <p:cNvPr id="6664" name="Google Shape;6664;p60"/>
            <p:cNvGrpSpPr/>
            <p:nvPr/>
          </p:nvGrpSpPr>
          <p:grpSpPr>
            <a:xfrm>
              <a:off x="3820100" y="3023072"/>
              <a:ext cx="1303926" cy="491139"/>
              <a:chOff x="3820100" y="3023072"/>
              <a:chExt cx="1303926" cy="491139"/>
            </a:xfrm>
          </p:grpSpPr>
          <p:sp>
            <p:nvSpPr>
              <p:cNvPr id="6665" name="Google Shape;6665;p6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60"/>
            <p:cNvGrpSpPr/>
            <p:nvPr/>
          </p:nvGrpSpPr>
          <p:grpSpPr>
            <a:xfrm>
              <a:off x="4132439" y="3023645"/>
              <a:ext cx="393633" cy="177096"/>
              <a:chOff x="4132439" y="3023645"/>
              <a:chExt cx="393633" cy="177096"/>
            </a:xfrm>
          </p:grpSpPr>
          <p:sp>
            <p:nvSpPr>
              <p:cNvPr id="6668" name="Google Shape;6668;p6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60"/>
            <p:cNvGrpSpPr/>
            <p:nvPr/>
          </p:nvGrpSpPr>
          <p:grpSpPr>
            <a:xfrm>
              <a:off x="3921811" y="3023049"/>
              <a:ext cx="1002397" cy="388943"/>
              <a:chOff x="3921811" y="3023049"/>
              <a:chExt cx="1002397" cy="388943"/>
            </a:xfrm>
          </p:grpSpPr>
          <p:sp>
            <p:nvSpPr>
              <p:cNvPr id="6671" name="Google Shape;6671;p6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60"/>
            <p:cNvGrpSpPr/>
            <p:nvPr/>
          </p:nvGrpSpPr>
          <p:grpSpPr>
            <a:xfrm>
              <a:off x="4023645" y="3023049"/>
              <a:ext cx="683032" cy="286722"/>
              <a:chOff x="4023645" y="3023049"/>
              <a:chExt cx="683032" cy="286722"/>
            </a:xfrm>
          </p:grpSpPr>
          <p:sp>
            <p:nvSpPr>
              <p:cNvPr id="6674" name="Google Shape;6674;p6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76" name="Google Shape;6676;p60"/>
          <p:cNvGrpSpPr/>
          <p:nvPr/>
        </p:nvGrpSpPr>
        <p:grpSpPr>
          <a:xfrm>
            <a:off x="1556683" y="2054307"/>
            <a:ext cx="713522" cy="688025"/>
            <a:chOff x="1706078" y="2092648"/>
            <a:chExt cx="660913" cy="637296"/>
          </a:xfrm>
        </p:grpSpPr>
        <p:sp>
          <p:nvSpPr>
            <p:cNvPr id="6677" name="Google Shape;6677;p6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8" name="Google Shape;6678;p60"/>
            <p:cNvGrpSpPr/>
            <p:nvPr/>
          </p:nvGrpSpPr>
          <p:grpSpPr>
            <a:xfrm>
              <a:off x="1706078" y="2092648"/>
              <a:ext cx="660913" cy="575241"/>
              <a:chOff x="1706078" y="2092648"/>
              <a:chExt cx="660913" cy="575241"/>
            </a:xfrm>
          </p:grpSpPr>
          <p:sp>
            <p:nvSpPr>
              <p:cNvPr id="6679" name="Google Shape;6679;p6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82" name="Google Shape;6682;p60"/>
          <p:cNvGrpSpPr/>
          <p:nvPr/>
        </p:nvGrpSpPr>
        <p:grpSpPr>
          <a:xfrm>
            <a:off x="6318542" y="1171856"/>
            <a:ext cx="1317459" cy="684168"/>
            <a:chOff x="238125" y="999450"/>
            <a:chExt cx="7140700" cy="3708225"/>
          </a:xfrm>
        </p:grpSpPr>
        <p:sp>
          <p:nvSpPr>
            <p:cNvPr id="6683" name="Google Shape;6683;p6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95" name="Shape 6695"/>
        <p:cNvGrpSpPr/>
        <p:nvPr/>
      </p:nvGrpSpPr>
      <p:grpSpPr>
        <a:xfrm>
          <a:off x="0" y="0"/>
          <a:ext cx="0" cy="0"/>
          <a:chOff x="0" y="0"/>
          <a:chExt cx="0" cy="0"/>
        </a:xfrm>
      </p:grpSpPr>
      <p:grpSp>
        <p:nvGrpSpPr>
          <p:cNvPr id="6696" name="Google Shape;6696;p61"/>
          <p:cNvGrpSpPr/>
          <p:nvPr/>
        </p:nvGrpSpPr>
        <p:grpSpPr>
          <a:xfrm>
            <a:off x="729238" y="1179665"/>
            <a:ext cx="1636117" cy="1526144"/>
            <a:chOff x="729238" y="1179665"/>
            <a:chExt cx="1636117" cy="1526144"/>
          </a:xfrm>
        </p:grpSpPr>
        <p:grpSp>
          <p:nvGrpSpPr>
            <p:cNvPr id="6697" name="Google Shape;6697;p61"/>
            <p:cNvGrpSpPr/>
            <p:nvPr/>
          </p:nvGrpSpPr>
          <p:grpSpPr>
            <a:xfrm>
              <a:off x="729238" y="1179665"/>
              <a:ext cx="80700" cy="1526144"/>
              <a:chOff x="729238" y="1179665"/>
              <a:chExt cx="80700" cy="1526144"/>
            </a:xfrm>
          </p:grpSpPr>
          <p:sp>
            <p:nvSpPr>
              <p:cNvPr id="6698" name="Google Shape;6698;p6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8" name="Google Shape;6708;p61"/>
            <p:cNvGrpSpPr/>
            <p:nvPr/>
          </p:nvGrpSpPr>
          <p:grpSpPr>
            <a:xfrm>
              <a:off x="903098" y="1179665"/>
              <a:ext cx="80700" cy="1526144"/>
              <a:chOff x="903098" y="1179665"/>
              <a:chExt cx="80700" cy="1526144"/>
            </a:xfrm>
          </p:grpSpPr>
          <p:sp>
            <p:nvSpPr>
              <p:cNvPr id="6709" name="Google Shape;6709;p6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61"/>
            <p:cNvGrpSpPr/>
            <p:nvPr/>
          </p:nvGrpSpPr>
          <p:grpSpPr>
            <a:xfrm>
              <a:off x="1076958" y="1179665"/>
              <a:ext cx="80700" cy="1526144"/>
              <a:chOff x="1076958" y="1179665"/>
              <a:chExt cx="80700" cy="1526144"/>
            </a:xfrm>
          </p:grpSpPr>
          <p:sp>
            <p:nvSpPr>
              <p:cNvPr id="6720" name="Google Shape;6720;p6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0" name="Google Shape;6730;p61"/>
            <p:cNvGrpSpPr/>
            <p:nvPr/>
          </p:nvGrpSpPr>
          <p:grpSpPr>
            <a:xfrm>
              <a:off x="1247707" y="1179665"/>
              <a:ext cx="80700" cy="1526144"/>
              <a:chOff x="1247707" y="1179665"/>
              <a:chExt cx="80700" cy="1526144"/>
            </a:xfrm>
          </p:grpSpPr>
          <p:sp>
            <p:nvSpPr>
              <p:cNvPr id="6731" name="Google Shape;6731;p6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61"/>
            <p:cNvGrpSpPr/>
            <p:nvPr/>
          </p:nvGrpSpPr>
          <p:grpSpPr>
            <a:xfrm>
              <a:off x="1421567" y="1179665"/>
              <a:ext cx="80700" cy="1526144"/>
              <a:chOff x="1421567" y="1179665"/>
              <a:chExt cx="80700" cy="1526144"/>
            </a:xfrm>
          </p:grpSpPr>
          <p:sp>
            <p:nvSpPr>
              <p:cNvPr id="6742" name="Google Shape;6742;p6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2" name="Google Shape;6752;p61"/>
            <p:cNvGrpSpPr/>
            <p:nvPr/>
          </p:nvGrpSpPr>
          <p:grpSpPr>
            <a:xfrm>
              <a:off x="1592327" y="1179665"/>
              <a:ext cx="80700" cy="1526144"/>
              <a:chOff x="1592327" y="1179665"/>
              <a:chExt cx="80700" cy="1526144"/>
            </a:xfrm>
          </p:grpSpPr>
          <p:sp>
            <p:nvSpPr>
              <p:cNvPr id="6753" name="Google Shape;6753;p6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61"/>
            <p:cNvGrpSpPr/>
            <p:nvPr/>
          </p:nvGrpSpPr>
          <p:grpSpPr>
            <a:xfrm>
              <a:off x="1766187" y="1179665"/>
              <a:ext cx="80700" cy="1526144"/>
              <a:chOff x="1766187" y="1179665"/>
              <a:chExt cx="80700" cy="1526144"/>
            </a:xfrm>
          </p:grpSpPr>
          <p:sp>
            <p:nvSpPr>
              <p:cNvPr id="6764" name="Google Shape;6764;p6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4" name="Google Shape;6774;p61"/>
            <p:cNvGrpSpPr/>
            <p:nvPr/>
          </p:nvGrpSpPr>
          <p:grpSpPr>
            <a:xfrm>
              <a:off x="1936935" y="1179665"/>
              <a:ext cx="80700" cy="1526144"/>
              <a:chOff x="1936935" y="1179665"/>
              <a:chExt cx="80700" cy="1526144"/>
            </a:xfrm>
          </p:grpSpPr>
          <p:sp>
            <p:nvSpPr>
              <p:cNvPr id="6775" name="Google Shape;6775;p6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61"/>
            <p:cNvGrpSpPr/>
            <p:nvPr/>
          </p:nvGrpSpPr>
          <p:grpSpPr>
            <a:xfrm>
              <a:off x="2110795" y="1179665"/>
              <a:ext cx="80700" cy="1526144"/>
              <a:chOff x="2110795" y="1179665"/>
              <a:chExt cx="80700" cy="1526144"/>
            </a:xfrm>
          </p:grpSpPr>
          <p:sp>
            <p:nvSpPr>
              <p:cNvPr id="6786" name="Google Shape;6786;p6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61"/>
            <p:cNvGrpSpPr/>
            <p:nvPr/>
          </p:nvGrpSpPr>
          <p:grpSpPr>
            <a:xfrm>
              <a:off x="2284655" y="1179665"/>
              <a:ext cx="80700" cy="1526144"/>
              <a:chOff x="2284655" y="1179665"/>
              <a:chExt cx="80700" cy="1526144"/>
            </a:xfrm>
          </p:grpSpPr>
          <p:sp>
            <p:nvSpPr>
              <p:cNvPr id="6797" name="Google Shape;6797;p6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07" name="Google Shape;6807;p61"/>
          <p:cNvGrpSpPr/>
          <p:nvPr/>
        </p:nvGrpSpPr>
        <p:grpSpPr>
          <a:xfrm>
            <a:off x="2623904" y="1198803"/>
            <a:ext cx="1364248" cy="1102133"/>
            <a:chOff x="2623904" y="1198803"/>
            <a:chExt cx="1364248" cy="1102133"/>
          </a:xfrm>
        </p:grpSpPr>
        <p:grpSp>
          <p:nvGrpSpPr>
            <p:cNvPr id="6808" name="Google Shape;6808;p61"/>
            <p:cNvGrpSpPr/>
            <p:nvPr/>
          </p:nvGrpSpPr>
          <p:grpSpPr>
            <a:xfrm>
              <a:off x="2623907" y="1198803"/>
              <a:ext cx="1364245" cy="273000"/>
              <a:chOff x="2623907" y="1198803"/>
              <a:chExt cx="1364245" cy="273000"/>
            </a:xfrm>
          </p:grpSpPr>
          <p:sp>
            <p:nvSpPr>
              <p:cNvPr id="6809" name="Google Shape;6809;p6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4" name="Google Shape;6814;p61"/>
            <p:cNvGrpSpPr/>
            <p:nvPr/>
          </p:nvGrpSpPr>
          <p:grpSpPr>
            <a:xfrm>
              <a:off x="2623904" y="1476964"/>
              <a:ext cx="1364245" cy="273000"/>
              <a:chOff x="2623904" y="1476964"/>
              <a:chExt cx="1364245" cy="273000"/>
            </a:xfrm>
          </p:grpSpPr>
          <p:sp>
            <p:nvSpPr>
              <p:cNvPr id="6815" name="Google Shape;6815;p6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61"/>
            <p:cNvGrpSpPr/>
            <p:nvPr/>
          </p:nvGrpSpPr>
          <p:grpSpPr>
            <a:xfrm>
              <a:off x="2623907" y="1749775"/>
              <a:ext cx="1364245" cy="273000"/>
              <a:chOff x="2623907" y="1749775"/>
              <a:chExt cx="1364245" cy="273000"/>
            </a:xfrm>
          </p:grpSpPr>
          <p:sp>
            <p:nvSpPr>
              <p:cNvPr id="6821" name="Google Shape;6821;p6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6" name="Google Shape;6826;p61"/>
            <p:cNvGrpSpPr/>
            <p:nvPr/>
          </p:nvGrpSpPr>
          <p:grpSpPr>
            <a:xfrm>
              <a:off x="2623904" y="2027936"/>
              <a:ext cx="1364245" cy="273000"/>
              <a:chOff x="2623904" y="2027936"/>
              <a:chExt cx="1364245" cy="273000"/>
            </a:xfrm>
          </p:grpSpPr>
          <p:sp>
            <p:nvSpPr>
              <p:cNvPr id="6827" name="Google Shape;6827;p6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32" name="Google Shape;6832;p61"/>
          <p:cNvGrpSpPr/>
          <p:nvPr/>
        </p:nvGrpSpPr>
        <p:grpSpPr>
          <a:xfrm>
            <a:off x="2613365" y="2657876"/>
            <a:ext cx="1387541" cy="159124"/>
            <a:chOff x="3200660" y="2180272"/>
            <a:chExt cx="2563824" cy="378237"/>
          </a:xfrm>
        </p:grpSpPr>
        <p:sp>
          <p:nvSpPr>
            <p:cNvPr id="6833" name="Google Shape;6833;p6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61"/>
          <p:cNvGrpSpPr/>
          <p:nvPr/>
        </p:nvGrpSpPr>
        <p:grpSpPr>
          <a:xfrm>
            <a:off x="2609890" y="2935640"/>
            <a:ext cx="1390502" cy="159625"/>
            <a:chOff x="3530150" y="2790075"/>
            <a:chExt cx="1962600" cy="225300"/>
          </a:xfrm>
        </p:grpSpPr>
        <p:sp>
          <p:nvSpPr>
            <p:cNvPr id="6852" name="Google Shape;6852;p6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61"/>
          <p:cNvGrpSpPr/>
          <p:nvPr/>
        </p:nvGrpSpPr>
        <p:grpSpPr>
          <a:xfrm>
            <a:off x="2609948" y="3213905"/>
            <a:ext cx="1411629" cy="154175"/>
            <a:chOff x="3558802" y="4011244"/>
            <a:chExt cx="1866000" cy="111600"/>
          </a:xfrm>
        </p:grpSpPr>
        <p:sp>
          <p:nvSpPr>
            <p:cNvPr id="6855" name="Google Shape;6855;p6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61"/>
          <p:cNvGrpSpPr/>
          <p:nvPr/>
        </p:nvGrpSpPr>
        <p:grpSpPr>
          <a:xfrm>
            <a:off x="2610235" y="2419475"/>
            <a:ext cx="1383503" cy="119761"/>
            <a:chOff x="3465975" y="2270258"/>
            <a:chExt cx="1986364" cy="171947"/>
          </a:xfrm>
        </p:grpSpPr>
        <p:sp>
          <p:nvSpPr>
            <p:cNvPr id="6858" name="Google Shape;6858;p6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61"/>
          <p:cNvGrpSpPr/>
          <p:nvPr/>
        </p:nvGrpSpPr>
        <p:grpSpPr>
          <a:xfrm>
            <a:off x="2621243" y="3783248"/>
            <a:ext cx="1369531" cy="195460"/>
            <a:chOff x="723300" y="4253549"/>
            <a:chExt cx="2276482" cy="324900"/>
          </a:xfrm>
        </p:grpSpPr>
        <p:sp>
          <p:nvSpPr>
            <p:cNvPr id="6867" name="Google Shape;6867;p6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61"/>
          <p:cNvGrpSpPr/>
          <p:nvPr/>
        </p:nvGrpSpPr>
        <p:grpSpPr>
          <a:xfrm>
            <a:off x="2610803" y="3484489"/>
            <a:ext cx="1389066" cy="180119"/>
            <a:chOff x="705948" y="3788465"/>
            <a:chExt cx="2308953" cy="299400"/>
          </a:xfrm>
        </p:grpSpPr>
        <p:sp>
          <p:nvSpPr>
            <p:cNvPr id="6873" name="Google Shape;6873;p6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61"/>
          <p:cNvGrpSpPr/>
          <p:nvPr/>
        </p:nvGrpSpPr>
        <p:grpSpPr>
          <a:xfrm>
            <a:off x="4207794" y="2088443"/>
            <a:ext cx="1433821" cy="191501"/>
            <a:chOff x="4273350" y="2088443"/>
            <a:chExt cx="1433821" cy="191501"/>
          </a:xfrm>
        </p:grpSpPr>
        <p:grpSp>
          <p:nvGrpSpPr>
            <p:cNvPr id="6879" name="Google Shape;6879;p61"/>
            <p:cNvGrpSpPr/>
            <p:nvPr/>
          </p:nvGrpSpPr>
          <p:grpSpPr>
            <a:xfrm>
              <a:off x="4273350" y="2088443"/>
              <a:ext cx="1433821" cy="0"/>
              <a:chOff x="5224975" y="2962250"/>
              <a:chExt cx="1544400" cy="0"/>
            </a:xfrm>
          </p:grpSpPr>
          <p:cxnSp>
            <p:nvCxnSpPr>
              <p:cNvPr id="6880" name="Google Shape;6880;p6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881" name="Google Shape;6881;p6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882" name="Google Shape;6882;p61"/>
            <p:cNvGrpSpPr/>
            <p:nvPr/>
          </p:nvGrpSpPr>
          <p:grpSpPr>
            <a:xfrm>
              <a:off x="4273350" y="2279944"/>
              <a:ext cx="1433821" cy="0"/>
              <a:chOff x="5224975" y="2962250"/>
              <a:chExt cx="1544400" cy="0"/>
            </a:xfrm>
          </p:grpSpPr>
          <p:cxnSp>
            <p:nvCxnSpPr>
              <p:cNvPr id="6883" name="Google Shape;6883;p6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884" name="Google Shape;6884;p6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885" name="Google Shape;6885;p61"/>
          <p:cNvGrpSpPr/>
          <p:nvPr/>
        </p:nvGrpSpPr>
        <p:grpSpPr>
          <a:xfrm>
            <a:off x="2658741" y="4097347"/>
            <a:ext cx="1304609" cy="294074"/>
            <a:chOff x="2658741" y="4097347"/>
            <a:chExt cx="1304609" cy="294074"/>
          </a:xfrm>
        </p:grpSpPr>
        <p:grpSp>
          <p:nvGrpSpPr>
            <p:cNvPr id="6886" name="Google Shape;6886;p61"/>
            <p:cNvGrpSpPr/>
            <p:nvPr/>
          </p:nvGrpSpPr>
          <p:grpSpPr>
            <a:xfrm>
              <a:off x="2658741" y="4097347"/>
              <a:ext cx="118572" cy="294074"/>
              <a:chOff x="3343310" y="4475555"/>
              <a:chExt cx="127717" cy="316753"/>
            </a:xfrm>
          </p:grpSpPr>
          <p:sp>
            <p:nvSpPr>
              <p:cNvPr id="6887" name="Google Shape;6887;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61"/>
            <p:cNvGrpSpPr/>
            <p:nvPr/>
          </p:nvGrpSpPr>
          <p:grpSpPr>
            <a:xfrm>
              <a:off x="3815519" y="4098388"/>
              <a:ext cx="147831" cy="291991"/>
              <a:chOff x="3527539" y="4476677"/>
              <a:chExt cx="159232" cy="314510"/>
            </a:xfrm>
          </p:grpSpPr>
          <p:sp>
            <p:nvSpPr>
              <p:cNvPr id="6890" name="Google Shape;6890;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61"/>
            <p:cNvGrpSpPr/>
            <p:nvPr/>
          </p:nvGrpSpPr>
          <p:grpSpPr>
            <a:xfrm>
              <a:off x="3511696" y="4098388"/>
              <a:ext cx="147831" cy="291991"/>
              <a:chOff x="3527539" y="4476677"/>
              <a:chExt cx="159232" cy="314510"/>
            </a:xfrm>
          </p:grpSpPr>
          <p:sp>
            <p:nvSpPr>
              <p:cNvPr id="6893" name="Google Shape;6893;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61"/>
            <p:cNvGrpSpPr/>
            <p:nvPr/>
          </p:nvGrpSpPr>
          <p:grpSpPr>
            <a:xfrm>
              <a:off x="3207874" y="4098388"/>
              <a:ext cx="147831" cy="291991"/>
              <a:chOff x="3527539" y="4476677"/>
              <a:chExt cx="159232" cy="314510"/>
            </a:xfrm>
          </p:grpSpPr>
          <p:sp>
            <p:nvSpPr>
              <p:cNvPr id="6896" name="Google Shape;6896;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61"/>
            <p:cNvGrpSpPr/>
            <p:nvPr/>
          </p:nvGrpSpPr>
          <p:grpSpPr>
            <a:xfrm>
              <a:off x="2933305" y="4097347"/>
              <a:ext cx="118572" cy="294074"/>
              <a:chOff x="3343310" y="4475555"/>
              <a:chExt cx="127717" cy="316753"/>
            </a:xfrm>
          </p:grpSpPr>
          <p:sp>
            <p:nvSpPr>
              <p:cNvPr id="6899" name="Google Shape;6899;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01" name="Google Shape;6901;p61"/>
          <p:cNvGrpSpPr/>
          <p:nvPr/>
        </p:nvGrpSpPr>
        <p:grpSpPr>
          <a:xfrm>
            <a:off x="4209349" y="1176041"/>
            <a:ext cx="1430711" cy="751237"/>
            <a:chOff x="5159450" y="1919950"/>
            <a:chExt cx="1541050" cy="862500"/>
          </a:xfrm>
        </p:grpSpPr>
        <p:sp>
          <p:nvSpPr>
            <p:cNvPr id="6902" name="Google Shape;6902;p6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903" name="Google Shape;6903;p61"/>
            <p:cNvGrpSpPr/>
            <p:nvPr/>
          </p:nvGrpSpPr>
          <p:grpSpPr>
            <a:xfrm>
              <a:off x="5159450" y="1919950"/>
              <a:ext cx="1541050" cy="862500"/>
              <a:chOff x="5159450" y="1919950"/>
              <a:chExt cx="1541050" cy="862500"/>
            </a:xfrm>
          </p:grpSpPr>
          <p:cxnSp>
            <p:nvCxnSpPr>
              <p:cNvPr id="6904" name="Google Shape;6904;p6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905" name="Google Shape;6905;p6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906" name="Google Shape;6906;p61"/>
          <p:cNvGrpSpPr/>
          <p:nvPr/>
        </p:nvGrpSpPr>
        <p:grpSpPr>
          <a:xfrm>
            <a:off x="4257486" y="2439811"/>
            <a:ext cx="1334436" cy="967914"/>
            <a:chOff x="4294923" y="2439811"/>
            <a:chExt cx="1334436" cy="967914"/>
          </a:xfrm>
        </p:grpSpPr>
        <p:grpSp>
          <p:nvGrpSpPr>
            <p:cNvPr id="6907" name="Google Shape;6907;p61"/>
            <p:cNvGrpSpPr/>
            <p:nvPr/>
          </p:nvGrpSpPr>
          <p:grpSpPr>
            <a:xfrm>
              <a:off x="4960455" y="2469658"/>
              <a:ext cx="668904" cy="885524"/>
              <a:chOff x="4960455" y="2469658"/>
              <a:chExt cx="668904" cy="885524"/>
            </a:xfrm>
          </p:grpSpPr>
          <p:sp>
            <p:nvSpPr>
              <p:cNvPr id="6908" name="Google Shape;6908;p6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61"/>
            <p:cNvGrpSpPr/>
            <p:nvPr/>
          </p:nvGrpSpPr>
          <p:grpSpPr>
            <a:xfrm>
              <a:off x="4294923" y="2469658"/>
              <a:ext cx="668951" cy="885524"/>
              <a:chOff x="4294923" y="2469658"/>
              <a:chExt cx="668951" cy="885524"/>
            </a:xfrm>
          </p:grpSpPr>
          <p:sp>
            <p:nvSpPr>
              <p:cNvPr id="6915" name="Google Shape;6915;p6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1" name="Google Shape;6921;p6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61"/>
          <p:cNvGrpSpPr/>
          <p:nvPr/>
        </p:nvGrpSpPr>
        <p:grpSpPr>
          <a:xfrm>
            <a:off x="4243690" y="3494256"/>
            <a:ext cx="1430949" cy="897289"/>
            <a:chOff x="4351371" y="3547942"/>
            <a:chExt cx="1345130" cy="843475"/>
          </a:xfrm>
        </p:grpSpPr>
        <p:grpSp>
          <p:nvGrpSpPr>
            <p:cNvPr id="6923" name="Google Shape;6923;p61"/>
            <p:cNvGrpSpPr/>
            <p:nvPr/>
          </p:nvGrpSpPr>
          <p:grpSpPr>
            <a:xfrm>
              <a:off x="4351371" y="4209917"/>
              <a:ext cx="1345130" cy="181500"/>
              <a:chOff x="4351371" y="4209917"/>
              <a:chExt cx="1345130" cy="181500"/>
            </a:xfrm>
          </p:grpSpPr>
          <p:sp>
            <p:nvSpPr>
              <p:cNvPr id="6924" name="Google Shape;6924;p6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25" name="Google Shape;6925;p6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926" name="Google Shape;6926;p61"/>
            <p:cNvGrpSpPr/>
            <p:nvPr/>
          </p:nvGrpSpPr>
          <p:grpSpPr>
            <a:xfrm>
              <a:off x="4403010" y="3985221"/>
              <a:ext cx="1109518" cy="181500"/>
              <a:chOff x="4403010" y="3985221"/>
              <a:chExt cx="1109518" cy="181500"/>
            </a:xfrm>
          </p:grpSpPr>
          <p:sp>
            <p:nvSpPr>
              <p:cNvPr id="6927" name="Google Shape;6927;p6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28" name="Google Shape;6928;p6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929" name="Google Shape;6929;p61"/>
            <p:cNvGrpSpPr/>
            <p:nvPr/>
          </p:nvGrpSpPr>
          <p:grpSpPr>
            <a:xfrm>
              <a:off x="4618704" y="3766582"/>
              <a:ext cx="807858" cy="181500"/>
              <a:chOff x="4618704" y="3766582"/>
              <a:chExt cx="807858" cy="181500"/>
            </a:xfrm>
          </p:grpSpPr>
          <p:sp>
            <p:nvSpPr>
              <p:cNvPr id="6930" name="Google Shape;6930;p6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31" name="Google Shape;6931;p6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932" name="Google Shape;6932;p61"/>
            <p:cNvGrpSpPr/>
            <p:nvPr/>
          </p:nvGrpSpPr>
          <p:grpSpPr>
            <a:xfrm>
              <a:off x="4735238" y="3547942"/>
              <a:ext cx="462839" cy="181500"/>
              <a:chOff x="4735238" y="3547942"/>
              <a:chExt cx="462839" cy="181500"/>
            </a:xfrm>
          </p:grpSpPr>
          <p:sp>
            <p:nvSpPr>
              <p:cNvPr id="6933" name="Google Shape;6933;p6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34" name="Google Shape;6934;p6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935" name="Google Shape;6935;p61"/>
          <p:cNvGrpSpPr/>
          <p:nvPr/>
        </p:nvGrpSpPr>
        <p:grpSpPr>
          <a:xfrm>
            <a:off x="7420047" y="2429580"/>
            <a:ext cx="1020955" cy="928853"/>
            <a:chOff x="926675" y="238125"/>
            <a:chExt cx="5755100" cy="5232975"/>
          </a:xfrm>
        </p:grpSpPr>
        <p:sp>
          <p:nvSpPr>
            <p:cNvPr id="6936" name="Google Shape;6936;p6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61"/>
          <p:cNvGrpSpPr/>
          <p:nvPr/>
        </p:nvGrpSpPr>
        <p:grpSpPr>
          <a:xfrm>
            <a:off x="727421" y="2828315"/>
            <a:ext cx="1695374" cy="1560837"/>
            <a:chOff x="727421" y="2828315"/>
            <a:chExt cx="1695374" cy="1560837"/>
          </a:xfrm>
        </p:grpSpPr>
        <p:grpSp>
          <p:nvGrpSpPr>
            <p:cNvPr id="6941" name="Google Shape;6941;p61"/>
            <p:cNvGrpSpPr/>
            <p:nvPr/>
          </p:nvGrpSpPr>
          <p:grpSpPr>
            <a:xfrm>
              <a:off x="727421" y="2828315"/>
              <a:ext cx="1695374" cy="1560837"/>
              <a:chOff x="734799" y="2782450"/>
              <a:chExt cx="1571100" cy="1577400"/>
            </a:xfrm>
          </p:grpSpPr>
          <p:cxnSp>
            <p:nvCxnSpPr>
              <p:cNvPr id="6942" name="Google Shape;6942;p6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943" name="Google Shape;6943;p6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944" name="Google Shape;6944;p61"/>
            <p:cNvGrpSpPr/>
            <p:nvPr/>
          </p:nvGrpSpPr>
          <p:grpSpPr>
            <a:xfrm>
              <a:off x="819108" y="2882501"/>
              <a:ext cx="1556791" cy="1426186"/>
              <a:chOff x="819108" y="2882501"/>
              <a:chExt cx="1556791" cy="1426186"/>
            </a:xfrm>
          </p:grpSpPr>
          <p:grpSp>
            <p:nvGrpSpPr>
              <p:cNvPr id="6945" name="Google Shape;6945;p61"/>
              <p:cNvGrpSpPr/>
              <p:nvPr/>
            </p:nvGrpSpPr>
            <p:grpSpPr>
              <a:xfrm>
                <a:off x="819108" y="2882501"/>
                <a:ext cx="103104" cy="1426186"/>
                <a:chOff x="4674013" y="3100904"/>
                <a:chExt cx="122758" cy="1698043"/>
              </a:xfrm>
            </p:grpSpPr>
            <p:sp>
              <p:nvSpPr>
                <p:cNvPr id="6946" name="Google Shape;6946;p6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61"/>
              <p:cNvGrpSpPr/>
              <p:nvPr/>
            </p:nvGrpSpPr>
            <p:grpSpPr>
              <a:xfrm>
                <a:off x="1062475" y="2882501"/>
                <a:ext cx="103104" cy="1426186"/>
                <a:chOff x="4940438" y="3100904"/>
                <a:chExt cx="122758" cy="1698043"/>
              </a:xfrm>
            </p:grpSpPr>
            <p:sp>
              <p:nvSpPr>
                <p:cNvPr id="6954" name="Google Shape;6954;p6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61"/>
              <p:cNvGrpSpPr/>
              <p:nvPr/>
            </p:nvGrpSpPr>
            <p:grpSpPr>
              <a:xfrm>
                <a:off x="1299324" y="2882501"/>
                <a:ext cx="103104" cy="1426186"/>
                <a:chOff x="5206863" y="3100904"/>
                <a:chExt cx="122758" cy="1698043"/>
              </a:xfrm>
            </p:grpSpPr>
            <p:sp>
              <p:nvSpPr>
                <p:cNvPr id="6962" name="Google Shape;6962;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61"/>
              <p:cNvGrpSpPr/>
              <p:nvPr/>
            </p:nvGrpSpPr>
            <p:grpSpPr>
              <a:xfrm>
                <a:off x="1786057" y="2882501"/>
                <a:ext cx="103104" cy="1426186"/>
                <a:chOff x="6006138" y="3143629"/>
                <a:chExt cx="122758" cy="1698043"/>
              </a:xfrm>
            </p:grpSpPr>
            <p:sp>
              <p:nvSpPr>
                <p:cNvPr id="6970" name="Google Shape;6970;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61"/>
              <p:cNvGrpSpPr/>
              <p:nvPr/>
            </p:nvGrpSpPr>
            <p:grpSpPr>
              <a:xfrm>
                <a:off x="2029422" y="2882501"/>
                <a:ext cx="103104" cy="1426186"/>
                <a:chOff x="6805413" y="3100904"/>
                <a:chExt cx="122758" cy="1698043"/>
              </a:xfrm>
            </p:grpSpPr>
            <p:sp>
              <p:nvSpPr>
                <p:cNvPr id="6978" name="Google Shape;6978;p6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61"/>
              <p:cNvGrpSpPr/>
              <p:nvPr/>
            </p:nvGrpSpPr>
            <p:grpSpPr>
              <a:xfrm>
                <a:off x="2272795" y="2882501"/>
                <a:ext cx="103104" cy="1426186"/>
                <a:chOff x="5206863" y="3100904"/>
                <a:chExt cx="122758" cy="1698043"/>
              </a:xfrm>
            </p:grpSpPr>
            <p:sp>
              <p:nvSpPr>
                <p:cNvPr id="6986" name="Google Shape;6986;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61"/>
              <p:cNvGrpSpPr/>
              <p:nvPr/>
            </p:nvGrpSpPr>
            <p:grpSpPr>
              <a:xfrm>
                <a:off x="1542694" y="2882501"/>
                <a:ext cx="103104" cy="1426186"/>
                <a:chOff x="6006138" y="3143629"/>
                <a:chExt cx="122758" cy="1698043"/>
              </a:xfrm>
            </p:grpSpPr>
            <p:sp>
              <p:nvSpPr>
                <p:cNvPr id="6994" name="Google Shape;6994;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001" name="Google Shape;7001;p61"/>
          <p:cNvGrpSpPr/>
          <p:nvPr/>
        </p:nvGrpSpPr>
        <p:grpSpPr>
          <a:xfrm>
            <a:off x="5683472" y="3518037"/>
            <a:ext cx="2749952" cy="870677"/>
            <a:chOff x="238125" y="1725700"/>
            <a:chExt cx="7139025" cy="2260325"/>
          </a:xfrm>
        </p:grpSpPr>
        <p:sp>
          <p:nvSpPr>
            <p:cNvPr id="7002" name="Google Shape;7002;p6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2" name="Google Shape;7012;p61"/>
          <p:cNvGrpSpPr/>
          <p:nvPr/>
        </p:nvGrpSpPr>
        <p:grpSpPr>
          <a:xfrm>
            <a:off x="5953636" y="2459783"/>
            <a:ext cx="1105452" cy="916747"/>
            <a:chOff x="5249100" y="1210600"/>
            <a:chExt cx="3502700" cy="2904775"/>
          </a:xfrm>
        </p:grpSpPr>
        <p:sp>
          <p:nvSpPr>
            <p:cNvPr id="7013" name="Google Shape;7013;p6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17" name="Google Shape;7017;p6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018" name="Google Shape;7018;p6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019" name="Google Shape;7019;p6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020" name="Google Shape;7020;p6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021" name="Google Shape;7021;p6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61"/>
          <p:cNvGrpSpPr/>
          <p:nvPr/>
        </p:nvGrpSpPr>
        <p:grpSpPr>
          <a:xfrm>
            <a:off x="7136183" y="1179201"/>
            <a:ext cx="1304650" cy="1124856"/>
            <a:chOff x="7287122" y="1165658"/>
            <a:chExt cx="1219413" cy="1051365"/>
          </a:xfrm>
        </p:grpSpPr>
        <p:grpSp>
          <p:nvGrpSpPr>
            <p:cNvPr id="7023" name="Google Shape;7023;p61"/>
            <p:cNvGrpSpPr/>
            <p:nvPr/>
          </p:nvGrpSpPr>
          <p:grpSpPr>
            <a:xfrm>
              <a:off x="7287122" y="1969723"/>
              <a:ext cx="1219413" cy="247300"/>
              <a:chOff x="7287122" y="1969723"/>
              <a:chExt cx="1219413" cy="247300"/>
            </a:xfrm>
          </p:grpSpPr>
          <p:sp>
            <p:nvSpPr>
              <p:cNvPr id="7024" name="Google Shape;7024;p6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5" name="Google Shape;7025;p61"/>
              <p:cNvGrpSpPr/>
              <p:nvPr/>
            </p:nvGrpSpPr>
            <p:grpSpPr>
              <a:xfrm>
                <a:off x="7287122" y="2063892"/>
                <a:ext cx="1151753" cy="73428"/>
                <a:chOff x="7287122" y="2063892"/>
                <a:chExt cx="1151753" cy="73428"/>
              </a:xfrm>
            </p:grpSpPr>
            <p:sp>
              <p:nvSpPr>
                <p:cNvPr id="7026" name="Google Shape;7026;p6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27" name="Google Shape;7027;p6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028" name="Google Shape;7028;p61"/>
            <p:cNvGrpSpPr/>
            <p:nvPr/>
          </p:nvGrpSpPr>
          <p:grpSpPr>
            <a:xfrm>
              <a:off x="7287122" y="1712201"/>
              <a:ext cx="1219403" cy="246767"/>
              <a:chOff x="7287122" y="1712201"/>
              <a:chExt cx="1219403" cy="246767"/>
            </a:xfrm>
          </p:grpSpPr>
          <p:sp>
            <p:nvSpPr>
              <p:cNvPr id="7029" name="Google Shape;7029;p6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0" name="Google Shape;7030;p61"/>
              <p:cNvGrpSpPr/>
              <p:nvPr/>
            </p:nvGrpSpPr>
            <p:grpSpPr>
              <a:xfrm>
                <a:off x="7287122" y="1842861"/>
                <a:ext cx="1005303" cy="73419"/>
                <a:chOff x="7287122" y="1842861"/>
                <a:chExt cx="1005303" cy="73419"/>
              </a:xfrm>
            </p:grpSpPr>
            <p:sp>
              <p:nvSpPr>
                <p:cNvPr id="7031" name="Google Shape;7031;p6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32" name="Google Shape;7032;p6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033" name="Google Shape;7033;p61"/>
            <p:cNvGrpSpPr/>
            <p:nvPr/>
          </p:nvGrpSpPr>
          <p:grpSpPr>
            <a:xfrm>
              <a:off x="7287122" y="1447520"/>
              <a:ext cx="1219403" cy="286667"/>
              <a:chOff x="7287122" y="1447520"/>
              <a:chExt cx="1219403" cy="286667"/>
            </a:xfrm>
          </p:grpSpPr>
          <p:sp>
            <p:nvSpPr>
              <p:cNvPr id="7034" name="Google Shape;7034;p6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5" name="Google Shape;7035;p61"/>
              <p:cNvGrpSpPr/>
              <p:nvPr/>
            </p:nvGrpSpPr>
            <p:grpSpPr>
              <a:xfrm>
                <a:off x="7287122" y="1581977"/>
                <a:ext cx="852803" cy="73428"/>
                <a:chOff x="7287122" y="1581977"/>
                <a:chExt cx="852803" cy="73428"/>
              </a:xfrm>
            </p:grpSpPr>
            <p:sp>
              <p:nvSpPr>
                <p:cNvPr id="7036" name="Google Shape;7036;p6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37" name="Google Shape;7037;p6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038" name="Google Shape;7038;p61"/>
            <p:cNvGrpSpPr/>
            <p:nvPr/>
          </p:nvGrpSpPr>
          <p:grpSpPr>
            <a:xfrm>
              <a:off x="7287122" y="1165658"/>
              <a:ext cx="1219403" cy="344253"/>
              <a:chOff x="7287122" y="1165658"/>
              <a:chExt cx="1219403" cy="344253"/>
            </a:xfrm>
          </p:grpSpPr>
          <p:sp>
            <p:nvSpPr>
              <p:cNvPr id="7039" name="Google Shape;7039;p6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0" name="Google Shape;7040;p61"/>
              <p:cNvGrpSpPr/>
              <p:nvPr/>
            </p:nvGrpSpPr>
            <p:grpSpPr>
              <a:xfrm>
                <a:off x="7287122" y="1341025"/>
                <a:ext cx="695703" cy="73419"/>
                <a:chOff x="7287122" y="1341025"/>
                <a:chExt cx="695703" cy="73419"/>
              </a:xfrm>
            </p:grpSpPr>
            <p:sp>
              <p:nvSpPr>
                <p:cNvPr id="7041" name="Google Shape;7041;p6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42" name="Google Shape;7042;p6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043" name="Google Shape;7043;p61"/>
          <p:cNvGrpSpPr/>
          <p:nvPr/>
        </p:nvGrpSpPr>
        <p:grpSpPr>
          <a:xfrm>
            <a:off x="5802676" y="1185224"/>
            <a:ext cx="1397729" cy="1098540"/>
            <a:chOff x="5900602" y="1193063"/>
            <a:chExt cx="1299851" cy="1021707"/>
          </a:xfrm>
        </p:grpSpPr>
        <p:grpSp>
          <p:nvGrpSpPr>
            <p:cNvPr id="7044" name="Google Shape;7044;p61"/>
            <p:cNvGrpSpPr/>
            <p:nvPr/>
          </p:nvGrpSpPr>
          <p:grpSpPr>
            <a:xfrm>
              <a:off x="6520337" y="1193063"/>
              <a:ext cx="341815" cy="799959"/>
              <a:chOff x="6520337" y="1193063"/>
              <a:chExt cx="341815" cy="799959"/>
            </a:xfrm>
          </p:grpSpPr>
          <p:grpSp>
            <p:nvGrpSpPr>
              <p:cNvPr id="7045" name="Google Shape;7045;p61"/>
              <p:cNvGrpSpPr/>
              <p:nvPr/>
            </p:nvGrpSpPr>
            <p:grpSpPr>
              <a:xfrm>
                <a:off x="6520337" y="1589527"/>
                <a:ext cx="213950" cy="403494"/>
                <a:chOff x="6520337" y="1589527"/>
                <a:chExt cx="213950" cy="403494"/>
              </a:xfrm>
            </p:grpSpPr>
            <p:sp>
              <p:nvSpPr>
                <p:cNvPr id="7046" name="Google Shape;7046;p6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61"/>
              <p:cNvGrpSpPr/>
              <p:nvPr/>
            </p:nvGrpSpPr>
            <p:grpSpPr>
              <a:xfrm>
                <a:off x="6577204" y="1193063"/>
                <a:ext cx="284947" cy="464512"/>
                <a:chOff x="6577204" y="1193063"/>
                <a:chExt cx="284947" cy="464512"/>
              </a:xfrm>
            </p:grpSpPr>
            <p:sp>
              <p:nvSpPr>
                <p:cNvPr id="7049" name="Google Shape;7049;p6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50" name="Google Shape;7050;p6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051" name="Google Shape;7051;p61"/>
            <p:cNvGrpSpPr/>
            <p:nvPr/>
          </p:nvGrpSpPr>
          <p:grpSpPr>
            <a:xfrm>
              <a:off x="6238903" y="1193063"/>
              <a:ext cx="300475" cy="900152"/>
              <a:chOff x="6238903" y="1193063"/>
              <a:chExt cx="300475" cy="900152"/>
            </a:xfrm>
          </p:grpSpPr>
          <p:grpSp>
            <p:nvGrpSpPr>
              <p:cNvPr id="7052" name="Google Shape;7052;p61"/>
              <p:cNvGrpSpPr/>
              <p:nvPr/>
            </p:nvGrpSpPr>
            <p:grpSpPr>
              <a:xfrm>
                <a:off x="6290865" y="1489315"/>
                <a:ext cx="248514" cy="603900"/>
                <a:chOff x="6290865" y="1489315"/>
                <a:chExt cx="248514" cy="603900"/>
              </a:xfrm>
            </p:grpSpPr>
            <p:sp>
              <p:nvSpPr>
                <p:cNvPr id="7053" name="Google Shape;7053;p6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61"/>
              <p:cNvGrpSpPr/>
              <p:nvPr/>
            </p:nvGrpSpPr>
            <p:grpSpPr>
              <a:xfrm>
                <a:off x="6238903" y="1193063"/>
                <a:ext cx="284947" cy="333087"/>
                <a:chOff x="6238903" y="1193063"/>
                <a:chExt cx="284947" cy="333087"/>
              </a:xfrm>
            </p:grpSpPr>
            <p:sp>
              <p:nvSpPr>
                <p:cNvPr id="7056" name="Google Shape;7056;p6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57" name="Google Shape;7057;p6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058" name="Google Shape;7058;p61"/>
            <p:cNvGrpSpPr/>
            <p:nvPr/>
          </p:nvGrpSpPr>
          <p:grpSpPr>
            <a:xfrm>
              <a:off x="5900602" y="1193063"/>
              <a:ext cx="444345" cy="1021707"/>
              <a:chOff x="5900602" y="1193063"/>
              <a:chExt cx="444345" cy="1021707"/>
            </a:xfrm>
          </p:grpSpPr>
          <p:grpSp>
            <p:nvGrpSpPr>
              <p:cNvPr id="7059" name="Google Shape;7059;p61"/>
              <p:cNvGrpSpPr/>
              <p:nvPr/>
            </p:nvGrpSpPr>
            <p:grpSpPr>
              <a:xfrm>
                <a:off x="6046501" y="1367785"/>
                <a:ext cx="298446" cy="846986"/>
                <a:chOff x="6046501" y="1367785"/>
                <a:chExt cx="298446" cy="846986"/>
              </a:xfrm>
            </p:grpSpPr>
            <p:sp>
              <p:nvSpPr>
                <p:cNvPr id="7060" name="Google Shape;7060;p6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61"/>
              <p:cNvGrpSpPr/>
              <p:nvPr/>
            </p:nvGrpSpPr>
            <p:grpSpPr>
              <a:xfrm>
                <a:off x="5900602" y="1193063"/>
                <a:ext cx="284947" cy="182312"/>
                <a:chOff x="5900602" y="1193063"/>
                <a:chExt cx="284947" cy="182312"/>
              </a:xfrm>
            </p:grpSpPr>
            <p:sp>
              <p:nvSpPr>
                <p:cNvPr id="7063" name="Google Shape;7063;p6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64" name="Google Shape;7064;p6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065" name="Google Shape;7065;p61"/>
            <p:cNvGrpSpPr/>
            <p:nvPr/>
          </p:nvGrpSpPr>
          <p:grpSpPr>
            <a:xfrm>
              <a:off x="6738300" y="1193063"/>
              <a:ext cx="462153" cy="707634"/>
              <a:chOff x="6738300" y="1193063"/>
              <a:chExt cx="462153" cy="707634"/>
            </a:xfrm>
          </p:grpSpPr>
          <p:grpSp>
            <p:nvGrpSpPr>
              <p:cNvPr id="7066" name="Google Shape;7066;p61"/>
              <p:cNvGrpSpPr/>
              <p:nvPr/>
            </p:nvGrpSpPr>
            <p:grpSpPr>
              <a:xfrm>
                <a:off x="6915505" y="1193063"/>
                <a:ext cx="284947" cy="597387"/>
                <a:chOff x="6915505" y="1193063"/>
                <a:chExt cx="284947" cy="597387"/>
              </a:xfrm>
            </p:grpSpPr>
            <p:sp>
              <p:nvSpPr>
                <p:cNvPr id="7067" name="Google Shape;7067;p6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68" name="Google Shape;7068;p6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069" name="Google Shape;7069;p61"/>
              <p:cNvGrpSpPr/>
              <p:nvPr/>
            </p:nvGrpSpPr>
            <p:grpSpPr>
              <a:xfrm>
                <a:off x="6738300" y="1684725"/>
                <a:ext cx="230066" cy="215971"/>
                <a:chOff x="6738300" y="1684725"/>
                <a:chExt cx="230066" cy="215971"/>
              </a:xfrm>
            </p:grpSpPr>
            <p:sp>
              <p:nvSpPr>
                <p:cNvPr id="7070" name="Google Shape;7070;p6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75" name="Shape 7075"/>
        <p:cNvGrpSpPr/>
        <p:nvPr/>
      </p:nvGrpSpPr>
      <p:grpSpPr>
        <a:xfrm>
          <a:off x="0" y="0"/>
          <a:ext cx="0" cy="0"/>
          <a:chOff x="0" y="0"/>
          <a:chExt cx="0" cy="0"/>
        </a:xfrm>
      </p:grpSpPr>
      <p:sp>
        <p:nvSpPr>
          <p:cNvPr id="7076" name="Google Shape;7076;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077" name="Google Shape;7077;p62"/>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7078" name="Google Shape;7078;p62"/>
          <p:cNvGrpSpPr/>
          <p:nvPr/>
        </p:nvGrpSpPr>
        <p:grpSpPr>
          <a:xfrm>
            <a:off x="839307" y="2318098"/>
            <a:ext cx="387992" cy="329326"/>
            <a:chOff x="839307" y="2318098"/>
            <a:chExt cx="387992" cy="329326"/>
          </a:xfrm>
        </p:grpSpPr>
        <p:sp>
          <p:nvSpPr>
            <p:cNvPr id="7079" name="Google Shape;7079;p62"/>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2"/>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2"/>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2"/>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2"/>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2"/>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2"/>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2"/>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2"/>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2"/>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62"/>
          <p:cNvGrpSpPr/>
          <p:nvPr/>
        </p:nvGrpSpPr>
        <p:grpSpPr>
          <a:xfrm>
            <a:off x="1414990" y="2289671"/>
            <a:ext cx="387073" cy="385996"/>
            <a:chOff x="1414990" y="2289671"/>
            <a:chExt cx="387073" cy="385996"/>
          </a:xfrm>
        </p:grpSpPr>
        <p:sp>
          <p:nvSpPr>
            <p:cNvPr id="7090" name="Google Shape;7090;p62"/>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2"/>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2"/>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2"/>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2"/>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2"/>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2"/>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2"/>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2"/>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2"/>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2"/>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2"/>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2"/>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2"/>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2"/>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2"/>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2"/>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2"/>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62"/>
          <p:cNvGrpSpPr/>
          <p:nvPr/>
        </p:nvGrpSpPr>
        <p:grpSpPr>
          <a:xfrm>
            <a:off x="1989911" y="2306065"/>
            <a:ext cx="387099" cy="353207"/>
            <a:chOff x="1989911" y="2306065"/>
            <a:chExt cx="387099" cy="353207"/>
          </a:xfrm>
        </p:grpSpPr>
        <p:sp>
          <p:nvSpPr>
            <p:cNvPr id="7109" name="Google Shape;7109;p62"/>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2"/>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2"/>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2"/>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2"/>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2"/>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2"/>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62"/>
          <p:cNvGrpSpPr/>
          <p:nvPr/>
        </p:nvGrpSpPr>
        <p:grpSpPr>
          <a:xfrm>
            <a:off x="2593102" y="2288778"/>
            <a:ext cx="204663" cy="363007"/>
            <a:chOff x="2593102" y="2288778"/>
            <a:chExt cx="204663" cy="363007"/>
          </a:xfrm>
        </p:grpSpPr>
        <p:sp>
          <p:nvSpPr>
            <p:cNvPr id="7117" name="Google Shape;7117;p62"/>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2"/>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2"/>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2"/>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2"/>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2"/>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2"/>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2"/>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2"/>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62"/>
          <p:cNvGrpSpPr/>
          <p:nvPr/>
        </p:nvGrpSpPr>
        <p:grpSpPr>
          <a:xfrm>
            <a:off x="2970874" y="2329763"/>
            <a:ext cx="403651" cy="305996"/>
            <a:chOff x="2970874" y="2329763"/>
            <a:chExt cx="403651" cy="305996"/>
          </a:xfrm>
        </p:grpSpPr>
        <p:sp>
          <p:nvSpPr>
            <p:cNvPr id="7127" name="Google Shape;7127;p62"/>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2"/>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2"/>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2"/>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2"/>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2"/>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2"/>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2"/>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2"/>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62"/>
          <p:cNvGrpSpPr/>
          <p:nvPr/>
        </p:nvGrpSpPr>
        <p:grpSpPr>
          <a:xfrm>
            <a:off x="3545795" y="2318755"/>
            <a:ext cx="387835" cy="327933"/>
            <a:chOff x="3545795" y="2318755"/>
            <a:chExt cx="387835" cy="327933"/>
          </a:xfrm>
        </p:grpSpPr>
        <p:sp>
          <p:nvSpPr>
            <p:cNvPr id="7137" name="Google Shape;7137;p62"/>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2"/>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2"/>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0" name="Google Shape;7140;p62"/>
            <p:cNvGrpSpPr/>
            <p:nvPr/>
          </p:nvGrpSpPr>
          <p:grpSpPr>
            <a:xfrm>
              <a:off x="3545795" y="2322301"/>
              <a:ext cx="387835" cy="324387"/>
              <a:chOff x="3545795" y="2322301"/>
              <a:chExt cx="387835" cy="324387"/>
            </a:xfrm>
          </p:grpSpPr>
          <p:sp>
            <p:nvSpPr>
              <p:cNvPr id="7141" name="Google Shape;7141;p62"/>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2"/>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2"/>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2"/>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2"/>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2"/>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2"/>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8" name="Google Shape;7148;p62"/>
          <p:cNvGrpSpPr/>
          <p:nvPr/>
        </p:nvGrpSpPr>
        <p:grpSpPr>
          <a:xfrm>
            <a:off x="4718468" y="2306984"/>
            <a:ext cx="364294" cy="351552"/>
            <a:chOff x="4718468" y="2306984"/>
            <a:chExt cx="364294" cy="351552"/>
          </a:xfrm>
        </p:grpSpPr>
        <p:sp>
          <p:nvSpPr>
            <p:cNvPr id="7149" name="Google Shape;7149;p62"/>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2"/>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2"/>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2"/>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2"/>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2"/>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2"/>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2"/>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2"/>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2"/>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9" name="Google Shape;7159;p62"/>
          <p:cNvGrpSpPr/>
          <p:nvPr/>
        </p:nvGrpSpPr>
        <p:grpSpPr>
          <a:xfrm>
            <a:off x="4147908" y="2303017"/>
            <a:ext cx="361194" cy="359355"/>
            <a:chOff x="4147908" y="2303017"/>
            <a:chExt cx="361194" cy="359355"/>
          </a:xfrm>
        </p:grpSpPr>
        <p:sp>
          <p:nvSpPr>
            <p:cNvPr id="7160" name="Google Shape;7160;p62"/>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2"/>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2"/>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2"/>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2"/>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2"/>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2"/>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2"/>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2"/>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2"/>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2"/>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2"/>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2"/>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2"/>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62"/>
          <p:cNvGrpSpPr/>
          <p:nvPr/>
        </p:nvGrpSpPr>
        <p:grpSpPr>
          <a:xfrm>
            <a:off x="5292128" y="2299891"/>
            <a:ext cx="367027" cy="365214"/>
            <a:chOff x="5292128" y="2299891"/>
            <a:chExt cx="367027" cy="365214"/>
          </a:xfrm>
        </p:grpSpPr>
        <p:sp>
          <p:nvSpPr>
            <p:cNvPr id="7175" name="Google Shape;7175;p62"/>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2"/>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2"/>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2"/>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2"/>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2"/>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62"/>
          <p:cNvGrpSpPr/>
          <p:nvPr/>
        </p:nvGrpSpPr>
        <p:grpSpPr>
          <a:xfrm>
            <a:off x="5873617" y="2309901"/>
            <a:ext cx="345720" cy="345720"/>
            <a:chOff x="5873617" y="2309901"/>
            <a:chExt cx="345720" cy="345720"/>
          </a:xfrm>
        </p:grpSpPr>
        <p:sp>
          <p:nvSpPr>
            <p:cNvPr id="7182" name="Google Shape;7182;p62"/>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2"/>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2"/>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2"/>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2"/>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2"/>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2"/>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2"/>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2"/>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2"/>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2"/>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2"/>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2"/>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2"/>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2"/>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2"/>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2"/>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2"/>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2"/>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62"/>
          <p:cNvGrpSpPr/>
          <p:nvPr/>
        </p:nvGrpSpPr>
        <p:grpSpPr>
          <a:xfrm>
            <a:off x="6863329" y="2297710"/>
            <a:ext cx="391460" cy="370127"/>
            <a:chOff x="6863329" y="2297710"/>
            <a:chExt cx="391460" cy="370127"/>
          </a:xfrm>
        </p:grpSpPr>
        <p:sp>
          <p:nvSpPr>
            <p:cNvPr id="7202" name="Google Shape;7202;p62"/>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2"/>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2"/>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2"/>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2"/>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2"/>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2"/>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2"/>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2"/>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62"/>
          <p:cNvGrpSpPr/>
          <p:nvPr/>
        </p:nvGrpSpPr>
        <p:grpSpPr>
          <a:xfrm>
            <a:off x="7421488" y="2318518"/>
            <a:ext cx="342620" cy="328459"/>
            <a:chOff x="7421488" y="2318518"/>
            <a:chExt cx="342620" cy="328459"/>
          </a:xfrm>
        </p:grpSpPr>
        <p:sp>
          <p:nvSpPr>
            <p:cNvPr id="7212" name="Google Shape;7212;p62"/>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2"/>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2"/>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2"/>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2"/>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2"/>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2"/>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62"/>
          <p:cNvGrpSpPr/>
          <p:nvPr/>
        </p:nvGrpSpPr>
        <p:grpSpPr>
          <a:xfrm>
            <a:off x="2508373" y="2779889"/>
            <a:ext cx="337523" cy="337680"/>
            <a:chOff x="2508373" y="2779889"/>
            <a:chExt cx="337523" cy="337680"/>
          </a:xfrm>
        </p:grpSpPr>
        <p:sp>
          <p:nvSpPr>
            <p:cNvPr id="7220" name="Google Shape;7220;p62"/>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2"/>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2"/>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2"/>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2"/>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2"/>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62"/>
          <p:cNvGrpSpPr/>
          <p:nvPr/>
        </p:nvGrpSpPr>
        <p:grpSpPr>
          <a:xfrm>
            <a:off x="1884401" y="4141593"/>
            <a:ext cx="410613" cy="372229"/>
            <a:chOff x="1884401" y="4141593"/>
            <a:chExt cx="410613" cy="372229"/>
          </a:xfrm>
        </p:grpSpPr>
        <p:sp>
          <p:nvSpPr>
            <p:cNvPr id="7227" name="Google Shape;7227;p62"/>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2"/>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2"/>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2"/>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2"/>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2"/>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2"/>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62"/>
          <p:cNvGrpSpPr/>
          <p:nvPr/>
        </p:nvGrpSpPr>
        <p:grpSpPr>
          <a:xfrm>
            <a:off x="1430832" y="2773689"/>
            <a:ext cx="294515" cy="349897"/>
            <a:chOff x="1430832" y="2773689"/>
            <a:chExt cx="294515" cy="349897"/>
          </a:xfrm>
        </p:grpSpPr>
        <p:sp>
          <p:nvSpPr>
            <p:cNvPr id="7235" name="Google Shape;7235;p62"/>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2"/>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2"/>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2"/>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2"/>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2"/>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2"/>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2"/>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2"/>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2"/>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2"/>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2"/>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2"/>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2"/>
          <p:cNvGrpSpPr/>
          <p:nvPr/>
        </p:nvGrpSpPr>
        <p:grpSpPr>
          <a:xfrm>
            <a:off x="3082217" y="2788586"/>
            <a:ext cx="288866" cy="320236"/>
            <a:chOff x="3082217" y="2788586"/>
            <a:chExt cx="288866" cy="320236"/>
          </a:xfrm>
        </p:grpSpPr>
        <p:sp>
          <p:nvSpPr>
            <p:cNvPr id="7249" name="Google Shape;7249;p62"/>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2"/>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2"/>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2"/>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2"/>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2"/>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2"/>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62"/>
          <p:cNvGrpSpPr/>
          <p:nvPr/>
        </p:nvGrpSpPr>
        <p:grpSpPr>
          <a:xfrm>
            <a:off x="3610557" y="2780704"/>
            <a:ext cx="325017" cy="336052"/>
            <a:chOff x="3610557" y="2780704"/>
            <a:chExt cx="325017" cy="336052"/>
          </a:xfrm>
        </p:grpSpPr>
        <p:sp>
          <p:nvSpPr>
            <p:cNvPr id="7257" name="Google Shape;7257;p62"/>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2"/>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2"/>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62"/>
          <p:cNvGrpSpPr/>
          <p:nvPr/>
        </p:nvGrpSpPr>
        <p:grpSpPr>
          <a:xfrm>
            <a:off x="4179067" y="2811495"/>
            <a:ext cx="286475" cy="274390"/>
            <a:chOff x="4179067" y="2811495"/>
            <a:chExt cx="286475" cy="274390"/>
          </a:xfrm>
        </p:grpSpPr>
        <p:sp>
          <p:nvSpPr>
            <p:cNvPr id="7261" name="Google Shape;7261;p62"/>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2"/>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2"/>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2"/>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2"/>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2"/>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2"/>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2"/>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2"/>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62"/>
          <p:cNvGrpSpPr/>
          <p:nvPr/>
        </p:nvGrpSpPr>
        <p:grpSpPr>
          <a:xfrm>
            <a:off x="4686757" y="2762156"/>
            <a:ext cx="371047" cy="374199"/>
            <a:chOff x="4686757" y="2762156"/>
            <a:chExt cx="371047" cy="374199"/>
          </a:xfrm>
        </p:grpSpPr>
        <p:sp>
          <p:nvSpPr>
            <p:cNvPr id="7271" name="Google Shape;7271;p62"/>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2"/>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2"/>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2"/>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2"/>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2"/>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2"/>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62"/>
          <p:cNvGrpSpPr/>
          <p:nvPr/>
        </p:nvGrpSpPr>
        <p:grpSpPr>
          <a:xfrm>
            <a:off x="5221613" y="2784802"/>
            <a:ext cx="406567" cy="327855"/>
            <a:chOff x="5221613" y="2784802"/>
            <a:chExt cx="406567" cy="327855"/>
          </a:xfrm>
        </p:grpSpPr>
        <p:sp>
          <p:nvSpPr>
            <p:cNvPr id="7279" name="Google Shape;7279;p62"/>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2"/>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2"/>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2"/>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2"/>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2"/>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2"/>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2"/>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2"/>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2"/>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2"/>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2"/>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2"/>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2"/>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2"/>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2"/>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2"/>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2"/>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2"/>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2"/>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2"/>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2"/>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2"/>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2"/>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2"/>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2"/>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2"/>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2"/>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2"/>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2"/>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9" name="Google Shape;7309;p62"/>
          <p:cNvGrpSpPr/>
          <p:nvPr/>
        </p:nvGrpSpPr>
        <p:grpSpPr>
          <a:xfrm>
            <a:off x="5812586" y="2760921"/>
            <a:ext cx="303605" cy="375434"/>
            <a:chOff x="5812586" y="2760921"/>
            <a:chExt cx="303605" cy="375434"/>
          </a:xfrm>
        </p:grpSpPr>
        <p:sp>
          <p:nvSpPr>
            <p:cNvPr id="7310" name="Google Shape;7310;p62"/>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2"/>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2"/>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2"/>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2"/>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2"/>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2"/>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2"/>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2"/>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2"/>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2"/>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62"/>
          <p:cNvGrpSpPr/>
          <p:nvPr/>
        </p:nvGrpSpPr>
        <p:grpSpPr>
          <a:xfrm>
            <a:off x="6334673" y="2759633"/>
            <a:ext cx="378508" cy="378166"/>
            <a:chOff x="6334673" y="2759633"/>
            <a:chExt cx="378508" cy="378166"/>
          </a:xfrm>
        </p:grpSpPr>
        <p:sp>
          <p:nvSpPr>
            <p:cNvPr id="7322" name="Google Shape;7322;p62"/>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2"/>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2"/>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2"/>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62"/>
          <p:cNvGrpSpPr/>
          <p:nvPr/>
        </p:nvGrpSpPr>
        <p:grpSpPr>
          <a:xfrm>
            <a:off x="8012645" y="2806477"/>
            <a:ext cx="319763" cy="284505"/>
            <a:chOff x="8012645" y="2806477"/>
            <a:chExt cx="319763" cy="284505"/>
          </a:xfrm>
        </p:grpSpPr>
        <p:sp>
          <p:nvSpPr>
            <p:cNvPr id="7327" name="Google Shape;7327;p62"/>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2"/>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2"/>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2"/>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2"/>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2"/>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2"/>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2"/>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2"/>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2"/>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62"/>
          <p:cNvGrpSpPr/>
          <p:nvPr/>
        </p:nvGrpSpPr>
        <p:grpSpPr>
          <a:xfrm>
            <a:off x="2454435" y="4162138"/>
            <a:ext cx="385339" cy="388071"/>
            <a:chOff x="2454435" y="4162138"/>
            <a:chExt cx="385339" cy="388071"/>
          </a:xfrm>
        </p:grpSpPr>
        <p:sp>
          <p:nvSpPr>
            <p:cNvPr id="7338" name="Google Shape;7338;p62"/>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2"/>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2"/>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2"/>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2"/>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2"/>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2"/>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2"/>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2"/>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2"/>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2"/>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62"/>
          <p:cNvGrpSpPr/>
          <p:nvPr/>
        </p:nvGrpSpPr>
        <p:grpSpPr>
          <a:xfrm>
            <a:off x="3601939" y="4161192"/>
            <a:ext cx="275178" cy="388912"/>
            <a:chOff x="3601939" y="4161192"/>
            <a:chExt cx="275178" cy="388912"/>
          </a:xfrm>
        </p:grpSpPr>
        <p:sp>
          <p:nvSpPr>
            <p:cNvPr id="7350" name="Google Shape;7350;p62"/>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2"/>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2"/>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2"/>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2"/>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2"/>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2"/>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2"/>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2"/>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2"/>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62"/>
          <p:cNvGrpSpPr/>
          <p:nvPr/>
        </p:nvGrpSpPr>
        <p:grpSpPr>
          <a:xfrm>
            <a:off x="836023" y="3215146"/>
            <a:ext cx="375802" cy="371677"/>
            <a:chOff x="836023" y="3215146"/>
            <a:chExt cx="375802" cy="371677"/>
          </a:xfrm>
        </p:grpSpPr>
        <p:sp>
          <p:nvSpPr>
            <p:cNvPr id="7361" name="Google Shape;7361;p62"/>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2"/>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2"/>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2"/>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2"/>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2"/>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2"/>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2"/>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2"/>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2"/>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2"/>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2"/>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2"/>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2"/>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2"/>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2"/>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62"/>
          <p:cNvGrpSpPr/>
          <p:nvPr/>
        </p:nvGrpSpPr>
        <p:grpSpPr>
          <a:xfrm>
            <a:off x="1356297" y="3210890"/>
            <a:ext cx="431368" cy="380189"/>
            <a:chOff x="1356297" y="3210890"/>
            <a:chExt cx="431368" cy="380189"/>
          </a:xfrm>
        </p:grpSpPr>
        <p:sp>
          <p:nvSpPr>
            <p:cNvPr id="7378" name="Google Shape;7378;p62"/>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2"/>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2"/>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2"/>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2"/>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2"/>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2"/>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2"/>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2"/>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2"/>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2"/>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2"/>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2"/>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62"/>
          <p:cNvGrpSpPr/>
          <p:nvPr/>
        </p:nvGrpSpPr>
        <p:grpSpPr>
          <a:xfrm>
            <a:off x="1903737" y="3215540"/>
            <a:ext cx="411874" cy="370731"/>
            <a:chOff x="1903737" y="3215540"/>
            <a:chExt cx="411874" cy="370731"/>
          </a:xfrm>
        </p:grpSpPr>
        <p:sp>
          <p:nvSpPr>
            <p:cNvPr id="7392" name="Google Shape;7392;p62"/>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2"/>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2"/>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2"/>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2"/>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2"/>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2"/>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2"/>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2"/>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62"/>
          <p:cNvGrpSpPr/>
          <p:nvPr/>
        </p:nvGrpSpPr>
        <p:grpSpPr>
          <a:xfrm>
            <a:off x="2468465" y="3248854"/>
            <a:ext cx="397818" cy="304078"/>
            <a:chOff x="2468465" y="3248854"/>
            <a:chExt cx="397818" cy="304078"/>
          </a:xfrm>
        </p:grpSpPr>
        <p:sp>
          <p:nvSpPr>
            <p:cNvPr id="7402" name="Google Shape;7402;p62"/>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2"/>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2"/>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2"/>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2"/>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2"/>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62"/>
          <p:cNvGrpSpPr/>
          <p:nvPr/>
        </p:nvGrpSpPr>
        <p:grpSpPr>
          <a:xfrm>
            <a:off x="3017166" y="3216013"/>
            <a:ext cx="394376" cy="369812"/>
            <a:chOff x="3017166" y="3216013"/>
            <a:chExt cx="394376" cy="369812"/>
          </a:xfrm>
        </p:grpSpPr>
        <p:sp>
          <p:nvSpPr>
            <p:cNvPr id="7409" name="Google Shape;7409;p62"/>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2"/>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62"/>
          <p:cNvGrpSpPr/>
          <p:nvPr/>
        </p:nvGrpSpPr>
        <p:grpSpPr>
          <a:xfrm>
            <a:off x="4210043" y="3213228"/>
            <a:ext cx="199014" cy="375408"/>
            <a:chOff x="4210043" y="3213228"/>
            <a:chExt cx="199014" cy="375408"/>
          </a:xfrm>
        </p:grpSpPr>
        <p:sp>
          <p:nvSpPr>
            <p:cNvPr id="7412" name="Google Shape;7412;p62"/>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2"/>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2"/>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2"/>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2"/>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2"/>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2"/>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2"/>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2"/>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2"/>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62"/>
          <p:cNvGrpSpPr/>
          <p:nvPr/>
        </p:nvGrpSpPr>
        <p:grpSpPr>
          <a:xfrm>
            <a:off x="4818146" y="3203323"/>
            <a:ext cx="77845" cy="395165"/>
            <a:chOff x="4818146" y="3203323"/>
            <a:chExt cx="77845" cy="395165"/>
          </a:xfrm>
        </p:grpSpPr>
        <p:sp>
          <p:nvSpPr>
            <p:cNvPr id="7423" name="Google Shape;7423;p62"/>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2"/>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2"/>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2"/>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2"/>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2"/>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2"/>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2"/>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62"/>
          <p:cNvGrpSpPr/>
          <p:nvPr/>
        </p:nvGrpSpPr>
        <p:grpSpPr>
          <a:xfrm>
            <a:off x="5228890" y="3235428"/>
            <a:ext cx="344091" cy="332767"/>
            <a:chOff x="5228890" y="3235428"/>
            <a:chExt cx="344091" cy="332767"/>
          </a:xfrm>
        </p:grpSpPr>
        <p:sp>
          <p:nvSpPr>
            <p:cNvPr id="7432" name="Google Shape;7432;p62"/>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2"/>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2"/>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2"/>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2"/>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62"/>
          <p:cNvGrpSpPr/>
          <p:nvPr/>
        </p:nvGrpSpPr>
        <p:grpSpPr>
          <a:xfrm>
            <a:off x="5757913" y="3227047"/>
            <a:ext cx="388544" cy="347927"/>
            <a:chOff x="5757913" y="3227047"/>
            <a:chExt cx="388544" cy="347927"/>
          </a:xfrm>
        </p:grpSpPr>
        <p:sp>
          <p:nvSpPr>
            <p:cNvPr id="7438" name="Google Shape;7438;p62"/>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2"/>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0" name="Google Shape;7440;p62"/>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2"/>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2"/>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2"/>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2"/>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2"/>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2"/>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2"/>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2"/>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2"/>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2"/>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2"/>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2"/>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2"/>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2"/>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2"/>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6" name="Google Shape;7456;p62"/>
          <p:cNvGrpSpPr/>
          <p:nvPr/>
        </p:nvGrpSpPr>
        <p:grpSpPr>
          <a:xfrm>
            <a:off x="7414946" y="3220873"/>
            <a:ext cx="360091" cy="360117"/>
            <a:chOff x="7414946" y="3220873"/>
            <a:chExt cx="360091" cy="360117"/>
          </a:xfrm>
        </p:grpSpPr>
        <p:sp>
          <p:nvSpPr>
            <p:cNvPr id="7457" name="Google Shape;7457;p62"/>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2"/>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2"/>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2"/>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2"/>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2"/>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2"/>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2"/>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2"/>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2"/>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2"/>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62"/>
          <p:cNvGrpSpPr/>
          <p:nvPr/>
        </p:nvGrpSpPr>
        <p:grpSpPr>
          <a:xfrm>
            <a:off x="8027227" y="3215041"/>
            <a:ext cx="231829" cy="371782"/>
            <a:chOff x="8027227" y="3215041"/>
            <a:chExt cx="231829" cy="371782"/>
          </a:xfrm>
        </p:grpSpPr>
        <p:sp>
          <p:nvSpPr>
            <p:cNvPr id="7469" name="Google Shape;7469;p62"/>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2"/>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2"/>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2"/>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2"/>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2"/>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2"/>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2"/>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2"/>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2"/>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62"/>
          <p:cNvGrpSpPr/>
          <p:nvPr/>
        </p:nvGrpSpPr>
        <p:grpSpPr>
          <a:xfrm>
            <a:off x="4093603" y="4146138"/>
            <a:ext cx="395638" cy="420544"/>
            <a:chOff x="4093603" y="4146138"/>
            <a:chExt cx="395638" cy="420544"/>
          </a:xfrm>
        </p:grpSpPr>
        <p:sp>
          <p:nvSpPr>
            <p:cNvPr id="7480" name="Google Shape;7480;p62"/>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2"/>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2"/>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2"/>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2"/>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2"/>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2"/>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2"/>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2"/>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2"/>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2"/>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2"/>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2"/>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2"/>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2"/>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2"/>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2"/>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62"/>
          <p:cNvGrpSpPr/>
          <p:nvPr/>
        </p:nvGrpSpPr>
        <p:grpSpPr>
          <a:xfrm>
            <a:off x="4644406" y="4162322"/>
            <a:ext cx="392065" cy="387887"/>
            <a:chOff x="4644406" y="4162322"/>
            <a:chExt cx="392065" cy="387887"/>
          </a:xfrm>
        </p:grpSpPr>
        <p:sp>
          <p:nvSpPr>
            <p:cNvPr id="7498" name="Google Shape;7498;p62"/>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2"/>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2"/>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2"/>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2"/>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2"/>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4" name="Google Shape;7504;p62"/>
          <p:cNvGrpSpPr/>
          <p:nvPr/>
        </p:nvGrpSpPr>
        <p:grpSpPr>
          <a:xfrm>
            <a:off x="5728383" y="4221698"/>
            <a:ext cx="417128" cy="269162"/>
            <a:chOff x="5728383" y="4221698"/>
            <a:chExt cx="417128" cy="269162"/>
          </a:xfrm>
        </p:grpSpPr>
        <p:sp>
          <p:nvSpPr>
            <p:cNvPr id="7505" name="Google Shape;7505;p62"/>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2"/>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2"/>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2"/>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2"/>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2"/>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2"/>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2"/>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2"/>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2"/>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2"/>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2"/>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62"/>
          <p:cNvGrpSpPr/>
          <p:nvPr/>
        </p:nvGrpSpPr>
        <p:grpSpPr>
          <a:xfrm>
            <a:off x="834210" y="3696905"/>
            <a:ext cx="371782" cy="342751"/>
            <a:chOff x="834210" y="3696905"/>
            <a:chExt cx="371782" cy="342751"/>
          </a:xfrm>
        </p:grpSpPr>
        <p:sp>
          <p:nvSpPr>
            <p:cNvPr id="7518" name="Google Shape;7518;p62"/>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2"/>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2"/>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2"/>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2"/>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2"/>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2"/>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2"/>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2"/>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2"/>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2"/>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2"/>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62"/>
          <p:cNvGrpSpPr/>
          <p:nvPr/>
        </p:nvGrpSpPr>
        <p:grpSpPr>
          <a:xfrm>
            <a:off x="1359398" y="3682271"/>
            <a:ext cx="395296" cy="371966"/>
            <a:chOff x="1359398" y="3682271"/>
            <a:chExt cx="395296" cy="371966"/>
          </a:xfrm>
        </p:grpSpPr>
        <p:sp>
          <p:nvSpPr>
            <p:cNvPr id="7531" name="Google Shape;7531;p62"/>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2"/>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2"/>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2"/>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2"/>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2"/>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2"/>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62"/>
          <p:cNvGrpSpPr/>
          <p:nvPr/>
        </p:nvGrpSpPr>
        <p:grpSpPr>
          <a:xfrm>
            <a:off x="1908099" y="3682271"/>
            <a:ext cx="395296" cy="371966"/>
            <a:chOff x="1908099" y="3682271"/>
            <a:chExt cx="395296" cy="371966"/>
          </a:xfrm>
        </p:grpSpPr>
        <p:sp>
          <p:nvSpPr>
            <p:cNvPr id="7539" name="Google Shape;7539;p62"/>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2"/>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2"/>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2"/>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2"/>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2"/>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2"/>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62"/>
          <p:cNvGrpSpPr/>
          <p:nvPr/>
        </p:nvGrpSpPr>
        <p:grpSpPr>
          <a:xfrm>
            <a:off x="2456800" y="3682271"/>
            <a:ext cx="395270" cy="371966"/>
            <a:chOff x="2456800" y="3682271"/>
            <a:chExt cx="395270" cy="371966"/>
          </a:xfrm>
        </p:grpSpPr>
        <p:sp>
          <p:nvSpPr>
            <p:cNvPr id="7547" name="Google Shape;7547;p62"/>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2"/>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2"/>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2"/>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2"/>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2"/>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2"/>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2"/>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2"/>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62"/>
          <p:cNvGrpSpPr/>
          <p:nvPr/>
        </p:nvGrpSpPr>
        <p:grpSpPr>
          <a:xfrm>
            <a:off x="3014250" y="3682271"/>
            <a:ext cx="391092" cy="371940"/>
            <a:chOff x="3014250" y="3682271"/>
            <a:chExt cx="391092" cy="371940"/>
          </a:xfrm>
        </p:grpSpPr>
        <p:sp>
          <p:nvSpPr>
            <p:cNvPr id="7557" name="Google Shape;7557;p62"/>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2"/>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2"/>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62"/>
          <p:cNvGrpSpPr/>
          <p:nvPr/>
        </p:nvGrpSpPr>
        <p:grpSpPr>
          <a:xfrm>
            <a:off x="3569125" y="3702947"/>
            <a:ext cx="388728" cy="330692"/>
            <a:chOff x="3569125" y="3702947"/>
            <a:chExt cx="388728" cy="330692"/>
          </a:xfrm>
        </p:grpSpPr>
        <p:sp>
          <p:nvSpPr>
            <p:cNvPr id="7561" name="Google Shape;7561;p62"/>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2"/>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2"/>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2"/>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62"/>
          <p:cNvGrpSpPr/>
          <p:nvPr/>
        </p:nvGrpSpPr>
        <p:grpSpPr>
          <a:xfrm>
            <a:off x="4111994" y="3682455"/>
            <a:ext cx="387992" cy="371625"/>
            <a:chOff x="4111994" y="3682455"/>
            <a:chExt cx="387992" cy="371625"/>
          </a:xfrm>
        </p:grpSpPr>
        <p:sp>
          <p:nvSpPr>
            <p:cNvPr id="7566" name="Google Shape;7566;p62"/>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2"/>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62"/>
          <p:cNvGrpSpPr/>
          <p:nvPr/>
        </p:nvGrpSpPr>
        <p:grpSpPr>
          <a:xfrm>
            <a:off x="4674908" y="3682271"/>
            <a:ext cx="371966" cy="371966"/>
            <a:chOff x="4674908" y="3682271"/>
            <a:chExt cx="371966" cy="371966"/>
          </a:xfrm>
        </p:grpSpPr>
        <p:sp>
          <p:nvSpPr>
            <p:cNvPr id="7569" name="Google Shape;7569;p62"/>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2"/>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2"/>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2"/>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62"/>
          <p:cNvGrpSpPr/>
          <p:nvPr/>
        </p:nvGrpSpPr>
        <p:grpSpPr>
          <a:xfrm>
            <a:off x="5223609" y="3731112"/>
            <a:ext cx="371782" cy="274285"/>
            <a:chOff x="5223609" y="3731112"/>
            <a:chExt cx="371782" cy="274285"/>
          </a:xfrm>
        </p:grpSpPr>
        <p:sp>
          <p:nvSpPr>
            <p:cNvPr id="7574" name="Google Shape;7574;p62"/>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2"/>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6" name="Google Shape;7576;p62"/>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7" name="Google Shape;7577;p62"/>
          <p:cNvGrpSpPr/>
          <p:nvPr/>
        </p:nvGrpSpPr>
        <p:grpSpPr>
          <a:xfrm>
            <a:off x="6319908" y="3696721"/>
            <a:ext cx="373963" cy="343119"/>
            <a:chOff x="6319908" y="3696721"/>
            <a:chExt cx="373963" cy="343119"/>
          </a:xfrm>
        </p:grpSpPr>
        <p:sp>
          <p:nvSpPr>
            <p:cNvPr id="7578" name="Google Shape;7578;p62"/>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2"/>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2"/>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2"/>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2"/>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2"/>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2"/>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2"/>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2"/>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62"/>
          <p:cNvGrpSpPr/>
          <p:nvPr/>
        </p:nvGrpSpPr>
        <p:grpSpPr>
          <a:xfrm>
            <a:off x="6871342" y="3740044"/>
            <a:ext cx="371966" cy="256420"/>
            <a:chOff x="6871342" y="3740044"/>
            <a:chExt cx="371966" cy="256420"/>
          </a:xfrm>
        </p:grpSpPr>
        <p:sp>
          <p:nvSpPr>
            <p:cNvPr id="7588" name="Google Shape;7588;p62"/>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2"/>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2"/>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2"/>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2"/>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2"/>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2"/>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2"/>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2"/>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2"/>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2"/>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2"/>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62"/>
          <p:cNvGrpSpPr/>
          <p:nvPr/>
        </p:nvGrpSpPr>
        <p:grpSpPr>
          <a:xfrm>
            <a:off x="7402362" y="3681535"/>
            <a:ext cx="402757" cy="372728"/>
            <a:chOff x="7402362" y="3681535"/>
            <a:chExt cx="402757" cy="372728"/>
          </a:xfrm>
        </p:grpSpPr>
        <p:sp>
          <p:nvSpPr>
            <p:cNvPr id="7601" name="Google Shape;7601;p62"/>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2"/>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2"/>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2"/>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2"/>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2"/>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2"/>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2"/>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2"/>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2"/>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2"/>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2"/>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2"/>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2"/>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2"/>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2"/>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62"/>
          <p:cNvGrpSpPr/>
          <p:nvPr/>
        </p:nvGrpSpPr>
        <p:grpSpPr>
          <a:xfrm>
            <a:off x="7960705" y="3736235"/>
            <a:ext cx="378902" cy="264065"/>
            <a:chOff x="7960705" y="3736235"/>
            <a:chExt cx="378902" cy="264065"/>
          </a:xfrm>
        </p:grpSpPr>
        <p:sp>
          <p:nvSpPr>
            <p:cNvPr id="7618" name="Google Shape;7618;p62"/>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2"/>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2"/>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2"/>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2"/>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2"/>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2"/>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2"/>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2"/>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2"/>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2"/>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2"/>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2"/>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2"/>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62"/>
          <p:cNvGrpSpPr/>
          <p:nvPr/>
        </p:nvGrpSpPr>
        <p:grpSpPr>
          <a:xfrm>
            <a:off x="6400828" y="4162270"/>
            <a:ext cx="166200" cy="388019"/>
            <a:chOff x="6400828" y="4162270"/>
            <a:chExt cx="166200" cy="388019"/>
          </a:xfrm>
        </p:grpSpPr>
        <p:sp>
          <p:nvSpPr>
            <p:cNvPr id="7633" name="Google Shape;7633;p62"/>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2"/>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2"/>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2"/>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2"/>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2"/>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2"/>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62"/>
          <p:cNvGrpSpPr/>
          <p:nvPr/>
        </p:nvGrpSpPr>
        <p:grpSpPr>
          <a:xfrm>
            <a:off x="6919815" y="4162270"/>
            <a:ext cx="225260" cy="388019"/>
            <a:chOff x="6919815" y="4162270"/>
            <a:chExt cx="225260" cy="388019"/>
          </a:xfrm>
        </p:grpSpPr>
        <p:sp>
          <p:nvSpPr>
            <p:cNvPr id="7641" name="Google Shape;7641;p62"/>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2"/>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2"/>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2"/>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2"/>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2"/>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2"/>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2"/>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62"/>
          <p:cNvGrpSpPr/>
          <p:nvPr/>
        </p:nvGrpSpPr>
        <p:grpSpPr>
          <a:xfrm>
            <a:off x="7385600" y="4177035"/>
            <a:ext cx="388728" cy="358383"/>
            <a:chOff x="7385600" y="4177035"/>
            <a:chExt cx="388728" cy="358383"/>
          </a:xfrm>
        </p:grpSpPr>
        <p:sp>
          <p:nvSpPr>
            <p:cNvPr id="7650" name="Google Shape;7650;p62"/>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2"/>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2"/>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2"/>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2"/>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2"/>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2"/>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62"/>
          <p:cNvGrpSpPr/>
          <p:nvPr/>
        </p:nvGrpSpPr>
        <p:grpSpPr>
          <a:xfrm>
            <a:off x="3625085" y="3259862"/>
            <a:ext cx="369207" cy="258259"/>
            <a:chOff x="3625085" y="3259862"/>
            <a:chExt cx="369207" cy="258259"/>
          </a:xfrm>
        </p:grpSpPr>
        <p:sp>
          <p:nvSpPr>
            <p:cNvPr id="7658" name="Google Shape;7658;p62"/>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2"/>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2"/>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2"/>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2"/>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2"/>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2"/>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2"/>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2"/>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2"/>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2"/>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2"/>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2"/>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62"/>
          <p:cNvGrpSpPr/>
          <p:nvPr/>
        </p:nvGrpSpPr>
        <p:grpSpPr>
          <a:xfrm>
            <a:off x="6317360" y="3276808"/>
            <a:ext cx="363217" cy="248590"/>
            <a:chOff x="6317360" y="3276808"/>
            <a:chExt cx="363217" cy="248590"/>
          </a:xfrm>
        </p:grpSpPr>
        <p:sp>
          <p:nvSpPr>
            <p:cNvPr id="7672" name="Google Shape;7672;p62"/>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2"/>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2"/>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2"/>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2"/>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2"/>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2"/>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2"/>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2"/>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2"/>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2"/>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2"/>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2"/>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2"/>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2"/>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2"/>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2"/>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2"/>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2"/>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2"/>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2"/>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2"/>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2"/>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2"/>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2"/>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2"/>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2"/>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62"/>
          <p:cNvGrpSpPr/>
          <p:nvPr/>
        </p:nvGrpSpPr>
        <p:grpSpPr>
          <a:xfrm>
            <a:off x="5084391" y="4183682"/>
            <a:ext cx="504064" cy="325595"/>
            <a:chOff x="5084391" y="4183682"/>
            <a:chExt cx="504064" cy="325595"/>
          </a:xfrm>
        </p:grpSpPr>
        <p:sp>
          <p:nvSpPr>
            <p:cNvPr id="7700" name="Google Shape;7700;p62"/>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2"/>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2"/>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2"/>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2"/>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2"/>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2"/>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2"/>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2"/>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2"/>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2"/>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2"/>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2"/>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2"/>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2"/>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2"/>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62"/>
          <p:cNvGrpSpPr/>
          <p:nvPr/>
        </p:nvGrpSpPr>
        <p:grpSpPr>
          <a:xfrm>
            <a:off x="7947595" y="2347996"/>
            <a:ext cx="379795" cy="267165"/>
            <a:chOff x="7947595" y="2347996"/>
            <a:chExt cx="379795" cy="267165"/>
          </a:xfrm>
        </p:grpSpPr>
        <p:sp>
          <p:nvSpPr>
            <p:cNvPr id="7717" name="Google Shape;7717;p62"/>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2"/>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2"/>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2"/>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2"/>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2"/>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2"/>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2"/>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2"/>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62"/>
          <p:cNvGrpSpPr/>
          <p:nvPr/>
        </p:nvGrpSpPr>
        <p:grpSpPr>
          <a:xfrm>
            <a:off x="6400644" y="2310269"/>
            <a:ext cx="275362" cy="338784"/>
            <a:chOff x="6400644" y="2310269"/>
            <a:chExt cx="275362" cy="338784"/>
          </a:xfrm>
        </p:grpSpPr>
        <p:sp>
          <p:nvSpPr>
            <p:cNvPr id="7727" name="Google Shape;7727;p62"/>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2"/>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2"/>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2"/>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2"/>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2"/>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2"/>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2"/>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2"/>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2"/>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2"/>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2"/>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2"/>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62"/>
          <p:cNvGrpSpPr/>
          <p:nvPr/>
        </p:nvGrpSpPr>
        <p:grpSpPr>
          <a:xfrm>
            <a:off x="1342268" y="4161009"/>
            <a:ext cx="359565" cy="358094"/>
            <a:chOff x="1342268" y="4161009"/>
            <a:chExt cx="359565" cy="358094"/>
          </a:xfrm>
        </p:grpSpPr>
        <p:sp>
          <p:nvSpPr>
            <p:cNvPr id="7741" name="Google Shape;7741;p62"/>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2"/>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2"/>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2"/>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2"/>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2"/>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2"/>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2"/>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2"/>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62"/>
          <p:cNvGrpSpPr/>
          <p:nvPr/>
        </p:nvGrpSpPr>
        <p:grpSpPr>
          <a:xfrm>
            <a:off x="1913012" y="2764940"/>
            <a:ext cx="417523" cy="374252"/>
            <a:chOff x="1913012" y="2764940"/>
            <a:chExt cx="417523" cy="374252"/>
          </a:xfrm>
        </p:grpSpPr>
        <p:sp>
          <p:nvSpPr>
            <p:cNvPr id="7751" name="Google Shape;7751;p62"/>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2"/>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2"/>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2"/>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2"/>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2"/>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2"/>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2"/>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2"/>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2"/>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2"/>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2"/>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3" name="Google Shape;7763;p62"/>
          <p:cNvGrpSpPr/>
          <p:nvPr/>
        </p:nvGrpSpPr>
        <p:grpSpPr>
          <a:xfrm>
            <a:off x="830742" y="2763601"/>
            <a:ext cx="384734" cy="381556"/>
            <a:chOff x="830742" y="2763601"/>
            <a:chExt cx="384734" cy="381556"/>
          </a:xfrm>
        </p:grpSpPr>
        <p:sp>
          <p:nvSpPr>
            <p:cNvPr id="7764" name="Google Shape;7764;p62"/>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2"/>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2"/>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2"/>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2"/>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2"/>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2"/>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2"/>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2"/>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2"/>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2"/>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2"/>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2"/>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2"/>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2"/>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2"/>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2"/>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2"/>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2"/>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62"/>
          <p:cNvGrpSpPr/>
          <p:nvPr/>
        </p:nvGrpSpPr>
        <p:grpSpPr>
          <a:xfrm>
            <a:off x="3007498" y="4183419"/>
            <a:ext cx="375434" cy="329667"/>
            <a:chOff x="3007498" y="4183419"/>
            <a:chExt cx="375434" cy="329667"/>
          </a:xfrm>
        </p:grpSpPr>
        <p:sp>
          <p:nvSpPr>
            <p:cNvPr id="7786" name="Google Shape;7786;p62"/>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2"/>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2"/>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2"/>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2"/>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2"/>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2"/>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2"/>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2"/>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2"/>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2"/>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2"/>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2"/>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2"/>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2"/>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2"/>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2"/>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2"/>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2"/>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2"/>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62"/>
          <p:cNvGrpSpPr/>
          <p:nvPr/>
        </p:nvGrpSpPr>
        <p:grpSpPr>
          <a:xfrm>
            <a:off x="6919276" y="2766990"/>
            <a:ext cx="274550" cy="354728"/>
            <a:chOff x="7606826" y="2419290"/>
            <a:chExt cx="274550" cy="354728"/>
          </a:xfrm>
        </p:grpSpPr>
        <p:sp>
          <p:nvSpPr>
            <p:cNvPr id="7807" name="Google Shape;7807;p6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62"/>
          <p:cNvGrpSpPr/>
          <p:nvPr/>
        </p:nvGrpSpPr>
        <p:grpSpPr>
          <a:xfrm>
            <a:off x="7550168" y="2777003"/>
            <a:ext cx="263316" cy="354728"/>
            <a:chOff x="8062968" y="2419290"/>
            <a:chExt cx="263316" cy="354728"/>
          </a:xfrm>
        </p:grpSpPr>
        <p:sp>
          <p:nvSpPr>
            <p:cNvPr id="7823" name="Google Shape;7823;p6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43" name="Shape 7843"/>
        <p:cNvGrpSpPr/>
        <p:nvPr/>
      </p:nvGrpSpPr>
      <p:grpSpPr>
        <a:xfrm>
          <a:off x="0" y="0"/>
          <a:ext cx="0" cy="0"/>
          <a:chOff x="0" y="0"/>
          <a:chExt cx="0" cy="0"/>
        </a:xfrm>
      </p:grpSpPr>
      <p:sp>
        <p:nvSpPr>
          <p:cNvPr id="7844" name="Google Shape;7844;p63"/>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845" name="Google Shape;7845;p63"/>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7846" name="Google Shape;7846;p63"/>
          <p:cNvGrpSpPr/>
          <p:nvPr/>
        </p:nvGrpSpPr>
        <p:grpSpPr>
          <a:xfrm>
            <a:off x="7075663" y="2444129"/>
            <a:ext cx="362163" cy="347098"/>
            <a:chOff x="7075663" y="2444129"/>
            <a:chExt cx="362163" cy="347098"/>
          </a:xfrm>
        </p:grpSpPr>
        <p:sp>
          <p:nvSpPr>
            <p:cNvPr id="7847" name="Google Shape;7847;p63"/>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3"/>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3"/>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3"/>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3"/>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3"/>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3"/>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3"/>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63"/>
          <p:cNvGrpSpPr/>
          <p:nvPr/>
        </p:nvGrpSpPr>
        <p:grpSpPr>
          <a:xfrm>
            <a:off x="6638175" y="2436584"/>
            <a:ext cx="372197" cy="362163"/>
            <a:chOff x="6638175" y="2436584"/>
            <a:chExt cx="372197" cy="362163"/>
          </a:xfrm>
        </p:grpSpPr>
        <p:sp>
          <p:nvSpPr>
            <p:cNvPr id="7856" name="Google Shape;7856;p63"/>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3"/>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3"/>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3"/>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3"/>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3"/>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3"/>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3"/>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3"/>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3"/>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3"/>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3"/>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3"/>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63"/>
          <p:cNvGrpSpPr/>
          <p:nvPr/>
        </p:nvGrpSpPr>
        <p:grpSpPr>
          <a:xfrm>
            <a:off x="6192906" y="2439440"/>
            <a:ext cx="371699" cy="356084"/>
            <a:chOff x="6192906" y="2439440"/>
            <a:chExt cx="371699" cy="356084"/>
          </a:xfrm>
        </p:grpSpPr>
        <p:sp>
          <p:nvSpPr>
            <p:cNvPr id="7870" name="Google Shape;7870;p63"/>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3"/>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3"/>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3"/>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3"/>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3"/>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3"/>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3"/>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3"/>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3"/>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3"/>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3"/>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3"/>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63"/>
          <p:cNvGrpSpPr/>
          <p:nvPr/>
        </p:nvGrpSpPr>
        <p:grpSpPr>
          <a:xfrm>
            <a:off x="5762467" y="2436584"/>
            <a:ext cx="362163" cy="362163"/>
            <a:chOff x="5762467" y="2436584"/>
            <a:chExt cx="362163" cy="362163"/>
          </a:xfrm>
        </p:grpSpPr>
        <p:sp>
          <p:nvSpPr>
            <p:cNvPr id="7884" name="Google Shape;7884;p63"/>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3"/>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3"/>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3"/>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3"/>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3"/>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3"/>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3"/>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3"/>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3"/>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3"/>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3"/>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3"/>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3"/>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3"/>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3"/>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3"/>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3"/>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3"/>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3"/>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3"/>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63"/>
          <p:cNvGrpSpPr/>
          <p:nvPr/>
        </p:nvGrpSpPr>
        <p:grpSpPr>
          <a:xfrm>
            <a:off x="5323721" y="2437029"/>
            <a:ext cx="362922" cy="361219"/>
            <a:chOff x="5323721" y="2437029"/>
            <a:chExt cx="362922" cy="361219"/>
          </a:xfrm>
        </p:grpSpPr>
        <p:sp>
          <p:nvSpPr>
            <p:cNvPr id="7910" name="Google Shape;7910;p63"/>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3"/>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3"/>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3"/>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3"/>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3"/>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3"/>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3"/>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3"/>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3"/>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3"/>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3"/>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3"/>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3"/>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3"/>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3"/>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3"/>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63"/>
          <p:cNvGrpSpPr/>
          <p:nvPr/>
        </p:nvGrpSpPr>
        <p:grpSpPr>
          <a:xfrm>
            <a:off x="4875937" y="2468731"/>
            <a:ext cx="407122" cy="315448"/>
            <a:chOff x="4875937" y="2468731"/>
            <a:chExt cx="407122" cy="315448"/>
          </a:xfrm>
        </p:grpSpPr>
        <p:sp>
          <p:nvSpPr>
            <p:cNvPr id="7928" name="Google Shape;7928;p63"/>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3"/>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3"/>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3"/>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3"/>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3"/>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3"/>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3"/>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3"/>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3"/>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3"/>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3"/>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3"/>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3"/>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3"/>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3"/>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3"/>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3"/>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3"/>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63"/>
          <p:cNvGrpSpPr/>
          <p:nvPr/>
        </p:nvGrpSpPr>
        <p:grpSpPr>
          <a:xfrm>
            <a:off x="4893282" y="3804774"/>
            <a:ext cx="242114" cy="362163"/>
            <a:chOff x="4893282" y="3804774"/>
            <a:chExt cx="242114" cy="362163"/>
          </a:xfrm>
        </p:grpSpPr>
        <p:sp>
          <p:nvSpPr>
            <p:cNvPr id="7948" name="Google Shape;7948;p63"/>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3"/>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3"/>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3"/>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3"/>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3"/>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3"/>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3"/>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3"/>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3"/>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3"/>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3"/>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3"/>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3"/>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3"/>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3"/>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3"/>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3"/>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3"/>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3"/>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3"/>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3"/>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3"/>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3"/>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3"/>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3"/>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63"/>
          <p:cNvGrpSpPr/>
          <p:nvPr/>
        </p:nvGrpSpPr>
        <p:grpSpPr>
          <a:xfrm>
            <a:off x="6248162" y="3804774"/>
            <a:ext cx="231058" cy="362425"/>
            <a:chOff x="6248162" y="3804774"/>
            <a:chExt cx="231058" cy="362425"/>
          </a:xfrm>
        </p:grpSpPr>
        <p:sp>
          <p:nvSpPr>
            <p:cNvPr id="7975" name="Google Shape;7975;p63"/>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3"/>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3"/>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3"/>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63"/>
          <p:cNvGrpSpPr/>
          <p:nvPr/>
        </p:nvGrpSpPr>
        <p:grpSpPr>
          <a:xfrm>
            <a:off x="5346568" y="3804774"/>
            <a:ext cx="233337" cy="362163"/>
            <a:chOff x="5346568" y="3804774"/>
            <a:chExt cx="233337" cy="362163"/>
          </a:xfrm>
        </p:grpSpPr>
        <p:sp>
          <p:nvSpPr>
            <p:cNvPr id="7980" name="Google Shape;7980;p63"/>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3"/>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3"/>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3"/>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3"/>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3"/>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3"/>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3"/>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3"/>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3"/>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3"/>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3"/>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3"/>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3"/>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3"/>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3"/>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3"/>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3"/>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3"/>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63"/>
          <p:cNvGrpSpPr/>
          <p:nvPr/>
        </p:nvGrpSpPr>
        <p:grpSpPr>
          <a:xfrm>
            <a:off x="6704985" y="3805141"/>
            <a:ext cx="209967" cy="361639"/>
            <a:chOff x="6704985" y="3805141"/>
            <a:chExt cx="209967" cy="361639"/>
          </a:xfrm>
        </p:grpSpPr>
        <p:sp>
          <p:nvSpPr>
            <p:cNvPr id="8000" name="Google Shape;8000;p63"/>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3"/>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3"/>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3"/>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3"/>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3"/>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3"/>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3"/>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3"/>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3"/>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3"/>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3"/>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63"/>
          <p:cNvGrpSpPr/>
          <p:nvPr/>
        </p:nvGrpSpPr>
        <p:grpSpPr>
          <a:xfrm>
            <a:off x="7513884" y="2448269"/>
            <a:ext cx="363184" cy="338792"/>
            <a:chOff x="7513884" y="2448269"/>
            <a:chExt cx="363184" cy="338792"/>
          </a:xfrm>
        </p:grpSpPr>
        <p:sp>
          <p:nvSpPr>
            <p:cNvPr id="8013" name="Google Shape;8013;p63"/>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3"/>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3"/>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3"/>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3"/>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3"/>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63"/>
          <p:cNvGrpSpPr/>
          <p:nvPr/>
        </p:nvGrpSpPr>
        <p:grpSpPr>
          <a:xfrm>
            <a:off x="5777767" y="3804826"/>
            <a:ext cx="258699" cy="362136"/>
            <a:chOff x="5777767" y="3804826"/>
            <a:chExt cx="258699" cy="362136"/>
          </a:xfrm>
        </p:grpSpPr>
        <p:sp>
          <p:nvSpPr>
            <p:cNvPr id="8020" name="Google Shape;8020;p63"/>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3"/>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3"/>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63"/>
          <p:cNvGrpSpPr/>
          <p:nvPr/>
        </p:nvGrpSpPr>
        <p:grpSpPr>
          <a:xfrm>
            <a:off x="7953101" y="2436584"/>
            <a:ext cx="361691" cy="362163"/>
            <a:chOff x="7953101" y="2436584"/>
            <a:chExt cx="361691" cy="362163"/>
          </a:xfrm>
        </p:grpSpPr>
        <p:sp>
          <p:nvSpPr>
            <p:cNvPr id="8024" name="Google Shape;8024;p63"/>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3"/>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3"/>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3"/>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3"/>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3"/>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3"/>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3"/>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3"/>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63"/>
          <p:cNvGrpSpPr/>
          <p:nvPr/>
        </p:nvGrpSpPr>
        <p:grpSpPr>
          <a:xfrm>
            <a:off x="4859353" y="3355130"/>
            <a:ext cx="373481" cy="362267"/>
            <a:chOff x="4859353" y="3355130"/>
            <a:chExt cx="373481" cy="362267"/>
          </a:xfrm>
        </p:grpSpPr>
        <p:sp>
          <p:nvSpPr>
            <p:cNvPr id="8034" name="Google Shape;8034;p63"/>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3"/>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3"/>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3"/>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3"/>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3"/>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3"/>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3"/>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3"/>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3"/>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3"/>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3"/>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3"/>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3"/>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63"/>
          <p:cNvGrpSpPr/>
          <p:nvPr/>
        </p:nvGrpSpPr>
        <p:grpSpPr>
          <a:xfrm>
            <a:off x="6637678" y="1500982"/>
            <a:ext cx="378721" cy="362005"/>
            <a:chOff x="6637678" y="1500982"/>
            <a:chExt cx="378721" cy="362005"/>
          </a:xfrm>
        </p:grpSpPr>
        <p:sp>
          <p:nvSpPr>
            <p:cNvPr id="8049" name="Google Shape;8049;p63"/>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3"/>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3"/>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3"/>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3"/>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3"/>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3"/>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3"/>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3"/>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3"/>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3"/>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3"/>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3"/>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3"/>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3"/>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3"/>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63"/>
          <p:cNvGrpSpPr/>
          <p:nvPr/>
        </p:nvGrpSpPr>
        <p:grpSpPr>
          <a:xfrm>
            <a:off x="5827993" y="3355496"/>
            <a:ext cx="223041" cy="362163"/>
            <a:chOff x="5827993" y="3355496"/>
            <a:chExt cx="223041" cy="362163"/>
          </a:xfrm>
        </p:grpSpPr>
        <p:sp>
          <p:nvSpPr>
            <p:cNvPr id="8066" name="Google Shape;8066;p63"/>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3"/>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3"/>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3"/>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3"/>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3"/>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3"/>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3"/>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3"/>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3"/>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3"/>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3"/>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3"/>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63"/>
          <p:cNvGrpSpPr/>
          <p:nvPr/>
        </p:nvGrpSpPr>
        <p:grpSpPr>
          <a:xfrm>
            <a:off x="7528713" y="1500641"/>
            <a:ext cx="370520" cy="361586"/>
            <a:chOff x="7528713" y="1500641"/>
            <a:chExt cx="370520" cy="361586"/>
          </a:xfrm>
        </p:grpSpPr>
        <p:sp>
          <p:nvSpPr>
            <p:cNvPr id="8082" name="Google Shape;8082;p63"/>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3"/>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3"/>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3"/>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3"/>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63"/>
          <p:cNvGrpSpPr/>
          <p:nvPr/>
        </p:nvGrpSpPr>
        <p:grpSpPr>
          <a:xfrm>
            <a:off x="5317198" y="3355496"/>
            <a:ext cx="367429" cy="362163"/>
            <a:chOff x="5317198" y="3355496"/>
            <a:chExt cx="367429" cy="362163"/>
          </a:xfrm>
        </p:grpSpPr>
        <p:sp>
          <p:nvSpPr>
            <p:cNvPr id="8090" name="Google Shape;8090;p63"/>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3"/>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3"/>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3"/>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3"/>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3"/>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3"/>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3"/>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3"/>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3"/>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3"/>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3"/>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3"/>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3"/>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3"/>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3"/>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63"/>
          <p:cNvGrpSpPr/>
          <p:nvPr/>
        </p:nvGrpSpPr>
        <p:grpSpPr>
          <a:xfrm>
            <a:off x="5302971" y="1500563"/>
            <a:ext cx="383175" cy="362241"/>
            <a:chOff x="5302971" y="1500563"/>
            <a:chExt cx="383175" cy="362241"/>
          </a:xfrm>
        </p:grpSpPr>
        <p:sp>
          <p:nvSpPr>
            <p:cNvPr id="8107" name="Google Shape;8107;p63"/>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3"/>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63"/>
          <p:cNvGrpSpPr/>
          <p:nvPr/>
        </p:nvGrpSpPr>
        <p:grpSpPr>
          <a:xfrm>
            <a:off x="6202705" y="1525453"/>
            <a:ext cx="364180" cy="312461"/>
            <a:chOff x="6202705" y="1525453"/>
            <a:chExt cx="364180" cy="312461"/>
          </a:xfrm>
        </p:grpSpPr>
        <p:sp>
          <p:nvSpPr>
            <p:cNvPr id="8110" name="Google Shape;8110;p63"/>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3"/>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3"/>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3"/>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3"/>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3"/>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3"/>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63"/>
          <p:cNvGrpSpPr/>
          <p:nvPr/>
        </p:nvGrpSpPr>
        <p:grpSpPr>
          <a:xfrm>
            <a:off x="7087217" y="1503602"/>
            <a:ext cx="362398" cy="356163"/>
            <a:chOff x="7087217" y="1503602"/>
            <a:chExt cx="362398" cy="356163"/>
          </a:xfrm>
        </p:grpSpPr>
        <p:sp>
          <p:nvSpPr>
            <p:cNvPr id="8118" name="Google Shape;8118;p63"/>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3"/>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3"/>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3"/>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3"/>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3"/>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3"/>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3"/>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3"/>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3"/>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3"/>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3"/>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3"/>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3"/>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3"/>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3"/>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3"/>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3"/>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3"/>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3"/>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3"/>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63"/>
          <p:cNvGrpSpPr/>
          <p:nvPr/>
        </p:nvGrpSpPr>
        <p:grpSpPr>
          <a:xfrm>
            <a:off x="7968952" y="1500877"/>
            <a:ext cx="378747" cy="361455"/>
            <a:chOff x="7968952" y="1500877"/>
            <a:chExt cx="378747" cy="361455"/>
          </a:xfrm>
        </p:grpSpPr>
        <p:sp>
          <p:nvSpPr>
            <p:cNvPr id="8140" name="Google Shape;8140;p63"/>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3"/>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3"/>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3"/>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3"/>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3"/>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3"/>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3"/>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3"/>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3"/>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3"/>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3"/>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3"/>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3"/>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3"/>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63"/>
          <p:cNvGrpSpPr/>
          <p:nvPr/>
        </p:nvGrpSpPr>
        <p:grpSpPr>
          <a:xfrm>
            <a:off x="5761445" y="1541723"/>
            <a:ext cx="362163" cy="279737"/>
            <a:chOff x="5761445" y="1541723"/>
            <a:chExt cx="362163" cy="279737"/>
          </a:xfrm>
        </p:grpSpPr>
        <p:sp>
          <p:nvSpPr>
            <p:cNvPr id="8156" name="Google Shape;8156;p63"/>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3"/>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3"/>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3"/>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3"/>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3"/>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63"/>
          <p:cNvGrpSpPr/>
          <p:nvPr/>
        </p:nvGrpSpPr>
        <p:grpSpPr>
          <a:xfrm>
            <a:off x="6204958" y="3355575"/>
            <a:ext cx="358390" cy="362320"/>
            <a:chOff x="6204958" y="3355575"/>
            <a:chExt cx="358390" cy="362320"/>
          </a:xfrm>
        </p:grpSpPr>
        <p:sp>
          <p:nvSpPr>
            <p:cNvPr id="8163" name="Google Shape;8163;p63"/>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3"/>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3"/>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3"/>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3"/>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3"/>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3"/>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3"/>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3"/>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3"/>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3"/>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3"/>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3"/>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3"/>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3"/>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3"/>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63"/>
          <p:cNvGrpSpPr/>
          <p:nvPr/>
        </p:nvGrpSpPr>
        <p:grpSpPr>
          <a:xfrm>
            <a:off x="4939970" y="1499855"/>
            <a:ext cx="242979" cy="362660"/>
            <a:chOff x="4939970" y="1499855"/>
            <a:chExt cx="242979" cy="362660"/>
          </a:xfrm>
        </p:grpSpPr>
        <p:sp>
          <p:nvSpPr>
            <p:cNvPr id="8180" name="Google Shape;8180;p63"/>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3"/>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3"/>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3"/>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3"/>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3"/>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63"/>
          <p:cNvGrpSpPr/>
          <p:nvPr/>
        </p:nvGrpSpPr>
        <p:grpSpPr>
          <a:xfrm>
            <a:off x="8023448" y="3355496"/>
            <a:ext cx="284322" cy="362163"/>
            <a:chOff x="8023448" y="3355496"/>
            <a:chExt cx="284322" cy="362163"/>
          </a:xfrm>
        </p:grpSpPr>
        <p:sp>
          <p:nvSpPr>
            <p:cNvPr id="8187" name="Google Shape;8187;p63"/>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3"/>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3"/>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3"/>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3"/>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3"/>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3"/>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3"/>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3"/>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63"/>
          <p:cNvGrpSpPr/>
          <p:nvPr/>
        </p:nvGrpSpPr>
        <p:grpSpPr>
          <a:xfrm>
            <a:off x="6644201" y="3355496"/>
            <a:ext cx="366695" cy="361979"/>
            <a:chOff x="6644201" y="3355496"/>
            <a:chExt cx="366695" cy="361979"/>
          </a:xfrm>
        </p:grpSpPr>
        <p:sp>
          <p:nvSpPr>
            <p:cNvPr id="8197" name="Google Shape;8197;p63"/>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3"/>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3"/>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3"/>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3"/>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3"/>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3"/>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3"/>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3"/>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3"/>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3"/>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3"/>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3"/>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3"/>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3"/>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3"/>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3"/>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3"/>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3"/>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3"/>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3"/>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3"/>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63"/>
          <p:cNvGrpSpPr/>
          <p:nvPr/>
        </p:nvGrpSpPr>
        <p:grpSpPr>
          <a:xfrm>
            <a:off x="7955145" y="2019192"/>
            <a:ext cx="365176" cy="271013"/>
            <a:chOff x="7955145" y="2019192"/>
            <a:chExt cx="365176" cy="271013"/>
          </a:xfrm>
        </p:grpSpPr>
        <p:sp>
          <p:nvSpPr>
            <p:cNvPr id="8220" name="Google Shape;8220;p63"/>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3"/>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3"/>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3"/>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3"/>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3"/>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63"/>
          <p:cNvGrpSpPr/>
          <p:nvPr/>
        </p:nvGrpSpPr>
        <p:grpSpPr>
          <a:xfrm>
            <a:off x="7518155" y="2009471"/>
            <a:ext cx="361927" cy="290270"/>
            <a:chOff x="7518155" y="2009471"/>
            <a:chExt cx="361927" cy="290270"/>
          </a:xfrm>
        </p:grpSpPr>
        <p:sp>
          <p:nvSpPr>
            <p:cNvPr id="8227" name="Google Shape;8227;p63"/>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3"/>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3"/>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3"/>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3"/>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3"/>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3"/>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3"/>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3"/>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3"/>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3"/>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3"/>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3"/>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63"/>
          <p:cNvGrpSpPr/>
          <p:nvPr/>
        </p:nvGrpSpPr>
        <p:grpSpPr>
          <a:xfrm>
            <a:off x="7079672" y="1991053"/>
            <a:ext cx="362163" cy="327264"/>
            <a:chOff x="7079672" y="1991053"/>
            <a:chExt cx="362163" cy="327264"/>
          </a:xfrm>
        </p:grpSpPr>
        <p:sp>
          <p:nvSpPr>
            <p:cNvPr id="8241" name="Google Shape;8241;p63"/>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3"/>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3"/>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3"/>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3"/>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3"/>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3"/>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3"/>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3"/>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3"/>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3"/>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3"/>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3"/>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3"/>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3"/>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3"/>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63"/>
          <p:cNvGrpSpPr/>
          <p:nvPr/>
        </p:nvGrpSpPr>
        <p:grpSpPr>
          <a:xfrm>
            <a:off x="6641188" y="2035514"/>
            <a:ext cx="361901" cy="238132"/>
            <a:chOff x="6641188" y="2035514"/>
            <a:chExt cx="361901" cy="238132"/>
          </a:xfrm>
        </p:grpSpPr>
        <p:sp>
          <p:nvSpPr>
            <p:cNvPr id="8258" name="Google Shape;8258;p63"/>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3"/>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3"/>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3"/>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3"/>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3"/>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3"/>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3"/>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3"/>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3"/>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3"/>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3"/>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3"/>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3"/>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3"/>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3"/>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3"/>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3"/>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63"/>
          <p:cNvGrpSpPr/>
          <p:nvPr/>
        </p:nvGrpSpPr>
        <p:grpSpPr>
          <a:xfrm>
            <a:off x="6202443" y="1986677"/>
            <a:ext cx="362425" cy="335884"/>
            <a:chOff x="6202443" y="1986677"/>
            <a:chExt cx="362425" cy="335884"/>
          </a:xfrm>
        </p:grpSpPr>
        <p:sp>
          <p:nvSpPr>
            <p:cNvPr id="8278" name="Google Shape;8278;p63"/>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3"/>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3"/>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3"/>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3"/>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3"/>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3"/>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3"/>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3"/>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3"/>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3"/>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3"/>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3"/>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3"/>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3"/>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3"/>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63"/>
          <p:cNvGrpSpPr/>
          <p:nvPr/>
        </p:nvGrpSpPr>
        <p:grpSpPr>
          <a:xfrm>
            <a:off x="5764222" y="2016598"/>
            <a:ext cx="374293" cy="276069"/>
            <a:chOff x="5764222" y="2016598"/>
            <a:chExt cx="374293" cy="276069"/>
          </a:xfrm>
        </p:grpSpPr>
        <p:sp>
          <p:nvSpPr>
            <p:cNvPr id="8299" name="Google Shape;8299;p63"/>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3"/>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3"/>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3"/>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3"/>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3"/>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3"/>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3"/>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3"/>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3"/>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3"/>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63"/>
          <p:cNvGrpSpPr/>
          <p:nvPr/>
        </p:nvGrpSpPr>
        <p:grpSpPr>
          <a:xfrm>
            <a:off x="5325477" y="2016441"/>
            <a:ext cx="361927" cy="276515"/>
            <a:chOff x="5325477" y="2016441"/>
            <a:chExt cx="361927" cy="276515"/>
          </a:xfrm>
        </p:grpSpPr>
        <p:sp>
          <p:nvSpPr>
            <p:cNvPr id="8311" name="Google Shape;8311;p63"/>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3"/>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3"/>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3"/>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3"/>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3"/>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3"/>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3"/>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3"/>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3"/>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3"/>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3"/>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3"/>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3"/>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3"/>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3"/>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3"/>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3"/>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3"/>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3"/>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63"/>
          <p:cNvGrpSpPr/>
          <p:nvPr/>
        </p:nvGrpSpPr>
        <p:grpSpPr>
          <a:xfrm>
            <a:off x="4870671" y="2017200"/>
            <a:ext cx="364180" cy="274812"/>
            <a:chOff x="4870671" y="2017200"/>
            <a:chExt cx="364180" cy="274812"/>
          </a:xfrm>
        </p:grpSpPr>
        <p:sp>
          <p:nvSpPr>
            <p:cNvPr id="8332" name="Google Shape;8332;p63"/>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3"/>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3"/>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3"/>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3"/>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3"/>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3"/>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3"/>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3"/>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3"/>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3"/>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3"/>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3"/>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63"/>
          <p:cNvGrpSpPr/>
          <p:nvPr/>
        </p:nvGrpSpPr>
        <p:grpSpPr>
          <a:xfrm>
            <a:off x="7144726" y="3355496"/>
            <a:ext cx="260690" cy="362032"/>
            <a:chOff x="7144726" y="3355496"/>
            <a:chExt cx="260690" cy="362032"/>
          </a:xfrm>
        </p:grpSpPr>
        <p:sp>
          <p:nvSpPr>
            <p:cNvPr id="8346" name="Google Shape;8346;p63"/>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3"/>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3"/>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3"/>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3"/>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3"/>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63"/>
          <p:cNvGrpSpPr/>
          <p:nvPr/>
        </p:nvGrpSpPr>
        <p:grpSpPr>
          <a:xfrm>
            <a:off x="6705719" y="4278051"/>
            <a:ext cx="261712" cy="361770"/>
            <a:chOff x="6705719" y="4278051"/>
            <a:chExt cx="261712" cy="361770"/>
          </a:xfrm>
        </p:grpSpPr>
        <p:sp>
          <p:nvSpPr>
            <p:cNvPr id="8353" name="Google Shape;8353;p63"/>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3"/>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3"/>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3"/>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3"/>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3"/>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3"/>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3"/>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3"/>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3"/>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3"/>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3"/>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3"/>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3"/>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3"/>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63"/>
          <p:cNvGrpSpPr/>
          <p:nvPr/>
        </p:nvGrpSpPr>
        <p:grpSpPr>
          <a:xfrm>
            <a:off x="5750650" y="2891652"/>
            <a:ext cx="320216" cy="361403"/>
            <a:chOff x="5750650" y="2891652"/>
            <a:chExt cx="320216" cy="361403"/>
          </a:xfrm>
        </p:grpSpPr>
        <p:sp>
          <p:nvSpPr>
            <p:cNvPr id="8369" name="Google Shape;8369;p63"/>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3"/>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3"/>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3"/>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3"/>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3"/>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3"/>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3"/>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3"/>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3"/>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3"/>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3"/>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3"/>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3"/>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3"/>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63"/>
          <p:cNvGrpSpPr/>
          <p:nvPr/>
        </p:nvGrpSpPr>
        <p:grpSpPr>
          <a:xfrm>
            <a:off x="6658009" y="2891390"/>
            <a:ext cx="315972" cy="361927"/>
            <a:chOff x="6658009" y="2891390"/>
            <a:chExt cx="315972" cy="361927"/>
          </a:xfrm>
        </p:grpSpPr>
        <p:sp>
          <p:nvSpPr>
            <p:cNvPr id="8385" name="Google Shape;8385;p63"/>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3"/>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3"/>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3"/>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3"/>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63"/>
          <p:cNvGrpSpPr/>
          <p:nvPr/>
        </p:nvGrpSpPr>
        <p:grpSpPr>
          <a:xfrm>
            <a:off x="6203465" y="2891206"/>
            <a:ext cx="320478" cy="362110"/>
            <a:chOff x="6203465" y="2891206"/>
            <a:chExt cx="320478" cy="362110"/>
          </a:xfrm>
        </p:grpSpPr>
        <p:sp>
          <p:nvSpPr>
            <p:cNvPr id="8393" name="Google Shape;8393;p63"/>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3"/>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3"/>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3"/>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3"/>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63"/>
          <p:cNvGrpSpPr/>
          <p:nvPr/>
        </p:nvGrpSpPr>
        <p:grpSpPr>
          <a:xfrm>
            <a:off x="7567280" y="2891259"/>
            <a:ext cx="307116" cy="362294"/>
            <a:chOff x="7567280" y="2891259"/>
            <a:chExt cx="307116" cy="362294"/>
          </a:xfrm>
        </p:grpSpPr>
        <p:sp>
          <p:nvSpPr>
            <p:cNvPr id="8399" name="Google Shape;8399;p63"/>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3"/>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3"/>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3"/>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3"/>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3"/>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3"/>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3"/>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3"/>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3"/>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3"/>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3"/>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63"/>
          <p:cNvGrpSpPr/>
          <p:nvPr/>
        </p:nvGrpSpPr>
        <p:grpSpPr>
          <a:xfrm>
            <a:off x="7112579" y="2891521"/>
            <a:ext cx="338556" cy="361534"/>
            <a:chOff x="7112579" y="2891521"/>
            <a:chExt cx="338556" cy="361534"/>
          </a:xfrm>
        </p:grpSpPr>
        <p:sp>
          <p:nvSpPr>
            <p:cNvPr id="8412" name="Google Shape;8412;p63"/>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3"/>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63"/>
          <p:cNvGrpSpPr/>
          <p:nvPr/>
        </p:nvGrpSpPr>
        <p:grpSpPr>
          <a:xfrm>
            <a:off x="7155259" y="3805036"/>
            <a:ext cx="207478" cy="361272"/>
            <a:chOff x="7155259" y="3805036"/>
            <a:chExt cx="207478" cy="361272"/>
          </a:xfrm>
        </p:grpSpPr>
        <p:sp>
          <p:nvSpPr>
            <p:cNvPr id="8415" name="Google Shape;8415;p63"/>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3"/>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3"/>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3"/>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3"/>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3"/>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3"/>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3"/>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3"/>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3"/>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3"/>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3"/>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7" name="Google Shape;8427;p63"/>
          <p:cNvGrpSpPr/>
          <p:nvPr/>
        </p:nvGrpSpPr>
        <p:grpSpPr>
          <a:xfrm>
            <a:off x="4915368" y="2891390"/>
            <a:ext cx="182850" cy="361927"/>
            <a:chOff x="4915368" y="2891390"/>
            <a:chExt cx="182850" cy="361927"/>
          </a:xfrm>
        </p:grpSpPr>
        <p:sp>
          <p:nvSpPr>
            <p:cNvPr id="8428" name="Google Shape;8428;p63"/>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3"/>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3"/>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3"/>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3"/>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3"/>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3"/>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3"/>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3"/>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3"/>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3"/>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63"/>
          <p:cNvGrpSpPr/>
          <p:nvPr/>
        </p:nvGrpSpPr>
        <p:grpSpPr>
          <a:xfrm>
            <a:off x="8028714" y="2891652"/>
            <a:ext cx="289589" cy="361403"/>
            <a:chOff x="8028714" y="2891652"/>
            <a:chExt cx="289589" cy="361403"/>
          </a:xfrm>
        </p:grpSpPr>
        <p:sp>
          <p:nvSpPr>
            <p:cNvPr id="8440" name="Google Shape;8440;p63"/>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3"/>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3"/>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3"/>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3"/>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3"/>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3"/>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3"/>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3"/>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3"/>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3"/>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3"/>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3"/>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3"/>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3"/>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3"/>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3"/>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3"/>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3"/>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3"/>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63"/>
          <p:cNvGrpSpPr/>
          <p:nvPr/>
        </p:nvGrpSpPr>
        <p:grpSpPr>
          <a:xfrm>
            <a:off x="7551822" y="3804774"/>
            <a:ext cx="293335" cy="361927"/>
            <a:chOff x="7551822" y="3804774"/>
            <a:chExt cx="293335" cy="361927"/>
          </a:xfrm>
        </p:grpSpPr>
        <p:sp>
          <p:nvSpPr>
            <p:cNvPr id="8461" name="Google Shape;8461;p63"/>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3"/>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3"/>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3"/>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3"/>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3"/>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3"/>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3"/>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3"/>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3"/>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3"/>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63"/>
          <p:cNvGrpSpPr/>
          <p:nvPr/>
        </p:nvGrpSpPr>
        <p:grpSpPr>
          <a:xfrm>
            <a:off x="6263725" y="4277658"/>
            <a:ext cx="210491" cy="362163"/>
            <a:chOff x="6263725" y="4277658"/>
            <a:chExt cx="210491" cy="362163"/>
          </a:xfrm>
        </p:grpSpPr>
        <p:sp>
          <p:nvSpPr>
            <p:cNvPr id="8473" name="Google Shape;8473;p63"/>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3"/>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3"/>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3"/>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3"/>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3"/>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3"/>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3"/>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3"/>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3"/>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3"/>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3"/>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3"/>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3"/>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3"/>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63"/>
          <p:cNvGrpSpPr/>
          <p:nvPr/>
        </p:nvGrpSpPr>
        <p:grpSpPr>
          <a:xfrm>
            <a:off x="7987790" y="3804695"/>
            <a:ext cx="336303" cy="362005"/>
            <a:chOff x="7987790" y="3804695"/>
            <a:chExt cx="336303" cy="362005"/>
          </a:xfrm>
        </p:grpSpPr>
        <p:sp>
          <p:nvSpPr>
            <p:cNvPr id="8489" name="Google Shape;8489;p63"/>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3"/>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3"/>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3"/>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3"/>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3"/>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3"/>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3"/>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3"/>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3"/>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63"/>
          <p:cNvGrpSpPr/>
          <p:nvPr/>
        </p:nvGrpSpPr>
        <p:grpSpPr>
          <a:xfrm>
            <a:off x="5273444" y="2891285"/>
            <a:ext cx="371123" cy="362267"/>
            <a:chOff x="5273444" y="2891285"/>
            <a:chExt cx="371123" cy="362267"/>
          </a:xfrm>
        </p:grpSpPr>
        <p:sp>
          <p:nvSpPr>
            <p:cNvPr id="8500" name="Google Shape;8500;p63"/>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3"/>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3"/>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3"/>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3"/>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3"/>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3"/>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3"/>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3"/>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3"/>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3"/>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3"/>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3"/>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3"/>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63"/>
          <p:cNvGrpSpPr/>
          <p:nvPr/>
        </p:nvGrpSpPr>
        <p:grpSpPr>
          <a:xfrm>
            <a:off x="7630397" y="3358399"/>
            <a:ext cx="214759" cy="357030"/>
            <a:chOff x="2235125" y="238075"/>
            <a:chExt cx="3144350" cy="5227375"/>
          </a:xfrm>
        </p:grpSpPr>
        <p:sp>
          <p:nvSpPr>
            <p:cNvPr id="8515" name="Google Shape;8515;p63"/>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3"/>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3"/>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3"/>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3"/>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3"/>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3"/>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3"/>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3"/>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63"/>
          <p:cNvGrpSpPr/>
          <p:nvPr/>
        </p:nvGrpSpPr>
        <p:grpSpPr>
          <a:xfrm>
            <a:off x="2810729" y="4267107"/>
            <a:ext cx="342496" cy="351944"/>
            <a:chOff x="2810729" y="4267107"/>
            <a:chExt cx="342496" cy="351944"/>
          </a:xfrm>
        </p:grpSpPr>
        <p:sp>
          <p:nvSpPr>
            <p:cNvPr id="8525" name="Google Shape;8525;p63"/>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3"/>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3"/>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3"/>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3"/>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3"/>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3"/>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3"/>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3"/>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3"/>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3"/>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3"/>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3"/>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3"/>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3"/>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3"/>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3"/>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3"/>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3"/>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3"/>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3"/>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3"/>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3"/>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3"/>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3"/>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3"/>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3"/>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3"/>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3"/>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3"/>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63"/>
          <p:cNvGrpSpPr/>
          <p:nvPr/>
        </p:nvGrpSpPr>
        <p:grpSpPr>
          <a:xfrm>
            <a:off x="1779168" y="3805625"/>
            <a:ext cx="282381" cy="343454"/>
            <a:chOff x="1779168" y="3805625"/>
            <a:chExt cx="282381" cy="343454"/>
          </a:xfrm>
        </p:grpSpPr>
        <p:sp>
          <p:nvSpPr>
            <p:cNvPr id="8556" name="Google Shape;8556;p63"/>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3"/>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3"/>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3"/>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3"/>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3"/>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3"/>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3"/>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3"/>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3"/>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3"/>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3"/>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3"/>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3"/>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3"/>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3"/>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3"/>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3"/>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3"/>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3"/>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3"/>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3"/>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3"/>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3"/>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3"/>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3"/>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3"/>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3"/>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63"/>
          <p:cNvGrpSpPr/>
          <p:nvPr/>
        </p:nvGrpSpPr>
        <p:grpSpPr>
          <a:xfrm>
            <a:off x="2593522" y="2407029"/>
            <a:ext cx="391606" cy="364535"/>
            <a:chOff x="2593522" y="2407029"/>
            <a:chExt cx="391606" cy="364535"/>
          </a:xfrm>
        </p:grpSpPr>
        <p:sp>
          <p:nvSpPr>
            <p:cNvPr id="8585" name="Google Shape;8585;p63"/>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3"/>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3"/>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3"/>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3"/>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3"/>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3"/>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3"/>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3"/>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3"/>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3"/>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3"/>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3"/>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3"/>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3"/>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3"/>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3"/>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3"/>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3"/>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3"/>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3"/>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3"/>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3"/>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3"/>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3"/>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3"/>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3"/>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3"/>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3"/>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3"/>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3"/>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3"/>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3"/>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3"/>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3"/>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3"/>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3"/>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3"/>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3"/>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63"/>
          <p:cNvGrpSpPr/>
          <p:nvPr/>
        </p:nvGrpSpPr>
        <p:grpSpPr>
          <a:xfrm>
            <a:off x="3955047" y="2432242"/>
            <a:ext cx="322912" cy="334396"/>
            <a:chOff x="3955047" y="2432242"/>
            <a:chExt cx="322912" cy="334396"/>
          </a:xfrm>
        </p:grpSpPr>
        <p:sp>
          <p:nvSpPr>
            <p:cNvPr id="8625" name="Google Shape;8625;p63"/>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3"/>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3"/>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63"/>
          <p:cNvGrpSpPr/>
          <p:nvPr/>
        </p:nvGrpSpPr>
        <p:grpSpPr>
          <a:xfrm>
            <a:off x="1802465" y="1962854"/>
            <a:ext cx="265373" cy="351944"/>
            <a:chOff x="1802465" y="1962854"/>
            <a:chExt cx="265373" cy="351944"/>
          </a:xfrm>
        </p:grpSpPr>
        <p:sp>
          <p:nvSpPr>
            <p:cNvPr id="8629" name="Google Shape;8629;p63"/>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3"/>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3"/>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3"/>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3"/>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3"/>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3"/>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63"/>
          <p:cNvGrpSpPr/>
          <p:nvPr/>
        </p:nvGrpSpPr>
        <p:grpSpPr>
          <a:xfrm>
            <a:off x="3512070" y="1956222"/>
            <a:ext cx="373983" cy="363622"/>
            <a:chOff x="3512070" y="1956222"/>
            <a:chExt cx="373983" cy="363622"/>
          </a:xfrm>
        </p:grpSpPr>
        <p:sp>
          <p:nvSpPr>
            <p:cNvPr id="8637" name="Google Shape;8637;p63"/>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3"/>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3"/>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3"/>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3"/>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3"/>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3"/>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3"/>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3"/>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3"/>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3"/>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3"/>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3"/>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3"/>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3"/>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3"/>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3"/>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63"/>
          <p:cNvGrpSpPr/>
          <p:nvPr/>
        </p:nvGrpSpPr>
        <p:grpSpPr>
          <a:xfrm>
            <a:off x="842683" y="2394751"/>
            <a:ext cx="345640" cy="356660"/>
            <a:chOff x="842683" y="2394751"/>
            <a:chExt cx="345640" cy="356660"/>
          </a:xfrm>
        </p:grpSpPr>
        <p:sp>
          <p:nvSpPr>
            <p:cNvPr id="8655" name="Google Shape;8655;p63"/>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3"/>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3"/>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3"/>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3"/>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3"/>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3"/>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3"/>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3"/>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3"/>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3"/>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3"/>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3"/>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3"/>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3"/>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3"/>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63"/>
          <p:cNvGrpSpPr/>
          <p:nvPr/>
        </p:nvGrpSpPr>
        <p:grpSpPr>
          <a:xfrm>
            <a:off x="1290615" y="2399467"/>
            <a:ext cx="336836" cy="342511"/>
            <a:chOff x="1290615" y="2399467"/>
            <a:chExt cx="336836" cy="342511"/>
          </a:xfrm>
        </p:grpSpPr>
        <p:sp>
          <p:nvSpPr>
            <p:cNvPr id="8672" name="Google Shape;8672;p63"/>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3"/>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3"/>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3"/>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3"/>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3"/>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3"/>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3"/>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3"/>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3"/>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3"/>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3"/>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3"/>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3"/>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3"/>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3"/>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3"/>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3"/>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3"/>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63"/>
          <p:cNvGrpSpPr/>
          <p:nvPr/>
        </p:nvGrpSpPr>
        <p:grpSpPr>
          <a:xfrm>
            <a:off x="1748310" y="2408601"/>
            <a:ext cx="308508" cy="333378"/>
            <a:chOff x="1748310" y="2408601"/>
            <a:chExt cx="308508" cy="333378"/>
          </a:xfrm>
        </p:grpSpPr>
        <p:sp>
          <p:nvSpPr>
            <p:cNvPr id="8692" name="Google Shape;8692;p63"/>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3"/>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3"/>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3"/>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3"/>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3"/>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3"/>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3"/>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63"/>
          <p:cNvGrpSpPr/>
          <p:nvPr/>
        </p:nvGrpSpPr>
        <p:grpSpPr>
          <a:xfrm>
            <a:off x="3044614" y="2418033"/>
            <a:ext cx="376184" cy="315141"/>
            <a:chOff x="3044614" y="2418033"/>
            <a:chExt cx="376184" cy="315141"/>
          </a:xfrm>
        </p:grpSpPr>
        <p:sp>
          <p:nvSpPr>
            <p:cNvPr id="8701" name="Google Shape;8701;p63"/>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3"/>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3"/>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3"/>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3"/>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3"/>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3"/>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3"/>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3"/>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63"/>
          <p:cNvGrpSpPr/>
          <p:nvPr/>
        </p:nvGrpSpPr>
        <p:grpSpPr>
          <a:xfrm>
            <a:off x="3943638" y="3815072"/>
            <a:ext cx="357933" cy="342676"/>
            <a:chOff x="3943638" y="3815072"/>
            <a:chExt cx="357933" cy="342676"/>
          </a:xfrm>
        </p:grpSpPr>
        <p:sp>
          <p:nvSpPr>
            <p:cNvPr id="8711" name="Google Shape;8711;p63"/>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3"/>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3"/>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3"/>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3"/>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3"/>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3"/>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3"/>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3"/>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63"/>
          <p:cNvGrpSpPr/>
          <p:nvPr/>
        </p:nvGrpSpPr>
        <p:grpSpPr>
          <a:xfrm>
            <a:off x="3508282" y="3810341"/>
            <a:ext cx="351644" cy="351959"/>
            <a:chOff x="3508282" y="3810341"/>
            <a:chExt cx="351644" cy="351959"/>
          </a:xfrm>
        </p:grpSpPr>
        <p:sp>
          <p:nvSpPr>
            <p:cNvPr id="8721" name="Google Shape;8721;p63"/>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3"/>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3"/>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3"/>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3"/>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3"/>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3"/>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3"/>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3"/>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3"/>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3"/>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3"/>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3"/>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63"/>
          <p:cNvGrpSpPr/>
          <p:nvPr/>
        </p:nvGrpSpPr>
        <p:grpSpPr>
          <a:xfrm>
            <a:off x="2224585" y="1962854"/>
            <a:ext cx="303163" cy="351809"/>
            <a:chOff x="2224585" y="1962854"/>
            <a:chExt cx="303163" cy="351809"/>
          </a:xfrm>
        </p:grpSpPr>
        <p:sp>
          <p:nvSpPr>
            <p:cNvPr id="8735" name="Google Shape;8735;p63"/>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3"/>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3"/>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3"/>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3"/>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3"/>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3"/>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3"/>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63"/>
          <p:cNvGrpSpPr/>
          <p:nvPr/>
        </p:nvGrpSpPr>
        <p:grpSpPr>
          <a:xfrm>
            <a:off x="2622794" y="1990868"/>
            <a:ext cx="389090" cy="296231"/>
            <a:chOff x="2622794" y="1990868"/>
            <a:chExt cx="389090" cy="296231"/>
          </a:xfrm>
        </p:grpSpPr>
        <p:sp>
          <p:nvSpPr>
            <p:cNvPr id="8744" name="Google Shape;8744;p63"/>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3"/>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3"/>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3"/>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3"/>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3"/>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3"/>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3"/>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3"/>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63"/>
          <p:cNvGrpSpPr/>
          <p:nvPr/>
        </p:nvGrpSpPr>
        <p:grpSpPr>
          <a:xfrm>
            <a:off x="3977326" y="1952149"/>
            <a:ext cx="327074" cy="375241"/>
            <a:chOff x="3977326" y="1952149"/>
            <a:chExt cx="327074" cy="375241"/>
          </a:xfrm>
        </p:grpSpPr>
        <p:sp>
          <p:nvSpPr>
            <p:cNvPr id="8754" name="Google Shape;8754;p63"/>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3"/>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3"/>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3"/>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3"/>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3"/>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3"/>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3"/>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3"/>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3"/>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3"/>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3"/>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3"/>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3"/>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3"/>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3"/>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3"/>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63"/>
          <p:cNvGrpSpPr/>
          <p:nvPr/>
        </p:nvGrpSpPr>
        <p:grpSpPr>
          <a:xfrm>
            <a:off x="1341612" y="3340055"/>
            <a:ext cx="259399" cy="370524"/>
            <a:chOff x="1341612" y="3340055"/>
            <a:chExt cx="259399" cy="370524"/>
          </a:xfrm>
        </p:grpSpPr>
        <p:sp>
          <p:nvSpPr>
            <p:cNvPr id="8772" name="Google Shape;8772;p63"/>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3"/>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3"/>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3"/>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3"/>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3"/>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3"/>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3"/>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3"/>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3"/>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3"/>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3"/>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3"/>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3"/>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3"/>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3"/>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3"/>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3"/>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63"/>
          <p:cNvGrpSpPr/>
          <p:nvPr/>
        </p:nvGrpSpPr>
        <p:grpSpPr>
          <a:xfrm>
            <a:off x="2179892" y="3844972"/>
            <a:ext cx="351629" cy="282381"/>
            <a:chOff x="2179892" y="3844972"/>
            <a:chExt cx="351629" cy="282381"/>
          </a:xfrm>
        </p:grpSpPr>
        <p:sp>
          <p:nvSpPr>
            <p:cNvPr id="8791" name="Google Shape;8791;p63"/>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3"/>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3"/>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3"/>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3"/>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3"/>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3"/>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3"/>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3"/>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3"/>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3"/>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3"/>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3"/>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3"/>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3"/>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3"/>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3"/>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3"/>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3"/>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3"/>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63"/>
          <p:cNvGrpSpPr/>
          <p:nvPr/>
        </p:nvGrpSpPr>
        <p:grpSpPr>
          <a:xfrm>
            <a:off x="3131170" y="3816884"/>
            <a:ext cx="220051" cy="338169"/>
            <a:chOff x="3131170" y="3816884"/>
            <a:chExt cx="220051" cy="338169"/>
          </a:xfrm>
        </p:grpSpPr>
        <p:sp>
          <p:nvSpPr>
            <p:cNvPr id="8812" name="Google Shape;8812;p63"/>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3"/>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3"/>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3"/>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3"/>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3"/>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3"/>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3"/>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3"/>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63"/>
          <p:cNvGrpSpPr/>
          <p:nvPr/>
        </p:nvGrpSpPr>
        <p:grpSpPr>
          <a:xfrm>
            <a:off x="903502" y="3359564"/>
            <a:ext cx="247990" cy="333393"/>
            <a:chOff x="903502" y="3359564"/>
            <a:chExt cx="247990" cy="333393"/>
          </a:xfrm>
        </p:grpSpPr>
        <p:sp>
          <p:nvSpPr>
            <p:cNvPr id="8822" name="Google Shape;8822;p63"/>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3"/>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3"/>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3"/>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3"/>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3"/>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3"/>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3"/>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3"/>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3"/>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3"/>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3"/>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3"/>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3"/>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3"/>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3"/>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3"/>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3"/>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3"/>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3"/>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3"/>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3"/>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63"/>
          <p:cNvGrpSpPr/>
          <p:nvPr/>
        </p:nvGrpSpPr>
        <p:grpSpPr>
          <a:xfrm>
            <a:off x="2616191" y="2890461"/>
            <a:ext cx="365793" cy="361152"/>
            <a:chOff x="2616191" y="2890461"/>
            <a:chExt cx="365793" cy="361152"/>
          </a:xfrm>
        </p:grpSpPr>
        <p:sp>
          <p:nvSpPr>
            <p:cNvPr id="8845" name="Google Shape;8845;p63"/>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3"/>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3"/>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3"/>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3"/>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3"/>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3"/>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3"/>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3"/>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63"/>
          <p:cNvGrpSpPr/>
          <p:nvPr/>
        </p:nvGrpSpPr>
        <p:grpSpPr>
          <a:xfrm>
            <a:off x="3049959" y="1945861"/>
            <a:ext cx="402940" cy="388536"/>
            <a:chOff x="3049959" y="1945861"/>
            <a:chExt cx="402940" cy="388536"/>
          </a:xfrm>
        </p:grpSpPr>
        <p:sp>
          <p:nvSpPr>
            <p:cNvPr id="8857" name="Google Shape;8857;p63"/>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3"/>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3"/>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3"/>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3"/>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3"/>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63"/>
          <p:cNvGrpSpPr/>
          <p:nvPr/>
        </p:nvGrpSpPr>
        <p:grpSpPr>
          <a:xfrm>
            <a:off x="2483025" y="4268679"/>
            <a:ext cx="202428" cy="349114"/>
            <a:chOff x="2483025" y="4268679"/>
            <a:chExt cx="202428" cy="349114"/>
          </a:xfrm>
        </p:grpSpPr>
        <p:sp>
          <p:nvSpPr>
            <p:cNvPr id="8864" name="Google Shape;8864;p63"/>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3"/>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3"/>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3"/>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3"/>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3"/>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63"/>
          <p:cNvGrpSpPr/>
          <p:nvPr/>
        </p:nvGrpSpPr>
        <p:grpSpPr>
          <a:xfrm>
            <a:off x="862507" y="2885984"/>
            <a:ext cx="329590" cy="365000"/>
            <a:chOff x="862507" y="2885984"/>
            <a:chExt cx="329590" cy="365000"/>
          </a:xfrm>
        </p:grpSpPr>
        <p:sp>
          <p:nvSpPr>
            <p:cNvPr id="8871" name="Google Shape;8871;p63"/>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3"/>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3"/>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3"/>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3"/>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3"/>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3"/>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63"/>
          <p:cNvGrpSpPr/>
          <p:nvPr/>
        </p:nvGrpSpPr>
        <p:grpSpPr>
          <a:xfrm>
            <a:off x="3082075" y="2871805"/>
            <a:ext cx="318884" cy="379807"/>
            <a:chOff x="3082075" y="2871805"/>
            <a:chExt cx="318884" cy="379807"/>
          </a:xfrm>
        </p:grpSpPr>
        <p:sp>
          <p:nvSpPr>
            <p:cNvPr id="8879" name="Google Shape;8879;p63"/>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3"/>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3"/>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3"/>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3"/>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3"/>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3"/>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3"/>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3"/>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3"/>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3"/>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3"/>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3"/>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3"/>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3"/>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3"/>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3"/>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3"/>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3"/>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3"/>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63"/>
          <p:cNvGrpSpPr/>
          <p:nvPr/>
        </p:nvGrpSpPr>
        <p:grpSpPr>
          <a:xfrm>
            <a:off x="2594780" y="1516494"/>
            <a:ext cx="410187" cy="324244"/>
            <a:chOff x="2594780" y="1516494"/>
            <a:chExt cx="410187" cy="324244"/>
          </a:xfrm>
        </p:grpSpPr>
        <p:sp>
          <p:nvSpPr>
            <p:cNvPr id="8900" name="Google Shape;8900;p63"/>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3"/>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3"/>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3"/>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3"/>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3"/>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3"/>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3"/>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63"/>
          <p:cNvGrpSpPr/>
          <p:nvPr/>
        </p:nvGrpSpPr>
        <p:grpSpPr>
          <a:xfrm>
            <a:off x="1742965" y="1502959"/>
            <a:ext cx="333692" cy="333363"/>
            <a:chOff x="1742965" y="1502959"/>
            <a:chExt cx="333692" cy="333363"/>
          </a:xfrm>
        </p:grpSpPr>
        <p:sp>
          <p:nvSpPr>
            <p:cNvPr id="8909" name="Google Shape;8909;p63"/>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3"/>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3"/>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3"/>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63"/>
          <p:cNvGrpSpPr/>
          <p:nvPr/>
        </p:nvGrpSpPr>
        <p:grpSpPr>
          <a:xfrm>
            <a:off x="3051531" y="1516809"/>
            <a:ext cx="390034" cy="296545"/>
            <a:chOff x="3051531" y="1516809"/>
            <a:chExt cx="390034" cy="296545"/>
          </a:xfrm>
        </p:grpSpPr>
        <p:sp>
          <p:nvSpPr>
            <p:cNvPr id="8914" name="Google Shape;8914;p63"/>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3"/>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3"/>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3"/>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3"/>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3"/>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3"/>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3"/>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3"/>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3"/>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3"/>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3"/>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3"/>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3"/>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3"/>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63"/>
          <p:cNvGrpSpPr/>
          <p:nvPr/>
        </p:nvGrpSpPr>
        <p:grpSpPr>
          <a:xfrm>
            <a:off x="3514900" y="1489020"/>
            <a:ext cx="354145" cy="351869"/>
            <a:chOff x="3514900" y="1489020"/>
            <a:chExt cx="354145" cy="351869"/>
          </a:xfrm>
        </p:grpSpPr>
        <p:sp>
          <p:nvSpPr>
            <p:cNvPr id="8930" name="Google Shape;8930;p63"/>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3"/>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3"/>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3"/>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3"/>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3"/>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3"/>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3"/>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3"/>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3"/>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3"/>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3"/>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3"/>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3"/>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3"/>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3"/>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3"/>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3"/>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3"/>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3"/>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3"/>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3"/>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63"/>
          <p:cNvGrpSpPr/>
          <p:nvPr/>
        </p:nvGrpSpPr>
        <p:grpSpPr>
          <a:xfrm>
            <a:off x="3066324" y="3350446"/>
            <a:ext cx="346598" cy="333183"/>
            <a:chOff x="3066324" y="3350446"/>
            <a:chExt cx="346598" cy="333183"/>
          </a:xfrm>
        </p:grpSpPr>
        <p:sp>
          <p:nvSpPr>
            <p:cNvPr id="8953" name="Google Shape;8953;p63"/>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3"/>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3"/>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3"/>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3"/>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3"/>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3"/>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3"/>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3"/>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3"/>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63"/>
          <p:cNvGrpSpPr/>
          <p:nvPr/>
        </p:nvGrpSpPr>
        <p:grpSpPr>
          <a:xfrm>
            <a:off x="1282755" y="1952089"/>
            <a:ext cx="363278" cy="363338"/>
            <a:chOff x="1282755" y="1952089"/>
            <a:chExt cx="363278" cy="363338"/>
          </a:xfrm>
        </p:grpSpPr>
        <p:sp>
          <p:nvSpPr>
            <p:cNvPr id="8964" name="Google Shape;8964;p63"/>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3"/>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3"/>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3"/>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3"/>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3"/>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3"/>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63"/>
          <p:cNvGrpSpPr/>
          <p:nvPr/>
        </p:nvGrpSpPr>
        <p:grpSpPr>
          <a:xfrm>
            <a:off x="3510094" y="2909281"/>
            <a:ext cx="355133" cy="343574"/>
            <a:chOff x="3510094" y="2909281"/>
            <a:chExt cx="355133" cy="343574"/>
          </a:xfrm>
        </p:grpSpPr>
        <p:sp>
          <p:nvSpPr>
            <p:cNvPr id="8972" name="Google Shape;8972;p63"/>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3"/>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3"/>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3"/>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3"/>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3"/>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3"/>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3"/>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3"/>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3"/>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3"/>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3"/>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3"/>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5" name="Google Shape;8985;p63"/>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6" name="Google Shape;8986;p63"/>
          <p:cNvGrpSpPr/>
          <p:nvPr/>
        </p:nvGrpSpPr>
        <p:grpSpPr>
          <a:xfrm>
            <a:off x="2163842" y="1506972"/>
            <a:ext cx="382787" cy="331566"/>
            <a:chOff x="2163842" y="1506972"/>
            <a:chExt cx="382787" cy="331566"/>
          </a:xfrm>
        </p:grpSpPr>
        <p:sp>
          <p:nvSpPr>
            <p:cNvPr id="8987" name="Google Shape;8987;p63"/>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3"/>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3"/>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3"/>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3"/>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3"/>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3"/>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3"/>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63"/>
          <p:cNvGrpSpPr/>
          <p:nvPr/>
        </p:nvGrpSpPr>
        <p:grpSpPr>
          <a:xfrm>
            <a:off x="1738877" y="3349652"/>
            <a:ext cx="357918" cy="350536"/>
            <a:chOff x="1738877" y="3349652"/>
            <a:chExt cx="357918" cy="350536"/>
          </a:xfrm>
        </p:grpSpPr>
        <p:sp>
          <p:nvSpPr>
            <p:cNvPr id="8996" name="Google Shape;8996;p63"/>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3"/>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3"/>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3"/>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3"/>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3"/>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3"/>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3"/>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3"/>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3"/>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3"/>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3"/>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3"/>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3"/>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3"/>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3"/>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3"/>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3"/>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63"/>
          <p:cNvGrpSpPr/>
          <p:nvPr/>
        </p:nvGrpSpPr>
        <p:grpSpPr>
          <a:xfrm>
            <a:off x="1971819" y="4276854"/>
            <a:ext cx="383281" cy="333947"/>
            <a:chOff x="1971819" y="4276854"/>
            <a:chExt cx="383281" cy="333947"/>
          </a:xfrm>
        </p:grpSpPr>
        <p:sp>
          <p:nvSpPr>
            <p:cNvPr id="9015" name="Google Shape;9015;p63"/>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3"/>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3"/>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3"/>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3"/>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3"/>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3"/>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3"/>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3"/>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3"/>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63"/>
          <p:cNvGrpSpPr/>
          <p:nvPr/>
        </p:nvGrpSpPr>
        <p:grpSpPr>
          <a:xfrm>
            <a:off x="1825119" y="2885819"/>
            <a:ext cx="175987" cy="361391"/>
            <a:chOff x="1825119" y="2885819"/>
            <a:chExt cx="175987" cy="361391"/>
          </a:xfrm>
        </p:grpSpPr>
        <p:sp>
          <p:nvSpPr>
            <p:cNvPr id="9026" name="Google Shape;9026;p63"/>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3"/>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3"/>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3"/>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3"/>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3"/>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3"/>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3"/>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3"/>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3"/>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63"/>
          <p:cNvGrpSpPr/>
          <p:nvPr/>
        </p:nvGrpSpPr>
        <p:grpSpPr>
          <a:xfrm>
            <a:off x="3504824" y="3405844"/>
            <a:ext cx="369896" cy="226339"/>
            <a:chOff x="3504824" y="3405844"/>
            <a:chExt cx="369896" cy="226339"/>
          </a:xfrm>
        </p:grpSpPr>
        <p:sp>
          <p:nvSpPr>
            <p:cNvPr id="9037" name="Google Shape;9037;p63"/>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3"/>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3"/>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3"/>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3"/>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3"/>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3"/>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3"/>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3"/>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3"/>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3"/>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3"/>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3"/>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3"/>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3"/>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3"/>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63"/>
          <p:cNvGrpSpPr/>
          <p:nvPr/>
        </p:nvGrpSpPr>
        <p:grpSpPr>
          <a:xfrm>
            <a:off x="1295661" y="3819594"/>
            <a:ext cx="345640" cy="342900"/>
            <a:chOff x="1295661" y="3819594"/>
            <a:chExt cx="345640" cy="342900"/>
          </a:xfrm>
        </p:grpSpPr>
        <p:sp>
          <p:nvSpPr>
            <p:cNvPr id="9054" name="Google Shape;9054;p63"/>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3"/>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3"/>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3"/>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3"/>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3"/>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3"/>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3"/>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3"/>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3"/>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3"/>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3"/>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3"/>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3"/>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3"/>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3"/>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3"/>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63"/>
          <p:cNvGrpSpPr/>
          <p:nvPr/>
        </p:nvGrpSpPr>
        <p:grpSpPr>
          <a:xfrm>
            <a:off x="3486572" y="2433470"/>
            <a:ext cx="379328" cy="281738"/>
            <a:chOff x="3486572" y="2433470"/>
            <a:chExt cx="379328" cy="281738"/>
          </a:xfrm>
        </p:grpSpPr>
        <p:sp>
          <p:nvSpPr>
            <p:cNvPr id="9072" name="Google Shape;9072;p63"/>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3"/>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3"/>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3"/>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3"/>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3"/>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3"/>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9" name="Google Shape;9079;p63"/>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0" name="Google Shape;9080;p63"/>
          <p:cNvGrpSpPr/>
          <p:nvPr/>
        </p:nvGrpSpPr>
        <p:grpSpPr>
          <a:xfrm>
            <a:off x="3997149" y="3329634"/>
            <a:ext cx="270733" cy="355762"/>
            <a:chOff x="3997149" y="3329634"/>
            <a:chExt cx="270733" cy="355762"/>
          </a:xfrm>
        </p:grpSpPr>
        <p:sp>
          <p:nvSpPr>
            <p:cNvPr id="9081" name="Google Shape;9081;p63"/>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3"/>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3"/>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3"/>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3"/>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3"/>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3"/>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3"/>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3"/>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3"/>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3"/>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3"/>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3"/>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3"/>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3"/>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3"/>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3"/>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3"/>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3"/>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3"/>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3"/>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63"/>
          <p:cNvGrpSpPr/>
          <p:nvPr/>
        </p:nvGrpSpPr>
        <p:grpSpPr>
          <a:xfrm>
            <a:off x="3954343" y="2899354"/>
            <a:ext cx="345655" cy="343529"/>
            <a:chOff x="3954343" y="2899354"/>
            <a:chExt cx="345655" cy="343529"/>
          </a:xfrm>
        </p:grpSpPr>
        <p:sp>
          <p:nvSpPr>
            <p:cNvPr id="9103" name="Google Shape;9103;p63"/>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3"/>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3"/>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3"/>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3"/>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3"/>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3"/>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3"/>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3"/>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3"/>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3"/>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3"/>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63"/>
          <p:cNvGrpSpPr/>
          <p:nvPr/>
        </p:nvGrpSpPr>
        <p:grpSpPr>
          <a:xfrm>
            <a:off x="2166043" y="3351344"/>
            <a:ext cx="369566" cy="349803"/>
            <a:chOff x="2166043" y="3351344"/>
            <a:chExt cx="369566" cy="349803"/>
          </a:xfrm>
        </p:grpSpPr>
        <p:sp>
          <p:nvSpPr>
            <p:cNvPr id="9116" name="Google Shape;9116;p63"/>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3"/>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3"/>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3"/>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3"/>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3"/>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3"/>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3"/>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3"/>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63"/>
          <p:cNvGrpSpPr/>
          <p:nvPr/>
        </p:nvGrpSpPr>
        <p:grpSpPr>
          <a:xfrm>
            <a:off x="2619649" y="3352332"/>
            <a:ext cx="365793" cy="329275"/>
            <a:chOff x="2619649" y="3352332"/>
            <a:chExt cx="365793" cy="329275"/>
          </a:xfrm>
        </p:grpSpPr>
        <p:sp>
          <p:nvSpPr>
            <p:cNvPr id="9126" name="Google Shape;9126;p63"/>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3"/>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3"/>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3"/>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3"/>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3"/>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3"/>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3"/>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3"/>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3"/>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63"/>
          <p:cNvGrpSpPr/>
          <p:nvPr/>
        </p:nvGrpSpPr>
        <p:grpSpPr>
          <a:xfrm>
            <a:off x="1293760" y="1498228"/>
            <a:ext cx="340624" cy="351944"/>
            <a:chOff x="1293760" y="1498228"/>
            <a:chExt cx="340624" cy="351944"/>
          </a:xfrm>
        </p:grpSpPr>
        <p:sp>
          <p:nvSpPr>
            <p:cNvPr id="9137" name="Google Shape;9137;p63"/>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3"/>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3"/>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3"/>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3"/>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3"/>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3"/>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3"/>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3"/>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3"/>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3"/>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3"/>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3"/>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3"/>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63"/>
          <p:cNvGrpSpPr/>
          <p:nvPr/>
        </p:nvGrpSpPr>
        <p:grpSpPr>
          <a:xfrm>
            <a:off x="849601" y="1952074"/>
            <a:ext cx="406713" cy="383745"/>
            <a:chOff x="849601" y="1952074"/>
            <a:chExt cx="406713" cy="383745"/>
          </a:xfrm>
        </p:grpSpPr>
        <p:sp>
          <p:nvSpPr>
            <p:cNvPr id="9152" name="Google Shape;9152;p63"/>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3"/>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3"/>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3"/>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3"/>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3"/>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3"/>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63"/>
          <p:cNvGrpSpPr/>
          <p:nvPr/>
        </p:nvGrpSpPr>
        <p:grpSpPr>
          <a:xfrm>
            <a:off x="2253871" y="2893365"/>
            <a:ext cx="203985" cy="355417"/>
            <a:chOff x="2253871" y="2893365"/>
            <a:chExt cx="203985" cy="355417"/>
          </a:xfrm>
        </p:grpSpPr>
        <p:sp>
          <p:nvSpPr>
            <p:cNvPr id="9160" name="Google Shape;9160;p63"/>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3"/>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3"/>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3"/>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3"/>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3"/>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3"/>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3"/>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3"/>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3"/>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3"/>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63"/>
          <p:cNvGrpSpPr/>
          <p:nvPr/>
        </p:nvGrpSpPr>
        <p:grpSpPr>
          <a:xfrm>
            <a:off x="2191541" y="2408601"/>
            <a:ext cx="308823" cy="342571"/>
            <a:chOff x="2191541" y="2408601"/>
            <a:chExt cx="308823" cy="342571"/>
          </a:xfrm>
        </p:grpSpPr>
        <p:sp>
          <p:nvSpPr>
            <p:cNvPr id="9172" name="Google Shape;9172;p63"/>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3"/>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3"/>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3"/>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3"/>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3"/>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3"/>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3"/>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3"/>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3"/>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3"/>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3"/>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3"/>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5" name="Google Shape;9185;p63"/>
          <p:cNvGrpSpPr/>
          <p:nvPr/>
        </p:nvGrpSpPr>
        <p:grpSpPr>
          <a:xfrm>
            <a:off x="847400" y="1503588"/>
            <a:ext cx="342496" cy="341553"/>
            <a:chOff x="847400" y="1503588"/>
            <a:chExt cx="342496" cy="341553"/>
          </a:xfrm>
        </p:grpSpPr>
        <p:sp>
          <p:nvSpPr>
            <p:cNvPr id="9186" name="Google Shape;9186;p63"/>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3"/>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3"/>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3"/>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3"/>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3"/>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3"/>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3"/>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3"/>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3"/>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3"/>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3"/>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3"/>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3"/>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3"/>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3"/>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3"/>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3"/>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3"/>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3"/>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63"/>
          <p:cNvGrpSpPr/>
          <p:nvPr/>
        </p:nvGrpSpPr>
        <p:grpSpPr>
          <a:xfrm>
            <a:off x="1329963" y="2899669"/>
            <a:ext cx="280495" cy="361077"/>
            <a:chOff x="1329963" y="2899669"/>
            <a:chExt cx="280495" cy="361077"/>
          </a:xfrm>
        </p:grpSpPr>
        <p:sp>
          <p:nvSpPr>
            <p:cNvPr id="9207" name="Google Shape;9207;p63"/>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3"/>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3"/>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3"/>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3"/>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63"/>
          <p:cNvGrpSpPr/>
          <p:nvPr/>
        </p:nvGrpSpPr>
        <p:grpSpPr>
          <a:xfrm>
            <a:off x="937429" y="3800908"/>
            <a:ext cx="195496" cy="343439"/>
            <a:chOff x="937429" y="3800908"/>
            <a:chExt cx="195496" cy="343439"/>
          </a:xfrm>
        </p:grpSpPr>
        <p:sp>
          <p:nvSpPr>
            <p:cNvPr id="9215" name="Google Shape;9215;p63"/>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3"/>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3"/>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3"/>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3"/>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3"/>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3"/>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3"/>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3"/>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3"/>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3"/>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3"/>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3"/>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63"/>
          <p:cNvGrpSpPr/>
          <p:nvPr/>
        </p:nvGrpSpPr>
        <p:grpSpPr>
          <a:xfrm>
            <a:off x="2687659" y="3810655"/>
            <a:ext cx="365164" cy="342511"/>
            <a:chOff x="2611459" y="3810655"/>
            <a:chExt cx="365164" cy="342511"/>
          </a:xfrm>
        </p:grpSpPr>
        <p:sp>
          <p:nvSpPr>
            <p:cNvPr id="9229" name="Google Shape;9229;p63"/>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3"/>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3"/>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3"/>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3"/>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3"/>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3"/>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3"/>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3"/>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3"/>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3"/>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63"/>
          <p:cNvGrpSpPr/>
          <p:nvPr/>
        </p:nvGrpSpPr>
        <p:grpSpPr>
          <a:xfrm>
            <a:off x="3952456" y="1524280"/>
            <a:ext cx="370195" cy="300154"/>
            <a:chOff x="3952456" y="1524280"/>
            <a:chExt cx="370195" cy="300154"/>
          </a:xfrm>
        </p:grpSpPr>
        <p:sp>
          <p:nvSpPr>
            <p:cNvPr id="9241" name="Google Shape;9241;p63"/>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3"/>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3"/>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3"/>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3"/>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3"/>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50" name="Shape 9250"/>
        <p:cNvGrpSpPr/>
        <p:nvPr/>
      </p:nvGrpSpPr>
      <p:grpSpPr>
        <a:xfrm>
          <a:off x="0" y="0"/>
          <a:ext cx="0" cy="0"/>
          <a:chOff x="0" y="0"/>
          <a:chExt cx="0" cy="0"/>
        </a:xfrm>
      </p:grpSpPr>
      <p:sp>
        <p:nvSpPr>
          <p:cNvPr id="9251" name="Google Shape;9251;p64"/>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252" name="Google Shape;9252;p64"/>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253" name="Google Shape;9253;p64"/>
          <p:cNvGrpSpPr/>
          <p:nvPr/>
        </p:nvGrpSpPr>
        <p:grpSpPr>
          <a:xfrm>
            <a:off x="908482" y="1502585"/>
            <a:ext cx="257112" cy="362808"/>
            <a:chOff x="908482" y="1502585"/>
            <a:chExt cx="257112" cy="362808"/>
          </a:xfrm>
        </p:grpSpPr>
        <p:sp>
          <p:nvSpPr>
            <p:cNvPr id="9254" name="Google Shape;9254;p64"/>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4"/>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4"/>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4"/>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4"/>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4"/>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4"/>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4"/>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4"/>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4"/>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4"/>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4"/>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4"/>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4"/>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4"/>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4"/>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4"/>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4"/>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4"/>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4"/>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64"/>
          <p:cNvGrpSpPr/>
          <p:nvPr/>
        </p:nvGrpSpPr>
        <p:grpSpPr>
          <a:xfrm>
            <a:off x="1303537" y="1502716"/>
            <a:ext cx="362939" cy="362677"/>
            <a:chOff x="1303537" y="1502716"/>
            <a:chExt cx="362939" cy="362677"/>
          </a:xfrm>
        </p:grpSpPr>
        <p:sp>
          <p:nvSpPr>
            <p:cNvPr id="9275" name="Google Shape;9275;p64"/>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4"/>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4"/>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4"/>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4"/>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4"/>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4"/>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4"/>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4"/>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4"/>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4"/>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6" name="Google Shape;9286;p64"/>
          <p:cNvGrpSpPr/>
          <p:nvPr/>
        </p:nvGrpSpPr>
        <p:grpSpPr>
          <a:xfrm>
            <a:off x="1751901" y="1502716"/>
            <a:ext cx="362677" cy="362677"/>
            <a:chOff x="1751901" y="1502716"/>
            <a:chExt cx="362677" cy="362677"/>
          </a:xfrm>
        </p:grpSpPr>
        <p:sp>
          <p:nvSpPr>
            <p:cNvPr id="9287" name="Google Shape;9287;p64"/>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4"/>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4"/>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4"/>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4"/>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4"/>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4"/>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4"/>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4"/>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4"/>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4"/>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4"/>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4"/>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4"/>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4"/>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4"/>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4"/>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4"/>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4"/>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6" name="Google Shape;9306;p64"/>
          <p:cNvGrpSpPr/>
          <p:nvPr/>
        </p:nvGrpSpPr>
        <p:grpSpPr>
          <a:xfrm>
            <a:off x="3095178" y="1502716"/>
            <a:ext cx="334290" cy="362677"/>
            <a:chOff x="3095178" y="1502716"/>
            <a:chExt cx="334290" cy="362677"/>
          </a:xfrm>
        </p:grpSpPr>
        <p:sp>
          <p:nvSpPr>
            <p:cNvPr id="9307" name="Google Shape;9307;p64"/>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4"/>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4"/>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4"/>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4"/>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4"/>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4"/>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4"/>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4"/>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4"/>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4"/>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4"/>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4"/>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4"/>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4"/>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4"/>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4"/>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64"/>
          <p:cNvGrpSpPr/>
          <p:nvPr/>
        </p:nvGrpSpPr>
        <p:grpSpPr>
          <a:xfrm>
            <a:off x="3542281" y="1505605"/>
            <a:ext cx="366196" cy="357005"/>
            <a:chOff x="3542281" y="1505605"/>
            <a:chExt cx="366196" cy="357005"/>
          </a:xfrm>
        </p:grpSpPr>
        <p:sp>
          <p:nvSpPr>
            <p:cNvPr id="9325" name="Google Shape;9325;p64"/>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4"/>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4"/>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4"/>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4"/>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4"/>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4"/>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4"/>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4"/>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4"/>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4"/>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4"/>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4"/>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4"/>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4"/>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4"/>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4"/>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4"/>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4"/>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4"/>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4"/>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4"/>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4"/>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4"/>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4"/>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64"/>
          <p:cNvGrpSpPr/>
          <p:nvPr/>
        </p:nvGrpSpPr>
        <p:grpSpPr>
          <a:xfrm>
            <a:off x="1748382" y="3384797"/>
            <a:ext cx="364673" cy="340067"/>
            <a:chOff x="1748382" y="3384797"/>
            <a:chExt cx="364673" cy="340067"/>
          </a:xfrm>
        </p:grpSpPr>
        <p:sp>
          <p:nvSpPr>
            <p:cNvPr id="9351" name="Google Shape;9351;p64"/>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4"/>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4"/>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4"/>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4"/>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4"/>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4"/>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4"/>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4"/>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4"/>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4"/>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4"/>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4"/>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4"/>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4"/>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64"/>
          <p:cNvGrpSpPr/>
          <p:nvPr/>
        </p:nvGrpSpPr>
        <p:grpSpPr>
          <a:xfrm>
            <a:off x="6221064" y="3811049"/>
            <a:ext cx="364673" cy="339804"/>
            <a:chOff x="6221064" y="3811049"/>
            <a:chExt cx="364673" cy="339804"/>
          </a:xfrm>
        </p:grpSpPr>
        <p:sp>
          <p:nvSpPr>
            <p:cNvPr id="9367" name="Google Shape;9367;p64"/>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4"/>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4"/>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4"/>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4"/>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4"/>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4"/>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4"/>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4"/>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4"/>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4"/>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4"/>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4"/>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4"/>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4"/>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64"/>
          <p:cNvGrpSpPr/>
          <p:nvPr/>
        </p:nvGrpSpPr>
        <p:grpSpPr>
          <a:xfrm>
            <a:off x="2182643" y="3386320"/>
            <a:ext cx="382030" cy="320451"/>
            <a:chOff x="2182643" y="3386320"/>
            <a:chExt cx="382030" cy="320451"/>
          </a:xfrm>
        </p:grpSpPr>
        <p:sp>
          <p:nvSpPr>
            <p:cNvPr id="9383" name="Google Shape;9383;p64"/>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4"/>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4"/>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4"/>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4"/>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4"/>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4"/>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4"/>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4"/>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4"/>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4"/>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4"/>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4"/>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4"/>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4"/>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64"/>
          <p:cNvGrpSpPr/>
          <p:nvPr/>
        </p:nvGrpSpPr>
        <p:grpSpPr>
          <a:xfrm>
            <a:off x="3084386" y="3389340"/>
            <a:ext cx="353880" cy="330745"/>
            <a:chOff x="3084386" y="3389340"/>
            <a:chExt cx="353880" cy="330745"/>
          </a:xfrm>
        </p:grpSpPr>
        <p:sp>
          <p:nvSpPr>
            <p:cNvPr id="9399" name="Google Shape;9399;p64"/>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4"/>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4"/>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4"/>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4"/>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4"/>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4"/>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4"/>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4"/>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4"/>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4"/>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4"/>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64"/>
          <p:cNvGrpSpPr/>
          <p:nvPr/>
        </p:nvGrpSpPr>
        <p:grpSpPr>
          <a:xfrm>
            <a:off x="863499" y="1970906"/>
            <a:ext cx="347078" cy="364016"/>
            <a:chOff x="863499" y="1970906"/>
            <a:chExt cx="347078" cy="364016"/>
          </a:xfrm>
        </p:grpSpPr>
        <p:sp>
          <p:nvSpPr>
            <p:cNvPr id="9412" name="Google Shape;9412;p64"/>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4"/>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4"/>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4"/>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4"/>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4"/>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4"/>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4"/>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4"/>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4"/>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4"/>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4"/>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4"/>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4"/>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64"/>
          <p:cNvGrpSpPr/>
          <p:nvPr/>
        </p:nvGrpSpPr>
        <p:grpSpPr>
          <a:xfrm>
            <a:off x="1749879" y="1970906"/>
            <a:ext cx="364436" cy="364174"/>
            <a:chOff x="1749879" y="1970906"/>
            <a:chExt cx="364436" cy="364174"/>
          </a:xfrm>
        </p:grpSpPr>
        <p:sp>
          <p:nvSpPr>
            <p:cNvPr id="9427" name="Google Shape;9427;p64"/>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4"/>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4"/>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4"/>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4"/>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4"/>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4"/>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4"/>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4"/>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4"/>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4"/>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4"/>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4"/>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4"/>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64"/>
          <p:cNvGrpSpPr/>
          <p:nvPr/>
        </p:nvGrpSpPr>
        <p:grpSpPr>
          <a:xfrm>
            <a:off x="2186425" y="1976158"/>
            <a:ext cx="396106" cy="353985"/>
            <a:chOff x="2186425" y="1976158"/>
            <a:chExt cx="396106" cy="353985"/>
          </a:xfrm>
        </p:grpSpPr>
        <p:sp>
          <p:nvSpPr>
            <p:cNvPr id="9442" name="Google Shape;9442;p64"/>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4"/>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4"/>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4"/>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4"/>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4"/>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4"/>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64"/>
          <p:cNvGrpSpPr/>
          <p:nvPr/>
        </p:nvGrpSpPr>
        <p:grpSpPr>
          <a:xfrm>
            <a:off x="2659157" y="2017412"/>
            <a:ext cx="319190" cy="271240"/>
            <a:chOff x="2659157" y="2017412"/>
            <a:chExt cx="319190" cy="271240"/>
          </a:xfrm>
        </p:grpSpPr>
        <p:sp>
          <p:nvSpPr>
            <p:cNvPr id="9450" name="Google Shape;9450;p64"/>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4"/>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4"/>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4"/>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4"/>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4"/>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4"/>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4"/>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4"/>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4"/>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4"/>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4"/>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4"/>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4"/>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4"/>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4"/>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4"/>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4"/>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4"/>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4"/>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4"/>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4"/>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4"/>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4"/>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4"/>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4"/>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64"/>
          <p:cNvGrpSpPr/>
          <p:nvPr/>
        </p:nvGrpSpPr>
        <p:grpSpPr>
          <a:xfrm>
            <a:off x="3111775" y="1993516"/>
            <a:ext cx="318928" cy="319217"/>
            <a:chOff x="3111775" y="1993516"/>
            <a:chExt cx="318928" cy="319217"/>
          </a:xfrm>
        </p:grpSpPr>
        <p:sp>
          <p:nvSpPr>
            <p:cNvPr id="9477" name="Google Shape;9477;p64"/>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4"/>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4"/>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4"/>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4"/>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4"/>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4"/>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4"/>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4"/>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4"/>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4"/>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4"/>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4"/>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4"/>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4"/>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4"/>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4"/>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4"/>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4"/>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4"/>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4"/>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4"/>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4"/>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4"/>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4"/>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4"/>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4"/>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4"/>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4"/>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4"/>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64"/>
          <p:cNvGrpSpPr/>
          <p:nvPr/>
        </p:nvGrpSpPr>
        <p:grpSpPr>
          <a:xfrm>
            <a:off x="4023785" y="1970407"/>
            <a:ext cx="288807" cy="355377"/>
            <a:chOff x="4023785" y="1970407"/>
            <a:chExt cx="288807" cy="355377"/>
          </a:xfrm>
        </p:grpSpPr>
        <p:sp>
          <p:nvSpPr>
            <p:cNvPr id="9508" name="Google Shape;9508;p64"/>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4"/>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4"/>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4"/>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4"/>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4"/>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4"/>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4"/>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4"/>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4"/>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4"/>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4"/>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4"/>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4"/>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4"/>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4"/>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4"/>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4"/>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4"/>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4"/>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64"/>
          <p:cNvGrpSpPr/>
          <p:nvPr/>
        </p:nvGrpSpPr>
        <p:grpSpPr>
          <a:xfrm>
            <a:off x="3544540" y="3380963"/>
            <a:ext cx="320188" cy="319269"/>
            <a:chOff x="3544540" y="3380963"/>
            <a:chExt cx="320188" cy="319269"/>
          </a:xfrm>
        </p:grpSpPr>
        <p:sp>
          <p:nvSpPr>
            <p:cNvPr id="9529" name="Google Shape;9529;p64"/>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4"/>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4"/>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4"/>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4"/>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4"/>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4"/>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4"/>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4"/>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4"/>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4"/>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4"/>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4"/>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4"/>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4"/>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4"/>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64"/>
          <p:cNvGrpSpPr/>
          <p:nvPr/>
        </p:nvGrpSpPr>
        <p:grpSpPr>
          <a:xfrm>
            <a:off x="3944637" y="3354834"/>
            <a:ext cx="415696" cy="371605"/>
            <a:chOff x="3944637" y="3354834"/>
            <a:chExt cx="415696" cy="371605"/>
          </a:xfrm>
        </p:grpSpPr>
        <p:sp>
          <p:nvSpPr>
            <p:cNvPr id="9546" name="Google Shape;9546;p64"/>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4"/>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4"/>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4"/>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4"/>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4"/>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4"/>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4"/>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4"/>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4"/>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4"/>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4"/>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4"/>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4"/>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4"/>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4"/>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4"/>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3" name="Google Shape;9563;p64"/>
          <p:cNvGrpSpPr/>
          <p:nvPr/>
        </p:nvGrpSpPr>
        <p:grpSpPr>
          <a:xfrm>
            <a:off x="1314619" y="3821527"/>
            <a:ext cx="346317" cy="332136"/>
            <a:chOff x="1314619" y="3821527"/>
            <a:chExt cx="346317" cy="332136"/>
          </a:xfrm>
        </p:grpSpPr>
        <p:sp>
          <p:nvSpPr>
            <p:cNvPr id="9564" name="Google Shape;9564;p64"/>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4"/>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4"/>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4"/>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4"/>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4"/>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4"/>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4"/>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64"/>
          <p:cNvGrpSpPr/>
          <p:nvPr/>
        </p:nvGrpSpPr>
        <p:grpSpPr>
          <a:xfrm>
            <a:off x="1751139" y="3790934"/>
            <a:ext cx="386258" cy="380507"/>
            <a:chOff x="1751139" y="3790934"/>
            <a:chExt cx="386258" cy="380507"/>
          </a:xfrm>
        </p:grpSpPr>
        <p:sp>
          <p:nvSpPr>
            <p:cNvPr id="9573" name="Google Shape;9573;p64"/>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4"/>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4"/>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4"/>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4"/>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4"/>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4"/>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4"/>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4"/>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4"/>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4"/>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4"/>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4"/>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4"/>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4"/>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4"/>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64"/>
          <p:cNvGrpSpPr/>
          <p:nvPr/>
        </p:nvGrpSpPr>
        <p:grpSpPr>
          <a:xfrm>
            <a:off x="2189681" y="3821606"/>
            <a:ext cx="395607" cy="318928"/>
            <a:chOff x="2189681" y="3821606"/>
            <a:chExt cx="395607" cy="318928"/>
          </a:xfrm>
        </p:grpSpPr>
        <p:sp>
          <p:nvSpPr>
            <p:cNvPr id="9592" name="Google Shape;9592;p64"/>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4"/>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4"/>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4"/>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4"/>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4"/>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4"/>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4"/>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4"/>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4"/>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4"/>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4"/>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4"/>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4"/>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4"/>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4"/>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4"/>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4"/>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4"/>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4"/>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4"/>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4"/>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4"/>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4"/>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4"/>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4"/>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4"/>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4"/>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4"/>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4"/>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2" name="Google Shape;9622;p64"/>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3" name="Google Shape;9623;p64"/>
          <p:cNvGrpSpPr/>
          <p:nvPr/>
        </p:nvGrpSpPr>
        <p:grpSpPr>
          <a:xfrm>
            <a:off x="1277409" y="1961347"/>
            <a:ext cx="420475" cy="383055"/>
            <a:chOff x="1277409" y="1961347"/>
            <a:chExt cx="420475" cy="383055"/>
          </a:xfrm>
        </p:grpSpPr>
        <p:sp>
          <p:nvSpPr>
            <p:cNvPr id="9624" name="Google Shape;9624;p64"/>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4"/>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4"/>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4"/>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4"/>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4"/>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4"/>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4"/>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4"/>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4"/>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4"/>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4"/>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4"/>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4"/>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4"/>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4"/>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4"/>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4"/>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4"/>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4"/>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4"/>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4"/>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4"/>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4"/>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4"/>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4"/>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4"/>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64"/>
          <p:cNvGrpSpPr/>
          <p:nvPr/>
        </p:nvGrpSpPr>
        <p:grpSpPr>
          <a:xfrm>
            <a:off x="2215075" y="2432819"/>
            <a:ext cx="380008" cy="351648"/>
            <a:chOff x="2215075" y="2432819"/>
            <a:chExt cx="380008" cy="351648"/>
          </a:xfrm>
        </p:grpSpPr>
        <p:sp>
          <p:nvSpPr>
            <p:cNvPr id="9652" name="Google Shape;9652;p64"/>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4"/>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4"/>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4"/>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4"/>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4"/>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4"/>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4"/>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4"/>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4"/>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4"/>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4"/>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4"/>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4"/>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4"/>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4"/>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4"/>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4"/>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4"/>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4"/>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4"/>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4"/>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4"/>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4"/>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4"/>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4"/>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4"/>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4"/>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4"/>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4"/>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4"/>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64"/>
          <p:cNvGrpSpPr/>
          <p:nvPr/>
        </p:nvGrpSpPr>
        <p:grpSpPr>
          <a:xfrm>
            <a:off x="2661416" y="2422342"/>
            <a:ext cx="344059" cy="340671"/>
            <a:chOff x="2661416" y="2422342"/>
            <a:chExt cx="344059" cy="340671"/>
          </a:xfrm>
        </p:grpSpPr>
        <p:sp>
          <p:nvSpPr>
            <p:cNvPr id="9684" name="Google Shape;9684;p64"/>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4"/>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4"/>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4"/>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4"/>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4"/>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4"/>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4"/>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4"/>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4"/>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4"/>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4"/>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4"/>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64"/>
          <p:cNvGrpSpPr/>
          <p:nvPr/>
        </p:nvGrpSpPr>
        <p:grpSpPr>
          <a:xfrm>
            <a:off x="4066510" y="2422342"/>
            <a:ext cx="206876" cy="348470"/>
            <a:chOff x="4066510" y="2422342"/>
            <a:chExt cx="206876" cy="348470"/>
          </a:xfrm>
        </p:grpSpPr>
        <p:sp>
          <p:nvSpPr>
            <p:cNvPr id="9698" name="Google Shape;9698;p64"/>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4"/>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4"/>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4"/>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4"/>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4"/>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4"/>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4"/>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4"/>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4"/>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4"/>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4"/>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0" name="Google Shape;9710;p64"/>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1" name="Google Shape;9711;p64"/>
          <p:cNvGrpSpPr/>
          <p:nvPr/>
        </p:nvGrpSpPr>
        <p:grpSpPr>
          <a:xfrm>
            <a:off x="2617693" y="3817325"/>
            <a:ext cx="420475" cy="326491"/>
            <a:chOff x="2617693" y="3817325"/>
            <a:chExt cx="420475" cy="326491"/>
          </a:xfrm>
        </p:grpSpPr>
        <p:sp>
          <p:nvSpPr>
            <p:cNvPr id="9712" name="Google Shape;9712;p64"/>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4"/>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4"/>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4"/>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4"/>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4"/>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4"/>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4"/>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4"/>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4"/>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4"/>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4"/>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4"/>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4"/>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4"/>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4"/>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4"/>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64"/>
          <p:cNvGrpSpPr/>
          <p:nvPr/>
        </p:nvGrpSpPr>
        <p:grpSpPr>
          <a:xfrm>
            <a:off x="3545301" y="2423523"/>
            <a:ext cx="358134" cy="356637"/>
            <a:chOff x="3545301" y="2423523"/>
            <a:chExt cx="358134" cy="356637"/>
          </a:xfrm>
        </p:grpSpPr>
        <p:sp>
          <p:nvSpPr>
            <p:cNvPr id="9730" name="Google Shape;9730;p64"/>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4"/>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4"/>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4"/>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4"/>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4"/>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4"/>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4"/>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4"/>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64"/>
          <p:cNvGrpSpPr/>
          <p:nvPr/>
        </p:nvGrpSpPr>
        <p:grpSpPr>
          <a:xfrm>
            <a:off x="5766424" y="4275195"/>
            <a:ext cx="358160" cy="356926"/>
            <a:chOff x="5766424" y="4275195"/>
            <a:chExt cx="358160" cy="356926"/>
          </a:xfrm>
        </p:grpSpPr>
        <p:sp>
          <p:nvSpPr>
            <p:cNvPr id="9740" name="Google Shape;9740;p64"/>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4"/>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4"/>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4"/>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4"/>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4"/>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4"/>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4"/>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4"/>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64"/>
          <p:cNvGrpSpPr/>
          <p:nvPr/>
        </p:nvGrpSpPr>
        <p:grpSpPr>
          <a:xfrm>
            <a:off x="3531462" y="3824599"/>
            <a:ext cx="377251" cy="324232"/>
            <a:chOff x="3531462" y="3824599"/>
            <a:chExt cx="377251" cy="324232"/>
          </a:xfrm>
        </p:grpSpPr>
        <p:sp>
          <p:nvSpPr>
            <p:cNvPr id="9750" name="Google Shape;9750;p64"/>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4"/>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4"/>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4"/>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4"/>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4"/>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4"/>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4"/>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4"/>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4"/>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4"/>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64"/>
          <p:cNvGrpSpPr/>
          <p:nvPr/>
        </p:nvGrpSpPr>
        <p:grpSpPr>
          <a:xfrm>
            <a:off x="4030586" y="3805246"/>
            <a:ext cx="286523" cy="340566"/>
            <a:chOff x="4030586" y="3805246"/>
            <a:chExt cx="286523" cy="340566"/>
          </a:xfrm>
        </p:grpSpPr>
        <p:sp>
          <p:nvSpPr>
            <p:cNvPr id="9762" name="Google Shape;9762;p64"/>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4"/>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4"/>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4"/>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4"/>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4"/>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4"/>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4"/>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4"/>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4"/>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4"/>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4"/>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4"/>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64"/>
          <p:cNvGrpSpPr/>
          <p:nvPr/>
        </p:nvGrpSpPr>
        <p:grpSpPr>
          <a:xfrm>
            <a:off x="2180884" y="2888719"/>
            <a:ext cx="376752" cy="374468"/>
            <a:chOff x="2180884" y="2888719"/>
            <a:chExt cx="376752" cy="374468"/>
          </a:xfrm>
        </p:grpSpPr>
        <p:sp>
          <p:nvSpPr>
            <p:cNvPr id="9776" name="Google Shape;9776;p64"/>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4"/>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4"/>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4"/>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4"/>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4"/>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4"/>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4"/>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4"/>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4"/>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4"/>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4"/>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4"/>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4"/>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64"/>
          <p:cNvGrpSpPr/>
          <p:nvPr/>
        </p:nvGrpSpPr>
        <p:grpSpPr>
          <a:xfrm>
            <a:off x="3954432" y="2942999"/>
            <a:ext cx="378249" cy="265909"/>
            <a:chOff x="3954432" y="2942999"/>
            <a:chExt cx="378249" cy="265909"/>
          </a:xfrm>
        </p:grpSpPr>
        <p:sp>
          <p:nvSpPr>
            <p:cNvPr id="9791" name="Google Shape;9791;p64"/>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4"/>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4"/>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4"/>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4"/>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4"/>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4"/>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4"/>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4"/>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64"/>
          <p:cNvGrpSpPr/>
          <p:nvPr/>
        </p:nvGrpSpPr>
        <p:grpSpPr>
          <a:xfrm>
            <a:off x="1752137" y="4266608"/>
            <a:ext cx="378512" cy="374756"/>
            <a:chOff x="1752137" y="4266608"/>
            <a:chExt cx="378512" cy="374756"/>
          </a:xfrm>
        </p:grpSpPr>
        <p:sp>
          <p:nvSpPr>
            <p:cNvPr id="9801" name="Google Shape;9801;p64"/>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4"/>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4"/>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4"/>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4"/>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4"/>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4"/>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4"/>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4"/>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4"/>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4"/>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4"/>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4"/>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4"/>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4"/>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4"/>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4"/>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4"/>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4"/>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64"/>
          <p:cNvGrpSpPr/>
          <p:nvPr/>
        </p:nvGrpSpPr>
        <p:grpSpPr>
          <a:xfrm>
            <a:off x="3117788" y="3812546"/>
            <a:ext cx="341065" cy="341065"/>
            <a:chOff x="3117788" y="3812546"/>
            <a:chExt cx="341065" cy="341065"/>
          </a:xfrm>
        </p:grpSpPr>
        <p:sp>
          <p:nvSpPr>
            <p:cNvPr id="9823" name="Google Shape;9823;p64"/>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4"/>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4"/>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4"/>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4"/>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4"/>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64"/>
          <p:cNvGrpSpPr/>
          <p:nvPr/>
        </p:nvGrpSpPr>
        <p:grpSpPr>
          <a:xfrm>
            <a:off x="3994400" y="4299932"/>
            <a:ext cx="338281" cy="322657"/>
            <a:chOff x="3994400" y="4299932"/>
            <a:chExt cx="338281" cy="322657"/>
          </a:xfrm>
        </p:grpSpPr>
        <p:sp>
          <p:nvSpPr>
            <p:cNvPr id="9830" name="Google Shape;9830;p64"/>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4"/>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4"/>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4"/>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4"/>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4"/>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4"/>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4"/>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8" name="Google Shape;9838;p64"/>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4"/>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0" name="Google Shape;9840;p64"/>
          <p:cNvGrpSpPr/>
          <p:nvPr/>
        </p:nvGrpSpPr>
        <p:grpSpPr>
          <a:xfrm>
            <a:off x="3573426" y="1965628"/>
            <a:ext cx="302358" cy="374993"/>
            <a:chOff x="3573426" y="1965628"/>
            <a:chExt cx="302358" cy="374993"/>
          </a:xfrm>
        </p:grpSpPr>
        <p:sp>
          <p:nvSpPr>
            <p:cNvPr id="9841" name="Google Shape;9841;p64"/>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4"/>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4"/>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4"/>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4"/>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4"/>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4"/>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4"/>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4"/>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4"/>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4"/>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4"/>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4"/>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4"/>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4"/>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4"/>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4"/>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4"/>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4"/>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4"/>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4"/>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4"/>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4"/>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4"/>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4"/>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4"/>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4"/>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4"/>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4"/>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4"/>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4"/>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4"/>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4"/>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4"/>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4"/>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4"/>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4"/>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4"/>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4"/>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4"/>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4"/>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4"/>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4"/>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4"/>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4"/>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4"/>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4"/>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64"/>
          <p:cNvGrpSpPr/>
          <p:nvPr/>
        </p:nvGrpSpPr>
        <p:grpSpPr>
          <a:xfrm>
            <a:off x="3513632" y="2908572"/>
            <a:ext cx="355876" cy="331007"/>
            <a:chOff x="3513632" y="2908572"/>
            <a:chExt cx="355876" cy="331007"/>
          </a:xfrm>
        </p:grpSpPr>
        <p:sp>
          <p:nvSpPr>
            <p:cNvPr id="9889" name="Google Shape;9889;p64"/>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4"/>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4"/>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4"/>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4"/>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4"/>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4"/>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4"/>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4"/>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4"/>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4"/>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4"/>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4"/>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4"/>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4"/>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4"/>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64"/>
          <p:cNvGrpSpPr/>
          <p:nvPr/>
        </p:nvGrpSpPr>
        <p:grpSpPr>
          <a:xfrm>
            <a:off x="2694083" y="2888430"/>
            <a:ext cx="235762" cy="374756"/>
            <a:chOff x="2694083" y="2888430"/>
            <a:chExt cx="235762" cy="374756"/>
          </a:xfrm>
        </p:grpSpPr>
        <p:sp>
          <p:nvSpPr>
            <p:cNvPr id="9906" name="Google Shape;9906;p64"/>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4"/>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4"/>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4"/>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4"/>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4"/>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4"/>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4"/>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4"/>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64"/>
          <p:cNvGrpSpPr/>
          <p:nvPr/>
        </p:nvGrpSpPr>
        <p:grpSpPr>
          <a:xfrm>
            <a:off x="871534" y="4300588"/>
            <a:ext cx="357661" cy="311155"/>
            <a:chOff x="871534" y="4300588"/>
            <a:chExt cx="357661" cy="311155"/>
          </a:xfrm>
        </p:grpSpPr>
        <p:sp>
          <p:nvSpPr>
            <p:cNvPr id="9916" name="Google Shape;9916;p64"/>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4"/>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4"/>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4"/>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4"/>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4"/>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4"/>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4"/>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4"/>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4"/>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4"/>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4"/>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4"/>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4"/>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4"/>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4"/>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4"/>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4"/>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4"/>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4"/>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4"/>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64"/>
          <p:cNvGrpSpPr/>
          <p:nvPr/>
        </p:nvGrpSpPr>
        <p:grpSpPr>
          <a:xfrm>
            <a:off x="916019" y="3821606"/>
            <a:ext cx="250100" cy="336785"/>
            <a:chOff x="916019" y="3821606"/>
            <a:chExt cx="250100" cy="336785"/>
          </a:xfrm>
        </p:grpSpPr>
        <p:sp>
          <p:nvSpPr>
            <p:cNvPr id="9938" name="Google Shape;9938;p64"/>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4"/>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4"/>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4"/>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4"/>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4"/>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4"/>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4"/>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4"/>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4"/>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4"/>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4"/>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4"/>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64"/>
          <p:cNvGrpSpPr/>
          <p:nvPr/>
        </p:nvGrpSpPr>
        <p:grpSpPr>
          <a:xfrm>
            <a:off x="849686" y="2909570"/>
            <a:ext cx="374730" cy="332504"/>
            <a:chOff x="849686" y="2909570"/>
            <a:chExt cx="374730" cy="332504"/>
          </a:xfrm>
        </p:grpSpPr>
        <p:sp>
          <p:nvSpPr>
            <p:cNvPr id="9952" name="Google Shape;9952;p64"/>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4"/>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4"/>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4"/>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4"/>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4"/>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4"/>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4"/>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4"/>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4"/>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4"/>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64"/>
          <p:cNvGrpSpPr/>
          <p:nvPr/>
        </p:nvGrpSpPr>
        <p:grpSpPr>
          <a:xfrm>
            <a:off x="1735567" y="2420241"/>
            <a:ext cx="417718" cy="372866"/>
            <a:chOff x="1735567" y="2420241"/>
            <a:chExt cx="417718" cy="372866"/>
          </a:xfrm>
        </p:grpSpPr>
        <p:sp>
          <p:nvSpPr>
            <p:cNvPr id="9964" name="Google Shape;9964;p64"/>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4"/>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4"/>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4"/>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4"/>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4"/>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4"/>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4"/>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4"/>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4"/>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4"/>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4"/>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64"/>
          <p:cNvGrpSpPr/>
          <p:nvPr/>
        </p:nvGrpSpPr>
        <p:grpSpPr>
          <a:xfrm>
            <a:off x="3599318" y="4299590"/>
            <a:ext cx="251098" cy="309028"/>
            <a:chOff x="3599318" y="4299590"/>
            <a:chExt cx="251098" cy="309028"/>
          </a:xfrm>
        </p:grpSpPr>
        <p:sp>
          <p:nvSpPr>
            <p:cNvPr id="9977" name="Google Shape;9977;p64"/>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4"/>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4"/>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4"/>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4"/>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4"/>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64"/>
          <p:cNvGrpSpPr/>
          <p:nvPr/>
        </p:nvGrpSpPr>
        <p:grpSpPr>
          <a:xfrm>
            <a:off x="3105998" y="2433240"/>
            <a:ext cx="345818" cy="345056"/>
            <a:chOff x="3105998" y="2433240"/>
            <a:chExt cx="345818" cy="345056"/>
          </a:xfrm>
        </p:grpSpPr>
        <p:sp>
          <p:nvSpPr>
            <p:cNvPr id="9984" name="Google Shape;9984;p64"/>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4"/>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4"/>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4"/>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4"/>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4"/>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4"/>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4"/>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4"/>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4"/>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4"/>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64"/>
          <p:cNvGrpSpPr/>
          <p:nvPr/>
        </p:nvGrpSpPr>
        <p:grpSpPr>
          <a:xfrm>
            <a:off x="1737326" y="2900773"/>
            <a:ext cx="374730" cy="350361"/>
            <a:chOff x="1737326" y="2900773"/>
            <a:chExt cx="374730" cy="350361"/>
          </a:xfrm>
        </p:grpSpPr>
        <p:sp>
          <p:nvSpPr>
            <p:cNvPr id="9996" name="Google Shape;9996;p64"/>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4"/>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4"/>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4"/>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4"/>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4"/>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4"/>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4"/>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4"/>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4"/>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4"/>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4"/>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4"/>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4"/>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4"/>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4"/>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4"/>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64"/>
          <p:cNvGrpSpPr/>
          <p:nvPr/>
        </p:nvGrpSpPr>
        <p:grpSpPr>
          <a:xfrm>
            <a:off x="4000676" y="1579396"/>
            <a:ext cx="327226" cy="211603"/>
            <a:chOff x="4000676" y="1579396"/>
            <a:chExt cx="327226" cy="211603"/>
          </a:xfrm>
        </p:grpSpPr>
        <p:sp>
          <p:nvSpPr>
            <p:cNvPr id="10014" name="Google Shape;10014;p64"/>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4"/>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4"/>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4"/>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4"/>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4"/>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4"/>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4"/>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4"/>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4"/>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4"/>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4"/>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4"/>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4"/>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4"/>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4"/>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64"/>
          <p:cNvGrpSpPr/>
          <p:nvPr/>
        </p:nvGrpSpPr>
        <p:grpSpPr>
          <a:xfrm>
            <a:off x="2635523" y="1515584"/>
            <a:ext cx="371054" cy="336469"/>
            <a:chOff x="2635523" y="1515584"/>
            <a:chExt cx="371054" cy="336469"/>
          </a:xfrm>
        </p:grpSpPr>
        <p:sp>
          <p:nvSpPr>
            <p:cNvPr id="10031" name="Google Shape;10031;p64"/>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4"/>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4"/>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4"/>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4"/>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4"/>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4"/>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64"/>
          <p:cNvGrpSpPr/>
          <p:nvPr/>
        </p:nvGrpSpPr>
        <p:grpSpPr>
          <a:xfrm>
            <a:off x="2231907" y="1520731"/>
            <a:ext cx="311627" cy="326569"/>
            <a:chOff x="2231907" y="1520731"/>
            <a:chExt cx="311627" cy="326569"/>
          </a:xfrm>
        </p:grpSpPr>
        <p:sp>
          <p:nvSpPr>
            <p:cNvPr id="10039" name="Google Shape;10039;p64"/>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4"/>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4"/>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4"/>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4"/>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4"/>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4"/>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4"/>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4"/>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4"/>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64"/>
          <p:cNvGrpSpPr/>
          <p:nvPr/>
        </p:nvGrpSpPr>
        <p:grpSpPr>
          <a:xfrm>
            <a:off x="1340249" y="4301533"/>
            <a:ext cx="311890" cy="304695"/>
            <a:chOff x="1340249" y="4301533"/>
            <a:chExt cx="311890" cy="304695"/>
          </a:xfrm>
        </p:grpSpPr>
        <p:sp>
          <p:nvSpPr>
            <p:cNvPr id="10050" name="Google Shape;10050;p64"/>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4"/>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4"/>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4"/>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4"/>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4"/>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4"/>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4"/>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4"/>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4"/>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4"/>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4"/>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4"/>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4"/>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64"/>
          <p:cNvGrpSpPr/>
          <p:nvPr/>
        </p:nvGrpSpPr>
        <p:grpSpPr>
          <a:xfrm>
            <a:off x="1330690" y="3377024"/>
            <a:ext cx="306874" cy="332268"/>
            <a:chOff x="1330690" y="3377024"/>
            <a:chExt cx="306874" cy="332268"/>
          </a:xfrm>
        </p:grpSpPr>
        <p:sp>
          <p:nvSpPr>
            <p:cNvPr id="10065" name="Google Shape;10065;p64"/>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4"/>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4"/>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4"/>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4"/>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4"/>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4"/>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4"/>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4"/>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4"/>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4"/>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64"/>
          <p:cNvGrpSpPr/>
          <p:nvPr/>
        </p:nvGrpSpPr>
        <p:grpSpPr>
          <a:xfrm>
            <a:off x="2650597" y="3381777"/>
            <a:ext cx="341511" cy="324994"/>
            <a:chOff x="2650597" y="3381777"/>
            <a:chExt cx="341511" cy="324994"/>
          </a:xfrm>
        </p:grpSpPr>
        <p:sp>
          <p:nvSpPr>
            <p:cNvPr id="10085" name="Google Shape;10085;p64"/>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4"/>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4"/>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4"/>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4"/>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4"/>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4"/>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4"/>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4"/>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4"/>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4"/>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4"/>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4"/>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4"/>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4"/>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4"/>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4"/>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4"/>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4"/>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4"/>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4"/>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4"/>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4"/>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4"/>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4"/>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4"/>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4"/>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4"/>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4"/>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4"/>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4"/>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4"/>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4"/>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4"/>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4"/>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64"/>
          <p:cNvGrpSpPr/>
          <p:nvPr/>
        </p:nvGrpSpPr>
        <p:grpSpPr>
          <a:xfrm>
            <a:off x="1295502" y="2437362"/>
            <a:ext cx="402645" cy="323917"/>
            <a:chOff x="1295502" y="2437362"/>
            <a:chExt cx="402645" cy="323917"/>
          </a:xfrm>
        </p:grpSpPr>
        <p:sp>
          <p:nvSpPr>
            <p:cNvPr id="10121" name="Google Shape;10121;p64"/>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4"/>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4"/>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4"/>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4"/>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4"/>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4"/>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4"/>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4"/>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4"/>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4"/>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4"/>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4"/>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4"/>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4"/>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4"/>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64"/>
          <p:cNvGrpSpPr/>
          <p:nvPr/>
        </p:nvGrpSpPr>
        <p:grpSpPr>
          <a:xfrm>
            <a:off x="882590" y="2438360"/>
            <a:ext cx="337310" cy="337047"/>
            <a:chOff x="882590" y="2438360"/>
            <a:chExt cx="337310" cy="337047"/>
          </a:xfrm>
        </p:grpSpPr>
        <p:sp>
          <p:nvSpPr>
            <p:cNvPr id="10138" name="Google Shape;10138;p64"/>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4"/>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4"/>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4"/>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4"/>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4"/>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4"/>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4"/>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4"/>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4"/>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4"/>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4"/>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4"/>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4"/>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4"/>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4"/>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4"/>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4"/>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4"/>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4"/>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4"/>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4"/>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4"/>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4"/>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64"/>
          <p:cNvGrpSpPr/>
          <p:nvPr/>
        </p:nvGrpSpPr>
        <p:grpSpPr>
          <a:xfrm>
            <a:off x="4885060" y="1518788"/>
            <a:ext cx="385786" cy="342588"/>
            <a:chOff x="4885060" y="1518788"/>
            <a:chExt cx="385786" cy="342588"/>
          </a:xfrm>
        </p:grpSpPr>
        <p:sp>
          <p:nvSpPr>
            <p:cNvPr id="10163" name="Google Shape;10163;p64"/>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4"/>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4"/>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4"/>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4"/>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4"/>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4"/>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4"/>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4"/>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4"/>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4"/>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4"/>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4"/>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4"/>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4"/>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4"/>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4"/>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4"/>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4"/>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64"/>
          <p:cNvGrpSpPr/>
          <p:nvPr/>
        </p:nvGrpSpPr>
        <p:grpSpPr>
          <a:xfrm>
            <a:off x="5394478" y="1514533"/>
            <a:ext cx="249076" cy="351096"/>
            <a:chOff x="5394478" y="1514533"/>
            <a:chExt cx="249076" cy="351096"/>
          </a:xfrm>
        </p:grpSpPr>
        <p:sp>
          <p:nvSpPr>
            <p:cNvPr id="10183" name="Google Shape;10183;p64"/>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4"/>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4"/>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4"/>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4"/>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4"/>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4"/>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4"/>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4"/>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4"/>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4"/>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4"/>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4"/>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4"/>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4"/>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4"/>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4"/>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4"/>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4"/>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4"/>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64"/>
          <p:cNvGrpSpPr/>
          <p:nvPr/>
        </p:nvGrpSpPr>
        <p:grpSpPr>
          <a:xfrm>
            <a:off x="5782259" y="1512012"/>
            <a:ext cx="356138" cy="356138"/>
            <a:chOff x="5782259" y="1512012"/>
            <a:chExt cx="356138" cy="356138"/>
          </a:xfrm>
        </p:grpSpPr>
        <p:sp>
          <p:nvSpPr>
            <p:cNvPr id="10204" name="Google Shape;10204;p64"/>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4"/>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4"/>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4"/>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4"/>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4"/>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4"/>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4"/>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4"/>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4"/>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4"/>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64"/>
          <p:cNvGrpSpPr/>
          <p:nvPr/>
        </p:nvGrpSpPr>
        <p:grpSpPr>
          <a:xfrm>
            <a:off x="6229598" y="1518052"/>
            <a:ext cx="343560" cy="343822"/>
            <a:chOff x="6229598" y="1518052"/>
            <a:chExt cx="343560" cy="343822"/>
          </a:xfrm>
        </p:grpSpPr>
        <p:sp>
          <p:nvSpPr>
            <p:cNvPr id="10216" name="Google Shape;10216;p64"/>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4"/>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4"/>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4"/>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4"/>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4"/>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4"/>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4"/>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4"/>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4"/>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4"/>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4"/>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4"/>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4"/>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4"/>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4"/>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4"/>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4"/>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4"/>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64"/>
          <p:cNvGrpSpPr/>
          <p:nvPr/>
        </p:nvGrpSpPr>
        <p:grpSpPr>
          <a:xfrm>
            <a:off x="870773" y="3357985"/>
            <a:ext cx="342824" cy="351228"/>
            <a:chOff x="870773" y="3357985"/>
            <a:chExt cx="342824" cy="351228"/>
          </a:xfrm>
        </p:grpSpPr>
        <p:sp>
          <p:nvSpPr>
            <p:cNvPr id="10236" name="Google Shape;10236;p64"/>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4"/>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4"/>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4"/>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4"/>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4"/>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4"/>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4"/>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64"/>
          <p:cNvGrpSpPr/>
          <p:nvPr/>
        </p:nvGrpSpPr>
        <p:grpSpPr>
          <a:xfrm>
            <a:off x="2743084" y="4299590"/>
            <a:ext cx="159372" cy="308896"/>
            <a:chOff x="2743084" y="4299590"/>
            <a:chExt cx="159372" cy="308896"/>
          </a:xfrm>
        </p:grpSpPr>
        <p:sp>
          <p:nvSpPr>
            <p:cNvPr id="10245" name="Google Shape;10245;p64"/>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4"/>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4"/>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4"/>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4"/>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4"/>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4"/>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4"/>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4"/>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4"/>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4"/>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4"/>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4"/>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4"/>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4"/>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64"/>
          <p:cNvGrpSpPr/>
          <p:nvPr/>
        </p:nvGrpSpPr>
        <p:grpSpPr>
          <a:xfrm>
            <a:off x="1293506" y="2939716"/>
            <a:ext cx="374730" cy="272211"/>
            <a:chOff x="1293506" y="2939716"/>
            <a:chExt cx="374730" cy="272211"/>
          </a:xfrm>
        </p:grpSpPr>
        <p:sp>
          <p:nvSpPr>
            <p:cNvPr id="10261" name="Google Shape;10261;p64"/>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4"/>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4"/>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4"/>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4"/>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4"/>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4"/>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4"/>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4"/>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4"/>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4"/>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4"/>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4"/>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4"/>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4"/>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4"/>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4"/>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4"/>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4"/>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4"/>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4"/>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4"/>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4"/>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4"/>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4"/>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4"/>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4"/>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4"/>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4"/>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4"/>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64"/>
          <p:cNvGrpSpPr/>
          <p:nvPr/>
        </p:nvGrpSpPr>
        <p:grpSpPr>
          <a:xfrm>
            <a:off x="6669900" y="1505474"/>
            <a:ext cx="345083" cy="369216"/>
            <a:chOff x="6669900" y="1505474"/>
            <a:chExt cx="345083" cy="369216"/>
          </a:xfrm>
        </p:grpSpPr>
        <p:sp>
          <p:nvSpPr>
            <p:cNvPr id="10292" name="Google Shape;10292;p64"/>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4"/>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4"/>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4"/>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4"/>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4"/>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4"/>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4"/>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4"/>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4"/>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4"/>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4"/>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4"/>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4"/>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4"/>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4"/>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4"/>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4"/>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4"/>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4"/>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4"/>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4"/>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64"/>
          <p:cNvGrpSpPr/>
          <p:nvPr/>
        </p:nvGrpSpPr>
        <p:grpSpPr>
          <a:xfrm>
            <a:off x="7117003" y="1518000"/>
            <a:ext cx="333003" cy="344085"/>
            <a:chOff x="7117003" y="1518000"/>
            <a:chExt cx="333003" cy="344085"/>
          </a:xfrm>
        </p:grpSpPr>
        <p:sp>
          <p:nvSpPr>
            <p:cNvPr id="10315" name="Google Shape;10315;p64"/>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4"/>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4"/>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4"/>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4"/>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4"/>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4"/>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4"/>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4"/>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4"/>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4"/>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4"/>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4"/>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4"/>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4"/>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4"/>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4"/>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4"/>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4"/>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4"/>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4"/>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4"/>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4"/>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4"/>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4"/>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4"/>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4"/>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4"/>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4"/>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4"/>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4"/>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4"/>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4"/>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4"/>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4"/>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4"/>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4"/>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4"/>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64"/>
          <p:cNvGrpSpPr/>
          <p:nvPr/>
        </p:nvGrpSpPr>
        <p:grpSpPr>
          <a:xfrm>
            <a:off x="2200238" y="4289165"/>
            <a:ext cx="374756" cy="329300"/>
            <a:chOff x="2200238" y="4289165"/>
            <a:chExt cx="374756" cy="329300"/>
          </a:xfrm>
        </p:grpSpPr>
        <p:sp>
          <p:nvSpPr>
            <p:cNvPr id="10354" name="Google Shape;10354;p64"/>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4"/>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4"/>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4"/>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4"/>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4"/>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4"/>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4"/>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4"/>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4"/>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4"/>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4"/>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4"/>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4"/>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4"/>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4"/>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4"/>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4"/>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4"/>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4"/>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4"/>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4"/>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64"/>
          <p:cNvGrpSpPr/>
          <p:nvPr/>
        </p:nvGrpSpPr>
        <p:grpSpPr>
          <a:xfrm>
            <a:off x="7556043" y="1499959"/>
            <a:ext cx="337283" cy="380192"/>
            <a:chOff x="7556043" y="1499959"/>
            <a:chExt cx="337283" cy="380192"/>
          </a:xfrm>
        </p:grpSpPr>
        <p:sp>
          <p:nvSpPr>
            <p:cNvPr id="10377" name="Google Shape;10377;p64"/>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4"/>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4"/>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4"/>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4"/>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4"/>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4"/>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4"/>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4"/>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4"/>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4"/>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4"/>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4"/>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4"/>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64"/>
          <p:cNvGrpSpPr/>
          <p:nvPr/>
        </p:nvGrpSpPr>
        <p:grpSpPr>
          <a:xfrm>
            <a:off x="7992826" y="1517790"/>
            <a:ext cx="317431" cy="344584"/>
            <a:chOff x="7992826" y="1517790"/>
            <a:chExt cx="317431" cy="344584"/>
          </a:xfrm>
        </p:grpSpPr>
        <p:sp>
          <p:nvSpPr>
            <p:cNvPr id="10392" name="Google Shape;10392;p64"/>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4"/>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4"/>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4"/>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4"/>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4"/>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4"/>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4"/>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4"/>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4"/>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4"/>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4"/>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4"/>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4"/>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4"/>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4"/>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4"/>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64"/>
          <p:cNvGrpSpPr/>
          <p:nvPr/>
        </p:nvGrpSpPr>
        <p:grpSpPr>
          <a:xfrm>
            <a:off x="4864446" y="3340207"/>
            <a:ext cx="395607" cy="387414"/>
            <a:chOff x="4864446" y="3340207"/>
            <a:chExt cx="395607" cy="387414"/>
          </a:xfrm>
        </p:grpSpPr>
        <p:sp>
          <p:nvSpPr>
            <p:cNvPr id="10410" name="Google Shape;10410;p64"/>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4"/>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4"/>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4"/>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4"/>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4"/>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4"/>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4"/>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4"/>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4"/>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4"/>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4"/>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4"/>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4"/>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4"/>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4"/>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4"/>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4"/>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4"/>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4"/>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4"/>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4"/>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4"/>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4"/>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4"/>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64"/>
          <p:cNvGrpSpPr/>
          <p:nvPr/>
        </p:nvGrpSpPr>
        <p:grpSpPr>
          <a:xfrm>
            <a:off x="3130367" y="4324485"/>
            <a:ext cx="297342" cy="258871"/>
            <a:chOff x="3130367" y="4324485"/>
            <a:chExt cx="297342" cy="258871"/>
          </a:xfrm>
        </p:grpSpPr>
        <p:sp>
          <p:nvSpPr>
            <p:cNvPr id="10436" name="Google Shape;10436;p64"/>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4"/>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4"/>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4"/>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4"/>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4"/>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4"/>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4"/>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4"/>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4"/>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4"/>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4"/>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4"/>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4"/>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4"/>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4"/>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4"/>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4"/>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4"/>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4"/>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4"/>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4"/>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4"/>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64"/>
          <p:cNvGrpSpPr/>
          <p:nvPr/>
        </p:nvGrpSpPr>
        <p:grpSpPr>
          <a:xfrm>
            <a:off x="5302988" y="3389839"/>
            <a:ext cx="394609" cy="286523"/>
            <a:chOff x="5302988" y="3389839"/>
            <a:chExt cx="394609" cy="286523"/>
          </a:xfrm>
        </p:grpSpPr>
        <p:sp>
          <p:nvSpPr>
            <p:cNvPr id="10460" name="Google Shape;10460;p64"/>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4"/>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4"/>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4"/>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4"/>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4"/>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4"/>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4"/>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4"/>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4"/>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4"/>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4"/>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4"/>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4"/>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4"/>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4"/>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4"/>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4"/>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4"/>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4"/>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4"/>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4"/>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4"/>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4"/>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4"/>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4"/>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4"/>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4"/>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4"/>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4"/>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4"/>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4"/>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4"/>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3" name="Google Shape;10493;p64"/>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4" name="Google Shape;10494;p64"/>
          <p:cNvGrpSpPr/>
          <p:nvPr/>
        </p:nvGrpSpPr>
        <p:grpSpPr>
          <a:xfrm>
            <a:off x="3060752" y="2903609"/>
            <a:ext cx="390565" cy="359578"/>
            <a:chOff x="3060752" y="2903609"/>
            <a:chExt cx="390565" cy="359578"/>
          </a:xfrm>
        </p:grpSpPr>
        <p:sp>
          <p:nvSpPr>
            <p:cNvPr id="10495" name="Google Shape;10495;p6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4"/>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4"/>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4"/>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4"/>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4"/>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4"/>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4"/>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4"/>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4"/>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4"/>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4"/>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4"/>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4"/>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4"/>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4"/>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4"/>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4"/>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4"/>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4"/>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4"/>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4"/>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4"/>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4"/>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4"/>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4"/>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4"/>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4"/>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4"/>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4"/>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4"/>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64"/>
          <p:cNvGrpSpPr/>
          <p:nvPr/>
        </p:nvGrpSpPr>
        <p:grpSpPr>
          <a:xfrm>
            <a:off x="5741031" y="3386057"/>
            <a:ext cx="394609" cy="294585"/>
            <a:chOff x="5741031" y="3386057"/>
            <a:chExt cx="394609" cy="294585"/>
          </a:xfrm>
        </p:grpSpPr>
        <p:sp>
          <p:nvSpPr>
            <p:cNvPr id="10530" name="Google Shape;10530;p64"/>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4"/>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4"/>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4"/>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4"/>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4"/>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4"/>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4"/>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4"/>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4"/>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4"/>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4"/>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4"/>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4"/>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4"/>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4"/>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4"/>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0" name="Google Shape;10560;p64"/>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1" name="Google Shape;10561;p64"/>
          <p:cNvGrpSpPr/>
          <p:nvPr/>
        </p:nvGrpSpPr>
        <p:grpSpPr>
          <a:xfrm>
            <a:off x="6179074" y="3368726"/>
            <a:ext cx="394609" cy="328749"/>
            <a:chOff x="6179074" y="3368726"/>
            <a:chExt cx="394609" cy="328749"/>
          </a:xfrm>
        </p:grpSpPr>
        <p:sp>
          <p:nvSpPr>
            <p:cNvPr id="10562" name="Google Shape;10562;p64"/>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4"/>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4"/>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4"/>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4"/>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4"/>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4"/>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4"/>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4"/>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4"/>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4"/>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4"/>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4"/>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4"/>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4"/>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4"/>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4"/>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4"/>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4"/>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4"/>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4"/>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4"/>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4"/>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4"/>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4"/>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4"/>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4"/>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4"/>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4"/>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4"/>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4"/>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4"/>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4"/>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4"/>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4"/>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4"/>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4"/>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4"/>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64"/>
          <p:cNvGrpSpPr/>
          <p:nvPr/>
        </p:nvGrpSpPr>
        <p:grpSpPr>
          <a:xfrm>
            <a:off x="7054924" y="3367728"/>
            <a:ext cx="394583" cy="331007"/>
            <a:chOff x="7054924" y="3367728"/>
            <a:chExt cx="394583" cy="331007"/>
          </a:xfrm>
        </p:grpSpPr>
        <p:sp>
          <p:nvSpPr>
            <p:cNvPr id="10646" name="Google Shape;10646;p64"/>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4"/>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4"/>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4"/>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4"/>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4"/>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64"/>
          <p:cNvGrpSpPr/>
          <p:nvPr/>
        </p:nvGrpSpPr>
        <p:grpSpPr>
          <a:xfrm>
            <a:off x="7492967" y="3361425"/>
            <a:ext cx="394583" cy="343586"/>
            <a:chOff x="7492967" y="3361425"/>
            <a:chExt cx="394583" cy="343586"/>
          </a:xfrm>
        </p:grpSpPr>
        <p:sp>
          <p:nvSpPr>
            <p:cNvPr id="10662" name="Google Shape;10662;p64"/>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4"/>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4"/>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4"/>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4"/>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4"/>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4"/>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4"/>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4"/>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4"/>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4"/>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4"/>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64"/>
          <p:cNvGrpSpPr/>
          <p:nvPr/>
        </p:nvGrpSpPr>
        <p:grpSpPr>
          <a:xfrm>
            <a:off x="7935527" y="3353154"/>
            <a:ext cx="385287" cy="360156"/>
            <a:chOff x="7935527" y="3353154"/>
            <a:chExt cx="385287" cy="360156"/>
          </a:xfrm>
        </p:grpSpPr>
        <p:sp>
          <p:nvSpPr>
            <p:cNvPr id="10686" name="Google Shape;10686;p64"/>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4"/>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4"/>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4"/>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4"/>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4"/>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4"/>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4"/>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64"/>
          <p:cNvGrpSpPr/>
          <p:nvPr/>
        </p:nvGrpSpPr>
        <p:grpSpPr>
          <a:xfrm>
            <a:off x="5319821" y="1986242"/>
            <a:ext cx="348103" cy="348103"/>
            <a:chOff x="5319821" y="1986242"/>
            <a:chExt cx="348103" cy="348103"/>
          </a:xfrm>
        </p:grpSpPr>
        <p:sp>
          <p:nvSpPr>
            <p:cNvPr id="10699" name="Google Shape;10699;p64"/>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4"/>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4"/>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4"/>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4"/>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4"/>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4"/>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4"/>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4"/>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4"/>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4"/>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4"/>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64"/>
          <p:cNvGrpSpPr/>
          <p:nvPr/>
        </p:nvGrpSpPr>
        <p:grpSpPr>
          <a:xfrm>
            <a:off x="5765926" y="1976683"/>
            <a:ext cx="348339" cy="348103"/>
            <a:chOff x="5765926" y="1976683"/>
            <a:chExt cx="348339" cy="348103"/>
          </a:xfrm>
        </p:grpSpPr>
        <p:sp>
          <p:nvSpPr>
            <p:cNvPr id="10737" name="Google Shape;10737;p64"/>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4"/>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4"/>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4"/>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4"/>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1" name="Google Shape;10751;p64"/>
          <p:cNvGrpSpPr/>
          <p:nvPr/>
        </p:nvGrpSpPr>
        <p:grpSpPr>
          <a:xfrm>
            <a:off x="6191390" y="1981489"/>
            <a:ext cx="389068" cy="347787"/>
            <a:chOff x="6191390" y="1981489"/>
            <a:chExt cx="389068" cy="347787"/>
          </a:xfrm>
        </p:grpSpPr>
        <p:sp>
          <p:nvSpPr>
            <p:cNvPr id="10752" name="Google Shape;10752;p64"/>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4"/>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4"/>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4"/>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64"/>
          <p:cNvGrpSpPr/>
          <p:nvPr/>
        </p:nvGrpSpPr>
        <p:grpSpPr>
          <a:xfrm>
            <a:off x="6657846" y="2007591"/>
            <a:ext cx="348103" cy="295714"/>
            <a:chOff x="6657846" y="2007591"/>
            <a:chExt cx="348103" cy="295714"/>
          </a:xfrm>
        </p:grpSpPr>
        <p:sp>
          <p:nvSpPr>
            <p:cNvPr id="10760" name="Google Shape;10760;p64"/>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4"/>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4"/>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4"/>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4"/>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4"/>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4"/>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4"/>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4"/>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4"/>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64"/>
          <p:cNvGrpSpPr/>
          <p:nvPr/>
        </p:nvGrpSpPr>
        <p:grpSpPr>
          <a:xfrm>
            <a:off x="7104188" y="1971904"/>
            <a:ext cx="347341" cy="348103"/>
            <a:chOff x="7104188" y="1971904"/>
            <a:chExt cx="347341" cy="348103"/>
          </a:xfrm>
        </p:grpSpPr>
        <p:sp>
          <p:nvSpPr>
            <p:cNvPr id="10787" name="Google Shape;10787;p64"/>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4"/>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4"/>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4"/>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4"/>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4"/>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64"/>
          <p:cNvGrpSpPr/>
          <p:nvPr/>
        </p:nvGrpSpPr>
        <p:grpSpPr>
          <a:xfrm>
            <a:off x="7551264" y="1971904"/>
            <a:ext cx="344321" cy="348155"/>
            <a:chOff x="7551264" y="1971904"/>
            <a:chExt cx="344321" cy="348155"/>
          </a:xfrm>
        </p:grpSpPr>
        <p:sp>
          <p:nvSpPr>
            <p:cNvPr id="10818" name="Google Shape;10818;p64"/>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4"/>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4"/>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4"/>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4"/>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4"/>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4"/>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64"/>
          <p:cNvGrpSpPr/>
          <p:nvPr/>
        </p:nvGrpSpPr>
        <p:grpSpPr>
          <a:xfrm>
            <a:off x="7992065" y="1971904"/>
            <a:ext cx="351621" cy="348103"/>
            <a:chOff x="7992065" y="1971904"/>
            <a:chExt cx="351621" cy="348103"/>
          </a:xfrm>
        </p:grpSpPr>
        <p:sp>
          <p:nvSpPr>
            <p:cNvPr id="10838" name="Google Shape;10838;p64"/>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4"/>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4"/>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4"/>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4"/>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4"/>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64"/>
          <p:cNvGrpSpPr/>
          <p:nvPr/>
        </p:nvGrpSpPr>
        <p:grpSpPr>
          <a:xfrm>
            <a:off x="4911189" y="3793455"/>
            <a:ext cx="296580" cy="364935"/>
            <a:chOff x="4911189" y="3793455"/>
            <a:chExt cx="296580" cy="364935"/>
          </a:xfrm>
        </p:grpSpPr>
        <p:sp>
          <p:nvSpPr>
            <p:cNvPr id="10854" name="Google Shape;10854;p64"/>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4"/>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4"/>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4"/>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4"/>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4"/>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4"/>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4"/>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4"/>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4"/>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64"/>
          <p:cNvGrpSpPr/>
          <p:nvPr/>
        </p:nvGrpSpPr>
        <p:grpSpPr>
          <a:xfrm>
            <a:off x="5341433" y="3793271"/>
            <a:ext cx="330272" cy="329117"/>
            <a:chOff x="5341433" y="3793271"/>
            <a:chExt cx="330272" cy="329117"/>
          </a:xfrm>
        </p:grpSpPr>
        <p:sp>
          <p:nvSpPr>
            <p:cNvPr id="10875" name="Google Shape;10875;p64"/>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4"/>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4"/>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4"/>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4"/>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4"/>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4"/>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4"/>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4"/>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4"/>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4"/>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64"/>
          <p:cNvGrpSpPr/>
          <p:nvPr/>
        </p:nvGrpSpPr>
        <p:grpSpPr>
          <a:xfrm>
            <a:off x="5744051" y="3766250"/>
            <a:ext cx="428511" cy="383186"/>
            <a:chOff x="5744051" y="3766250"/>
            <a:chExt cx="428511" cy="383186"/>
          </a:xfrm>
        </p:grpSpPr>
        <p:sp>
          <p:nvSpPr>
            <p:cNvPr id="10892" name="Google Shape;10892;p64"/>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4"/>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4"/>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4"/>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64"/>
          <p:cNvGrpSpPr/>
          <p:nvPr/>
        </p:nvGrpSpPr>
        <p:grpSpPr>
          <a:xfrm>
            <a:off x="6678697" y="3793324"/>
            <a:ext cx="342824" cy="328985"/>
            <a:chOff x="6678697" y="3793324"/>
            <a:chExt cx="342824" cy="328985"/>
          </a:xfrm>
        </p:grpSpPr>
        <p:sp>
          <p:nvSpPr>
            <p:cNvPr id="10910" name="Google Shape;10910;p64"/>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4"/>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4"/>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64"/>
          <p:cNvGrpSpPr/>
          <p:nvPr/>
        </p:nvGrpSpPr>
        <p:grpSpPr>
          <a:xfrm>
            <a:off x="7101903" y="3762022"/>
            <a:ext cx="398627" cy="392088"/>
            <a:chOff x="7101903" y="3762022"/>
            <a:chExt cx="398627" cy="392088"/>
          </a:xfrm>
        </p:grpSpPr>
        <p:sp>
          <p:nvSpPr>
            <p:cNvPr id="10919" name="Google Shape;10919;p64"/>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4"/>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4"/>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4"/>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4"/>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4"/>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64"/>
          <p:cNvGrpSpPr/>
          <p:nvPr/>
        </p:nvGrpSpPr>
        <p:grpSpPr>
          <a:xfrm>
            <a:off x="7541469" y="3793455"/>
            <a:ext cx="407897" cy="328985"/>
            <a:chOff x="7541469" y="3793455"/>
            <a:chExt cx="407897" cy="328985"/>
          </a:xfrm>
        </p:grpSpPr>
        <p:sp>
          <p:nvSpPr>
            <p:cNvPr id="10938" name="Google Shape;10938;p64"/>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4"/>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4"/>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4"/>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4"/>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4"/>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4"/>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4"/>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4"/>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4"/>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4"/>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4"/>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4"/>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64"/>
          <p:cNvGrpSpPr/>
          <p:nvPr/>
        </p:nvGrpSpPr>
        <p:grpSpPr>
          <a:xfrm>
            <a:off x="5310288" y="2956312"/>
            <a:ext cx="432292" cy="264412"/>
            <a:chOff x="5310288" y="2956312"/>
            <a:chExt cx="432292" cy="264412"/>
          </a:xfrm>
        </p:grpSpPr>
        <p:sp>
          <p:nvSpPr>
            <p:cNvPr id="10969" name="Google Shape;10969;p64"/>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4"/>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4"/>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4"/>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4"/>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4"/>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64"/>
          <p:cNvGrpSpPr/>
          <p:nvPr/>
        </p:nvGrpSpPr>
        <p:grpSpPr>
          <a:xfrm>
            <a:off x="4879047" y="2432320"/>
            <a:ext cx="398075" cy="340303"/>
            <a:chOff x="4879047" y="2432320"/>
            <a:chExt cx="398075" cy="340303"/>
          </a:xfrm>
        </p:grpSpPr>
        <p:sp>
          <p:nvSpPr>
            <p:cNvPr id="10997" name="Google Shape;10997;p64"/>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4"/>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4"/>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4"/>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4"/>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4"/>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4"/>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4"/>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4"/>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4"/>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4"/>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4"/>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4"/>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64"/>
          <p:cNvGrpSpPr/>
          <p:nvPr/>
        </p:nvGrpSpPr>
        <p:grpSpPr>
          <a:xfrm>
            <a:off x="5388701" y="2393823"/>
            <a:ext cx="280982" cy="395896"/>
            <a:chOff x="5388701" y="2393823"/>
            <a:chExt cx="280982" cy="395896"/>
          </a:xfrm>
        </p:grpSpPr>
        <p:sp>
          <p:nvSpPr>
            <p:cNvPr id="11024" name="Google Shape;11024;p64"/>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4"/>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4"/>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4"/>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4"/>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4"/>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4"/>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4"/>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4"/>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4"/>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4"/>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4"/>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4"/>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4"/>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4"/>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4"/>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4"/>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4"/>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4"/>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64"/>
          <p:cNvGrpSpPr/>
          <p:nvPr/>
        </p:nvGrpSpPr>
        <p:grpSpPr>
          <a:xfrm>
            <a:off x="5743289" y="2439122"/>
            <a:ext cx="444871" cy="316407"/>
            <a:chOff x="5743289" y="2439122"/>
            <a:chExt cx="444871" cy="316407"/>
          </a:xfrm>
        </p:grpSpPr>
        <p:sp>
          <p:nvSpPr>
            <p:cNvPr id="11055" name="Google Shape;11055;p64"/>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4"/>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4"/>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4"/>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4"/>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4"/>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4"/>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4"/>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4"/>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4"/>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4"/>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4"/>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4"/>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4"/>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4"/>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4"/>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4"/>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4"/>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4"/>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4"/>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64"/>
          <p:cNvGrpSpPr/>
          <p:nvPr/>
        </p:nvGrpSpPr>
        <p:grpSpPr>
          <a:xfrm>
            <a:off x="6230360" y="2432583"/>
            <a:ext cx="351359" cy="363412"/>
            <a:chOff x="6230360" y="2432583"/>
            <a:chExt cx="351359" cy="363412"/>
          </a:xfrm>
        </p:grpSpPr>
        <p:sp>
          <p:nvSpPr>
            <p:cNvPr id="11085" name="Google Shape;11085;p64"/>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4"/>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4"/>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4"/>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4"/>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4"/>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4"/>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4"/>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4"/>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64"/>
          <p:cNvGrpSpPr/>
          <p:nvPr/>
        </p:nvGrpSpPr>
        <p:grpSpPr>
          <a:xfrm>
            <a:off x="6633976" y="2459552"/>
            <a:ext cx="387781" cy="286680"/>
            <a:chOff x="6633976" y="2459552"/>
            <a:chExt cx="387781" cy="286680"/>
          </a:xfrm>
        </p:grpSpPr>
        <p:sp>
          <p:nvSpPr>
            <p:cNvPr id="11107" name="Google Shape;11107;p64"/>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4"/>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4"/>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4"/>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4"/>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64"/>
          <p:cNvGrpSpPr/>
          <p:nvPr/>
        </p:nvGrpSpPr>
        <p:grpSpPr>
          <a:xfrm>
            <a:off x="7091110" y="2428565"/>
            <a:ext cx="376989" cy="348864"/>
            <a:chOff x="7091110" y="2428565"/>
            <a:chExt cx="376989" cy="348864"/>
          </a:xfrm>
        </p:grpSpPr>
        <p:sp>
          <p:nvSpPr>
            <p:cNvPr id="11115" name="Google Shape;11115;p64"/>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4"/>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4"/>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4"/>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4"/>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4"/>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4"/>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4"/>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4"/>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4"/>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4"/>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4"/>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4"/>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4"/>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4"/>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4"/>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4"/>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4"/>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64"/>
          <p:cNvGrpSpPr/>
          <p:nvPr/>
        </p:nvGrpSpPr>
        <p:grpSpPr>
          <a:xfrm>
            <a:off x="7536427" y="2415225"/>
            <a:ext cx="369715" cy="375492"/>
            <a:chOff x="7536427" y="2415225"/>
            <a:chExt cx="369715" cy="375492"/>
          </a:xfrm>
        </p:grpSpPr>
        <p:sp>
          <p:nvSpPr>
            <p:cNvPr id="11147" name="Google Shape;11147;p64"/>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4"/>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4"/>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4"/>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4"/>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4"/>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4"/>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4"/>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4"/>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4"/>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4"/>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4"/>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4"/>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4"/>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4"/>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4"/>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4"/>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4"/>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4"/>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4"/>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4"/>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4"/>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4"/>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4"/>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4"/>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4"/>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4"/>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64"/>
          <p:cNvGrpSpPr/>
          <p:nvPr/>
        </p:nvGrpSpPr>
        <p:grpSpPr>
          <a:xfrm>
            <a:off x="7980773" y="2428802"/>
            <a:ext cx="353381" cy="358160"/>
            <a:chOff x="7980773" y="2428802"/>
            <a:chExt cx="353381" cy="358160"/>
          </a:xfrm>
        </p:grpSpPr>
        <p:sp>
          <p:nvSpPr>
            <p:cNvPr id="11186" name="Google Shape;11186;p64"/>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4"/>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4"/>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4"/>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4"/>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4"/>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4"/>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4"/>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4"/>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4"/>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4"/>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4"/>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4"/>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4"/>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4"/>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4"/>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4"/>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4"/>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4"/>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4"/>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4"/>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4"/>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4"/>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4"/>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4"/>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4"/>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64"/>
          <p:cNvGrpSpPr/>
          <p:nvPr/>
        </p:nvGrpSpPr>
        <p:grpSpPr>
          <a:xfrm>
            <a:off x="4886058" y="4291240"/>
            <a:ext cx="346343" cy="343953"/>
            <a:chOff x="4886058" y="4291240"/>
            <a:chExt cx="346343" cy="343953"/>
          </a:xfrm>
        </p:grpSpPr>
        <p:sp>
          <p:nvSpPr>
            <p:cNvPr id="11217" name="Google Shape;11217;p64"/>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4"/>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4"/>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4"/>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4"/>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4"/>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4"/>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4"/>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4"/>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4"/>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4"/>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4"/>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0" name="Google Shape;11230;p64"/>
          <p:cNvGrpSpPr/>
          <p:nvPr/>
        </p:nvGrpSpPr>
        <p:grpSpPr>
          <a:xfrm>
            <a:off x="5344216" y="4291056"/>
            <a:ext cx="304616" cy="343560"/>
            <a:chOff x="5344216" y="4291056"/>
            <a:chExt cx="304616" cy="343560"/>
          </a:xfrm>
        </p:grpSpPr>
        <p:sp>
          <p:nvSpPr>
            <p:cNvPr id="11231" name="Google Shape;11231;p64"/>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4"/>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4"/>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4"/>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4"/>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4"/>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4"/>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4"/>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4"/>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4"/>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64"/>
          <p:cNvGrpSpPr/>
          <p:nvPr/>
        </p:nvGrpSpPr>
        <p:grpSpPr>
          <a:xfrm>
            <a:off x="6279999" y="4264422"/>
            <a:ext cx="204093" cy="343743"/>
            <a:chOff x="6271562" y="4290872"/>
            <a:chExt cx="204093" cy="343743"/>
          </a:xfrm>
        </p:grpSpPr>
        <p:sp>
          <p:nvSpPr>
            <p:cNvPr id="11243" name="Google Shape;11243;p64"/>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4"/>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4"/>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4"/>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4"/>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4"/>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4"/>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4"/>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4"/>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4"/>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4"/>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4"/>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64"/>
          <p:cNvGrpSpPr/>
          <p:nvPr/>
        </p:nvGrpSpPr>
        <p:grpSpPr>
          <a:xfrm>
            <a:off x="6639491" y="4329238"/>
            <a:ext cx="344085" cy="267195"/>
            <a:chOff x="6639491" y="4329238"/>
            <a:chExt cx="344085" cy="267195"/>
          </a:xfrm>
        </p:grpSpPr>
        <p:sp>
          <p:nvSpPr>
            <p:cNvPr id="11256" name="Google Shape;11256;p64"/>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4"/>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4"/>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4"/>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4"/>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4"/>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4"/>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4"/>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4"/>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4"/>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4"/>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4"/>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4"/>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4"/>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4"/>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4"/>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4"/>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4"/>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4" name="Google Shape;11274;p64"/>
          <p:cNvGrpSpPr/>
          <p:nvPr/>
        </p:nvGrpSpPr>
        <p:grpSpPr>
          <a:xfrm>
            <a:off x="7133336" y="4291056"/>
            <a:ext cx="232979" cy="343560"/>
            <a:chOff x="7133336" y="4291056"/>
            <a:chExt cx="232979" cy="343560"/>
          </a:xfrm>
        </p:grpSpPr>
        <p:sp>
          <p:nvSpPr>
            <p:cNvPr id="11275" name="Google Shape;11275;p64"/>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4"/>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4"/>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4"/>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4"/>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4"/>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4"/>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4"/>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4"/>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4"/>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4"/>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4"/>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4"/>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4"/>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4"/>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4"/>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4"/>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64"/>
          <p:cNvGrpSpPr/>
          <p:nvPr/>
        </p:nvGrpSpPr>
        <p:grpSpPr>
          <a:xfrm>
            <a:off x="7571379" y="4291056"/>
            <a:ext cx="232979" cy="343560"/>
            <a:chOff x="7571379" y="4291056"/>
            <a:chExt cx="232979" cy="343560"/>
          </a:xfrm>
        </p:grpSpPr>
        <p:sp>
          <p:nvSpPr>
            <p:cNvPr id="11293" name="Google Shape;11293;p64"/>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4"/>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4"/>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4"/>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4"/>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4"/>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4"/>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4"/>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4"/>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4"/>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4"/>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4"/>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4"/>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4"/>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4"/>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4"/>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64"/>
          <p:cNvGrpSpPr/>
          <p:nvPr/>
        </p:nvGrpSpPr>
        <p:grpSpPr>
          <a:xfrm>
            <a:off x="6666381" y="3347875"/>
            <a:ext cx="295819" cy="370712"/>
            <a:chOff x="6666381" y="3347875"/>
            <a:chExt cx="295819" cy="370712"/>
          </a:xfrm>
        </p:grpSpPr>
        <p:sp>
          <p:nvSpPr>
            <p:cNvPr id="11310" name="Google Shape;11310;p64"/>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4"/>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4"/>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4"/>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4"/>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4"/>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4"/>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4"/>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4"/>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4"/>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4"/>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4"/>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4"/>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4"/>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4"/>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4"/>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4"/>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4"/>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4"/>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4"/>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4"/>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4"/>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4"/>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4"/>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4"/>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4"/>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4"/>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4"/>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4"/>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4"/>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4"/>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4"/>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4"/>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4"/>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4"/>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4"/>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4"/>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4"/>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4"/>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4"/>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64"/>
          <p:cNvGrpSpPr/>
          <p:nvPr/>
        </p:nvGrpSpPr>
        <p:grpSpPr>
          <a:xfrm>
            <a:off x="4877760" y="2887459"/>
            <a:ext cx="389567" cy="390329"/>
            <a:chOff x="4877760" y="2887459"/>
            <a:chExt cx="389567" cy="390329"/>
          </a:xfrm>
        </p:grpSpPr>
        <p:sp>
          <p:nvSpPr>
            <p:cNvPr id="11351" name="Google Shape;11351;p64"/>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4"/>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4"/>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4"/>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4"/>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4"/>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4"/>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4"/>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4"/>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4"/>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4"/>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4"/>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4"/>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4"/>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4"/>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4"/>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4"/>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4"/>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4"/>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4"/>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4"/>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4"/>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4"/>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4"/>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4"/>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4"/>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4"/>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4"/>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4"/>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4"/>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4"/>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4"/>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4"/>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4"/>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4"/>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4"/>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4"/>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4"/>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4"/>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4"/>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4"/>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4"/>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4"/>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4"/>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5" name="Google Shape;11395;p64"/>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4"/>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4"/>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4"/>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4"/>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0" name="Google Shape;11400;p64"/>
          <p:cNvGrpSpPr/>
          <p:nvPr/>
        </p:nvGrpSpPr>
        <p:grpSpPr>
          <a:xfrm>
            <a:off x="5779239" y="2887695"/>
            <a:ext cx="314411" cy="389830"/>
            <a:chOff x="5779239" y="2887695"/>
            <a:chExt cx="314411" cy="389830"/>
          </a:xfrm>
        </p:grpSpPr>
        <p:sp>
          <p:nvSpPr>
            <p:cNvPr id="11401" name="Google Shape;11401;p64"/>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4"/>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4"/>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4"/>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4"/>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4"/>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4"/>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4"/>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4"/>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4"/>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4"/>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4"/>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4"/>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4"/>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4"/>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4"/>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4"/>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4"/>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4"/>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4"/>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4"/>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4"/>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4"/>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4"/>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4"/>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4"/>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4"/>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4"/>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4"/>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4"/>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4"/>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4"/>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4"/>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4"/>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4"/>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4"/>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4"/>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4"/>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4"/>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4"/>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4"/>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4"/>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4"/>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4"/>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64"/>
          <p:cNvGrpSpPr/>
          <p:nvPr/>
        </p:nvGrpSpPr>
        <p:grpSpPr>
          <a:xfrm>
            <a:off x="6190130" y="2940977"/>
            <a:ext cx="389830" cy="283004"/>
            <a:chOff x="6190130" y="2940977"/>
            <a:chExt cx="389830" cy="283004"/>
          </a:xfrm>
        </p:grpSpPr>
        <p:sp>
          <p:nvSpPr>
            <p:cNvPr id="11446" name="Google Shape;11446;p64"/>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4"/>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4"/>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4"/>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4"/>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4"/>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4"/>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4"/>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4"/>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4"/>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4"/>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4"/>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4"/>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4"/>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4"/>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4"/>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4"/>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4"/>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4"/>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4"/>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4"/>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4"/>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4"/>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4"/>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4"/>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4"/>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4"/>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4"/>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4"/>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4"/>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64"/>
          <p:cNvGrpSpPr/>
          <p:nvPr/>
        </p:nvGrpSpPr>
        <p:grpSpPr>
          <a:xfrm>
            <a:off x="6633976" y="2900274"/>
            <a:ext cx="389803" cy="364673"/>
            <a:chOff x="6633976" y="2900274"/>
            <a:chExt cx="389803" cy="364673"/>
          </a:xfrm>
        </p:grpSpPr>
        <p:sp>
          <p:nvSpPr>
            <p:cNvPr id="11477" name="Google Shape;11477;p64"/>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4"/>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4"/>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4"/>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4"/>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4"/>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4"/>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4"/>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4"/>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4"/>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4"/>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4"/>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4"/>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4"/>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4"/>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4"/>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4"/>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64"/>
          <p:cNvGrpSpPr/>
          <p:nvPr/>
        </p:nvGrpSpPr>
        <p:grpSpPr>
          <a:xfrm>
            <a:off x="7517835" y="2885437"/>
            <a:ext cx="364935" cy="382529"/>
            <a:chOff x="7517835" y="2885437"/>
            <a:chExt cx="364935" cy="382529"/>
          </a:xfrm>
        </p:grpSpPr>
        <p:sp>
          <p:nvSpPr>
            <p:cNvPr id="11495" name="Google Shape;11495;p64"/>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4"/>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4"/>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4"/>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4"/>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4"/>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4"/>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4"/>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4"/>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4"/>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4"/>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4"/>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4"/>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4"/>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4"/>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4"/>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4"/>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4"/>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4"/>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4"/>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4"/>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4"/>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4"/>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4"/>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4"/>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4"/>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4"/>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4"/>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4"/>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4"/>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4"/>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4"/>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4"/>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4"/>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4"/>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4"/>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4"/>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64"/>
          <p:cNvGrpSpPr/>
          <p:nvPr/>
        </p:nvGrpSpPr>
        <p:grpSpPr>
          <a:xfrm>
            <a:off x="7087591" y="2887144"/>
            <a:ext cx="358160" cy="385602"/>
            <a:chOff x="7087591" y="2887144"/>
            <a:chExt cx="358160" cy="385602"/>
          </a:xfrm>
        </p:grpSpPr>
        <p:sp>
          <p:nvSpPr>
            <p:cNvPr id="11533" name="Google Shape;11533;p64"/>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4"/>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4"/>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4"/>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4"/>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4"/>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4"/>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4"/>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4"/>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4"/>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4"/>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4"/>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4"/>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4"/>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4"/>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4"/>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4"/>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4"/>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4"/>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64"/>
          <p:cNvGrpSpPr/>
          <p:nvPr/>
        </p:nvGrpSpPr>
        <p:grpSpPr>
          <a:xfrm>
            <a:off x="7951362" y="2885437"/>
            <a:ext cx="382529" cy="382529"/>
            <a:chOff x="7951362" y="2885437"/>
            <a:chExt cx="382529" cy="382529"/>
          </a:xfrm>
        </p:grpSpPr>
        <p:sp>
          <p:nvSpPr>
            <p:cNvPr id="11553" name="Google Shape;11553;p64"/>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4"/>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4"/>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4"/>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4"/>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4"/>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4"/>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4"/>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4"/>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4"/>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4"/>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4"/>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4"/>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4"/>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4"/>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4"/>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4"/>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4"/>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4"/>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4"/>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4"/>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4"/>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4"/>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4"/>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4"/>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4"/>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4"/>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4"/>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4"/>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4"/>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4"/>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4"/>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4"/>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4"/>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4"/>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4"/>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4"/>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4"/>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4"/>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4"/>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4"/>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4"/>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4"/>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4"/>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4"/>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4"/>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4"/>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4"/>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4"/>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64"/>
          <p:cNvGrpSpPr/>
          <p:nvPr/>
        </p:nvGrpSpPr>
        <p:grpSpPr>
          <a:xfrm>
            <a:off x="8054406" y="3814489"/>
            <a:ext cx="276964" cy="336601"/>
            <a:chOff x="8054406" y="3814489"/>
            <a:chExt cx="276964" cy="336601"/>
          </a:xfrm>
        </p:grpSpPr>
        <p:sp>
          <p:nvSpPr>
            <p:cNvPr id="11603" name="Google Shape;11603;p64"/>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4"/>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4"/>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4"/>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4"/>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4"/>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4"/>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4"/>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4"/>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64"/>
          <p:cNvGrpSpPr/>
          <p:nvPr/>
        </p:nvGrpSpPr>
        <p:grpSpPr>
          <a:xfrm>
            <a:off x="7936787" y="4295074"/>
            <a:ext cx="378249" cy="335524"/>
            <a:chOff x="7936787" y="4295074"/>
            <a:chExt cx="378249" cy="335524"/>
          </a:xfrm>
        </p:grpSpPr>
        <p:sp>
          <p:nvSpPr>
            <p:cNvPr id="11613" name="Google Shape;11613;p64"/>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4"/>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4"/>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4"/>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4"/>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4"/>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4"/>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4"/>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4"/>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4"/>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4"/>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4"/>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4"/>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4"/>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4"/>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4"/>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64"/>
          <p:cNvGrpSpPr/>
          <p:nvPr/>
        </p:nvGrpSpPr>
        <p:grpSpPr>
          <a:xfrm>
            <a:off x="4886058" y="1965890"/>
            <a:ext cx="388569" cy="388307"/>
            <a:chOff x="4886058" y="1965890"/>
            <a:chExt cx="388569" cy="388307"/>
          </a:xfrm>
        </p:grpSpPr>
        <p:sp>
          <p:nvSpPr>
            <p:cNvPr id="11630" name="Google Shape;11630;p64"/>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4"/>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4"/>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4"/>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4"/>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4"/>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4"/>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4"/>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4"/>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4"/>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4"/>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44" name="Shape 11644"/>
        <p:cNvGrpSpPr/>
        <p:nvPr/>
      </p:nvGrpSpPr>
      <p:grpSpPr>
        <a:xfrm>
          <a:off x="0" y="0"/>
          <a:ext cx="0" cy="0"/>
          <a:chOff x="0" y="0"/>
          <a:chExt cx="0" cy="0"/>
        </a:xfrm>
      </p:grpSpPr>
      <p:sp>
        <p:nvSpPr>
          <p:cNvPr id="11645" name="Google Shape;11645;p6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646" name="Google Shape;11646;p6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647" name="Google Shape;11647;p65"/>
          <p:cNvGrpSpPr/>
          <p:nvPr/>
        </p:nvGrpSpPr>
        <p:grpSpPr>
          <a:xfrm>
            <a:off x="1765162" y="3346789"/>
            <a:ext cx="292801" cy="359258"/>
            <a:chOff x="1765162" y="3346789"/>
            <a:chExt cx="292801" cy="359258"/>
          </a:xfrm>
        </p:grpSpPr>
        <p:sp>
          <p:nvSpPr>
            <p:cNvPr id="11648" name="Google Shape;11648;p65"/>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5"/>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5"/>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5"/>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5"/>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5"/>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5"/>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5"/>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5"/>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5"/>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5"/>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5"/>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5"/>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5"/>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5"/>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65"/>
          <p:cNvGrpSpPr/>
          <p:nvPr/>
        </p:nvGrpSpPr>
        <p:grpSpPr>
          <a:xfrm>
            <a:off x="3077632" y="2445004"/>
            <a:ext cx="358996" cy="296309"/>
            <a:chOff x="3077632" y="2445004"/>
            <a:chExt cx="358996" cy="296309"/>
          </a:xfrm>
        </p:grpSpPr>
        <p:sp>
          <p:nvSpPr>
            <p:cNvPr id="11664" name="Google Shape;11664;p65"/>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5"/>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5"/>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5"/>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5"/>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5"/>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5"/>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5"/>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5"/>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5"/>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5"/>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5"/>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5"/>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5"/>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5"/>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5"/>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5"/>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5"/>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5"/>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5"/>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5"/>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5"/>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5"/>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5"/>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5"/>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5"/>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65"/>
          <p:cNvGrpSpPr/>
          <p:nvPr/>
        </p:nvGrpSpPr>
        <p:grpSpPr>
          <a:xfrm>
            <a:off x="2635237" y="2431780"/>
            <a:ext cx="359232" cy="323018"/>
            <a:chOff x="2635237" y="2431780"/>
            <a:chExt cx="359232" cy="323018"/>
          </a:xfrm>
        </p:grpSpPr>
        <p:sp>
          <p:nvSpPr>
            <p:cNvPr id="11691" name="Google Shape;11691;p65"/>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5"/>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5"/>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5"/>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5"/>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5"/>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5"/>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5"/>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5"/>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5"/>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5"/>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5"/>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5"/>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5"/>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5"/>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65"/>
          <p:cNvGrpSpPr/>
          <p:nvPr/>
        </p:nvGrpSpPr>
        <p:grpSpPr>
          <a:xfrm>
            <a:off x="4011651" y="3768132"/>
            <a:ext cx="373189" cy="358944"/>
            <a:chOff x="4011651" y="3768132"/>
            <a:chExt cx="373189" cy="358944"/>
          </a:xfrm>
        </p:grpSpPr>
        <p:sp>
          <p:nvSpPr>
            <p:cNvPr id="11707" name="Google Shape;11707;p65"/>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5"/>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5"/>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5"/>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5"/>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5"/>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5"/>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5"/>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5"/>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5"/>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7" name="Google Shape;11717;p65"/>
          <p:cNvGrpSpPr/>
          <p:nvPr/>
        </p:nvGrpSpPr>
        <p:grpSpPr>
          <a:xfrm>
            <a:off x="2189568" y="1961603"/>
            <a:ext cx="364993" cy="359049"/>
            <a:chOff x="2189568" y="1961603"/>
            <a:chExt cx="364993" cy="359049"/>
          </a:xfrm>
        </p:grpSpPr>
        <p:sp>
          <p:nvSpPr>
            <p:cNvPr id="11718" name="Google Shape;11718;p65"/>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5"/>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5"/>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5"/>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5"/>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5"/>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5"/>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5"/>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5"/>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5"/>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5"/>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5"/>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5"/>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5"/>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5"/>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5"/>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4" name="Google Shape;11734;p65"/>
          <p:cNvGrpSpPr/>
          <p:nvPr/>
        </p:nvGrpSpPr>
        <p:grpSpPr>
          <a:xfrm>
            <a:off x="2193077" y="2419971"/>
            <a:ext cx="378426" cy="346323"/>
            <a:chOff x="2193077" y="2419971"/>
            <a:chExt cx="378426" cy="346323"/>
          </a:xfrm>
        </p:grpSpPr>
        <p:sp>
          <p:nvSpPr>
            <p:cNvPr id="11735" name="Google Shape;11735;p65"/>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5"/>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5"/>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5"/>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5"/>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5"/>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5"/>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5"/>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5"/>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5"/>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5"/>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5"/>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5"/>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5"/>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5"/>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5"/>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5"/>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5"/>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5"/>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5"/>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5"/>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65"/>
          <p:cNvGrpSpPr/>
          <p:nvPr/>
        </p:nvGrpSpPr>
        <p:grpSpPr>
          <a:xfrm>
            <a:off x="861622" y="2881770"/>
            <a:ext cx="276802" cy="367140"/>
            <a:chOff x="861622" y="2881770"/>
            <a:chExt cx="276802" cy="367140"/>
          </a:xfrm>
        </p:grpSpPr>
        <p:sp>
          <p:nvSpPr>
            <p:cNvPr id="11757" name="Google Shape;11757;p65"/>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5"/>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5"/>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5"/>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5"/>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5"/>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5"/>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5"/>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5"/>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5"/>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5"/>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5"/>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5"/>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5"/>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5"/>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5"/>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5"/>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5"/>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5"/>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5"/>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5"/>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5"/>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65"/>
          <p:cNvGrpSpPr/>
          <p:nvPr/>
        </p:nvGrpSpPr>
        <p:grpSpPr>
          <a:xfrm>
            <a:off x="3968184" y="2881691"/>
            <a:ext cx="369444" cy="367140"/>
            <a:chOff x="3968184" y="2881691"/>
            <a:chExt cx="369444" cy="367140"/>
          </a:xfrm>
        </p:grpSpPr>
        <p:sp>
          <p:nvSpPr>
            <p:cNvPr id="11780" name="Google Shape;11780;p65"/>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5"/>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5"/>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5"/>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5"/>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5"/>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5"/>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5"/>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5"/>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5"/>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5"/>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5"/>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5"/>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5"/>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5"/>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5"/>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5"/>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5"/>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5"/>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5"/>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5"/>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5"/>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65"/>
          <p:cNvGrpSpPr/>
          <p:nvPr/>
        </p:nvGrpSpPr>
        <p:grpSpPr>
          <a:xfrm>
            <a:off x="3513796" y="2882084"/>
            <a:ext cx="371487" cy="366826"/>
            <a:chOff x="3513796" y="2882084"/>
            <a:chExt cx="371487" cy="366826"/>
          </a:xfrm>
        </p:grpSpPr>
        <p:sp>
          <p:nvSpPr>
            <p:cNvPr id="11805" name="Google Shape;11805;p65"/>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5"/>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5"/>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5"/>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5"/>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5"/>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5"/>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5"/>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5"/>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5"/>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5"/>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5"/>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5"/>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5"/>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5"/>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5"/>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5"/>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5"/>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5"/>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5"/>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5"/>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5"/>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5"/>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5"/>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5"/>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5"/>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5"/>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5"/>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5"/>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5"/>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5"/>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5"/>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5"/>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5"/>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5"/>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5"/>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5"/>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5"/>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5"/>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5"/>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5"/>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5"/>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5"/>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5"/>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5"/>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65"/>
          <p:cNvGrpSpPr/>
          <p:nvPr/>
        </p:nvGrpSpPr>
        <p:grpSpPr>
          <a:xfrm>
            <a:off x="873615" y="1500275"/>
            <a:ext cx="335011" cy="359232"/>
            <a:chOff x="873615" y="1500275"/>
            <a:chExt cx="335011" cy="359232"/>
          </a:xfrm>
        </p:grpSpPr>
        <p:sp>
          <p:nvSpPr>
            <p:cNvPr id="11855" name="Google Shape;11855;p65"/>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5"/>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5"/>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5"/>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5"/>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5"/>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5"/>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5"/>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5"/>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5"/>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5"/>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65"/>
          <p:cNvGrpSpPr/>
          <p:nvPr/>
        </p:nvGrpSpPr>
        <p:grpSpPr>
          <a:xfrm>
            <a:off x="2202058" y="3346737"/>
            <a:ext cx="337158" cy="359311"/>
            <a:chOff x="2202058" y="3346737"/>
            <a:chExt cx="337158" cy="359311"/>
          </a:xfrm>
        </p:grpSpPr>
        <p:sp>
          <p:nvSpPr>
            <p:cNvPr id="11867" name="Google Shape;11867;p65"/>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5"/>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5"/>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5"/>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5"/>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5"/>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5"/>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5"/>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5"/>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65"/>
          <p:cNvGrpSpPr/>
          <p:nvPr/>
        </p:nvGrpSpPr>
        <p:grpSpPr>
          <a:xfrm>
            <a:off x="2223059" y="3818172"/>
            <a:ext cx="359232" cy="306050"/>
            <a:chOff x="2223059" y="3818172"/>
            <a:chExt cx="359232" cy="306050"/>
          </a:xfrm>
        </p:grpSpPr>
        <p:sp>
          <p:nvSpPr>
            <p:cNvPr id="11877" name="Google Shape;11877;p65"/>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5"/>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5"/>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5"/>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5"/>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5"/>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5"/>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5"/>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65"/>
          <p:cNvGrpSpPr/>
          <p:nvPr/>
        </p:nvGrpSpPr>
        <p:grpSpPr>
          <a:xfrm>
            <a:off x="1725989" y="1991820"/>
            <a:ext cx="378426" cy="298509"/>
            <a:chOff x="1725989" y="1991820"/>
            <a:chExt cx="378426" cy="298509"/>
          </a:xfrm>
        </p:grpSpPr>
        <p:sp>
          <p:nvSpPr>
            <p:cNvPr id="11887" name="Google Shape;11887;p65"/>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5"/>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5"/>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5"/>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5"/>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5"/>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5"/>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5"/>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5"/>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5"/>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5"/>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5"/>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9" name="Google Shape;11899;p65"/>
          <p:cNvGrpSpPr/>
          <p:nvPr/>
        </p:nvGrpSpPr>
        <p:grpSpPr>
          <a:xfrm>
            <a:off x="1768409" y="3791751"/>
            <a:ext cx="367978" cy="359075"/>
            <a:chOff x="1768409" y="3791751"/>
            <a:chExt cx="367978" cy="359075"/>
          </a:xfrm>
        </p:grpSpPr>
        <p:sp>
          <p:nvSpPr>
            <p:cNvPr id="11900" name="Google Shape;11900;p65"/>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5"/>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5"/>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5"/>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5"/>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5"/>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5"/>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5"/>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5"/>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5"/>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5"/>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5"/>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5"/>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65"/>
          <p:cNvGrpSpPr/>
          <p:nvPr/>
        </p:nvGrpSpPr>
        <p:grpSpPr>
          <a:xfrm>
            <a:off x="2668963" y="3791306"/>
            <a:ext cx="358735" cy="359311"/>
            <a:chOff x="2668963" y="3791306"/>
            <a:chExt cx="358735" cy="359311"/>
          </a:xfrm>
        </p:grpSpPr>
        <p:sp>
          <p:nvSpPr>
            <p:cNvPr id="11914" name="Google Shape;11914;p65"/>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5"/>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5"/>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5"/>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5"/>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5"/>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5"/>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5"/>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5"/>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5"/>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5"/>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5"/>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5"/>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5"/>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5"/>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5"/>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0" name="Google Shape;11930;p65"/>
          <p:cNvGrpSpPr/>
          <p:nvPr/>
        </p:nvGrpSpPr>
        <p:grpSpPr>
          <a:xfrm>
            <a:off x="849682" y="1995198"/>
            <a:ext cx="363893" cy="291727"/>
            <a:chOff x="849682" y="1995198"/>
            <a:chExt cx="363893" cy="291727"/>
          </a:xfrm>
        </p:grpSpPr>
        <p:sp>
          <p:nvSpPr>
            <p:cNvPr id="11931" name="Google Shape;11931;p65"/>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5"/>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5"/>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5"/>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5"/>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5"/>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5"/>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5"/>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5"/>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5"/>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5"/>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5"/>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5"/>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5"/>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5"/>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5"/>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5"/>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5"/>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65"/>
          <p:cNvGrpSpPr/>
          <p:nvPr/>
        </p:nvGrpSpPr>
        <p:grpSpPr>
          <a:xfrm>
            <a:off x="3065430" y="1990066"/>
            <a:ext cx="378190" cy="302044"/>
            <a:chOff x="3065430" y="1990066"/>
            <a:chExt cx="378190" cy="302044"/>
          </a:xfrm>
        </p:grpSpPr>
        <p:sp>
          <p:nvSpPr>
            <p:cNvPr id="11950" name="Google Shape;11950;p65"/>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5"/>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5"/>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5"/>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5"/>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5"/>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5"/>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5"/>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5"/>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5"/>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5"/>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65"/>
          <p:cNvGrpSpPr/>
          <p:nvPr/>
        </p:nvGrpSpPr>
        <p:grpSpPr>
          <a:xfrm>
            <a:off x="3568234" y="3791410"/>
            <a:ext cx="347501" cy="359284"/>
            <a:chOff x="3568234" y="3791410"/>
            <a:chExt cx="347501" cy="359284"/>
          </a:xfrm>
        </p:grpSpPr>
        <p:sp>
          <p:nvSpPr>
            <p:cNvPr id="11962" name="Google Shape;11962;p65"/>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5"/>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5"/>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5"/>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5"/>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5"/>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5"/>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5"/>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5"/>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5"/>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5"/>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65"/>
          <p:cNvGrpSpPr/>
          <p:nvPr/>
        </p:nvGrpSpPr>
        <p:grpSpPr>
          <a:xfrm>
            <a:off x="1759925" y="1501087"/>
            <a:ext cx="347004" cy="358420"/>
            <a:chOff x="1759925" y="1501087"/>
            <a:chExt cx="347004" cy="358420"/>
          </a:xfrm>
        </p:grpSpPr>
        <p:sp>
          <p:nvSpPr>
            <p:cNvPr id="11974" name="Google Shape;11974;p65"/>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5"/>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5"/>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5"/>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5"/>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5"/>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5"/>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5"/>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5"/>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5"/>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5"/>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5"/>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5"/>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5"/>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5"/>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5"/>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5"/>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5"/>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5"/>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5"/>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5"/>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5"/>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5"/>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5"/>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5"/>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5"/>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5"/>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65"/>
          <p:cNvGrpSpPr/>
          <p:nvPr/>
        </p:nvGrpSpPr>
        <p:grpSpPr>
          <a:xfrm>
            <a:off x="3519295" y="2413660"/>
            <a:ext cx="360227" cy="359311"/>
            <a:chOff x="3519295" y="2413660"/>
            <a:chExt cx="360227" cy="359311"/>
          </a:xfrm>
        </p:grpSpPr>
        <p:sp>
          <p:nvSpPr>
            <p:cNvPr id="12002" name="Google Shape;12002;p65"/>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5"/>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5"/>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5"/>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5"/>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5"/>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5"/>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5"/>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5"/>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5"/>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5"/>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5"/>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5"/>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5"/>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5"/>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5"/>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5"/>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5"/>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5"/>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5"/>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5"/>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5"/>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5"/>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5"/>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5"/>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5"/>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5"/>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5"/>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5"/>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5"/>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5"/>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5"/>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5"/>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5"/>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5"/>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65"/>
          <p:cNvGrpSpPr/>
          <p:nvPr/>
        </p:nvGrpSpPr>
        <p:grpSpPr>
          <a:xfrm>
            <a:off x="1330255" y="3845718"/>
            <a:ext cx="358996" cy="250774"/>
            <a:chOff x="1330255" y="3845718"/>
            <a:chExt cx="358996" cy="250774"/>
          </a:xfrm>
        </p:grpSpPr>
        <p:sp>
          <p:nvSpPr>
            <p:cNvPr id="12038" name="Google Shape;12038;p65"/>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5"/>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5"/>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5"/>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5"/>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5"/>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5"/>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5"/>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5"/>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5"/>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65"/>
          <p:cNvGrpSpPr/>
          <p:nvPr/>
        </p:nvGrpSpPr>
        <p:grpSpPr>
          <a:xfrm>
            <a:off x="3115103" y="3791384"/>
            <a:ext cx="373424" cy="359311"/>
            <a:chOff x="3115103" y="3791384"/>
            <a:chExt cx="373424" cy="359311"/>
          </a:xfrm>
        </p:grpSpPr>
        <p:sp>
          <p:nvSpPr>
            <p:cNvPr id="12049" name="Google Shape;12049;p65"/>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5"/>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5"/>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5"/>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5"/>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5"/>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5"/>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5"/>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5"/>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5"/>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5"/>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5"/>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5"/>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5"/>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65"/>
          <p:cNvGrpSpPr/>
          <p:nvPr/>
        </p:nvGrpSpPr>
        <p:grpSpPr>
          <a:xfrm>
            <a:off x="883853" y="3792641"/>
            <a:ext cx="378190" cy="357059"/>
            <a:chOff x="883853" y="3792641"/>
            <a:chExt cx="378190" cy="357059"/>
          </a:xfrm>
        </p:grpSpPr>
        <p:sp>
          <p:nvSpPr>
            <p:cNvPr id="12064" name="Google Shape;12064;p65"/>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5"/>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5"/>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5"/>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5"/>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5"/>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5"/>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5"/>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5"/>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5"/>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5"/>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5"/>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5"/>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5"/>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5"/>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5"/>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5"/>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5"/>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5"/>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5"/>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5"/>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5"/>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5"/>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5"/>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5"/>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5"/>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65"/>
          <p:cNvGrpSpPr/>
          <p:nvPr/>
        </p:nvGrpSpPr>
        <p:grpSpPr>
          <a:xfrm>
            <a:off x="3934196" y="2484805"/>
            <a:ext cx="401207" cy="214036"/>
            <a:chOff x="3934196" y="2484805"/>
            <a:chExt cx="401207" cy="214036"/>
          </a:xfrm>
        </p:grpSpPr>
        <p:sp>
          <p:nvSpPr>
            <p:cNvPr id="12091" name="Google Shape;12091;p65"/>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5"/>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5"/>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5"/>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5"/>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6" name="Google Shape;12096;p65"/>
          <p:cNvGrpSpPr/>
          <p:nvPr/>
        </p:nvGrpSpPr>
        <p:grpSpPr>
          <a:xfrm>
            <a:off x="3999894" y="1500197"/>
            <a:ext cx="342474" cy="359232"/>
            <a:chOff x="3999894" y="1500197"/>
            <a:chExt cx="342474" cy="359232"/>
          </a:xfrm>
        </p:grpSpPr>
        <p:sp>
          <p:nvSpPr>
            <p:cNvPr id="12097" name="Google Shape;12097;p65"/>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5"/>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5"/>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5"/>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5"/>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5"/>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5"/>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5"/>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5"/>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5"/>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65"/>
          <p:cNvGrpSpPr/>
          <p:nvPr/>
        </p:nvGrpSpPr>
        <p:grpSpPr>
          <a:xfrm>
            <a:off x="2233795" y="2882162"/>
            <a:ext cx="232601" cy="366747"/>
            <a:chOff x="2233795" y="2882162"/>
            <a:chExt cx="232601" cy="366747"/>
          </a:xfrm>
        </p:grpSpPr>
        <p:sp>
          <p:nvSpPr>
            <p:cNvPr id="12108" name="Google Shape;12108;p65"/>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5"/>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5"/>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5"/>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5"/>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5"/>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5"/>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5"/>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5"/>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5"/>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5"/>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5"/>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5"/>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5"/>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5"/>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5"/>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5"/>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5"/>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65"/>
          <p:cNvGrpSpPr/>
          <p:nvPr/>
        </p:nvGrpSpPr>
        <p:grpSpPr>
          <a:xfrm>
            <a:off x="3523772" y="3404422"/>
            <a:ext cx="362008" cy="244175"/>
            <a:chOff x="3523772" y="3404422"/>
            <a:chExt cx="362008" cy="244175"/>
          </a:xfrm>
        </p:grpSpPr>
        <p:sp>
          <p:nvSpPr>
            <p:cNvPr id="12127" name="Google Shape;12127;p65"/>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5"/>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5"/>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5"/>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5"/>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5"/>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5"/>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5"/>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5"/>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5"/>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5"/>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5"/>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5"/>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5"/>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5"/>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65"/>
          <p:cNvGrpSpPr/>
          <p:nvPr/>
        </p:nvGrpSpPr>
        <p:grpSpPr>
          <a:xfrm>
            <a:off x="3531026" y="1977314"/>
            <a:ext cx="359232" cy="327836"/>
            <a:chOff x="3531026" y="1977314"/>
            <a:chExt cx="359232" cy="327836"/>
          </a:xfrm>
        </p:grpSpPr>
        <p:sp>
          <p:nvSpPr>
            <p:cNvPr id="12143" name="Google Shape;12143;p65"/>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5"/>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5"/>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5"/>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5"/>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5"/>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5"/>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5"/>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5"/>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5"/>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65"/>
          <p:cNvGrpSpPr/>
          <p:nvPr/>
        </p:nvGrpSpPr>
        <p:grpSpPr>
          <a:xfrm>
            <a:off x="3123351" y="1500275"/>
            <a:ext cx="296781" cy="359232"/>
            <a:chOff x="3123351" y="1500275"/>
            <a:chExt cx="296781" cy="359232"/>
          </a:xfrm>
        </p:grpSpPr>
        <p:sp>
          <p:nvSpPr>
            <p:cNvPr id="12154" name="Google Shape;12154;p65"/>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5"/>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5"/>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5"/>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5"/>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5"/>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5"/>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5"/>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5"/>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5"/>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5"/>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65"/>
          <p:cNvGrpSpPr/>
          <p:nvPr/>
        </p:nvGrpSpPr>
        <p:grpSpPr>
          <a:xfrm>
            <a:off x="2659458" y="1500275"/>
            <a:ext cx="332261" cy="359232"/>
            <a:chOff x="2659458" y="1500275"/>
            <a:chExt cx="332261" cy="359232"/>
          </a:xfrm>
        </p:grpSpPr>
        <p:sp>
          <p:nvSpPr>
            <p:cNvPr id="12166" name="Google Shape;12166;p65"/>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5"/>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5"/>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5"/>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5"/>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5"/>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5"/>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5"/>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5"/>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5"/>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5"/>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5"/>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5"/>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5"/>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5"/>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5"/>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5"/>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5"/>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5"/>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5"/>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65"/>
          <p:cNvGrpSpPr/>
          <p:nvPr/>
        </p:nvGrpSpPr>
        <p:grpSpPr>
          <a:xfrm>
            <a:off x="1750184" y="2413530"/>
            <a:ext cx="359730" cy="359441"/>
            <a:chOff x="1750184" y="2413530"/>
            <a:chExt cx="359730" cy="359441"/>
          </a:xfrm>
        </p:grpSpPr>
        <p:sp>
          <p:nvSpPr>
            <p:cNvPr id="12187" name="Google Shape;12187;p65"/>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5"/>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5"/>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5"/>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5"/>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5"/>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5"/>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5"/>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5"/>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5"/>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5"/>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65"/>
          <p:cNvGrpSpPr/>
          <p:nvPr/>
        </p:nvGrpSpPr>
        <p:grpSpPr>
          <a:xfrm>
            <a:off x="2230050" y="1500223"/>
            <a:ext cx="316524" cy="359284"/>
            <a:chOff x="2230050" y="1500223"/>
            <a:chExt cx="316524" cy="359284"/>
          </a:xfrm>
        </p:grpSpPr>
        <p:sp>
          <p:nvSpPr>
            <p:cNvPr id="12199" name="Google Shape;12199;p65"/>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5"/>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5"/>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5"/>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5"/>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5"/>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5"/>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5"/>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5"/>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5"/>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5"/>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5"/>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5"/>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5"/>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5"/>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5"/>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5"/>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5"/>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5"/>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5"/>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65"/>
          <p:cNvGrpSpPr/>
          <p:nvPr/>
        </p:nvGrpSpPr>
        <p:grpSpPr>
          <a:xfrm>
            <a:off x="2690042" y="4262767"/>
            <a:ext cx="359389" cy="359232"/>
            <a:chOff x="2690042" y="4262767"/>
            <a:chExt cx="359389" cy="359232"/>
          </a:xfrm>
        </p:grpSpPr>
        <p:sp>
          <p:nvSpPr>
            <p:cNvPr id="12220" name="Google Shape;12220;p65"/>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5"/>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5"/>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5"/>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5"/>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5"/>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5"/>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65"/>
          <p:cNvGrpSpPr/>
          <p:nvPr/>
        </p:nvGrpSpPr>
        <p:grpSpPr>
          <a:xfrm>
            <a:off x="2689440" y="2882162"/>
            <a:ext cx="222337" cy="366721"/>
            <a:chOff x="2689440" y="2882162"/>
            <a:chExt cx="222337" cy="366721"/>
          </a:xfrm>
        </p:grpSpPr>
        <p:sp>
          <p:nvSpPr>
            <p:cNvPr id="12228" name="Google Shape;12228;p65"/>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5"/>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5"/>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5"/>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5"/>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5"/>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5"/>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5"/>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5"/>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7" name="Google Shape;12237;p65"/>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8" name="Google Shape;12238;p65"/>
          <p:cNvGrpSpPr/>
          <p:nvPr/>
        </p:nvGrpSpPr>
        <p:grpSpPr>
          <a:xfrm>
            <a:off x="2637986" y="1980142"/>
            <a:ext cx="359232" cy="322023"/>
            <a:chOff x="2637986" y="1980142"/>
            <a:chExt cx="359232" cy="322023"/>
          </a:xfrm>
        </p:grpSpPr>
        <p:sp>
          <p:nvSpPr>
            <p:cNvPr id="12239" name="Google Shape;12239;p65"/>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5"/>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5"/>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5"/>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5"/>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5"/>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5"/>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5"/>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5"/>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5"/>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5"/>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5"/>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5"/>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2" name="Google Shape;12252;p65"/>
          <p:cNvGrpSpPr/>
          <p:nvPr/>
        </p:nvGrpSpPr>
        <p:grpSpPr>
          <a:xfrm>
            <a:off x="1306531" y="3346972"/>
            <a:ext cx="323018" cy="359075"/>
            <a:chOff x="1306531" y="3346972"/>
            <a:chExt cx="323018" cy="359075"/>
          </a:xfrm>
        </p:grpSpPr>
        <p:sp>
          <p:nvSpPr>
            <p:cNvPr id="12253" name="Google Shape;12253;p65"/>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5"/>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5"/>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5"/>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5"/>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5"/>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5"/>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5"/>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5"/>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65"/>
          <p:cNvGrpSpPr/>
          <p:nvPr/>
        </p:nvGrpSpPr>
        <p:grpSpPr>
          <a:xfrm>
            <a:off x="1308024" y="2413975"/>
            <a:ext cx="360253" cy="357111"/>
            <a:chOff x="1308024" y="2413975"/>
            <a:chExt cx="360253" cy="357111"/>
          </a:xfrm>
        </p:grpSpPr>
        <p:sp>
          <p:nvSpPr>
            <p:cNvPr id="12263" name="Google Shape;12263;p65"/>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5"/>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5"/>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5"/>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5"/>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5"/>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5"/>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5"/>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5"/>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5"/>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5"/>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5"/>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5"/>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5"/>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5"/>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5"/>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5"/>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5"/>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5"/>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5"/>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5"/>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5"/>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5"/>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5"/>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5"/>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5"/>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5"/>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5"/>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5"/>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5"/>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3" name="Google Shape;12293;p65"/>
          <p:cNvGrpSpPr/>
          <p:nvPr/>
        </p:nvGrpSpPr>
        <p:grpSpPr>
          <a:xfrm>
            <a:off x="1298519" y="1970322"/>
            <a:ext cx="378452" cy="341321"/>
            <a:chOff x="1298519" y="1970322"/>
            <a:chExt cx="378452" cy="341321"/>
          </a:xfrm>
        </p:grpSpPr>
        <p:sp>
          <p:nvSpPr>
            <p:cNvPr id="12294" name="Google Shape;12294;p65"/>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5"/>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5"/>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5"/>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5"/>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5"/>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5"/>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5"/>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5"/>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5"/>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5"/>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5"/>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5"/>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5"/>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5"/>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5"/>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5"/>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5"/>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5"/>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5"/>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65"/>
          <p:cNvGrpSpPr/>
          <p:nvPr/>
        </p:nvGrpSpPr>
        <p:grpSpPr>
          <a:xfrm>
            <a:off x="3114815" y="3346868"/>
            <a:ext cx="283217" cy="359180"/>
            <a:chOff x="3114815" y="3346868"/>
            <a:chExt cx="283217" cy="359180"/>
          </a:xfrm>
        </p:grpSpPr>
        <p:sp>
          <p:nvSpPr>
            <p:cNvPr id="12315" name="Google Shape;12315;p65"/>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5"/>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5"/>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5"/>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5"/>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5"/>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5"/>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5"/>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5"/>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5"/>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5"/>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5"/>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5"/>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65"/>
          <p:cNvGrpSpPr/>
          <p:nvPr/>
        </p:nvGrpSpPr>
        <p:grpSpPr>
          <a:xfrm>
            <a:off x="3973186" y="3353231"/>
            <a:ext cx="378661" cy="346558"/>
            <a:chOff x="3973186" y="3353231"/>
            <a:chExt cx="378661" cy="346558"/>
          </a:xfrm>
        </p:grpSpPr>
        <p:sp>
          <p:nvSpPr>
            <p:cNvPr id="12329" name="Google Shape;12329;p65"/>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5"/>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5"/>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5"/>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5"/>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5"/>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5"/>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5"/>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5"/>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5"/>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5"/>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5"/>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5"/>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5"/>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5"/>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5"/>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5"/>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5"/>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65"/>
          <p:cNvGrpSpPr/>
          <p:nvPr/>
        </p:nvGrpSpPr>
        <p:grpSpPr>
          <a:xfrm>
            <a:off x="2152857" y="4263002"/>
            <a:ext cx="373241" cy="359127"/>
            <a:chOff x="2152857" y="4263002"/>
            <a:chExt cx="373241" cy="359127"/>
          </a:xfrm>
        </p:grpSpPr>
        <p:sp>
          <p:nvSpPr>
            <p:cNvPr id="12348" name="Google Shape;12348;p65"/>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5"/>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5"/>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5"/>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5"/>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5"/>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5"/>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5"/>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65"/>
          <p:cNvGrpSpPr/>
          <p:nvPr/>
        </p:nvGrpSpPr>
        <p:grpSpPr>
          <a:xfrm>
            <a:off x="859632" y="3346972"/>
            <a:ext cx="303537" cy="359127"/>
            <a:chOff x="859632" y="3346972"/>
            <a:chExt cx="303537" cy="359127"/>
          </a:xfrm>
        </p:grpSpPr>
        <p:sp>
          <p:nvSpPr>
            <p:cNvPr id="12357" name="Google Shape;12357;p65"/>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5"/>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5"/>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5"/>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5"/>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65"/>
          <p:cNvGrpSpPr/>
          <p:nvPr/>
        </p:nvGrpSpPr>
        <p:grpSpPr>
          <a:xfrm>
            <a:off x="1767911" y="2882241"/>
            <a:ext cx="265306" cy="366799"/>
            <a:chOff x="1767911" y="2882241"/>
            <a:chExt cx="265306" cy="366799"/>
          </a:xfrm>
        </p:grpSpPr>
        <p:sp>
          <p:nvSpPr>
            <p:cNvPr id="12363" name="Google Shape;12363;p65"/>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5"/>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5"/>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5"/>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5"/>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5"/>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5"/>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5"/>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5"/>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5"/>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5"/>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5"/>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5"/>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8" name="Google Shape;12378;p65"/>
          <p:cNvGrpSpPr/>
          <p:nvPr/>
        </p:nvGrpSpPr>
        <p:grpSpPr>
          <a:xfrm>
            <a:off x="1332009" y="1499935"/>
            <a:ext cx="331895" cy="359311"/>
            <a:chOff x="1332009" y="1499935"/>
            <a:chExt cx="331895" cy="359311"/>
          </a:xfrm>
        </p:grpSpPr>
        <p:sp>
          <p:nvSpPr>
            <p:cNvPr id="12379" name="Google Shape;12379;p65"/>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5"/>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5"/>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5"/>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5"/>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5"/>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5"/>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5"/>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5"/>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5"/>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5"/>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5"/>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5"/>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5"/>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5"/>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5"/>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5"/>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65"/>
          <p:cNvGrpSpPr/>
          <p:nvPr/>
        </p:nvGrpSpPr>
        <p:grpSpPr>
          <a:xfrm>
            <a:off x="2663464" y="3346815"/>
            <a:ext cx="289528" cy="359232"/>
            <a:chOff x="2663464" y="3346815"/>
            <a:chExt cx="289528" cy="359232"/>
          </a:xfrm>
        </p:grpSpPr>
        <p:sp>
          <p:nvSpPr>
            <p:cNvPr id="12397" name="Google Shape;12397;p65"/>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5"/>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5"/>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5"/>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5"/>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5"/>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5"/>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5"/>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5"/>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5"/>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5"/>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65"/>
          <p:cNvGrpSpPr/>
          <p:nvPr/>
        </p:nvGrpSpPr>
        <p:grpSpPr>
          <a:xfrm>
            <a:off x="1315775" y="2881927"/>
            <a:ext cx="269051" cy="366983"/>
            <a:chOff x="1315775" y="2881927"/>
            <a:chExt cx="269051" cy="366983"/>
          </a:xfrm>
        </p:grpSpPr>
        <p:sp>
          <p:nvSpPr>
            <p:cNvPr id="12409" name="Google Shape;12409;p65"/>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5"/>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5"/>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5"/>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5"/>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5"/>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5"/>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5"/>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5"/>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5"/>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5"/>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5"/>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5"/>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5"/>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5"/>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65"/>
          <p:cNvGrpSpPr/>
          <p:nvPr/>
        </p:nvGrpSpPr>
        <p:grpSpPr>
          <a:xfrm>
            <a:off x="3977427" y="1980142"/>
            <a:ext cx="359232" cy="322023"/>
            <a:chOff x="3977427" y="1980142"/>
            <a:chExt cx="359232" cy="322023"/>
          </a:xfrm>
        </p:grpSpPr>
        <p:sp>
          <p:nvSpPr>
            <p:cNvPr id="12425" name="Google Shape;12425;p65"/>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5"/>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5"/>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5"/>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5"/>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5"/>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5"/>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5"/>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5"/>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5"/>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5" name="Google Shape;12435;p65"/>
          <p:cNvGrpSpPr/>
          <p:nvPr/>
        </p:nvGrpSpPr>
        <p:grpSpPr>
          <a:xfrm>
            <a:off x="865628" y="2413608"/>
            <a:ext cx="361720" cy="359180"/>
            <a:chOff x="865628" y="2413608"/>
            <a:chExt cx="361720" cy="359180"/>
          </a:xfrm>
        </p:grpSpPr>
        <p:sp>
          <p:nvSpPr>
            <p:cNvPr id="12436" name="Google Shape;12436;p65"/>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5"/>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5"/>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5"/>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5"/>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5"/>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5"/>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5"/>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5"/>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5"/>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5"/>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5"/>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5"/>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9" name="Google Shape;12449;p65"/>
          <p:cNvGrpSpPr/>
          <p:nvPr/>
        </p:nvGrpSpPr>
        <p:grpSpPr>
          <a:xfrm>
            <a:off x="3117093" y="2881927"/>
            <a:ext cx="268815" cy="366983"/>
            <a:chOff x="3117093" y="2881927"/>
            <a:chExt cx="268815" cy="366983"/>
          </a:xfrm>
        </p:grpSpPr>
        <p:sp>
          <p:nvSpPr>
            <p:cNvPr id="12450" name="Google Shape;12450;p65"/>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5"/>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5"/>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5"/>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5"/>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5"/>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5"/>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5"/>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5"/>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5"/>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5"/>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5"/>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5"/>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5"/>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5"/>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65"/>
          <p:cNvGrpSpPr/>
          <p:nvPr/>
        </p:nvGrpSpPr>
        <p:grpSpPr>
          <a:xfrm>
            <a:off x="3534508" y="1508000"/>
            <a:ext cx="368502" cy="343521"/>
            <a:chOff x="3534508" y="1508000"/>
            <a:chExt cx="368502" cy="343521"/>
          </a:xfrm>
        </p:grpSpPr>
        <p:sp>
          <p:nvSpPr>
            <p:cNvPr id="12466" name="Google Shape;12466;p65"/>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5"/>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5"/>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5"/>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5"/>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5"/>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5"/>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5"/>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5"/>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5"/>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5"/>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5"/>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5"/>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5"/>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5"/>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1" name="Google Shape;12481;p65"/>
          <p:cNvGrpSpPr/>
          <p:nvPr/>
        </p:nvGrpSpPr>
        <p:grpSpPr>
          <a:xfrm>
            <a:off x="7147436" y="1502999"/>
            <a:ext cx="279054" cy="354754"/>
            <a:chOff x="7147436" y="1502999"/>
            <a:chExt cx="279054" cy="354754"/>
          </a:xfrm>
        </p:grpSpPr>
        <p:sp>
          <p:nvSpPr>
            <p:cNvPr id="12482" name="Google Shape;12482;p65"/>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5"/>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5"/>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5"/>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5"/>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5"/>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5"/>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5"/>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5"/>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5"/>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5"/>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5"/>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5"/>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5"/>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5"/>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5"/>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65"/>
          <p:cNvGrpSpPr/>
          <p:nvPr/>
        </p:nvGrpSpPr>
        <p:grpSpPr>
          <a:xfrm>
            <a:off x="7603081" y="1973072"/>
            <a:ext cx="276802" cy="354807"/>
            <a:chOff x="7603081" y="1973072"/>
            <a:chExt cx="276802" cy="354807"/>
          </a:xfrm>
        </p:grpSpPr>
        <p:sp>
          <p:nvSpPr>
            <p:cNvPr id="12499" name="Google Shape;12499;p65"/>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5"/>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5"/>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5"/>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5"/>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5"/>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5"/>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5"/>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5"/>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5"/>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5"/>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5"/>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5"/>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5"/>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65"/>
          <p:cNvGrpSpPr/>
          <p:nvPr/>
        </p:nvGrpSpPr>
        <p:grpSpPr>
          <a:xfrm>
            <a:off x="6696792" y="1502999"/>
            <a:ext cx="276802" cy="354754"/>
            <a:chOff x="6696792" y="1502999"/>
            <a:chExt cx="276802" cy="354754"/>
          </a:xfrm>
        </p:grpSpPr>
        <p:sp>
          <p:nvSpPr>
            <p:cNvPr id="12514" name="Google Shape;12514;p65"/>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5"/>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5"/>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5"/>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5"/>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5"/>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5"/>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5"/>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5"/>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5"/>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5"/>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5"/>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5"/>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5"/>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5"/>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9" name="Google Shape;12529;p65"/>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0" name="Google Shape;12530;p65"/>
          <p:cNvGrpSpPr/>
          <p:nvPr/>
        </p:nvGrpSpPr>
        <p:grpSpPr>
          <a:xfrm>
            <a:off x="6223393" y="1502999"/>
            <a:ext cx="320295" cy="354754"/>
            <a:chOff x="6223393" y="1502999"/>
            <a:chExt cx="320295" cy="354754"/>
          </a:xfrm>
        </p:grpSpPr>
        <p:sp>
          <p:nvSpPr>
            <p:cNvPr id="12531" name="Google Shape;12531;p65"/>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5"/>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5"/>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5"/>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5"/>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5"/>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5"/>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5"/>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5"/>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5"/>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5"/>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5"/>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5"/>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5"/>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5"/>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5"/>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5"/>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5"/>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5"/>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5"/>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5"/>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5"/>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5"/>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65"/>
          <p:cNvGrpSpPr/>
          <p:nvPr/>
        </p:nvGrpSpPr>
        <p:grpSpPr>
          <a:xfrm>
            <a:off x="5310611" y="1502972"/>
            <a:ext cx="339515" cy="354781"/>
            <a:chOff x="5310611" y="1502972"/>
            <a:chExt cx="339515" cy="354781"/>
          </a:xfrm>
        </p:grpSpPr>
        <p:sp>
          <p:nvSpPr>
            <p:cNvPr id="12555" name="Google Shape;12555;p65"/>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5"/>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5"/>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5"/>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5"/>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5"/>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5"/>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5"/>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5"/>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5"/>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5"/>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5"/>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5"/>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5"/>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5"/>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5"/>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65"/>
          <p:cNvGrpSpPr/>
          <p:nvPr/>
        </p:nvGrpSpPr>
        <p:grpSpPr>
          <a:xfrm>
            <a:off x="6253637" y="3790101"/>
            <a:ext cx="274550" cy="354833"/>
            <a:chOff x="6253637" y="3790101"/>
            <a:chExt cx="274550" cy="354833"/>
          </a:xfrm>
        </p:grpSpPr>
        <p:sp>
          <p:nvSpPr>
            <p:cNvPr id="12572" name="Google Shape;12572;p65"/>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5"/>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5"/>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5"/>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5"/>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5"/>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5"/>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5"/>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5"/>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5"/>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5"/>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5"/>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5"/>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5"/>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5"/>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5"/>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5"/>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65"/>
          <p:cNvGrpSpPr/>
          <p:nvPr/>
        </p:nvGrpSpPr>
        <p:grpSpPr>
          <a:xfrm>
            <a:off x="5802731" y="3790180"/>
            <a:ext cx="274576" cy="354754"/>
            <a:chOff x="5802731" y="3790180"/>
            <a:chExt cx="274576" cy="354754"/>
          </a:xfrm>
        </p:grpSpPr>
        <p:sp>
          <p:nvSpPr>
            <p:cNvPr id="12590" name="Google Shape;12590;p65"/>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5"/>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5"/>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5"/>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5"/>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5"/>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5"/>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5"/>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5"/>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5"/>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5"/>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5"/>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5"/>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5"/>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5"/>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5"/>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5"/>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5"/>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5"/>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5"/>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5"/>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65"/>
          <p:cNvGrpSpPr/>
          <p:nvPr/>
        </p:nvGrpSpPr>
        <p:grpSpPr>
          <a:xfrm>
            <a:off x="5352088" y="3790206"/>
            <a:ext cx="274550" cy="354728"/>
            <a:chOff x="5352088" y="3790206"/>
            <a:chExt cx="274550" cy="354728"/>
          </a:xfrm>
        </p:grpSpPr>
        <p:sp>
          <p:nvSpPr>
            <p:cNvPr id="12612" name="Google Shape;12612;p65"/>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5"/>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5"/>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5"/>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5"/>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5"/>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5"/>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5"/>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5"/>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5"/>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5"/>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5"/>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5"/>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5"/>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5"/>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5"/>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5"/>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5"/>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5"/>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5"/>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5"/>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5"/>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5"/>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5"/>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65"/>
          <p:cNvGrpSpPr/>
          <p:nvPr/>
        </p:nvGrpSpPr>
        <p:grpSpPr>
          <a:xfrm>
            <a:off x="4901706" y="3790075"/>
            <a:ext cx="274550" cy="354859"/>
            <a:chOff x="4901706" y="3790075"/>
            <a:chExt cx="274550" cy="354859"/>
          </a:xfrm>
        </p:grpSpPr>
        <p:sp>
          <p:nvSpPr>
            <p:cNvPr id="12637" name="Google Shape;12637;p65"/>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5"/>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5"/>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5"/>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5"/>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5"/>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5"/>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5"/>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5"/>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5"/>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5"/>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5"/>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5"/>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5"/>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5"/>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5"/>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5"/>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65"/>
          <p:cNvGrpSpPr/>
          <p:nvPr/>
        </p:nvGrpSpPr>
        <p:grpSpPr>
          <a:xfrm>
            <a:off x="8052704" y="1503208"/>
            <a:ext cx="275073" cy="354545"/>
            <a:chOff x="8052704" y="1503208"/>
            <a:chExt cx="275073" cy="354545"/>
          </a:xfrm>
        </p:grpSpPr>
        <p:sp>
          <p:nvSpPr>
            <p:cNvPr id="12655" name="Google Shape;12655;p65"/>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5"/>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5"/>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5"/>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5"/>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5"/>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5"/>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5"/>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5"/>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5"/>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5"/>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5"/>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5"/>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5"/>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5"/>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5"/>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5"/>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2" name="Google Shape;12672;p65"/>
          <p:cNvGrpSpPr/>
          <p:nvPr/>
        </p:nvGrpSpPr>
        <p:grpSpPr>
          <a:xfrm>
            <a:off x="5794745" y="1502999"/>
            <a:ext cx="274550" cy="354754"/>
            <a:chOff x="5794745" y="1502999"/>
            <a:chExt cx="274550" cy="354754"/>
          </a:xfrm>
        </p:grpSpPr>
        <p:sp>
          <p:nvSpPr>
            <p:cNvPr id="12673" name="Google Shape;12673;p65"/>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5"/>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5"/>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5"/>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5"/>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5"/>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5"/>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5"/>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5"/>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5"/>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5"/>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5"/>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5"/>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5"/>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5"/>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5"/>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5"/>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5"/>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5"/>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5"/>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5"/>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5"/>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5"/>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6" name="Google Shape;12696;p65"/>
          <p:cNvGrpSpPr/>
          <p:nvPr/>
        </p:nvGrpSpPr>
        <p:grpSpPr>
          <a:xfrm>
            <a:off x="4896940" y="1502999"/>
            <a:ext cx="263316" cy="354754"/>
            <a:chOff x="4896940" y="1502999"/>
            <a:chExt cx="263316" cy="354754"/>
          </a:xfrm>
        </p:grpSpPr>
        <p:sp>
          <p:nvSpPr>
            <p:cNvPr id="12697" name="Google Shape;12697;p65"/>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5"/>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5"/>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5"/>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5"/>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5"/>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5"/>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5"/>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5"/>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5"/>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5"/>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5"/>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5"/>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5"/>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5"/>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5"/>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5"/>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5"/>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5"/>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5"/>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5"/>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65"/>
          <p:cNvGrpSpPr/>
          <p:nvPr/>
        </p:nvGrpSpPr>
        <p:grpSpPr>
          <a:xfrm>
            <a:off x="6255392" y="4268082"/>
            <a:ext cx="274550" cy="354728"/>
            <a:chOff x="6255392" y="4268082"/>
            <a:chExt cx="274550" cy="354728"/>
          </a:xfrm>
        </p:grpSpPr>
        <p:sp>
          <p:nvSpPr>
            <p:cNvPr id="12719" name="Google Shape;12719;p65"/>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5"/>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5"/>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5"/>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5"/>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5"/>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5"/>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5"/>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5"/>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5"/>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5"/>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5"/>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5"/>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5"/>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5"/>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5"/>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5"/>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5"/>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5"/>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5"/>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65"/>
          <p:cNvGrpSpPr/>
          <p:nvPr/>
        </p:nvGrpSpPr>
        <p:grpSpPr>
          <a:xfrm>
            <a:off x="7604076" y="3790075"/>
            <a:ext cx="275807" cy="354859"/>
            <a:chOff x="7604076" y="3790075"/>
            <a:chExt cx="275807" cy="354859"/>
          </a:xfrm>
        </p:grpSpPr>
        <p:sp>
          <p:nvSpPr>
            <p:cNvPr id="12740" name="Google Shape;12740;p65"/>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5"/>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5"/>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5"/>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5"/>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5"/>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5"/>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5"/>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5"/>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5"/>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5"/>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5"/>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5"/>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5"/>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5"/>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5"/>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5"/>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5"/>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5"/>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5"/>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5"/>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5"/>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65"/>
          <p:cNvGrpSpPr/>
          <p:nvPr/>
        </p:nvGrpSpPr>
        <p:grpSpPr>
          <a:xfrm>
            <a:off x="7154427" y="3790206"/>
            <a:ext cx="274550" cy="354493"/>
            <a:chOff x="7154427" y="3790206"/>
            <a:chExt cx="274550" cy="354493"/>
          </a:xfrm>
        </p:grpSpPr>
        <p:sp>
          <p:nvSpPr>
            <p:cNvPr id="12763" name="Google Shape;12763;p65"/>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5"/>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5"/>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5"/>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5"/>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5"/>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5"/>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5"/>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5"/>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5"/>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5"/>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5"/>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5"/>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5"/>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5"/>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5"/>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5"/>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5"/>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5"/>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5"/>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3" name="Google Shape;12783;p65"/>
          <p:cNvGrpSpPr/>
          <p:nvPr/>
        </p:nvGrpSpPr>
        <p:grpSpPr>
          <a:xfrm>
            <a:off x="8054458" y="1973150"/>
            <a:ext cx="274576" cy="354728"/>
            <a:chOff x="8054458" y="1973150"/>
            <a:chExt cx="274576" cy="354728"/>
          </a:xfrm>
        </p:grpSpPr>
        <p:sp>
          <p:nvSpPr>
            <p:cNvPr id="12784" name="Google Shape;12784;p65"/>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5"/>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5"/>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5"/>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5"/>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5"/>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5"/>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5"/>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5"/>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5"/>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5"/>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5"/>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5"/>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5"/>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5"/>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5"/>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5"/>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5"/>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5"/>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5"/>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5"/>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5"/>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65"/>
          <p:cNvGrpSpPr/>
          <p:nvPr/>
        </p:nvGrpSpPr>
        <p:grpSpPr>
          <a:xfrm>
            <a:off x="7153930" y="1973150"/>
            <a:ext cx="274812" cy="354728"/>
            <a:chOff x="7153930" y="1973150"/>
            <a:chExt cx="274812" cy="354728"/>
          </a:xfrm>
        </p:grpSpPr>
        <p:sp>
          <p:nvSpPr>
            <p:cNvPr id="12807" name="Google Shape;12807;p65"/>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5"/>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5"/>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5"/>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5"/>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5"/>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5"/>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5"/>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5"/>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5"/>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5"/>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5"/>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5"/>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5"/>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5"/>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5"/>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5"/>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5"/>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5"/>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65"/>
          <p:cNvGrpSpPr/>
          <p:nvPr/>
        </p:nvGrpSpPr>
        <p:grpSpPr>
          <a:xfrm>
            <a:off x="6703522" y="1973098"/>
            <a:ext cx="274812" cy="354781"/>
            <a:chOff x="6703522" y="1973098"/>
            <a:chExt cx="274812" cy="354781"/>
          </a:xfrm>
        </p:grpSpPr>
        <p:sp>
          <p:nvSpPr>
            <p:cNvPr id="12827" name="Google Shape;12827;p65"/>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5"/>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5"/>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5"/>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5"/>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5"/>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5"/>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5"/>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5"/>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5"/>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5"/>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5"/>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5"/>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5"/>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5"/>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5"/>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5"/>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5"/>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5"/>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5"/>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5"/>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5"/>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5"/>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5"/>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5"/>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65"/>
          <p:cNvGrpSpPr/>
          <p:nvPr/>
        </p:nvGrpSpPr>
        <p:grpSpPr>
          <a:xfrm>
            <a:off x="6253375" y="1973150"/>
            <a:ext cx="274812" cy="354728"/>
            <a:chOff x="6253375" y="1973150"/>
            <a:chExt cx="274812" cy="354728"/>
          </a:xfrm>
        </p:grpSpPr>
        <p:sp>
          <p:nvSpPr>
            <p:cNvPr id="12853" name="Google Shape;12853;p65"/>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5"/>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5"/>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5"/>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5"/>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5"/>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5"/>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5"/>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5"/>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5"/>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5"/>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5"/>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5"/>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5"/>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5"/>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5"/>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5"/>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5"/>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5"/>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5"/>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5"/>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5"/>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5"/>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5"/>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5"/>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5"/>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5"/>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5"/>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5"/>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5"/>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5"/>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5"/>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5"/>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5"/>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5"/>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5"/>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5"/>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5"/>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1" name="Google Shape;12891;p65"/>
          <p:cNvGrpSpPr/>
          <p:nvPr/>
        </p:nvGrpSpPr>
        <p:grpSpPr>
          <a:xfrm>
            <a:off x="5802496" y="1973150"/>
            <a:ext cx="275309" cy="354728"/>
            <a:chOff x="5802496" y="1973150"/>
            <a:chExt cx="275309" cy="354728"/>
          </a:xfrm>
        </p:grpSpPr>
        <p:sp>
          <p:nvSpPr>
            <p:cNvPr id="12892" name="Google Shape;12892;p65"/>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5"/>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5"/>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5"/>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5"/>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5"/>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5"/>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5"/>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5"/>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5"/>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5"/>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5"/>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5"/>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5"/>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5"/>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5"/>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5"/>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5"/>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5"/>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5"/>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5"/>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5"/>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5"/>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5"/>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5"/>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5"/>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8" name="Google Shape;12918;p65"/>
          <p:cNvGrpSpPr/>
          <p:nvPr/>
        </p:nvGrpSpPr>
        <p:grpSpPr>
          <a:xfrm>
            <a:off x="5353083" y="1973150"/>
            <a:ext cx="274576" cy="354728"/>
            <a:chOff x="5353083" y="1973150"/>
            <a:chExt cx="274576" cy="354728"/>
          </a:xfrm>
        </p:grpSpPr>
        <p:sp>
          <p:nvSpPr>
            <p:cNvPr id="12919" name="Google Shape;12919;p65"/>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5"/>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5"/>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5"/>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5"/>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5"/>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5"/>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5"/>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5"/>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5"/>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5"/>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5"/>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5"/>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5"/>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5"/>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5"/>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5"/>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5"/>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5"/>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5"/>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5"/>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0" name="Google Shape;12940;p65"/>
          <p:cNvGrpSpPr/>
          <p:nvPr/>
        </p:nvGrpSpPr>
        <p:grpSpPr>
          <a:xfrm>
            <a:off x="4902701" y="1973150"/>
            <a:ext cx="274812" cy="354728"/>
            <a:chOff x="4902701" y="1973150"/>
            <a:chExt cx="274812" cy="354728"/>
          </a:xfrm>
        </p:grpSpPr>
        <p:sp>
          <p:nvSpPr>
            <p:cNvPr id="12941" name="Google Shape;12941;p65"/>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5"/>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5"/>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5"/>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5"/>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5"/>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5"/>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5"/>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5"/>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5"/>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5"/>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5"/>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5"/>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5"/>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5"/>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5"/>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5"/>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5"/>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5"/>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5"/>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5"/>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5"/>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5"/>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5"/>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5"/>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6" name="Google Shape;12966;p65"/>
          <p:cNvGrpSpPr/>
          <p:nvPr/>
        </p:nvGrpSpPr>
        <p:grpSpPr>
          <a:xfrm>
            <a:off x="4902701" y="2879989"/>
            <a:ext cx="272560" cy="354676"/>
            <a:chOff x="4902701" y="2879989"/>
            <a:chExt cx="272560" cy="354676"/>
          </a:xfrm>
        </p:grpSpPr>
        <p:sp>
          <p:nvSpPr>
            <p:cNvPr id="12967" name="Google Shape;12967;p65"/>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5"/>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5"/>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5"/>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5"/>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5"/>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5"/>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5"/>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5"/>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5"/>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5"/>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5"/>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5"/>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5"/>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5"/>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5"/>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5"/>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5"/>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5"/>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5"/>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5"/>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5"/>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5"/>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5"/>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65"/>
          <p:cNvGrpSpPr/>
          <p:nvPr/>
        </p:nvGrpSpPr>
        <p:grpSpPr>
          <a:xfrm>
            <a:off x="5803988" y="4268082"/>
            <a:ext cx="274550" cy="354728"/>
            <a:chOff x="5803988" y="4268082"/>
            <a:chExt cx="274550" cy="354728"/>
          </a:xfrm>
        </p:grpSpPr>
        <p:sp>
          <p:nvSpPr>
            <p:cNvPr id="12992" name="Google Shape;12992;p65"/>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5"/>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5"/>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5"/>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5"/>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5"/>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5"/>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5"/>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5"/>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5"/>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5"/>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5"/>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5"/>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5"/>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5"/>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5"/>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5"/>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5"/>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5"/>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5"/>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5"/>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5"/>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65"/>
          <p:cNvGrpSpPr/>
          <p:nvPr/>
        </p:nvGrpSpPr>
        <p:grpSpPr>
          <a:xfrm>
            <a:off x="5352349" y="4268082"/>
            <a:ext cx="274550" cy="354728"/>
            <a:chOff x="5352349" y="4268082"/>
            <a:chExt cx="274550" cy="354728"/>
          </a:xfrm>
        </p:grpSpPr>
        <p:sp>
          <p:nvSpPr>
            <p:cNvPr id="13015" name="Google Shape;13015;p65"/>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5"/>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5"/>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5"/>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5"/>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5"/>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5"/>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5"/>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5"/>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5"/>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5"/>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5"/>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5"/>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5"/>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5"/>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5"/>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5"/>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5"/>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5"/>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5"/>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5"/>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5"/>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7" name="Google Shape;13037;p65"/>
          <p:cNvGrpSpPr/>
          <p:nvPr/>
        </p:nvGrpSpPr>
        <p:grpSpPr>
          <a:xfrm>
            <a:off x="7606826" y="2419290"/>
            <a:ext cx="274550" cy="354728"/>
            <a:chOff x="7606826" y="2419290"/>
            <a:chExt cx="274550" cy="354728"/>
          </a:xfrm>
        </p:grpSpPr>
        <p:sp>
          <p:nvSpPr>
            <p:cNvPr id="13038" name="Google Shape;13038;p65"/>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5"/>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5"/>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5"/>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5"/>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5"/>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5"/>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5"/>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5"/>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5"/>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5"/>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5"/>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5"/>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5"/>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5"/>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65"/>
          <p:cNvGrpSpPr/>
          <p:nvPr/>
        </p:nvGrpSpPr>
        <p:grpSpPr>
          <a:xfrm>
            <a:off x="7156182" y="2419290"/>
            <a:ext cx="274550" cy="354728"/>
            <a:chOff x="7156182" y="2419290"/>
            <a:chExt cx="274550" cy="354728"/>
          </a:xfrm>
        </p:grpSpPr>
        <p:sp>
          <p:nvSpPr>
            <p:cNvPr id="13054" name="Google Shape;13054;p65"/>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5"/>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5"/>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5"/>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5"/>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5"/>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5"/>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5"/>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5"/>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5"/>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5"/>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5"/>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5"/>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5"/>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5"/>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9" name="Google Shape;13069;p65"/>
          <p:cNvGrpSpPr/>
          <p:nvPr/>
        </p:nvGrpSpPr>
        <p:grpSpPr>
          <a:xfrm>
            <a:off x="6705276" y="2419290"/>
            <a:ext cx="274812" cy="354728"/>
            <a:chOff x="6705276" y="2419290"/>
            <a:chExt cx="274812" cy="354728"/>
          </a:xfrm>
        </p:grpSpPr>
        <p:sp>
          <p:nvSpPr>
            <p:cNvPr id="13070" name="Google Shape;13070;p65"/>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5"/>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5"/>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5"/>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5"/>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5"/>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5"/>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5"/>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5"/>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5"/>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5"/>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5"/>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5"/>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5"/>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5"/>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5"/>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5"/>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5"/>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5"/>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5"/>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5"/>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5"/>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5"/>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5"/>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5"/>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5"/>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5"/>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5"/>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8" name="Google Shape;13098;p65"/>
          <p:cNvGrpSpPr/>
          <p:nvPr/>
        </p:nvGrpSpPr>
        <p:grpSpPr>
          <a:xfrm>
            <a:off x="4902936" y="2419290"/>
            <a:ext cx="274576" cy="354728"/>
            <a:chOff x="4902936" y="2419290"/>
            <a:chExt cx="274576" cy="354728"/>
          </a:xfrm>
        </p:grpSpPr>
        <p:sp>
          <p:nvSpPr>
            <p:cNvPr id="13099" name="Google Shape;13099;p65"/>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5"/>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5"/>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5"/>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5"/>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5"/>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5"/>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5"/>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5"/>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5"/>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5"/>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5"/>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5"/>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5"/>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5"/>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5"/>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5"/>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5"/>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5"/>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5"/>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9" name="Google Shape;13119;p65"/>
          <p:cNvGrpSpPr/>
          <p:nvPr/>
        </p:nvGrpSpPr>
        <p:grpSpPr>
          <a:xfrm>
            <a:off x="7608056" y="3345794"/>
            <a:ext cx="270334" cy="354754"/>
            <a:chOff x="7608056" y="3345794"/>
            <a:chExt cx="270334" cy="354754"/>
          </a:xfrm>
        </p:grpSpPr>
        <p:sp>
          <p:nvSpPr>
            <p:cNvPr id="13120" name="Google Shape;13120;p65"/>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5"/>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5"/>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5"/>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5"/>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5"/>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5"/>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5"/>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5"/>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5"/>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5"/>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5"/>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5"/>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5"/>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5"/>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5"/>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5"/>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5"/>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5"/>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65"/>
          <p:cNvGrpSpPr/>
          <p:nvPr/>
        </p:nvGrpSpPr>
        <p:grpSpPr>
          <a:xfrm>
            <a:off x="6712765" y="4268082"/>
            <a:ext cx="263316" cy="354728"/>
            <a:chOff x="6712765" y="4268082"/>
            <a:chExt cx="263316" cy="354728"/>
          </a:xfrm>
        </p:grpSpPr>
        <p:sp>
          <p:nvSpPr>
            <p:cNvPr id="13140" name="Google Shape;13140;p65"/>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5"/>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5"/>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5"/>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5"/>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5"/>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5"/>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5"/>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5"/>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5"/>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5"/>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5"/>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5"/>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5"/>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5"/>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5"/>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65"/>
          <p:cNvGrpSpPr/>
          <p:nvPr/>
        </p:nvGrpSpPr>
        <p:grpSpPr>
          <a:xfrm>
            <a:off x="5359341" y="2419159"/>
            <a:ext cx="262819" cy="354859"/>
            <a:chOff x="5359341" y="2419159"/>
            <a:chExt cx="262819" cy="354859"/>
          </a:xfrm>
        </p:grpSpPr>
        <p:sp>
          <p:nvSpPr>
            <p:cNvPr id="13157" name="Google Shape;13157;p65"/>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5"/>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5"/>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5"/>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5"/>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5"/>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5"/>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5"/>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5"/>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5"/>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5"/>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5"/>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5"/>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5"/>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5"/>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5"/>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5"/>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5"/>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5"/>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5"/>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5"/>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8" name="Google Shape;13178;p65"/>
          <p:cNvGrpSpPr/>
          <p:nvPr/>
        </p:nvGrpSpPr>
        <p:grpSpPr>
          <a:xfrm>
            <a:off x="6709282" y="3790206"/>
            <a:ext cx="263316" cy="354493"/>
            <a:chOff x="6709282" y="3790206"/>
            <a:chExt cx="263316" cy="354493"/>
          </a:xfrm>
        </p:grpSpPr>
        <p:sp>
          <p:nvSpPr>
            <p:cNvPr id="13179" name="Google Shape;13179;p65"/>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5"/>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5"/>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5"/>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5"/>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5"/>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5"/>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5"/>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5"/>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5"/>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5"/>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5"/>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5"/>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5"/>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5"/>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5"/>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65"/>
          <p:cNvGrpSpPr/>
          <p:nvPr/>
        </p:nvGrpSpPr>
        <p:grpSpPr>
          <a:xfrm>
            <a:off x="6260629" y="2419290"/>
            <a:ext cx="263055" cy="354493"/>
            <a:chOff x="6260629" y="2419290"/>
            <a:chExt cx="263055" cy="354493"/>
          </a:xfrm>
        </p:grpSpPr>
        <p:sp>
          <p:nvSpPr>
            <p:cNvPr id="13196" name="Google Shape;13196;p65"/>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5"/>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5"/>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5"/>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5"/>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5"/>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5"/>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5"/>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5"/>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5"/>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5"/>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5"/>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5"/>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5"/>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5"/>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1" name="Google Shape;13211;p65"/>
          <p:cNvGrpSpPr/>
          <p:nvPr/>
        </p:nvGrpSpPr>
        <p:grpSpPr>
          <a:xfrm>
            <a:off x="6260864" y="2879911"/>
            <a:ext cx="263343" cy="354754"/>
            <a:chOff x="6260864" y="2879911"/>
            <a:chExt cx="263343" cy="354754"/>
          </a:xfrm>
        </p:grpSpPr>
        <p:sp>
          <p:nvSpPr>
            <p:cNvPr id="13212" name="Google Shape;13212;p65"/>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5"/>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5"/>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5"/>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5"/>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5"/>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5"/>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5"/>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5"/>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5"/>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5"/>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5"/>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5"/>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5"/>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5"/>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5"/>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5"/>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5"/>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0" name="Google Shape;13230;p65"/>
          <p:cNvGrpSpPr/>
          <p:nvPr/>
        </p:nvGrpSpPr>
        <p:grpSpPr>
          <a:xfrm>
            <a:off x="8062968" y="2419290"/>
            <a:ext cx="263316" cy="354728"/>
            <a:chOff x="8062968" y="2419290"/>
            <a:chExt cx="263316" cy="354728"/>
          </a:xfrm>
        </p:grpSpPr>
        <p:sp>
          <p:nvSpPr>
            <p:cNvPr id="13231" name="Google Shape;13231;p65"/>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5"/>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5"/>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5"/>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5"/>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5"/>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5"/>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5"/>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5"/>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5"/>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5"/>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5"/>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5"/>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5"/>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5"/>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5"/>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5"/>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8" name="Google Shape;13248;p65"/>
          <p:cNvGrpSpPr/>
          <p:nvPr/>
        </p:nvGrpSpPr>
        <p:grpSpPr>
          <a:xfrm>
            <a:off x="5809723" y="2419290"/>
            <a:ext cx="263316" cy="354728"/>
            <a:chOff x="5809723" y="2419290"/>
            <a:chExt cx="263316" cy="354728"/>
          </a:xfrm>
        </p:grpSpPr>
        <p:sp>
          <p:nvSpPr>
            <p:cNvPr id="13249" name="Google Shape;13249;p65"/>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5"/>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5"/>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5"/>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5"/>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5"/>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5"/>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5"/>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5"/>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5"/>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5"/>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5"/>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5"/>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5"/>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5"/>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5"/>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5"/>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6" name="Google Shape;13266;p65"/>
          <p:cNvGrpSpPr/>
          <p:nvPr/>
        </p:nvGrpSpPr>
        <p:grpSpPr>
          <a:xfrm>
            <a:off x="7606826" y="1502999"/>
            <a:ext cx="263552" cy="354754"/>
            <a:chOff x="7606826" y="1502999"/>
            <a:chExt cx="263552" cy="354754"/>
          </a:xfrm>
        </p:grpSpPr>
        <p:sp>
          <p:nvSpPr>
            <p:cNvPr id="13267" name="Google Shape;13267;p65"/>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5"/>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5"/>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5"/>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5"/>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5"/>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5"/>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5"/>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5"/>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5"/>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5"/>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5"/>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5"/>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5"/>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5"/>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5"/>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5"/>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5"/>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65"/>
          <p:cNvGrpSpPr/>
          <p:nvPr/>
        </p:nvGrpSpPr>
        <p:grpSpPr>
          <a:xfrm>
            <a:off x="8060455" y="3790075"/>
            <a:ext cx="264076" cy="354623"/>
            <a:chOff x="8060455" y="3790075"/>
            <a:chExt cx="264076" cy="354623"/>
          </a:xfrm>
        </p:grpSpPr>
        <p:sp>
          <p:nvSpPr>
            <p:cNvPr id="13286" name="Google Shape;13286;p65"/>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5"/>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5"/>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5"/>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5"/>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5"/>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5"/>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5"/>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5"/>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5"/>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5"/>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5"/>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5"/>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5"/>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5"/>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5"/>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5"/>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5"/>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5"/>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5"/>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5"/>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5"/>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5"/>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9" name="Google Shape;13309;p65"/>
          <p:cNvGrpSpPr/>
          <p:nvPr/>
        </p:nvGrpSpPr>
        <p:grpSpPr>
          <a:xfrm>
            <a:off x="7614550" y="2879911"/>
            <a:ext cx="263316" cy="354754"/>
            <a:chOff x="7614550" y="2879911"/>
            <a:chExt cx="263316" cy="354754"/>
          </a:xfrm>
        </p:grpSpPr>
        <p:sp>
          <p:nvSpPr>
            <p:cNvPr id="13310" name="Google Shape;13310;p65"/>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5"/>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5"/>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5"/>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5"/>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5"/>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5"/>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5"/>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5"/>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5"/>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5"/>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5"/>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5"/>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5"/>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5"/>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5"/>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5"/>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5"/>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5"/>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9" name="Google Shape;13329;p65"/>
          <p:cNvGrpSpPr/>
          <p:nvPr/>
        </p:nvGrpSpPr>
        <p:grpSpPr>
          <a:xfrm>
            <a:off x="4900684" y="4268187"/>
            <a:ext cx="274576" cy="354623"/>
            <a:chOff x="4900684" y="4268187"/>
            <a:chExt cx="274576" cy="354623"/>
          </a:xfrm>
        </p:grpSpPr>
        <p:sp>
          <p:nvSpPr>
            <p:cNvPr id="13330" name="Google Shape;13330;p65"/>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5"/>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5"/>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5"/>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5"/>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5"/>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5"/>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5"/>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5"/>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5"/>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5"/>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5"/>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5"/>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5"/>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5"/>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65"/>
          <p:cNvGrpSpPr/>
          <p:nvPr/>
        </p:nvGrpSpPr>
        <p:grpSpPr>
          <a:xfrm>
            <a:off x="7161654" y="3345794"/>
            <a:ext cx="263343" cy="354754"/>
            <a:chOff x="7161654" y="3345794"/>
            <a:chExt cx="263343" cy="354754"/>
          </a:xfrm>
        </p:grpSpPr>
        <p:sp>
          <p:nvSpPr>
            <p:cNvPr id="13346" name="Google Shape;13346;p65"/>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5"/>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5"/>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5"/>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5"/>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5"/>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5"/>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5"/>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5"/>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5"/>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5"/>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5"/>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5"/>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5"/>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5"/>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5"/>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5"/>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5"/>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5"/>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5" name="Google Shape;13365;p65"/>
          <p:cNvGrpSpPr/>
          <p:nvPr/>
        </p:nvGrpSpPr>
        <p:grpSpPr>
          <a:xfrm>
            <a:off x="6711770" y="3345794"/>
            <a:ext cx="263081" cy="354754"/>
            <a:chOff x="6711770" y="3345794"/>
            <a:chExt cx="263081" cy="354754"/>
          </a:xfrm>
        </p:grpSpPr>
        <p:sp>
          <p:nvSpPr>
            <p:cNvPr id="13366" name="Google Shape;13366;p65"/>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5"/>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5"/>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5"/>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5"/>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5"/>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5"/>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5"/>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5"/>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5"/>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5"/>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5"/>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5"/>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5"/>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5"/>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5"/>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5"/>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3" name="Google Shape;13383;p65"/>
          <p:cNvGrpSpPr/>
          <p:nvPr/>
        </p:nvGrpSpPr>
        <p:grpSpPr>
          <a:xfrm>
            <a:off x="7163409" y="2880251"/>
            <a:ext cx="263316" cy="354414"/>
            <a:chOff x="7163409" y="2880251"/>
            <a:chExt cx="263316" cy="354414"/>
          </a:xfrm>
        </p:grpSpPr>
        <p:sp>
          <p:nvSpPr>
            <p:cNvPr id="13384" name="Google Shape;13384;p65"/>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5"/>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5"/>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5"/>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5"/>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5"/>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5"/>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5"/>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5"/>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5"/>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5"/>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5"/>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6" name="Google Shape;13396;p65"/>
          <p:cNvGrpSpPr/>
          <p:nvPr/>
        </p:nvGrpSpPr>
        <p:grpSpPr>
          <a:xfrm>
            <a:off x="6712032" y="2880172"/>
            <a:ext cx="263316" cy="354493"/>
            <a:chOff x="6712032" y="2880172"/>
            <a:chExt cx="263316" cy="354493"/>
          </a:xfrm>
        </p:grpSpPr>
        <p:sp>
          <p:nvSpPr>
            <p:cNvPr id="13397" name="Google Shape;13397;p65"/>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5"/>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5"/>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5"/>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5"/>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5"/>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5"/>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5"/>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5"/>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5"/>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5"/>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5"/>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5"/>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5"/>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5"/>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5"/>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5"/>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5"/>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5"/>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5"/>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5"/>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8" name="Google Shape;13418;p65"/>
          <p:cNvGrpSpPr/>
          <p:nvPr/>
        </p:nvGrpSpPr>
        <p:grpSpPr>
          <a:xfrm>
            <a:off x="6261624" y="3345794"/>
            <a:ext cx="263316" cy="354754"/>
            <a:chOff x="6261624" y="3345794"/>
            <a:chExt cx="263316" cy="354754"/>
          </a:xfrm>
        </p:grpSpPr>
        <p:sp>
          <p:nvSpPr>
            <p:cNvPr id="13419" name="Google Shape;13419;p65"/>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5"/>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5"/>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5"/>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5"/>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5"/>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5"/>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5"/>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5"/>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5"/>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5"/>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5"/>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5"/>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5"/>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5"/>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5"/>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5"/>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5"/>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5"/>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5"/>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5"/>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5"/>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5"/>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5"/>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5"/>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5"/>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5"/>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5"/>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7" name="Google Shape;13447;p65"/>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8" name="Google Shape;13448;p65"/>
          <p:cNvGrpSpPr/>
          <p:nvPr/>
        </p:nvGrpSpPr>
        <p:grpSpPr>
          <a:xfrm>
            <a:off x="5811739" y="3345794"/>
            <a:ext cx="263316" cy="354754"/>
            <a:chOff x="5811739" y="3345794"/>
            <a:chExt cx="263316" cy="354754"/>
          </a:xfrm>
        </p:grpSpPr>
        <p:sp>
          <p:nvSpPr>
            <p:cNvPr id="13449" name="Google Shape;13449;p65"/>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5"/>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5"/>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5"/>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5"/>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5"/>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5"/>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5"/>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5"/>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5"/>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5"/>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5"/>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5"/>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5"/>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5"/>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5"/>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5"/>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5"/>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5"/>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5"/>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5"/>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0" name="Google Shape;13470;p65"/>
          <p:cNvGrpSpPr/>
          <p:nvPr/>
        </p:nvGrpSpPr>
        <p:grpSpPr>
          <a:xfrm>
            <a:off x="5363818" y="3345794"/>
            <a:ext cx="259074" cy="354493"/>
            <a:chOff x="5363818" y="3345794"/>
            <a:chExt cx="259074" cy="354493"/>
          </a:xfrm>
        </p:grpSpPr>
        <p:sp>
          <p:nvSpPr>
            <p:cNvPr id="13471" name="Google Shape;13471;p65"/>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5"/>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5"/>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5"/>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5"/>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5"/>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5"/>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5"/>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5"/>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5"/>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5"/>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5"/>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5"/>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5"/>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5"/>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5"/>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5"/>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5"/>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5"/>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5"/>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5"/>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5"/>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5"/>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5"/>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5"/>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6" name="Google Shape;13496;p65"/>
          <p:cNvGrpSpPr/>
          <p:nvPr/>
        </p:nvGrpSpPr>
        <p:grpSpPr>
          <a:xfrm>
            <a:off x="4912939" y="3345663"/>
            <a:ext cx="261326" cy="354885"/>
            <a:chOff x="4912939" y="3345663"/>
            <a:chExt cx="261326" cy="354885"/>
          </a:xfrm>
        </p:grpSpPr>
        <p:sp>
          <p:nvSpPr>
            <p:cNvPr id="13497" name="Google Shape;13497;p65"/>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5"/>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5"/>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5"/>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5"/>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5"/>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5"/>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5"/>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5"/>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5"/>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5"/>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5"/>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5"/>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5"/>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5"/>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5"/>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5"/>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5"/>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5"/>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5"/>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5"/>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8" name="Google Shape;13518;p65"/>
          <p:cNvGrpSpPr/>
          <p:nvPr/>
        </p:nvGrpSpPr>
        <p:grpSpPr>
          <a:xfrm>
            <a:off x="5809723" y="2879911"/>
            <a:ext cx="263081" cy="355016"/>
            <a:chOff x="5809723" y="2879911"/>
            <a:chExt cx="263081" cy="355016"/>
          </a:xfrm>
        </p:grpSpPr>
        <p:sp>
          <p:nvSpPr>
            <p:cNvPr id="13519" name="Google Shape;13519;p65"/>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5"/>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5"/>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5"/>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5"/>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5"/>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5"/>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5"/>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5"/>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5"/>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5"/>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5"/>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5"/>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5"/>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5"/>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5"/>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5"/>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5"/>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5"/>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5"/>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5"/>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5"/>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1" name="Google Shape;13541;p65"/>
          <p:cNvGrpSpPr/>
          <p:nvPr/>
        </p:nvGrpSpPr>
        <p:grpSpPr>
          <a:xfrm>
            <a:off x="7616069" y="4268056"/>
            <a:ext cx="263316" cy="354754"/>
            <a:chOff x="7616069" y="4268056"/>
            <a:chExt cx="263316" cy="354754"/>
          </a:xfrm>
        </p:grpSpPr>
        <p:sp>
          <p:nvSpPr>
            <p:cNvPr id="13542" name="Google Shape;13542;p65"/>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5"/>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5"/>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5"/>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5"/>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5"/>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5"/>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5"/>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5"/>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5"/>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5"/>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5"/>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5"/>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5"/>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5"/>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5"/>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5"/>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5"/>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5"/>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5"/>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5"/>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3" name="Google Shape;13563;p65"/>
          <p:cNvGrpSpPr/>
          <p:nvPr/>
        </p:nvGrpSpPr>
        <p:grpSpPr>
          <a:xfrm>
            <a:off x="7164404" y="4268318"/>
            <a:ext cx="263316" cy="354493"/>
            <a:chOff x="7164404" y="4268318"/>
            <a:chExt cx="263316" cy="354493"/>
          </a:xfrm>
        </p:grpSpPr>
        <p:sp>
          <p:nvSpPr>
            <p:cNvPr id="13564" name="Google Shape;13564;p65"/>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5"/>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5"/>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5"/>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5"/>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5"/>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5"/>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5"/>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5"/>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5"/>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5"/>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5"/>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5"/>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5"/>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5"/>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5"/>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0" name="Google Shape;13580;p65"/>
          <p:cNvGrpSpPr/>
          <p:nvPr/>
        </p:nvGrpSpPr>
        <p:grpSpPr>
          <a:xfrm>
            <a:off x="5358346" y="2879911"/>
            <a:ext cx="263316" cy="354754"/>
            <a:chOff x="5358346" y="2879911"/>
            <a:chExt cx="263316" cy="354754"/>
          </a:xfrm>
        </p:grpSpPr>
        <p:sp>
          <p:nvSpPr>
            <p:cNvPr id="13581" name="Google Shape;13581;p65"/>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5"/>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5"/>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5"/>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5"/>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5"/>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5"/>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5"/>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5"/>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5"/>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5"/>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5"/>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5"/>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5"/>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5"/>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5"/>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5"/>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5"/>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5"/>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5"/>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5"/>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2" name="Google Shape;13602;p65"/>
          <p:cNvGrpSpPr/>
          <p:nvPr/>
        </p:nvGrpSpPr>
        <p:grpSpPr>
          <a:xfrm>
            <a:off x="8061450" y="3345742"/>
            <a:ext cx="263316" cy="354807"/>
            <a:chOff x="8061450" y="3345742"/>
            <a:chExt cx="263316" cy="354807"/>
          </a:xfrm>
        </p:grpSpPr>
        <p:sp>
          <p:nvSpPr>
            <p:cNvPr id="13603" name="Google Shape;13603;p65"/>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5"/>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5"/>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5"/>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5"/>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5"/>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5"/>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5"/>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5"/>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5"/>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5"/>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5"/>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5"/>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5"/>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5"/>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5"/>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9" name="Google Shape;13619;p65"/>
          <p:cNvGrpSpPr/>
          <p:nvPr/>
        </p:nvGrpSpPr>
        <p:grpSpPr>
          <a:xfrm>
            <a:off x="8065953" y="2879911"/>
            <a:ext cx="263081" cy="354754"/>
            <a:chOff x="8065953" y="2879911"/>
            <a:chExt cx="263081" cy="354754"/>
          </a:xfrm>
        </p:grpSpPr>
        <p:sp>
          <p:nvSpPr>
            <p:cNvPr id="13620" name="Google Shape;13620;p65"/>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5"/>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5"/>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5"/>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5"/>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5"/>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5"/>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5"/>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5"/>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5"/>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5"/>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5"/>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5"/>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5"/>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5"/>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5"/>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6" name="Google Shape;13636;p65"/>
          <p:cNvGrpSpPr/>
          <p:nvPr/>
        </p:nvGrpSpPr>
        <p:grpSpPr>
          <a:xfrm>
            <a:off x="8064199" y="4268318"/>
            <a:ext cx="270308" cy="354493"/>
            <a:chOff x="8064199" y="4268318"/>
            <a:chExt cx="270308" cy="354493"/>
          </a:xfrm>
        </p:grpSpPr>
        <p:sp>
          <p:nvSpPr>
            <p:cNvPr id="13637" name="Google Shape;13637;p65"/>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5"/>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5"/>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5"/>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5"/>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5"/>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5"/>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5"/>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5"/>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5"/>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5"/>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5"/>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5"/>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5"/>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5"/>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5"/>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58" name="Shape 13658"/>
        <p:cNvGrpSpPr/>
        <p:nvPr/>
      </p:nvGrpSpPr>
      <p:grpSpPr>
        <a:xfrm>
          <a:off x="0" y="0"/>
          <a:ext cx="0" cy="0"/>
          <a:chOff x="0" y="0"/>
          <a:chExt cx="0" cy="0"/>
        </a:xfrm>
      </p:grpSpPr>
      <p:sp>
        <p:nvSpPr>
          <p:cNvPr id="13659" name="Google Shape;13659;p6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660" name="Google Shape;13660;p6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661" name="Google Shape;13661;p66"/>
          <p:cNvGrpSpPr/>
          <p:nvPr/>
        </p:nvGrpSpPr>
        <p:grpSpPr>
          <a:xfrm>
            <a:off x="3511608" y="3348218"/>
            <a:ext cx="381482" cy="366926"/>
            <a:chOff x="3511608" y="3348218"/>
            <a:chExt cx="381482" cy="366926"/>
          </a:xfrm>
        </p:grpSpPr>
        <p:sp>
          <p:nvSpPr>
            <p:cNvPr id="13662" name="Google Shape;13662;p66"/>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6"/>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6"/>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6"/>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6"/>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6"/>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6"/>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6"/>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6"/>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6"/>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6"/>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6"/>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6"/>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6"/>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6" name="Google Shape;13676;p66"/>
          <p:cNvGrpSpPr/>
          <p:nvPr/>
        </p:nvGrpSpPr>
        <p:grpSpPr>
          <a:xfrm>
            <a:off x="1849816" y="3807339"/>
            <a:ext cx="163616" cy="366665"/>
            <a:chOff x="1849816" y="3807339"/>
            <a:chExt cx="163616" cy="366665"/>
          </a:xfrm>
        </p:grpSpPr>
        <p:sp>
          <p:nvSpPr>
            <p:cNvPr id="13677" name="Google Shape;13677;p66"/>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6"/>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6"/>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6"/>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6"/>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6"/>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6"/>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6"/>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6"/>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6"/>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6"/>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6"/>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6"/>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6"/>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1" name="Google Shape;13691;p66"/>
          <p:cNvGrpSpPr/>
          <p:nvPr/>
        </p:nvGrpSpPr>
        <p:grpSpPr>
          <a:xfrm>
            <a:off x="2274757" y="3807313"/>
            <a:ext cx="202292" cy="366430"/>
            <a:chOff x="2274757" y="3807313"/>
            <a:chExt cx="202292" cy="366430"/>
          </a:xfrm>
        </p:grpSpPr>
        <p:sp>
          <p:nvSpPr>
            <p:cNvPr id="13692" name="Google Shape;13692;p66"/>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6"/>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6"/>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6"/>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6"/>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6"/>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6"/>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6"/>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6"/>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6"/>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2" name="Google Shape;13702;p66"/>
          <p:cNvGrpSpPr/>
          <p:nvPr/>
        </p:nvGrpSpPr>
        <p:grpSpPr>
          <a:xfrm>
            <a:off x="3972716" y="3348218"/>
            <a:ext cx="366404" cy="366665"/>
            <a:chOff x="3972716" y="3348218"/>
            <a:chExt cx="366404" cy="366665"/>
          </a:xfrm>
        </p:grpSpPr>
        <p:sp>
          <p:nvSpPr>
            <p:cNvPr id="13703" name="Google Shape;13703;p66"/>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6"/>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6"/>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6"/>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6"/>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6"/>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6"/>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6"/>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6"/>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6"/>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6"/>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6"/>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66"/>
          <p:cNvGrpSpPr/>
          <p:nvPr/>
        </p:nvGrpSpPr>
        <p:grpSpPr>
          <a:xfrm>
            <a:off x="866528" y="3348348"/>
            <a:ext cx="317405" cy="366534"/>
            <a:chOff x="866528" y="3348348"/>
            <a:chExt cx="317405" cy="366534"/>
          </a:xfrm>
        </p:grpSpPr>
        <p:sp>
          <p:nvSpPr>
            <p:cNvPr id="13716" name="Google Shape;13716;p66"/>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6"/>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6"/>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6"/>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6"/>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6"/>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6"/>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6"/>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4" name="Google Shape;13724;p66"/>
          <p:cNvGrpSpPr/>
          <p:nvPr/>
        </p:nvGrpSpPr>
        <p:grpSpPr>
          <a:xfrm>
            <a:off x="1316818" y="3348296"/>
            <a:ext cx="310872" cy="366848"/>
            <a:chOff x="1316818" y="3348296"/>
            <a:chExt cx="310872" cy="366848"/>
          </a:xfrm>
        </p:grpSpPr>
        <p:sp>
          <p:nvSpPr>
            <p:cNvPr id="13725" name="Google Shape;13725;p66"/>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6"/>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6"/>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6"/>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6"/>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6"/>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6"/>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6"/>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6"/>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6"/>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6"/>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6"/>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6"/>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6"/>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6"/>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6"/>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6"/>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6"/>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6"/>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6"/>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6"/>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6"/>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6"/>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6"/>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9" name="Google Shape;13749;p66"/>
          <p:cNvGrpSpPr/>
          <p:nvPr/>
        </p:nvGrpSpPr>
        <p:grpSpPr>
          <a:xfrm>
            <a:off x="3105248" y="3348244"/>
            <a:ext cx="305620" cy="366430"/>
            <a:chOff x="3105248" y="3348244"/>
            <a:chExt cx="305620" cy="366430"/>
          </a:xfrm>
        </p:grpSpPr>
        <p:sp>
          <p:nvSpPr>
            <p:cNvPr id="13750" name="Google Shape;13750;p66"/>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6"/>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6"/>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6"/>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6"/>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6"/>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6"/>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66"/>
          <p:cNvGrpSpPr/>
          <p:nvPr/>
        </p:nvGrpSpPr>
        <p:grpSpPr>
          <a:xfrm>
            <a:off x="2661988" y="3348218"/>
            <a:ext cx="304078" cy="366665"/>
            <a:chOff x="2661988" y="3348218"/>
            <a:chExt cx="304078" cy="366665"/>
          </a:xfrm>
        </p:grpSpPr>
        <p:sp>
          <p:nvSpPr>
            <p:cNvPr id="13758" name="Google Shape;13758;p66"/>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6"/>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6"/>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6"/>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6"/>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6"/>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6"/>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6"/>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6"/>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6"/>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6"/>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6"/>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6"/>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6"/>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6"/>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6"/>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6"/>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6"/>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6"/>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66"/>
          <p:cNvGrpSpPr/>
          <p:nvPr/>
        </p:nvGrpSpPr>
        <p:grpSpPr>
          <a:xfrm>
            <a:off x="2212927" y="3348897"/>
            <a:ext cx="307606" cy="366482"/>
            <a:chOff x="2212927" y="3348897"/>
            <a:chExt cx="307606" cy="366482"/>
          </a:xfrm>
        </p:grpSpPr>
        <p:sp>
          <p:nvSpPr>
            <p:cNvPr id="13778" name="Google Shape;13778;p66"/>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6"/>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6"/>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6"/>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6"/>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6"/>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6"/>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6"/>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6"/>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6"/>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8" name="Google Shape;13788;p66"/>
          <p:cNvGrpSpPr/>
          <p:nvPr/>
        </p:nvGrpSpPr>
        <p:grpSpPr>
          <a:xfrm>
            <a:off x="1764389" y="3348218"/>
            <a:ext cx="310114" cy="366665"/>
            <a:chOff x="1764389" y="3348218"/>
            <a:chExt cx="310114" cy="366665"/>
          </a:xfrm>
        </p:grpSpPr>
        <p:sp>
          <p:nvSpPr>
            <p:cNvPr id="13789" name="Google Shape;13789;p66"/>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6"/>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6"/>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6"/>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6"/>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6"/>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6"/>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6"/>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6"/>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6"/>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6"/>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6"/>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6"/>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6"/>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6"/>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6"/>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6"/>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6"/>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6"/>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6"/>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9" name="Google Shape;13809;p66"/>
          <p:cNvGrpSpPr/>
          <p:nvPr/>
        </p:nvGrpSpPr>
        <p:grpSpPr>
          <a:xfrm>
            <a:off x="2777572" y="3807287"/>
            <a:ext cx="81716" cy="366717"/>
            <a:chOff x="2777572" y="3807287"/>
            <a:chExt cx="81716" cy="366717"/>
          </a:xfrm>
        </p:grpSpPr>
        <p:sp>
          <p:nvSpPr>
            <p:cNvPr id="13810" name="Google Shape;13810;p66"/>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6"/>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6"/>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6"/>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6"/>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6"/>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6"/>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6"/>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6"/>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6"/>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6"/>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1" name="Google Shape;13821;p66"/>
          <p:cNvGrpSpPr/>
          <p:nvPr/>
        </p:nvGrpSpPr>
        <p:grpSpPr>
          <a:xfrm>
            <a:off x="3934014" y="4329780"/>
            <a:ext cx="366665" cy="256334"/>
            <a:chOff x="3934014" y="4329780"/>
            <a:chExt cx="366665" cy="256334"/>
          </a:xfrm>
        </p:grpSpPr>
        <p:sp>
          <p:nvSpPr>
            <p:cNvPr id="13822" name="Google Shape;13822;p66"/>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6"/>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6"/>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6"/>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6"/>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6"/>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6"/>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6"/>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6"/>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6"/>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6"/>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6"/>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6"/>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5" name="Google Shape;13835;p66"/>
          <p:cNvGrpSpPr/>
          <p:nvPr/>
        </p:nvGrpSpPr>
        <p:grpSpPr>
          <a:xfrm>
            <a:off x="947670" y="3807339"/>
            <a:ext cx="194295" cy="366404"/>
            <a:chOff x="947670" y="3807339"/>
            <a:chExt cx="194295" cy="366404"/>
          </a:xfrm>
        </p:grpSpPr>
        <p:sp>
          <p:nvSpPr>
            <p:cNvPr id="13836" name="Google Shape;13836;p66"/>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6"/>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6"/>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6"/>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6"/>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6"/>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6"/>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6"/>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6"/>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6"/>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6" name="Google Shape;13846;p66"/>
          <p:cNvGrpSpPr/>
          <p:nvPr/>
        </p:nvGrpSpPr>
        <p:grpSpPr>
          <a:xfrm>
            <a:off x="3420379" y="4286557"/>
            <a:ext cx="368939" cy="342283"/>
            <a:chOff x="3420379" y="4286557"/>
            <a:chExt cx="368939" cy="342283"/>
          </a:xfrm>
        </p:grpSpPr>
        <p:sp>
          <p:nvSpPr>
            <p:cNvPr id="13847" name="Google Shape;13847;p66"/>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6"/>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6"/>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6"/>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6"/>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6"/>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6"/>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6"/>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6"/>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6"/>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6"/>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6"/>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6"/>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6"/>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6"/>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6"/>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66"/>
          <p:cNvGrpSpPr/>
          <p:nvPr/>
        </p:nvGrpSpPr>
        <p:grpSpPr>
          <a:xfrm>
            <a:off x="3965190" y="3842252"/>
            <a:ext cx="369801" cy="296813"/>
            <a:chOff x="3965190" y="3842252"/>
            <a:chExt cx="369801" cy="296813"/>
          </a:xfrm>
        </p:grpSpPr>
        <p:sp>
          <p:nvSpPr>
            <p:cNvPr id="13864" name="Google Shape;13864;p66"/>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6"/>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6"/>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6"/>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6"/>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6"/>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6"/>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6"/>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6"/>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6"/>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6"/>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6"/>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6"/>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6"/>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6"/>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6"/>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6"/>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6"/>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6"/>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5" name="Google Shape;13885;p66"/>
          <p:cNvGrpSpPr/>
          <p:nvPr/>
        </p:nvGrpSpPr>
        <p:grpSpPr>
          <a:xfrm>
            <a:off x="3506590" y="3833812"/>
            <a:ext cx="396796" cy="313407"/>
            <a:chOff x="3506590" y="3833812"/>
            <a:chExt cx="396796" cy="313407"/>
          </a:xfrm>
        </p:grpSpPr>
        <p:sp>
          <p:nvSpPr>
            <p:cNvPr id="13886" name="Google Shape;13886;p66"/>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6"/>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6"/>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66"/>
          <p:cNvGrpSpPr/>
          <p:nvPr/>
        </p:nvGrpSpPr>
        <p:grpSpPr>
          <a:xfrm>
            <a:off x="2769288" y="1965364"/>
            <a:ext cx="104556" cy="366665"/>
            <a:chOff x="2769288" y="1965364"/>
            <a:chExt cx="104556" cy="366665"/>
          </a:xfrm>
        </p:grpSpPr>
        <p:sp>
          <p:nvSpPr>
            <p:cNvPr id="13890" name="Google Shape;13890;p66"/>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6"/>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6"/>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6"/>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6"/>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6"/>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6"/>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6"/>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6"/>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6"/>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6"/>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6"/>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2" name="Google Shape;13902;p66"/>
          <p:cNvGrpSpPr/>
          <p:nvPr/>
        </p:nvGrpSpPr>
        <p:grpSpPr>
          <a:xfrm>
            <a:off x="3966679" y="2010861"/>
            <a:ext cx="367162" cy="275698"/>
            <a:chOff x="3966679" y="2010861"/>
            <a:chExt cx="367162" cy="275698"/>
          </a:xfrm>
        </p:grpSpPr>
        <p:sp>
          <p:nvSpPr>
            <p:cNvPr id="13903" name="Google Shape;13903;p66"/>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6"/>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6"/>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6"/>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7" name="Google Shape;13907;p66"/>
          <p:cNvGrpSpPr/>
          <p:nvPr/>
        </p:nvGrpSpPr>
        <p:grpSpPr>
          <a:xfrm>
            <a:off x="1752577" y="2025495"/>
            <a:ext cx="366404" cy="246220"/>
            <a:chOff x="1752577" y="2025495"/>
            <a:chExt cx="366404" cy="246220"/>
          </a:xfrm>
        </p:grpSpPr>
        <p:sp>
          <p:nvSpPr>
            <p:cNvPr id="13908" name="Google Shape;13908;p66"/>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6"/>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6"/>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6"/>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6"/>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6"/>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6"/>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6"/>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6"/>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6"/>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6"/>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6"/>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6"/>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6"/>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6"/>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6"/>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4" name="Google Shape;13924;p66"/>
          <p:cNvGrpSpPr/>
          <p:nvPr/>
        </p:nvGrpSpPr>
        <p:grpSpPr>
          <a:xfrm>
            <a:off x="1309553" y="2069580"/>
            <a:ext cx="366404" cy="158363"/>
            <a:chOff x="1309553" y="2069580"/>
            <a:chExt cx="366404" cy="158363"/>
          </a:xfrm>
        </p:grpSpPr>
        <p:sp>
          <p:nvSpPr>
            <p:cNvPr id="13925" name="Google Shape;13925;p66"/>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6"/>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6"/>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6"/>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6"/>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6"/>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6"/>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6"/>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6"/>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6"/>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6"/>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6"/>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6"/>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6"/>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6"/>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6"/>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6"/>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6"/>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6"/>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6"/>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6"/>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6"/>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6"/>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6"/>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1" name="Google Shape;13951;p66"/>
          <p:cNvGrpSpPr/>
          <p:nvPr/>
        </p:nvGrpSpPr>
        <p:grpSpPr>
          <a:xfrm>
            <a:off x="866528" y="2088762"/>
            <a:ext cx="366639" cy="119635"/>
            <a:chOff x="866528" y="2088762"/>
            <a:chExt cx="366639" cy="119635"/>
          </a:xfrm>
        </p:grpSpPr>
        <p:sp>
          <p:nvSpPr>
            <p:cNvPr id="13952" name="Google Shape;13952;p66"/>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6"/>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6"/>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6"/>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6"/>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6"/>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6"/>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6"/>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6"/>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6"/>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6"/>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6"/>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6"/>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6"/>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66"/>
          <p:cNvGrpSpPr/>
          <p:nvPr/>
        </p:nvGrpSpPr>
        <p:grpSpPr>
          <a:xfrm>
            <a:off x="2329269" y="1965312"/>
            <a:ext cx="98807" cy="366273"/>
            <a:chOff x="2329269" y="1965312"/>
            <a:chExt cx="98807" cy="366273"/>
          </a:xfrm>
        </p:grpSpPr>
        <p:sp>
          <p:nvSpPr>
            <p:cNvPr id="13967" name="Google Shape;13967;p66"/>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6"/>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6"/>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66"/>
          <p:cNvGrpSpPr/>
          <p:nvPr/>
        </p:nvGrpSpPr>
        <p:grpSpPr>
          <a:xfrm>
            <a:off x="3208053" y="1964972"/>
            <a:ext cx="112344" cy="366926"/>
            <a:chOff x="3208053" y="1964972"/>
            <a:chExt cx="112344" cy="366926"/>
          </a:xfrm>
        </p:grpSpPr>
        <p:sp>
          <p:nvSpPr>
            <p:cNvPr id="13971" name="Google Shape;13971;p66"/>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6"/>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6"/>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6"/>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6"/>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6"/>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66"/>
          <p:cNvGrpSpPr/>
          <p:nvPr/>
        </p:nvGrpSpPr>
        <p:grpSpPr>
          <a:xfrm>
            <a:off x="3225379" y="3807339"/>
            <a:ext cx="72413" cy="366404"/>
            <a:chOff x="3225379" y="3807339"/>
            <a:chExt cx="72413" cy="366404"/>
          </a:xfrm>
        </p:grpSpPr>
        <p:sp>
          <p:nvSpPr>
            <p:cNvPr id="13978" name="Google Shape;13978;p66"/>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6"/>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6"/>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6"/>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6"/>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6"/>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6"/>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6"/>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6" name="Google Shape;13986;p66"/>
          <p:cNvGrpSpPr/>
          <p:nvPr/>
        </p:nvGrpSpPr>
        <p:grpSpPr>
          <a:xfrm>
            <a:off x="3523916" y="2011096"/>
            <a:ext cx="366665" cy="275201"/>
            <a:chOff x="3523916" y="2011096"/>
            <a:chExt cx="366665" cy="275201"/>
          </a:xfrm>
        </p:grpSpPr>
        <p:sp>
          <p:nvSpPr>
            <p:cNvPr id="13987" name="Google Shape;13987;p66"/>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6"/>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6"/>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6"/>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6"/>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6"/>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6"/>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6"/>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6"/>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6"/>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6"/>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6"/>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6"/>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6"/>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6"/>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6"/>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6"/>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6"/>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6"/>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6"/>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66"/>
          <p:cNvGrpSpPr/>
          <p:nvPr/>
        </p:nvGrpSpPr>
        <p:grpSpPr>
          <a:xfrm>
            <a:off x="1742777" y="1499997"/>
            <a:ext cx="393791" cy="366744"/>
            <a:chOff x="1742777" y="1499997"/>
            <a:chExt cx="393791" cy="366744"/>
          </a:xfrm>
        </p:grpSpPr>
        <p:sp>
          <p:nvSpPr>
            <p:cNvPr id="14008" name="Google Shape;14008;p66"/>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6"/>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6"/>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6"/>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6"/>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6"/>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6"/>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6"/>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6"/>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6"/>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6"/>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6"/>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6"/>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6"/>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66"/>
          <p:cNvGrpSpPr/>
          <p:nvPr/>
        </p:nvGrpSpPr>
        <p:grpSpPr>
          <a:xfrm>
            <a:off x="4014449" y="1499997"/>
            <a:ext cx="319914" cy="366639"/>
            <a:chOff x="4014449" y="1499997"/>
            <a:chExt cx="319914" cy="366639"/>
          </a:xfrm>
        </p:grpSpPr>
        <p:sp>
          <p:nvSpPr>
            <p:cNvPr id="14023" name="Google Shape;14023;p66"/>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6"/>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6"/>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6"/>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6"/>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8" name="Google Shape;14028;p66"/>
          <p:cNvGrpSpPr/>
          <p:nvPr/>
        </p:nvGrpSpPr>
        <p:grpSpPr>
          <a:xfrm>
            <a:off x="866267" y="1591460"/>
            <a:ext cx="367397" cy="183711"/>
            <a:chOff x="866267" y="1591460"/>
            <a:chExt cx="367397" cy="183711"/>
          </a:xfrm>
        </p:grpSpPr>
        <p:sp>
          <p:nvSpPr>
            <p:cNvPr id="14029" name="Google Shape;14029;p66"/>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6"/>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6"/>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6"/>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6"/>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6"/>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6"/>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6"/>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6"/>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6"/>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6"/>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6"/>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6"/>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6"/>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6"/>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6"/>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6"/>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6"/>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66"/>
          <p:cNvGrpSpPr/>
          <p:nvPr/>
        </p:nvGrpSpPr>
        <p:grpSpPr>
          <a:xfrm>
            <a:off x="3117843" y="1499892"/>
            <a:ext cx="327440" cy="366744"/>
            <a:chOff x="3117843" y="1499892"/>
            <a:chExt cx="327440" cy="366744"/>
          </a:xfrm>
        </p:grpSpPr>
        <p:sp>
          <p:nvSpPr>
            <p:cNvPr id="14048" name="Google Shape;14048;p66"/>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6"/>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6"/>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6"/>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6"/>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6"/>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6"/>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5" name="Google Shape;14055;p66"/>
          <p:cNvGrpSpPr/>
          <p:nvPr/>
        </p:nvGrpSpPr>
        <p:grpSpPr>
          <a:xfrm>
            <a:off x="2667005" y="1499997"/>
            <a:ext cx="336770" cy="366639"/>
            <a:chOff x="2667005" y="1499997"/>
            <a:chExt cx="336770" cy="366639"/>
          </a:xfrm>
        </p:grpSpPr>
        <p:sp>
          <p:nvSpPr>
            <p:cNvPr id="14056" name="Google Shape;14056;p66"/>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6"/>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6"/>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6"/>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6"/>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6"/>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6"/>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6"/>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6"/>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6"/>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6"/>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6"/>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6"/>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6"/>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6"/>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6"/>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6"/>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6"/>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6"/>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5" name="Google Shape;14075;p66"/>
          <p:cNvGrpSpPr/>
          <p:nvPr/>
        </p:nvGrpSpPr>
        <p:grpSpPr>
          <a:xfrm>
            <a:off x="3564866" y="1499997"/>
            <a:ext cx="326473" cy="366639"/>
            <a:chOff x="3564866" y="1499997"/>
            <a:chExt cx="326473" cy="366639"/>
          </a:xfrm>
        </p:grpSpPr>
        <p:sp>
          <p:nvSpPr>
            <p:cNvPr id="14076" name="Google Shape;14076;p66"/>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6"/>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6"/>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6"/>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6"/>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6"/>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6"/>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6"/>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6"/>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5" name="Google Shape;14085;p66"/>
          <p:cNvGrpSpPr/>
          <p:nvPr/>
        </p:nvGrpSpPr>
        <p:grpSpPr>
          <a:xfrm>
            <a:off x="1314074" y="1499997"/>
            <a:ext cx="364392" cy="366639"/>
            <a:chOff x="1314074" y="1499997"/>
            <a:chExt cx="364392" cy="366639"/>
          </a:xfrm>
        </p:grpSpPr>
        <p:sp>
          <p:nvSpPr>
            <p:cNvPr id="14086" name="Google Shape;14086;p66"/>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6"/>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6"/>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6"/>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6"/>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6"/>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6"/>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6"/>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6"/>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6"/>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6"/>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6"/>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8" name="Google Shape;14098;p66"/>
          <p:cNvGrpSpPr/>
          <p:nvPr/>
        </p:nvGrpSpPr>
        <p:grpSpPr>
          <a:xfrm>
            <a:off x="2220479" y="1499997"/>
            <a:ext cx="337005" cy="366639"/>
            <a:chOff x="2220479" y="1499997"/>
            <a:chExt cx="337005" cy="366639"/>
          </a:xfrm>
        </p:grpSpPr>
        <p:sp>
          <p:nvSpPr>
            <p:cNvPr id="14099" name="Google Shape;14099;p66"/>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6"/>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6"/>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6"/>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6"/>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6"/>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6"/>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6"/>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6"/>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6"/>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6"/>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0" name="Google Shape;14110;p66"/>
          <p:cNvGrpSpPr/>
          <p:nvPr/>
        </p:nvGrpSpPr>
        <p:grpSpPr>
          <a:xfrm>
            <a:off x="4105155" y="2425976"/>
            <a:ext cx="87230" cy="366430"/>
            <a:chOff x="4105155" y="2425976"/>
            <a:chExt cx="87230" cy="366430"/>
          </a:xfrm>
        </p:grpSpPr>
        <p:sp>
          <p:nvSpPr>
            <p:cNvPr id="14111" name="Google Shape;14111;p66"/>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6"/>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6"/>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6"/>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6"/>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6"/>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7" name="Google Shape;14117;p66"/>
          <p:cNvGrpSpPr/>
          <p:nvPr/>
        </p:nvGrpSpPr>
        <p:grpSpPr>
          <a:xfrm>
            <a:off x="1808109" y="2426002"/>
            <a:ext cx="267884" cy="366639"/>
            <a:chOff x="1808109" y="2426002"/>
            <a:chExt cx="267884" cy="366639"/>
          </a:xfrm>
        </p:grpSpPr>
        <p:sp>
          <p:nvSpPr>
            <p:cNvPr id="14118" name="Google Shape;14118;p66"/>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6"/>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6"/>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6"/>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6"/>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6"/>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6"/>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6"/>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6"/>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6"/>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6"/>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6"/>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6"/>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6"/>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6"/>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6"/>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6"/>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6"/>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6"/>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6"/>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6"/>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9" name="Google Shape;14139;p66"/>
          <p:cNvGrpSpPr/>
          <p:nvPr/>
        </p:nvGrpSpPr>
        <p:grpSpPr>
          <a:xfrm>
            <a:off x="3603568" y="2426002"/>
            <a:ext cx="207597" cy="366639"/>
            <a:chOff x="3603568" y="2426002"/>
            <a:chExt cx="207597" cy="366639"/>
          </a:xfrm>
        </p:grpSpPr>
        <p:sp>
          <p:nvSpPr>
            <p:cNvPr id="14140" name="Google Shape;14140;p66"/>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6"/>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6"/>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6"/>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6"/>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6"/>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6" name="Google Shape;14146;p66"/>
          <p:cNvGrpSpPr/>
          <p:nvPr/>
        </p:nvGrpSpPr>
        <p:grpSpPr>
          <a:xfrm>
            <a:off x="2246115" y="2426002"/>
            <a:ext cx="274417" cy="366404"/>
            <a:chOff x="2246115" y="2426002"/>
            <a:chExt cx="274417" cy="366404"/>
          </a:xfrm>
        </p:grpSpPr>
        <p:sp>
          <p:nvSpPr>
            <p:cNvPr id="14147" name="Google Shape;14147;p66"/>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6"/>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6"/>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6"/>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6"/>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6"/>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6"/>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6"/>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5" name="Google Shape;14155;p66"/>
          <p:cNvGrpSpPr/>
          <p:nvPr/>
        </p:nvGrpSpPr>
        <p:grpSpPr>
          <a:xfrm>
            <a:off x="2696666" y="2426002"/>
            <a:ext cx="256099" cy="366639"/>
            <a:chOff x="2696666" y="2426002"/>
            <a:chExt cx="256099" cy="366639"/>
          </a:xfrm>
        </p:grpSpPr>
        <p:sp>
          <p:nvSpPr>
            <p:cNvPr id="14156" name="Google Shape;14156;p66"/>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6"/>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6"/>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6"/>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6"/>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6"/>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2" name="Google Shape;14162;p66"/>
          <p:cNvGrpSpPr/>
          <p:nvPr/>
        </p:nvGrpSpPr>
        <p:grpSpPr>
          <a:xfrm>
            <a:off x="3149072" y="2426002"/>
            <a:ext cx="225863" cy="366430"/>
            <a:chOff x="3149072" y="2426002"/>
            <a:chExt cx="225863" cy="366430"/>
          </a:xfrm>
        </p:grpSpPr>
        <p:sp>
          <p:nvSpPr>
            <p:cNvPr id="14163" name="Google Shape;14163;p66"/>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6"/>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6"/>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6"/>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6"/>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6"/>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6"/>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6"/>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6"/>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6"/>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6"/>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4" name="Google Shape;14174;p66"/>
          <p:cNvGrpSpPr/>
          <p:nvPr/>
        </p:nvGrpSpPr>
        <p:grpSpPr>
          <a:xfrm>
            <a:off x="1361556" y="2425923"/>
            <a:ext cx="283224" cy="366482"/>
            <a:chOff x="1361556" y="2425923"/>
            <a:chExt cx="283224" cy="366482"/>
          </a:xfrm>
        </p:grpSpPr>
        <p:sp>
          <p:nvSpPr>
            <p:cNvPr id="14175" name="Google Shape;14175;p66"/>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6"/>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6"/>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6"/>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6"/>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6"/>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6"/>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6"/>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6"/>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6"/>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6"/>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6"/>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6"/>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6"/>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6"/>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6"/>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6"/>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6"/>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6"/>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6"/>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5" name="Google Shape;14195;p66"/>
          <p:cNvGrpSpPr/>
          <p:nvPr/>
        </p:nvGrpSpPr>
        <p:grpSpPr>
          <a:xfrm>
            <a:off x="3973735" y="2891056"/>
            <a:ext cx="361883" cy="366979"/>
            <a:chOff x="3973735" y="2891056"/>
            <a:chExt cx="361883" cy="366979"/>
          </a:xfrm>
        </p:grpSpPr>
        <p:sp>
          <p:nvSpPr>
            <p:cNvPr id="14196" name="Google Shape;14196;p66"/>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6"/>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6"/>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6"/>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6"/>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6"/>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6"/>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6"/>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6"/>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6"/>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6"/>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6"/>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6"/>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6"/>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6"/>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3" name="Google Shape;14213;p66"/>
          <p:cNvGrpSpPr/>
          <p:nvPr/>
        </p:nvGrpSpPr>
        <p:grpSpPr>
          <a:xfrm>
            <a:off x="3527941" y="2916744"/>
            <a:ext cx="366665" cy="315654"/>
            <a:chOff x="3527941" y="2916744"/>
            <a:chExt cx="366665" cy="315654"/>
          </a:xfrm>
        </p:grpSpPr>
        <p:sp>
          <p:nvSpPr>
            <p:cNvPr id="14214" name="Google Shape;14214;p66"/>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6"/>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6"/>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6"/>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6"/>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6"/>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6"/>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6"/>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6"/>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6"/>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6"/>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6"/>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6"/>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6"/>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6"/>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6"/>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6"/>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6"/>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6"/>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6"/>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6"/>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6"/>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6"/>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6"/>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6"/>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6"/>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6"/>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6"/>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6"/>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6"/>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4" name="Google Shape;14244;p66"/>
          <p:cNvGrpSpPr/>
          <p:nvPr/>
        </p:nvGrpSpPr>
        <p:grpSpPr>
          <a:xfrm>
            <a:off x="2640873" y="2891631"/>
            <a:ext cx="366404" cy="366404"/>
            <a:chOff x="2640873" y="2891631"/>
            <a:chExt cx="366404" cy="366404"/>
          </a:xfrm>
        </p:grpSpPr>
        <p:sp>
          <p:nvSpPr>
            <p:cNvPr id="14245" name="Google Shape;14245;p66"/>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6"/>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6"/>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6"/>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6"/>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6"/>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6"/>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6"/>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6"/>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6"/>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6"/>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6"/>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6"/>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6"/>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9" name="Google Shape;14259;p66"/>
          <p:cNvGrpSpPr/>
          <p:nvPr/>
        </p:nvGrpSpPr>
        <p:grpSpPr>
          <a:xfrm>
            <a:off x="2197091" y="2938120"/>
            <a:ext cx="366665" cy="273189"/>
            <a:chOff x="2197091" y="2938120"/>
            <a:chExt cx="366665" cy="273189"/>
          </a:xfrm>
        </p:grpSpPr>
        <p:sp>
          <p:nvSpPr>
            <p:cNvPr id="14260" name="Google Shape;14260;p66"/>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6"/>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6"/>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6"/>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6"/>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6"/>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6"/>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6"/>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6"/>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6"/>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6"/>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6"/>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6"/>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6"/>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6"/>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6"/>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6"/>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6"/>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6"/>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6"/>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6"/>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6"/>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4" name="Google Shape;14284;p66"/>
          <p:cNvGrpSpPr/>
          <p:nvPr/>
        </p:nvGrpSpPr>
        <p:grpSpPr>
          <a:xfrm>
            <a:off x="1753570" y="2892127"/>
            <a:ext cx="366665" cy="365202"/>
            <a:chOff x="1753570" y="2892127"/>
            <a:chExt cx="366665" cy="365202"/>
          </a:xfrm>
        </p:grpSpPr>
        <p:sp>
          <p:nvSpPr>
            <p:cNvPr id="14285" name="Google Shape;14285;p66"/>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6"/>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6"/>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6"/>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6"/>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6"/>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6"/>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6"/>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6"/>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6"/>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6"/>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6"/>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6"/>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6"/>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6"/>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6"/>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6"/>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6"/>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66"/>
          <p:cNvGrpSpPr/>
          <p:nvPr/>
        </p:nvGrpSpPr>
        <p:grpSpPr>
          <a:xfrm>
            <a:off x="1303751" y="3807339"/>
            <a:ext cx="367684" cy="366561"/>
            <a:chOff x="1303751" y="3807339"/>
            <a:chExt cx="367684" cy="366561"/>
          </a:xfrm>
        </p:grpSpPr>
        <p:sp>
          <p:nvSpPr>
            <p:cNvPr id="14304" name="Google Shape;14304;p66"/>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6"/>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6"/>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6"/>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6"/>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6"/>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6"/>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6"/>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6"/>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6"/>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6"/>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6"/>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6"/>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6"/>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6"/>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6"/>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6"/>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6"/>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6"/>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6"/>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6"/>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6"/>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6"/>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6"/>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6"/>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6"/>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6"/>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6"/>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6"/>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6"/>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6"/>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6"/>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6"/>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6"/>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6"/>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6"/>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6"/>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6"/>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6"/>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6"/>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6"/>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45" name="Google Shape;14345;p66"/>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6" name="Google Shape;14346;p66"/>
          <p:cNvGrpSpPr/>
          <p:nvPr/>
        </p:nvGrpSpPr>
        <p:grpSpPr>
          <a:xfrm>
            <a:off x="1310049" y="2891421"/>
            <a:ext cx="384749" cy="366613"/>
            <a:chOff x="1310049" y="2891421"/>
            <a:chExt cx="384749" cy="366613"/>
          </a:xfrm>
        </p:grpSpPr>
        <p:sp>
          <p:nvSpPr>
            <p:cNvPr id="14347" name="Google Shape;14347;p66"/>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6"/>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6"/>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6"/>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6"/>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6"/>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6"/>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6"/>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6"/>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6"/>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6"/>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6"/>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6"/>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6"/>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1" name="Google Shape;14361;p66"/>
          <p:cNvGrpSpPr/>
          <p:nvPr/>
        </p:nvGrpSpPr>
        <p:grpSpPr>
          <a:xfrm>
            <a:off x="849673" y="2891343"/>
            <a:ext cx="383468" cy="366665"/>
            <a:chOff x="849673" y="2891343"/>
            <a:chExt cx="383468" cy="366665"/>
          </a:xfrm>
        </p:grpSpPr>
        <p:sp>
          <p:nvSpPr>
            <p:cNvPr id="14362" name="Google Shape;14362;p66"/>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6"/>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6"/>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6"/>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6"/>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6"/>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6"/>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6"/>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6"/>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6"/>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6"/>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6"/>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66"/>
          <p:cNvGrpSpPr/>
          <p:nvPr/>
        </p:nvGrpSpPr>
        <p:grpSpPr>
          <a:xfrm>
            <a:off x="920257" y="2426002"/>
            <a:ext cx="278024" cy="366508"/>
            <a:chOff x="920257" y="2426002"/>
            <a:chExt cx="278024" cy="366508"/>
          </a:xfrm>
        </p:grpSpPr>
        <p:sp>
          <p:nvSpPr>
            <p:cNvPr id="14375" name="Google Shape;14375;p66"/>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6"/>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6"/>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6"/>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6"/>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6"/>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6"/>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6"/>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6"/>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6"/>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6"/>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6"/>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6"/>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8" name="Google Shape;14388;p66"/>
          <p:cNvGrpSpPr/>
          <p:nvPr/>
        </p:nvGrpSpPr>
        <p:grpSpPr>
          <a:xfrm>
            <a:off x="866528" y="4274484"/>
            <a:ext cx="349810" cy="366665"/>
            <a:chOff x="866528" y="4274484"/>
            <a:chExt cx="349810" cy="366665"/>
          </a:xfrm>
        </p:grpSpPr>
        <p:sp>
          <p:nvSpPr>
            <p:cNvPr id="14389" name="Google Shape;14389;p66"/>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6"/>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6"/>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6"/>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6"/>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6"/>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6"/>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6"/>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6"/>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6"/>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6"/>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0" name="Google Shape;14400;p66"/>
          <p:cNvGrpSpPr/>
          <p:nvPr/>
        </p:nvGrpSpPr>
        <p:grpSpPr>
          <a:xfrm>
            <a:off x="1388708" y="4274484"/>
            <a:ext cx="330210" cy="366665"/>
            <a:chOff x="1388708" y="4274484"/>
            <a:chExt cx="330210" cy="366665"/>
          </a:xfrm>
        </p:grpSpPr>
        <p:sp>
          <p:nvSpPr>
            <p:cNvPr id="14401" name="Google Shape;14401;p66"/>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6"/>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6"/>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6"/>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6"/>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6"/>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6"/>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6"/>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6"/>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6"/>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6"/>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6"/>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6"/>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6"/>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6"/>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6"/>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6"/>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6"/>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6"/>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6"/>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66"/>
          <p:cNvGrpSpPr/>
          <p:nvPr/>
        </p:nvGrpSpPr>
        <p:grpSpPr>
          <a:xfrm>
            <a:off x="1874694" y="4293326"/>
            <a:ext cx="375446" cy="328982"/>
            <a:chOff x="1874694" y="4293326"/>
            <a:chExt cx="375446" cy="328982"/>
          </a:xfrm>
        </p:grpSpPr>
        <p:sp>
          <p:nvSpPr>
            <p:cNvPr id="14422" name="Google Shape;14422;p66"/>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6"/>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6"/>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6"/>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6"/>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6"/>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6"/>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6"/>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6"/>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6"/>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6"/>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6"/>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6"/>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6"/>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6"/>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6"/>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6"/>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6"/>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6"/>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6"/>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6"/>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6"/>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4" name="Google Shape;14444;p66"/>
          <p:cNvGrpSpPr/>
          <p:nvPr/>
        </p:nvGrpSpPr>
        <p:grpSpPr>
          <a:xfrm>
            <a:off x="2396116" y="4293090"/>
            <a:ext cx="366665" cy="329714"/>
            <a:chOff x="2396116" y="4293090"/>
            <a:chExt cx="366665" cy="329714"/>
          </a:xfrm>
        </p:grpSpPr>
        <p:sp>
          <p:nvSpPr>
            <p:cNvPr id="14445" name="Google Shape;14445;p66"/>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6"/>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6"/>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6"/>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6"/>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6"/>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6"/>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6"/>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6"/>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6"/>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6"/>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6"/>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6"/>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66"/>
          <p:cNvGrpSpPr/>
          <p:nvPr/>
        </p:nvGrpSpPr>
        <p:grpSpPr>
          <a:xfrm>
            <a:off x="2908757" y="4289824"/>
            <a:ext cx="367162" cy="336116"/>
            <a:chOff x="2908757" y="4289824"/>
            <a:chExt cx="367162" cy="336116"/>
          </a:xfrm>
        </p:grpSpPr>
        <p:sp>
          <p:nvSpPr>
            <p:cNvPr id="14459" name="Google Shape;14459;p66"/>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6"/>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6"/>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6"/>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6"/>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6"/>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6"/>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6"/>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6"/>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6"/>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6"/>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6"/>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6"/>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6"/>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6"/>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6"/>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6"/>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6"/>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6"/>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6"/>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6"/>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6"/>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6"/>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6"/>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6"/>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6"/>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6"/>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6" name="Google Shape;14486;p66"/>
          <p:cNvGrpSpPr/>
          <p:nvPr/>
        </p:nvGrpSpPr>
        <p:grpSpPr>
          <a:xfrm>
            <a:off x="3082408" y="2919540"/>
            <a:ext cx="368651" cy="310350"/>
            <a:chOff x="3082408" y="2919540"/>
            <a:chExt cx="368651" cy="310350"/>
          </a:xfrm>
        </p:grpSpPr>
        <p:sp>
          <p:nvSpPr>
            <p:cNvPr id="14487" name="Google Shape;14487;p66"/>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6"/>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6"/>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6"/>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6"/>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6"/>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6"/>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6"/>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6"/>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6"/>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6"/>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6"/>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9" name="Google Shape;14499;p66"/>
          <p:cNvGrpSpPr/>
          <p:nvPr/>
        </p:nvGrpSpPr>
        <p:grpSpPr>
          <a:xfrm>
            <a:off x="7069130" y="2424800"/>
            <a:ext cx="366169" cy="360498"/>
            <a:chOff x="7069130" y="2424800"/>
            <a:chExt cx="366169" cy="360498"/>
          </a:xfrm>
        </p:grpSpPr>
        <p:sp>
          <p:nvSpPr>
            <p:cNvPr id="14500" name="Google Shape;14500;p66"/>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6"/>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6"/>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6"/>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6"/>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6"/>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6"/>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6"/>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6"/>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6"/>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6"/>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6"/>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6"/>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6"/>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6"/>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6"/>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6"/>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6"/>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6"/>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6"/>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0" name="Google Shape;14520;p66"/>
          <p:cNvGrpSpPr/>
          <p:nvPr/>
        </p:nvGrpSpPr>
        <p:grpSpPr>
          <a:xfrm>
            <a:off x="4885655" y="2424721"/>
            <a:ext cx="281473" cy="360629"/>
            <a:chOff x="4885655" y="2424721"/>
            <a:chExt cx="281473" cy="360629"/>
          </a:xfrm>
        </p:grpSpPr>
        <p:sp>
          <p:nvSpPr>
            <p:cNvPr id="14521" name="Google Shape;14521;p66"/>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6"/>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6"/>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6"/>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6"/>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6"/>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6"/>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6"/>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6"/>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6"/>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6"/>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66"/>
          <p:cNvGrpSpPr/>
          <p:nvPr/>
        </p:nvGrpSpPr>
        <p:grpSpPr>
          <a:xfrm>
            <a:off x="6625609" y="2446777"/>
            <a:ext cx="364130" cy="316726"/>
            <a:chOff x="6625609" y="2446777"/>
            <a:chExt cx="364130" cy="316726"/>
          </a:xfrm>
        </p:grpSpPr>
        <p:sp>
          <p:nvSpPr>
            <p:cNvPr id="14533" name="Google Shape;14533;p66"/>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6"/>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6"/>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6"/>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6"/>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6"/>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6"/>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6"/>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6"/>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6"/>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6"/>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6"/>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5" name="Google Shape;14545;p66"/>
          <p:cNvGrpSpPr/>
          <p:nvPr/>
        </p:nvGrpSpPr>
        <p:grpSpPr>
          <a:xfrm>
            <a:off x="5757644" y="2012350"/>
            <a:ext cx="360628" cy="298825"/>
            <a:chOff x="5757644" y="2012350"/>
            <a:chExt cx="360628" cy="298825"/>
          </a:xfrm>
        </p:grpSpPr>
        <p:sp>
          <p:nvSpPr>
            <p:cNvPr id="14546" name="Google Shape;14546;p66"/>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6"/>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6"/>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6"/>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6"/>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6"/>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6"/>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6"/>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6"/>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6"/>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6"/>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6"/>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6"/>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6"/>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6"/>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6"/>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6"/>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6"/>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6"/>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6"/>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6"/>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6"/>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8" name="Google Shape;14568;p66"/>
          <p:cNvGrpSpPr/>
          <p:nvPr/>
        </p:nvGrpSpPr>
        <p:grpSpPr>
          <a:xfrm>
            <a:off x="5317625" y="1983474"/>
            <a:ext cx="360628" cy="356839"/>
            <a:chOff x="5317625" y="1983474"/>
            <a:chExt cx="360628" cy="356839"/>
          </a:xfrm>
        </p:grpSpPr>
        <p:sp>
          <p:nvSpPr>
            <p:cNvPr id="14569" name="Google Shape;14569;p66"/>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6"/>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6"/>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6"/>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6"/>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6"/>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6"/>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6"/>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6"/>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6"/>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6"/>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6"/>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6"/>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6"/>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6"/>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6"/>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6"/>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6"/>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6"/>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8" name="Google Shape;14588;p66"/>
          <p:cNvGrpSpPr/>
          <p:nvPr/>
        </p:nvGrpSpPr>
        <p:grpSpPr>
          <a:xfrm>
            <a:off x="6181827" y="2463685"/>
            <a:ext cx="360629" cy="282989"/>
            <a:chOff x="6181827" y="2463685"/>
            <a:chExt cx="360629" cy="282989"/>
          </a:xfrm>
        </p:grpSpPr>
        <p:sp>
          <p:nvSpPr>
            <p:cNvPr id="14589" name="Google Shape;14589;p66"/>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6"/>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6"/>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6"/>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6"/>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6"/>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6"/>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6"/>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6"/>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6"/>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6"/>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66"/>
          <p:cNvGrpSpPr/>
          <p:nvPr/>
        </p:nvGrpSpPr>
        <p:grpSpPr>
          <a:xfrm>
            <a:off x="5346292" y="3340691"/>
            <a:ext cx="291247" cy="360628"/>
            <a:chOff x="5346292" y="3340691"/>
            <a:chExt cx="291247" cy="360628"/>
          </a:xfrm>
        </p:grpSpPr>
        <p:sp>
          <p:nvSpPr>
            <p:cNvPr id="14601" name="Google Shape;14601;p66"/>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6"/>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6"/>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6"/>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6"/>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6"/>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6"/>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6"/>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6"/>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6"/>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6"/>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6"/>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6"/>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6"/>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6"/>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6"/>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6"/>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6"/>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6"/>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6"/>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6"/>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6"/>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6"/>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6"/>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6"/>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66"/>
          <p:cNvGrpSpPr/>
          <p:nvPr/>
        </p:nvGrpSpPr>
        <p:grpSpPr>
          <a:xfrm>
            <a:off x="7969264" y="1981697"/>
            <a:ext cx="337763" cy="360393"/>
            <a:chOff x="7969264" y="1981697"/>
            <a:chExt cx="337763" cy="360393"/>
          </a:xfrm>
        </p:grpSpPr>
        <p:sp>
          <p:nvSpPr>
            <p:cNvPr id="14627" name="Google Shape;14627;p66"/>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6"/>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6"/>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6"/>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6"/>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6"/>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6"/>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6"/>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6"/>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6"/>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6"/>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6"/>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6"/>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6"/>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6"/>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6"/>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6"/>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6"/>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5" name="Google Shape;14645;p66"/>
          <p:cNvGrpSpPr/>
          <p:nvPr/>
        </p:nvGrpSpPr>
        <p:grpSpPr>
          <a:xfrm>
            <a:off x="5736032" y="2430000"/>
            <a:ext cx="360890" cy="350332"/>
            <a:chOff x="5736032" y="2430000"/>
            <a:chExt cx="360890" cy="350332"/>
          </a:xfrm>
        </p:grpSpPr>
        <p:sp>
          <p:nvSpPr>
            <p:cNvPr id="14646" name="Google Shape;14646;p66"/>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6"/>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6"/>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6"/>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6"/>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6"/>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6"/>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6"/>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6"/>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6"/>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6"/>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6"/>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6"/>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6"/>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6"/>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6"/>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6"/>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66"/>
          <p:cNvGrpSpPr/>
          <p:nvPr/>
        </p:nvGrpSpPr>
        <p:grpSpPr>
          <a:xfrm>
            <a:off x="4877867" y="1995991"/>
            <a:ext cx="360628" cy="331778"/>
            <a:chOff x="4877867" y="1995991"/>
            <a:chExt cx="360628" cy="331778"/>
          </a:xfrm>
        </p:grpSpPr>
        <p:sp>
          <p:nvSpPr>
            <p:cNvPr id="14664" name="Google Shape;14664;p66"/>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6"/>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6"/>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6"/>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6"/>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6"/>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6"/>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6"/>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6"/>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6"/>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6"/>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6"/>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6"/>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6"/>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66"/>
          <p:cNvGrpSpPr/>
          <p:nvPr/>
        </p:nvGrpSpPr>
        <p:grpSpPr>
          <a:xfrm>
            <a:off x="7050889" y="2913503"/>
            <a:ext cx="363529" cy="339513"/>
            <a:chOff x="7050889" y="2913503"/>
            <a:chExt cx="363529" cy="339513"/>
          </a:xfrm>
        </p:grpSpPr>
        <p:sp>
          <p:nvSpPr>
            <p:cNvPr id="14679" name="Google Shape;14679;p66"/>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6"/>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6"/>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6"/>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6"/>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6"/>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6"/>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6"/>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6"/>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8" name="Google Shape;14688;p66"/>
          <p:cNvGrpSpPr/>
          <p:nvPr/>
        </p:nvGrpSpPr>
        <p:grpSpPr>
          <a:xfrm>
            <a:off x="7510900" y="1981462"/>
            <a:ext cx="372937" cy="360629"/>
            <a:chOff x="7510900" y="1981462"/>
            <a:chExt cx="372937" cy="360629"/>
          </a:xfrm>
        </p:grpSpPr>
        <p:sp>
          <p:nvSpPr>
            <p:cNvPr id="14689" name="Google Shape;14689;p66"/>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6"/>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6"/>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6"/>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6"/>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6"/>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6"/>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6"/>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6"/>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6"/>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6"/>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6"/>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6"/>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6"/>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6"/>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6"/>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5" name="Google Shape;14705;p66"/>
          <p:cNvGrpSpPr/>
          <p:nvPr/>
        </p:nvGrpSpPr>
        <p:grpSpPr>
          <a:xfrm>
            <a:off x="6599476" y="2918260"/>
            <a:ext cx="360629" cy="329975"/>
            <a:chOff x="6599476" y="2918260"/>
            <a:chExt cx="360629" cy="329975"/>
          </a:xfrm>
        </p:grpSpPr>
        <p:sp>
          <p:nvSpPr>
            <p:cNvPr id="14706" name="Google Shape;14706;p66"/>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6"/>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6"/>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6"/>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6"/>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6"/>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6"/>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6"/>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6"/>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6"/>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6"/>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6"/>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6"/>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6"/>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6"/>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6"/>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6"/>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6"/>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6"/>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6"/>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6"/>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6"/>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6"/>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6"/>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6"/>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1" name="Google Shape;14731;p66"/>
          <p:cNvGrpSpPr/>
          <p:nvPr/>
        </p:nvGrpSpPr>
        <p:grpSpPr>
          <a:xfrm>
            <a:off x="5290499" y="2481533"/>
            <a:ext cx="360628" cy="247292"/>
            <a:chOff x="5290499" y="2481533"/>
            <a:chExt cx="360628" cy="247292"/>
          </a:xfrm>
        </p:grpSpPr>
        <p:sp>
          <p:nvSpPr>
            <p:cNvPr id="14732" name="Google Shape;14732;p66"/>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6"/>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6"/>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6"/>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6"/>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6"/>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6"/>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6"/>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6"/>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6"/>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6"/>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6"/>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6"/>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6"/>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6"/>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6"/>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6"/>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6"/>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6"/>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6"/>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6"/>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6"/>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6"/>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6"/>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6"/>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6"/>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6"/>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9" name="Google Shape;14759;p66"/>
          <p:cNvGrpSpPr/>
          <p:nvPr/>
        </p:nvGrpSpPr>
        <p:grpSpPr>
          <a:xfrm>
            <a:off x="6201923" y="1981514"/>
            <a:ext cx="351325" cy="360576"/>
            <a:chOff x="6201923" y="1981514"/>
            <a:chExt cx="351325" cy="360576"/>
          </a:xfrm>
        </p:grpSpPr>
        <p:sp>
          <p:nvSpPr>
            <p:cNvPr id="14760" name="Google Shape;14760;p66"/>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6"/>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6"/>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6"/>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6"/>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6"/>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6"/>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7" name="Google Shape;14767;p66"/>
          <p:cNvGrpSpPr/>
          <p:nvPr/>
        </p:nvGrpSpPr>
        <p:grpSpPr>
          <a:xfrm>
            <a:off x="4894461" y="3340691"/>
            <a:ext cx="312884" cy="360785"/>
            <a:chOff x="4894461" y="3340691"/>
            <a:chExt cx="312884" cy="360785"/>
          </a:xfrm>
        </p:grpSpPr>
        <p:sp>
          <p:nvSpPr>
            <p:cNvPr id="14768" name="Google Shape;14768;p66"/>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6"/>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6"/>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6"/>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6"/>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6"/>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6"/>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6"/>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6"/>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6"/>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6"/>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6"/>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6"/>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6"/>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4" name="Google Shape;14784;p66"/>
          <p:cNvGrpSpPr/>
          <p:nvPr/>
        </p:nvGrpSpPr>
        <p:grpSpPr>
          <a:xfrm>
            <a:off x="5339237" y="1501251"/>
            <a:ext cx="245541" cy="360628"/>
            <a:chOff x="5339237" y="1501251"/>
            <a:chExt cx="245541" cy="360628"/>
          </a:xfrm>
        </p:grpSpPr>
        <p:sp>
          <p:nvSpPr>
            <p:cNvPr id="14785" name="Google Shape;14785;p66"/>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6"/>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6"/>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6"/>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6"/>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6"/>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6"/>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6"/>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6"/>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6"/>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6"/>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6"/>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6"/>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6"/>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6"/>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6"/>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6"/>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6"/>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6"/>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6"/>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6"/>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6"/>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6"/>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6"/>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6"/>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6"/>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6"/>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6"/>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6"/>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6"/>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6"/>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6"/>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6"/>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6"/>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6"/>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6"/>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6"/>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6"/>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6"/>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6"/>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7" name="Google Shape;14827;p66"/>
          <p:cNvGrpSpPr/>
          <p:nvPr/>
        </p:nvGrpSpPr>
        <p:grpSpPr>
          <a:xfrm>
            <a:off x="7959464" y="2474216"/>
            <a:ext cx="370428" cy="261926"/>
            <a:chOff x="7959464" y="2474216"/>
            <a:chExt cx="370428" cy="261926"/>
          </a:xfrm>
        </p:grpSpPr>
        <p:sp>
          <p:nvSpPr>
            <p:cNvPr id="14828" name="Google Shape;14828;p66"/>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6"/>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6"/>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6"/>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6"/>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6"/>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6"/>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6"/>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6"/>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6"/>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6"/>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6"/>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0" name="Google Shape;14840;p66"/>
          <p:cNvGrpSpPr/>
          <p:nvPr/>
        </p:nvGrpSpPr>
        <p:grpSpPr>
          <a:xfrm>
            <a:off x="7518687" y="2457909"/>
            <a:ext cx="360629" cy="294461"/>
            <a:chOff x="7518687" y="2457909"/>
            <a:chExt cx="360629" cy="294461"/>
          </a:xfrm>
        </p:grpSpPr>
        <p:sp>
          <p:nvSpPr>
            <p:cNvPr id="14841" name="Google Shape;14841;p66"/>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6"/>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6"/>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6"/>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6"/>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6"/>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6"/>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6"/>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6"/>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6"/>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6"/>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6"/>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6"/>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6"/>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6"/>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6"/>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6"/>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6"/>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6"/>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0" name="Google Shape;14860;p66"/>
          <p:cNvGrpSpPr/>
          <p:nvPr/>
        </p:nvGrpSpPr>
        <p:grpSpPr>
          <a:xfrm>
            <a:off x="7086220" y="1981566"/>
            <a:ext cx="343799" cy="360524"/>
            <a:chOff x="7086220" y="1981566"/>
            <a:chExt cx="343799" cy="360524"/>
          </a:xfrm>
        </p:grpSpPr>
        <p:sp>
          <p:nvSpPr>
            <p:cNvPr id="14861" name="Google Shape;14861;p66"/>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6"/>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6"/>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6"/>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6"/>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6"/>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6"/>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6"/>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6"/>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6"/>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6"/>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6"/>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6"/>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6"/>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6"/>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6"/>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7" name="Google Shape;14877;p66"/>
          <p:cNvGrpSpPr/>
          <p:nvPr/>
        </p:nvGrpSpPr>
        <p:grpSpPr>
          <a:xfrm>
            <a:off x="6141112" y="2927563"/>
            <a:ext cx="368416" cy="311369"/>
            <a:chOff x="6141112" y="2927563"/>
            <a:chExt cx="368416" cy="311369"/>
          </a:xfrm>
        </p:grpSpPr>
        <p:sp>
          <p:nvSpPr>
            <p:cNvPr id="14878" name="Google Shape;14878;p66"/>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6"/>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6"/>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6"/>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6"/>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6"/>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6"/>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5" name="Google Shape;14885;p66"/>
          <p:cNvGrpSpPr/>
          <p:nvPr/>
        </p:nvGrpSpPr>
        <p:grpSpPr>
          <a:xfrm>
            <a:off x="7520699" y="2902946"/>
            <a:ext cx="335489" cy="360629"/>
            <a:chOff x="7520699" y="2902946"/>
            <a:chExt cx="335489" cy="360629"/>
          </a:xfrm>
        </p:grpSpPr>
        <p:sp>
          <p:nvSpPr>
            <p:cNvPr id="14886" name="Google Shape;14886;p66"/>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6"/>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6"/>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6"/>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6"/>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6"/>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6"/>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6"/>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6"/>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6"/>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6"/>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6"/>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6"/>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6"/>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6"/>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1" name="Google Shape;14901;p66"/>
          <p:cNvGrpSpPr/>
          <p:nvPr/>
        </p:nvGrpSpPr>
        <p:grpSpPr>
          <a:xfrm>
            <a:off x="7988340" y="2902946"/>
            <a:ext cx="308886" cy="360628"/>
            <a:chOff x="7988340" y="2902946"/>
            <a:chExt cx="308886" cy="360628"/>
          </a:xfrm>
        </p:grpSpPr>
        <p:sp>
          <p:nvSpPr>
            <p:cNvPr id="14902" name="Google Shape;14902;p66"/>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6"/>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6"/>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6"/>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6"/>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6"/>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6"/>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6"/>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6"/>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6"/>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6"/>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6"/>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6"/>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6"/>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6"/>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6"/>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6"/>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6"/>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6"/>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6"/>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6"/>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6"/>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6"/>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5" name="Google Shape;14925;p66"/>
          <p:cNvGrpSpPr/>
          <p:nvPr/>
        </p:nvGrpSpPr>
        <p:grpSpPr>
          <a:xfrm>
            <a:off x="5690039" y="2902998"/>
            <a:ext cx="362902" cy="360498"/>
            <a:chOff x="5690039" y="2902998"/>
            <a:chExt cx="362902" cy="360498"/>
          </a:xfrm>
        </p:grpSpPr>
        <p:sp>
          <p:nvSpPr>
            <p:cNvPr id="14926" name="Google Shape;14926;p66"/>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6"/>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6"/>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6"/>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6"/>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6"/>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6"/>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3" name="Google Shape;14933;p66"/>
          <p:cNvGrpSpPr/>
          <p:nvPr/>
        </p:nvGrpSpPr>
        <p:grpSpPr>
          <a:xfrm>
            <a:off x="4871935" y="1500990"/>
            <a:ext cx="258503" cy="360890"/>
            <a:chOff x="4871935" y="1500990"/>
            <a:chExt cx="258503" cy="360890"/>
          </a:xfrm>
        </p:grpSpPr>
        <p:sp>
          <p:nvSpPr>
            <p:cNvPr id="14934" name="Google Shape;14934;p66"/>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6"/>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6"/>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6"/>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6"/>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6"/>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6"/>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6"/>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6"/>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6"/>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8" name="Google Shape;14948;p66"/>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9" name="Google Shape;14949;p66"/>
          <p:cNvGrpSpPr/>
          <p:nvPr/>
        </p:nvGrpSpPr>
        <p:grpSpPr>
          <a:xfrm>
            <a:off x="6265764" y="1501251"/>
            <a:ext cx="234983" cy="360628"/>
            <a:chOff x="6265764" y="1501251"/>
            <a:chExt cx="234983" cy="360628"/>
          </a:xfrm>
        </p:grpSpPr>
        <p:sp>
          <p:nvSpPr>
            <p:cNvPr id="14950" name="Google Shape;14950;p66"/>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6"/>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6"/>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6"/>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6"/>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6"/>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6"/>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6"/>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6"/>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6"/>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66"/>
          <p:cNvGrpSpPr/>
          <p:nvPr/>
        </p:nvGrpSpPr>
        <p:grpSpPr>
          <a:xfrm>
            <a:off x="6193639" y="3401998"/>
            <a:ext cx="360628" cy="238250"/>
            <a:chOff x="6193639" y="3401998"/>
            <a:chExt cx="360628" cy="238250"/>
          </a:xfrm>
        </p:grpSpPr>
        <p:sp>
          <p:nvSpPr>
            <p:cNvPr id="14963" name="Google Shape;14963;p66"/>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6"/>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6"/>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6"/>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6"/>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6"/>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6"/>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6"/>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6"/>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6"/>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6"/>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4" name="Google Shape;14974;p66"/>
          <p:cNvGrpSpPr/>
          <p:nvPr/>
        </p:nvGrpSpPr>
        <p:grpSpPr>
          <a:xfrm>
            <a:off x="5801625" y="1501251"/>
            <a:ext cx="246037" cy="360629"/>
            <a:chOff x="5801625" y="1501251"/>
            <a:chExt cx="246037" cy="360629"/>
          </a:xfrm>
        </p:grpSpPr>
        <p:sp>
          <p:nvSpPr>
            <p:cNvPr id="14975" name="Google Shape;14975;p66"/>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6"/>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6"/>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6"/>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6"/>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6"/>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6"/>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6"/>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6"/>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6"/>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6"/>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6"/>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6"/>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6"/>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6"/>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6"/>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6"/>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6"/>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6"/>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4" name="Google Shape;14994;p66"/>
          <p:cNvGrpSpPr/>
          <p:nvPr/>
        </p:nvGrpSpPr>
        <p:grpSpPr>
          <a:xfrm>
            <a:off x="6641680" y="1981462"/>
            <a:ext cx="352083" cy="360864"/>
            <a:chOff x="6641680" y="1981462"/>
            <a:chExt cx="352083" cy="360864"/>
          </a:xfrm>
        </p:grpSpPr>
        <p:sp>
          <p:nvSpPr>
            <p:cNvPr id="14995" name="Google Shape;14995;p66"/>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6"/>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6"/>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6"/>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6"/>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6"/>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6"/>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6"/>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6"/>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6"/>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6"/>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6"/>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6"/>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6"/>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6"/>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6"/>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6"/>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6"/>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6"/>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6"/>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6"/>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6"/>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6"/>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6"/>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6"/>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6"/>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6"/>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6"/>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3" name="Google Shape;15023;p66"/>
          <p:cNvGrpSpPr/>
          <p:nvPr/>
        </p:nvGrpSpPr>
        <p:grpSpPr>
          <a:xfrm>
            <a:off x="7205332" y="1501251"/>
            <a:ext cx="198032" cy="360629"/>
            <a:chOff x="7205332" y="1501251"/>
            <a:chExt cx="198032" cy="360629"/>
          </a:xfrm>
        </p:grpSpPr>
        <p:sp>
          <p:nvSpPr>
            <p:cNvPr id="15024" name="Google Shape;15024;p66"/>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6"/>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6"/>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6"/>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6"/>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6"/>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6"/>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6"/>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6"/>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6"/>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6"/>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6"/>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6"/>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6"/>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6"/>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6"/>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6"/>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6"/>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6"/>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6"/>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4" name="Google Shape;15044;p66"/>
          <p:cNvGrpSpPr/>
          <p:nvPr/>
        </p:nvGrpSpPr>
        <p:grpSpPr>
          <a:xfrm>
            <a:off x="7688313" y="1501251"/>
            <a:ext cx="153058" cy="360628"/>
            <a:chOff x="7688313" y="1501251"/>
            <a:chExt cx="153058" cy="360628"/>
          </a:xfrm>
        </p:grpSpPr>
        <p:sp>
          <p:nvSpPr>
            <p:cNvPr id="15045" name="Google Shape;15045;p66"/>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6"/>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6"/>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6"/>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6"/>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6"/>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6"/>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6"/>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6"/>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6"/>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6"/>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6"/>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6"/>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6"/>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6"/>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6"/>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1" name="Google Shape;15061;p66"/>
          <p:cNvGrpSpPr/>
          <p:nvPr/>
        </p:nvGrpSpPr>
        <p:grpSpPr>
          <a:xfrm>
            <a:off x="8150179" y="1501251"/>
            <a:ext cx="150811" cy="360628"/>
            <a:chOff x="8150179" y="1501251"/>
            <a:chExt cx="150811" cy="360628"/>
          </a:xfrm>
        </p:grpSpPr>
        <p:sp>
          <p:nvSpPr>
            <p:cNvPr id="15062" name="Google Shape;15062;p66"/>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6"/>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6"/>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6"/>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6"/>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6"/>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6"/>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6"/>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6"/>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1" name="Google Shape;15071;p66"/>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2" name="Google Shape;15072;p66"/>
          <p:cNvGrpSpPr/>
          <p:nvPr/>
        </p:nvGrpSpPr>
        <p:grpSpPr>
          <a:xfrm>
            <a:off x="4877867" y="2902946"/>
            <a:ext cx="170149" cy="360629"/>
            <a:chOff x="4877867" y="2902946"/>
            <a:chExt cx="170149" cy="360629"/>
          </a:xfrm>
        </p:grpSpPr>
        <p:sp>
          <p:nvSpPr>
            <p:cNvPr id="15073" name="Google Shape;15073;p66"/>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6"/>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6"/>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6"/>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6"/>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6"/>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6"/>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6"/>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6"/>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6"/>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6"/>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6"/>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6"/>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6" name="Google Shape;15086;p66"/>
          <p:cNvGrpSpPr/>
          <p:nvPr/>
        </p:nvGrpSpPr>
        <p:grpSpPr>
          <a:xfrm>
            <a:off x="6741689" y="1500676"/>
            <a:ext cx="207962" cy="361203"/>
            <a:chOff x="6741689" y="1500676"/>
            <a:chExt cx="207962" cy="361203"/>
          </a:xfrm>
        </p:grpSpPr>
        <p:sp>
          <p:nvSpPr>
            <p:cNvPr id="15087" name="Google Shape;15087;p66"/>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6"/>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6"/>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6"/>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6"/>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6"/>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6"/>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6"/>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6"/>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6"/>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6"/>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6"/>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6"/>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6"/>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6"/>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6"/>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6"/>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6"/>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6"/>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6" name="Google Shape;15106;p66"/>
          <p:cNvGrpSpPr/>
          <p:nvPr/>
        </p:nvGrpSpPr>
        <p:grpSpPr>
          <a:xfrm>
            <a:off x="5752627" y="3430404"/>
            <a:ext cx="360628" cy="181464"/>
            <a:chOff x="5752627" y="3430404"/>
            <a:chExt cx="360628" cy="181464"/>
          </a:xfrm>
        </p:grpSpPr>
        <p:sp>
          <p:nvSpPr>
            <p:cNvPr id="15107" name="Google Shape;15107;p66"/>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6"/>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6"/>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6"/>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6"/>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6"/>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6"/>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6"/>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6"/>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6"/>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6"/>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6"/>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6"/>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6"/>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6"/>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6"/>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6"/>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6"/>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6"/>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6"/>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6"/>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6"/>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6"/>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6"/>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6"/>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6"/>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6"/>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6"/>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5" name="Google Shape;15135;p66"/>
          <p:cNvGrpSpPr/>
          <p:nvPr/>
        </p:nvGrpSpPr>
        <p:grpSpPr>
          <a:xfrm>
            <a:off x="5235700" y="2902998"/>
            <a:ext cx="361909" cy="360759"/>
            <a:chOff x="5235700" y="2902998"/>
            <a:chExt cx="361909" cy="360759"/>
          </a:xfrm>
        </p:grpSpPr>
        <p:sp>
          <p:nvSpPr>
            <p:cNvPr id="15136" name="Google Shape;15136;p66"/>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6"/>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6"/>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6"/>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6"/>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6"/>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6"/>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3" name="Google Shape;15143;p66"/>
          <p:cNvGrpSpPr/>
          <p:nvPr/>
        </p:nvGrpSpPr>
        <p:grpSpPr>
          <a:xfrm>
            <a:off x="6634912" y="3394969"/>
            <a:ext cx="360367" cy="252309"/>
            <a:chOff x="6634912" y="3394969"/>
            <a:chExt cx="360367" cy="252309"/>
          </a:xfrm>
        </p:grpSpPr>
        <p:sp>
          <p:nvSpPr>
            <p:cNvPr id="15144" name="Google Shape;15144;p66"/>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6"/>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6"/>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6"/>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6"/>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6"/>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6"/>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6"/>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6"/>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6"/>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6"/>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6"/>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6"/>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7" name="Google Shape;15157;p66"/>
          <p:cNvGrpSpPr/>
          <p:nvPr/>
        </p:nvGrpSpPr>
        <p:grpSpPr>
          <a:xfrm>
            <a:off x="7059330" y="3340796"/>
            <a:ext cx="377170" cy="360655"/>
            <a:chOff x="7059330" y="3340796"/>
            <a:chExt cx="377170" cy="360655"/>
          </a:xfrm>
        </p:grpSpPr>
        <p:sp>
          <p:nvSpPr>
            <p:cNvPr id="15158" name="Google Shape;15158;p66"/>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6"/>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6"/>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6"/>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6"/>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6"/>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6"/>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6"/>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6"/>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6"/>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6"/>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6"/>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0" name="Google Shape;15170;p66"/>
          <p:cNvGrpSpPr/>
          <p:nvPr/>
        </p:nvGrpSpPr>
        <p:grpSpPr>
          <a:xfrm>
            <a:off x="7957948" y="3375631"/>
            <a:ext cx="360629" cy="291012"/>
            <a:chOff x="7957948" y="3375631"/>
            <a:chExt cx="360629" cy="291012"/>
          </a:xfrm>
        </p:grpSpPr>
        <p:sp>
          <p:nvSpPr>
            <p:cNvPr id="15171" name="Google Shape;15171;p66"/>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6"/>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6"/>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6"/>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6"/>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6"/>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6"/>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6"/>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6"/>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6"/>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6"/>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6"/>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6"/>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6"/>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6"/>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6"/>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6"/>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6"/>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9" name="Google Shape;15189;p66"/>
          <p:cNvGrpSpPr/>
          <p:nvPr/>
        </p:nvGrpSpPr>
        <p:grpSpPr>
          <a:xfrm>
            <a:off x="6198656" y="3867888"/>
            <a:ext cx="347562" cy="227954"/>
            <a:chOff x="6198656" y="3867888"/>
            <a:chExt cx="347562" cy="227954"/>
          </a:xfrm>
        </p:grpSpPr>
        <p:sp>
          <p:nvSpPr>
            <p:cNvPr id="15190" name="Google Shape;15190;p66"/>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6"/>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6"/>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6"/>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6"/>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6"/>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6"/>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6"/>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6"/>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6"/>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6"/>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1" name="Google Shape;15201;p66"/>
          <p:cNvGrpSpPr/>
          <p:nvPr/>
        </p:nvGrpSpPr>
        <p:grpSpPr>
          <a:xfrm>
            <a:off x="5706895" y="3819151"/>
            <a:ext cx="349392" cy="325454"/>
            <a:chOff x="5706895" y="3819151"/>
            <a:chExt cx="349392" cy="325454"/>
          </a:xfrm>
        </p:grpSpPr>
        <p:sp>
          <p:nvSpPr>
            <p:cNvPr id="15202" name="Google Shape;15202;p66"/>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6"/>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6"/>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6"/>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6"/>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6"/>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6"/>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6"/>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6"/>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6"/>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6"/>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6"/>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6"/>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6"/>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6"/>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66"/>
          <p:cNvGrpSpPr/>
          <p:nvPr/>
        </p:nvGrpSpPr>
        <p:grpSpPr>
          <a:xfrm>
            <a:off x="7648618" y="3340744"/>
            <a:ext cx="97265" cy="360393"/>
            <a:chOff x="7648618" y="3340744"/>
            <a:chExt cx="97265" cy="360393"/>
          </a:xfrm>
        </p:grpSpPr>
        <p:sp>
          <p:nvSpPr>
            <p:cNvPr id="15218" name="Google Shape;15218;p66"/>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6"/>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6"/>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1" name="Google Shape;15221;p66"/>
          <p:cNvGrpSpPr/>
          <p:nvPr/>
        </p:nvGrpSpPr>
        <p:grpSpPr>
          <a:xfrm>
            <a:off x="7164356" y="3790667"/>
            <a:ext cx="385507" cy="382501"/>
            <a:chOff x="7164356" y="3790667"/>
            <a:chExt cx="385507" cy="382501"/>
          </a:xfrm>
        </p:grpSpPr>
        <p:sp>
          <p:nvSpPr>
            <p:cNvPr id="15222" name="Google Shape;15222;p66"/>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6"/>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6"/>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6"/>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6"/>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6"/>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6"/>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6"/>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6"/>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6"/>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6"/>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6"/>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6"/>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6"/>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6"/>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6"/>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6"/>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6"/>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6"/>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6"/>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6"/>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6"/>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6"/>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6"/>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6" name="Google Shape;15246;p66"/>
          <p:cNvGrpSpPr/>
          <p:nvPr/>
        </p:nvGrpSpPr>
        <p:grpSpPr>
          <a:xfrm>
            <a:off x="6670400" y="3826468"/>
            <a:ext cx="387911" cy="310846"/>
            <a:chOff x="6670400" y="3826468"/>
            <a:chExt cx="387911" cy="310846"/>
          </a:xfrm>
        </p:grpSpPr>
        <p:sp>
          <p:nvSpPr>
            <p:cNvPr id="15247" name="Google Shape;15247;p66"/>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6"/>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6"/>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6"/>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6"/>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6"/>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6"/>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6"/>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6"/>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6"/>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6"/>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6"/>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6"/>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6"/>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6"/>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6"/>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6"/>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6"/>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5" name="Google Shape;15265;p66"/>
          <p:cNvGrpSpPr/>
          <p:nvPr/>
        </p:nvGrpSpPr>
        <p:grpSpPr>
          <a:xfrm>
            <a:off x="7662181" y="3803446"/>
            <a:ext cx="302823" cy="360498"/>
            <a:chOff x="7662181" y="3803446"/>
            <a:chExt cx="302823" cy="360498"/>
          </a:xfrm>
        </p:grpSpPr>
        <p:sp>
          <p:nvSpPr>
            <p:cNvPr id="15266" name="Google Shape;15266;p66"/>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6"/>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6"/>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6"/>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6"/>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6"/>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6"/>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6"/>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6"/>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6"/>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6" name="Google Shape;15276;p66"/>
          <p:cNvGrpSpPr/>
          <p:nvPr/>
        </p:nvGrpSpPr>
        <p:grpSpPr>
          <a:xfrm>
            <a:off x="5206562" y="3803994"/>
            <a:ext cx="363895" cy="355663"/>
            <a:chOff x="5206562" y="3803994"/>
            <a:chExt cx="363895" cy="355663"/>
          </a:xfrm>
        </p:grpSpPr>
        <p:sp>
          <p:nvSpPr>
            <p:cNvPr id="15277" name="Google Shape;15277;p66"/>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6"/>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6"/>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6"/>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6"/>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6"/>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6"/>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6"/>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6"/>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6"/>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6"/>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6"/>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6"/>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6"/>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94" name="Shape 15294"/>
        <p:cNvGrpSpPr/>
        <p:nvPr/>
      </p:nvGrpSpPr>
      <p:grpSpPr>
        <a:xfrm>
          <a:off x="0" y="0"/>
          <a:ext cx="0" cy="0"/>
          <a:chOff x="0" y="0"/>
          <a:chExt cx="0" cy="0"/>
        </a:xfrm>
      </p:grpSpPr>
      <p:sp>
        <p:nvSpPr>
          <p:cNvPr id="15295" name="Google Shape;15295;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5296" name="Google Shape;15296;p67"/>
          <p:cNvGrpSpPr/>
          <p:nvPr/>
        </p:nvGrpSpPr>
        <p:grpSpPr>
          <a:xfrm>
            <a:off x="4682526" y="1512217"/>
            <a:ext cx="369948" cy="370132"/>
            <a:chOff x="4682526" y="1512217"/>
            <a:chExt cx="369948" cy="370132"/>
          </a:xfrm>
        </p:grpSpPr>
        <p:sp>
          <p:nvSpPr>
            <p:cNvPr id="15297" name="Google Shape;15297;p67"/>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7"/>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7"/>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7"/>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7"/>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7"/>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7"/>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7"/>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7"/>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7"/>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7"/>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7"/>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7"/>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7"/>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7"/>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2" name="Google Shape;15312;p67"/>
          <p:cNvGrpSpPr/>
          <p:nvPr/>
        </p:nvGrpSpPr>
        <p:grpSpPr>
          <a:xfrm>
            <a:off x="3592433" y="1980212"/>
            <a:ext cx="381542" cy="370079"/>
            <a:chOff x="3592433" y="1980212"/>
            <a:chExt cx="381542" cy="370079"/>
          </a:xfrm>
        </p:grpSpPr>
        <p:sp>
          <p:nvSpPr>
            <p:cNvPr id="15313" name="Google Shape;15313;p67"/>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7"/>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7"/>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7"/>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7"/>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7"/>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7"/>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7"/>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7"/>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7"/>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7"/>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7"/>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5" name="Google Shape;15325;p67"/>
          <p:cNvGrpSpPr/>
          <p:nvPr/>
        </p:nvGrpSpPr>
        <p:grpSpPr>
          <a:xfrm>
            <a:off x="1398582" y="2973490"/>
            <a:ext cx="371391" cy="235126"/>
            <a:chOff x="1398582" y="2973490"/>
            <a:chExt cx="371391" cy="235126"/>
          </a:xfrm>
        </p:grpSpPr>
        <p:sp>
          <p:nvSpPr>
            <p:cNvPr id="15326" name="Google Shape;15326;p67"/>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7"/>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7"/>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7"/>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7"/>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7"/>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7"/>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7"/>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7"/>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7"/>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7"/>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7"/>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7"/>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7"/>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7"/>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67"/>
          <p:cNvGrpSpPr/>
          <p:nvPr/>
        </p:nvGrpSpPr>
        <p:grpSpPr>
          <a:xfrm>
            <a:off x="850795" y="1512217"/>
            <a:ext cx="370132" cy="370132"/>
            <a:chOff x="850795" y="1512217"/>
            <a:chExt cx="370132" cy="370132"/>
          </a:xfrm>
        </p:grpSpPr>
        <p:sp>
          <p:nvSpPr>
            <p:cNvPr id="15342" name="Google Shape;15342;p67"/>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7"/>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7"/>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7"/>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7"/>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7"/>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7"/>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7"/>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7"/>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7"/>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7"/>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7"/>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7"/>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7"/>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7"/>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7"/>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7"/>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7"/>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0" name="Google Shape;15360;p67"/>
          <p:cNvGrpSpPr/>
          <p:nvPr/>
        </p:nvGrpSpPr>
        <p:grpSpPr>
          <a:xfrm>
            <a:off x="8038497" y="2906079"/>
            <a:ext cx="236568" cy="370105"/>
            <a:chOff x="8038497" y="2906079"/>
            <a:chExt cx="236568" cy="370105"/>
          </a:xfrm>
        </p:grpSpPr>
        <p:sp>
          <p:nvSpPr>
            <p:cNvPr id="15361" name="Google Shape;15361;p67"/>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7"/>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7"/>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7"/>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7"/>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7"/>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7"/>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8" name="Google Shape;15368;p67"/>
          <p:cNvGrpSpPr/>
          <p:nvPr/>
        </p:nvGrpSpPr>
        <p:grpSpPr>
          <a:xfrm>
            <a:off x="6324130" y="1566303"/>
            <a:ext cx="370630" cy="261802"/>
            <a:chOff x="6324130" y="1566303"/>
            <a:chExt cx="370630" cy="261802"/>
          </a:xfrm>
        </p:grpSpPr>
        <p:sp>
          <p:nvSpPr>
            <p:cNvPr id="15369" name="Google Shape;15369;p67"/>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7"/>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7"/>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7"/>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7"/>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7"/>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7"/>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7"/>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7"/>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7"/>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7"/>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7"/>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7"/>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7"/>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7"/>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7"/>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7"/>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6" name="Google Shape;15386;p67"/>
          <p:cNvGrpSpPr/>
          <p:nvPr/>
        </p:nvGrpSpPr>
        <p:grpSpPr>
          <a:xfrm>
            <a:off x="5232280" y="2026587"/>
            <a:ext cx="370840" cy="353213"/>
            <a:chOff x="5232280" y="2026587"/>
            <a:chExt cx="370840" cy="353213"/>
          </a:xfrm>
        </p:grpSpPr>
        <p:sp>
          <p:nvSpPr>
            <p:cNvPr id="15387" name="Google Shape;15387;p67"/>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7"/>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7"/>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7"/>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7"/>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7"/>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7"/>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7"/>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7"/>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7"/>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7" name="Google Shape;15397;p67"/>
          <p:cNvGrpSpPr/>
          <p:nvPr/>
        </p:nvGrpSpPr>
        <p:grpSpPr>
          <a:xfrm>
            <a:off x="7968961" y="2435329"/>
            <a:ext cx="379548" cy="365331"/>
            <a:chOff x="7968961" y="2435329"/>
            <a:chExt cx="379548" cy="365331"/>
          </a:xfrm>
        </p:grpSpPr>
        <p:sp>
          <p:nvSpPr>
            <p:cNvPr id="15398" name="Google Shape;15398;p67"/>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7"/>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7"/>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7"/>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7"/>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7"/>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4" name="Google Shape;15404;p67"/>
          <p:cNvGrpSpPr/>
          <p:nvPr/>
        </p:nvGrpSpPr>
        <p:grpSpPr>
          <a:xfrm>
            <a:off x="4136679" y="2115323"/>
            <a:ext cx="373305" cy="223217"/>
            <a:chOff x="4136679" y="2115323"/>
            <a:chExt cx="373305" cy="223217"/>
          </a:xfrm>
        </p:grpSpPr>
        <p:sp>
          <p:nvSpPr>
            <p:cNvPr id="15405" name="Google Shape;15405;p67"/>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7"/>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7"/>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7"/>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7"/>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7"/>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7"/>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7"/>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7"/>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7"/>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5" name="Google Shape;15415;p67"/>
          <p:cNvGrpSpPr/>
          <p:nvPr/>
        </p:nvGrpSpPr>
        <p:grpSpPr>
          <a:xfrm>
            <a:off x="7423823" y="2464077"/>
            <a:ext cx="372046" cy="307730"/>
            <a:chOff x="7423823" y="2464077"/>
            <a:chExt cx="372046" cy="307730"/>
          </a:xfrm>
        </p:grpSpPr>
        <p:sp>
          <p:nvSpPr>
            <p:cNvPr id="15416" name="Google Shape;15416;p67"/>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7"/>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7"/>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7"/>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7"/>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7"/>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7"/>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67"/>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7"/>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7"/>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7"/>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7"/>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7"/>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9" name="Google Shape;15429;p67"/>
          <p:cNvGrpSpPr/>
          <p:nvPr/>
        </p:nvGrpSpPr>
        <p:grpSpPr>
          <a:xfrm>
            <a:off x="3882511" y="3365156"/>
            <a:ext cx="295061" cy="370263"/>
            <a:chOff x="3882511" y="3365156"/>
            <a:chExt cx="295061" cy="370263"/>
          </a:xfrm>
        </p:grpSpPr>
        <p:sp>
          <p:nvSpPr>
            <p:cNvPr id="15430" name="Google Shape;15430;p67"/>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7"/>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7"/>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7"/>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7"/>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5" name="Google Shape;15435;p67"/>
          <p:cNvGrpSpPr/>
          <p:nvPr/>
        </p:nvGrpSpPr>
        <p:grpSpPr>
          <a:xfrm>
            <a:off x="5229788" y="1512217"/>
            <a:ext cx="370132" cy="370132"/>
            <a:chOff x="5229788" y="1512217"/>
            <a:chExt cx="370132" cy="370132"/>
          </a:xfrm>
        </p:grpSpPr>
        <p:sp>
          <p:nvSpPr>
            <p:cNvPr id="15436" name="Google Shape;15436;p67"/>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7"/>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7"/>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7"/>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7"/>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7"/>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7"/>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7"/>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7"/>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7"/>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7"/>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7"/>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7"/>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7"/>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7"/>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7"/>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7"/>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3" name="Google Shape;15453;p67"/>
          <p:cNvGrpSpPr/>
          <p:nvPr/>
        </p:nvGrpSpPr>
        <p:grpSpPr>
          <a:xfrm>
            <a:off x="6041869" y="3365392"/>
            <a:ext cx="373882" cy="370053"/>
            <a:chOff x="6041869" y="3365392"/>
            <a:chExt cx="373882" cy="370053"/>
          </a:xfrm>
        </p:grpSpPr>
        <p:sp>
          <p:nvSpPr>
            <p:cNvPr id="15454" name="Google Shape;15454;p67"/>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7"/>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7"/>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7"/>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7"/>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7"/>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7"/>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67"/>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7"/>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7"/>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4" name="Google Shape;15464;p67"/>
          <p:cNvGrpSpPr/>
          <p:nvPr/>
        </p:nvGrpSpPr>
        <p:grpSpPr>
          <a:xfrm>
            <a:off x="4684309" y="2087493"/>
            <a:ext cx="374748" cy="279140"/>
            <a:chOff x="4684309" y="2087493"/>
            <a:chExt cx="374748" cy="279140"/>
          </a:xfrm>
        </p:grpSpPr>
        <p:sp>
          <p:nvSpPr>
            <p:cNvPr id="15465" name="Google Shape;15465;p67"/>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7"/>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7"/>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7"/>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7"/>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7"/>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7"/>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7"/>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7"/>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7"/>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7"/>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7"/>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7" name="Google Shape;15477;p67"/>
          <p:cNvGrpSpPr/>
          <p:nvPr/>
        </p:nvGrpSpPr>
        <p:grpSpPr>
          <a:xfrm>
            <a:off x="7521110" y="2906131"/>
            <a:ext cx="175400" cy="370053"/>
            <a:chOff x="7521110" y="2906131"/>
            <a:chExt cx="175400" cy="370053"/>
          </a:xfrm>
        </p:grpSpPr>
        <p:sp>
          <p:nvSpPr>
            <p:cNvPr id="15478" name="Google Shape;15478;p67"/>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7"/>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7"/>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7"/>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7"/>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7"/>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7"/>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7"/>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7"/>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7" name="Google Shape;15487;p67"/>
          <p:cNvGrpSpPr/>
          <p:nvPr/>
        </p:nvGrpSpPr>
        <p:grpSpPr>
          <a:xfrm>
            <a:off x="3586925" y="1523286"/>
            <a:ext cx="371023" cy="347915"/>
            <a:chOff x="3586925" y="1523286"/>
            <a:chExt cx="371023" cy="347915"/>
          </a:xfrm>
        </p:grpSpPr>
        <p:sp>
          <p:nvSpPr>
            <p:cNvPr id="15488" name="Google Shape;15488;p67"/>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7"/>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7"/>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7"/>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7"/>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7"/>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7"/>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7"/>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7"/>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7"/>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7"/>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7"/>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7"/>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7"/>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7"/>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7"/>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7"/>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7"/>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7"/>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7" name="Google Shape;15507;p67"/>
          <p:cNvGrpSpPr/>
          <p:nvPr/>
        </p:nvGrpSpPr>
        <p:grpSpPr>
          <a:xfrm>
            <a:off x="6876009" y="2475461"/>
            <a:ext cx="370158" cy="285120"/>
            <a:chOff x="6876009" y="2475461"/>
            <a:chExt cx="370158" cy="285120"/>
          </a:xfrm>
        </p:grpSpPr>
        <p:sp>
          <p:nvSpPr>
            <p:cNvPr id="15508" name="Google Shape;15508;p67"/>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7"/>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7"/>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7"/>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7"/>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7"/>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7"/>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7"/>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7"/>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7" name="Google Shape;15517;p67"/>
          <p:cNvGrpSpPr/>
          <p:nvPr/>
        </p:nvGrpSpPr>
        <p:grpSpPr>
          <a:xfrm>
            <a:off x="6328222" y="2445847"/>
            <a:ext cx="370158" cy="344269"/>
            <a:chOff x="6328222" y="2445847"/>
            <a:chExt cx="370158" cy="344269"/>
          </a:xfrm>
        </p:grpSpPr>
        <p:sp>
          <p:nvSpPr>
            <p:cNvPr id="15518" name="Google Shape;15518;p67"/>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7"/>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7"/>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7"/>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7"/>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7"/>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7"/>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7"/>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6" name="Google Shape;15526;p67"/>
          <p:cNvGrpSpPr/>
          <p:nvPr/>
        </p:nvGrpSpPr>
        <p:grpSpPr>
          <a:xfrm>
            <a:off x="5249540" y="2432942"/>
            <a:ext cx="351639" cy="370184"/>
            <a:chOff x="5249540" y="2432942"/>
            <a:chExt cx="351639" cy="370184"/>
          </a:xfrm>
        </p:grpSpPr>
        <p:sp>
          <p:nvSpPr>
            <p:cNvPr id="15527" name="Google Shape;15527;p67"/>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7"/>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7"/>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7"/>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7"/>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7"/>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7"/>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4" name="Google Shape;15534;p67"/>
          <p:cNvGrpSpPr/>
          <p:nvPr/>
        </p:nvGrpSpPr>
        <p:grpSpPr>
          <a:xfrm>
            <a:off x="4137047" y="2482176"/>
            <a:ext cx="371102" cy="271585"/>
            <a:chOff x="4137047" y="2482176"/>
            <a:chExt cx="371102" cy="271585"/>
          </a:xfrm>
        </p:grpSpPr>
        <p:sp>
          <p:nvSpPr>
            <p:cNvPr id="15535" name="Google Shape;15535;p67"/>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7"/>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7"/>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7"/>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7"/>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7"/>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7"/>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7"/>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7"/>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7"/>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7"/>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6" name="Google Shape;15546;p67"/>
          <p:cNvGrpSpPr/>
          <p:nvPr/>
        </p:nvGrpSpPr>
        <p:grpSpPr>
          <a:xfrm>
            <a:off x="4686434" y="2432916"/>
            <a:ext cx="367377" cy="370079"/>
            <a:chOff x="4686434" y="2432916"/>
            <a:chExt cx="367377" cy="370079"/>
          </a:xfrm>
        </p:grpSpPr>
        <p:sp>
          <p:nvSpPr>
            <p:cNvPr id="15547" name="Google Shape;15547;p67"/>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7"/>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7"/>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7"/>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7"/>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67"/>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7"/>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7"/>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7"/>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7"/>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7"/>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8" name="Google Shape;15558;p67"/>
          <p:cNvGrpSpPr/>
          <p:nvPr/>
        </p:nvGrpSpPr>
        <p:grpSpPr>
          <a:xfrm>
            <a:off x="6328222" y="2056306"/>
            <a:ext cx="372099" cy="293986"/>
            <a:chOff x="6328222" y="2056306"/>
            <a:chExt cx="372099" cy="293986"/>
          </a:xfrm>
        </p:grpSpPr>
        <p:sp>
          <p:nvSpPr>
            <p:cNvPr id="15559" name="Google Shape;15559;p67"/>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7"/>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7"/>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7"/>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7"/>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7"/>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7"/>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7"/>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7"/>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8" name="Google Shape;15568;p67"/>
          <p:cNvGrpSpPr/>
          <p:nvPr/>
        </p:nvGrpSpPr>
        <p:grpSpPr>
          <a:xfrm>
            <a:off x="5789327" y="2432968"/>
            <a:ext cx="352531" cy="370132"/>
            <a:chOff x="5789327" y="2432968"/>
            <a:chExt cx="352531" cy="370132"/>
          </a:xfrm>
        </p:grpSpPr>
        <p:sp>
          <p:nvSpPr>
            <p:cNvPr id="15569" name="Google Shape;15569;p67"/>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7"/>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7"/>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7"/>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7"/>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7"/>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7"/>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7"/>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7"/>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7"/>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9" name="Google Shape;15579;p67"/>
          <p:cNvGrpSpPr/>
          <p:nvPr/>
        </p:nvGrpSpPr>
        <p:grpSpPr>
          <a:xfrm>
            <a:off x="874612" y="1980134"/>
            <a:ext cx="322314" cy="370158"/>
            <a:chOff x="874612" y="1980134"/>
            <a:chExt cx="322314" cy="370158"/>
          </a:xfrm>
        </p:grpSpPr>
        <p:sp>
          <p:nvSpPr>
            <p:cNvPr id="15580" name="Google Shape;15580;p67"/>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7"/>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7"/>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7"/>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7"/>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7"/>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7"/>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7"/>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7"/>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7"/>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7"/>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7"/>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7"/>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7"/>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7"/>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7"/>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7"/>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7" name="Google Shape;15597;p67"/>
          <p:cNvGrpSpPr/>
          <p:nvPr/>
        </p:nvGrpSpPr>
        <p:grpSpPr>
          <a:xfrm>
            <a:off x="3039662" y="2514780"/>
            <a:ext cx="374223" cy="329764"/>
            <a:chOff x="3039662" y="2514780"/>
            <a:chExt cx="374223" cy="329764"/>
          </a:xfrm>
        </p:grpSpPr>
        <p:sp>
          <p:nvSpPr>
            <p:cNvPr id="15598" name="Google Shape;15598;p67"/>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7"/>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7"/>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7"/>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7"/>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7"/>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7"/>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7"/>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7"/>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7"/>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7"/>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7"/>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7"/>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7"/>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7"/>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7"/>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7"/>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7"/>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6" name="Google Shape;15616;p67"/>
          <p:cNvGrpSpPr/>
          <p:nvPr/>
        </p:nvGrpSpPr>
        <p:grpSpPr>
          <a:xfrm>
            <a:off x="1946369" y="2563122"/>
            <a:ext cx="374066" cy="233395"/>
            <a:chOff x="1946369" y="2563122"/>
            <a:chExt cx="374066" cy="233395"/>
          </a:xfrm>
        </p:grpSpPr>
        <p:sp>
          <p:nvSpPr>
            <p:cNvPr id="15617" name="Google Shape;15617;p67"/>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7"/>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7"/>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7"/>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7"/>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7"/>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7"/>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7"/>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5" name="Google Shape;15625;p67"/>
          <p:cNvGrpSpPr/>
          <p:nvPr/>
        </p:nvGrpSpPr>
        <p:grpSpPr>
          <a:xfrm>
            <a:off x="4135263" y="2906184"/>
            <a:ext cx="374040" cy="370184"/>
            <a:chOff x="4135263" y="2906184"/>
            <a:chExt cx="374040" cy="370184"/>
          </a:xfrm>
        </p:grpSpPr>
        <p:sp>
          <p:nvSpPr>
            <p:cNvPr id="15626" name="Google Shape;15626;p67"/>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7"/>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7"/>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9" name="Google Shape;15629;p67"/>
          <p:cNvGrpSpPr/>
          <p:nvPr/>
        </p:nvGrpSpPr>
        <p:grpSpPr>
          <a:xfrm>
            <a:off x="4683601" y="2906184"/>
            <a:ext cx="372676" cy="370184"/>
            <a:chOff x="4683601" y="2906184"/>
            <a:chExt cx="372676" cy="370184"/>
          </a:xfrm>
        </p:grpSpPr>
        <p:sp>
          <p:nvSpPr>
            <p:cNvPr id="15630" name="Google Shape;15630;p67"/>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7"/>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7"/>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7"/>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7"/>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7"/>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6" name="Google Shape;15636;p67"/>
          <p:cNvGrpSpPr/>
          <p:nvPr/>
        </p:nvGrpSpPr>
        <p:grpSpPr>
          <a:xfrm>
            <a:off x="870808" y="2906053"/>
            <a:ext cx="329134" cy="370132"/>
            <a:chOff x="870808" y="2906053"/>
            <a:chExt cx="329134" cy="370132"/>
          </a:xfrm>
        </p:grpSpPr>
        <p:sp>
          <p:nvSpPr>
            <p:cNvPr id="15637" name="Google Shape;15637;p67"/>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7"/>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7"/>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7"/>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7"/>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7"/>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7"/>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7"/>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7"/>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7"/>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7"/>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7"/>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7"/>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7"/>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7"/>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7"/>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7"/>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7"/>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7"/>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6" name="Google Shape;15656;p67"/>
          <p:cNvGrpSpPr/>
          <p:nvPr/>
        </p:nvGrpSpPr>
        <p:grpSpPr>
          <a:xfrm>
            <a:off x="1943878" y="2909069"/>
            <a:ext cx="374774" cy="364282"/>
            <a:chOff x="1943878" y="2909069"/>
            <a:chExt cx="374774" cy="364282"/>
          </a:xfrm>
        </p:grpSpPr>
        <p:sp>
          <p:nvSpPr>
            <p:cNvPr id="15657" name="Google Shape;15657;p67"/>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7"/>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7"/>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7"/>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7"/>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7"/>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7"/>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7"/>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7"/>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7"/>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7"/>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7"/>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7"/>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7"/>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7"/>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7"/>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7"/>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7"/>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7"/>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7"/>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7"/>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8" name="Google Shape;15678;p67"/>
          <p:cNvGrpSpPr/>
          <p:nvPr/>
        </p:nvGrpSpPr>
        <p:grpSpPr>
          <a:xfrm>
            <a:off x="1128072" y="3365261"/>
            <a:ext cx="328872" cy="370158"/>
            <a:chOff x="1128072" y="3365261"/>
            <a:chExt cx="328872" cy="370158"/>
          </a:xfrm>
        </p:grpSpPr>
        <p:sp>
          <p:nvSpPr>
            <p:cNvPr id="15679" name="Google Shape;15679;p67"/>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7"/>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7"/>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7"/>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7"/>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7"/>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7"/>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7"/>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7"/>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7"/>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7"/>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7"/>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7"/>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7"/>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7"/>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7"/>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7"/>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7"/>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7"/>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7"/>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7"/>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7"/>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7"/>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7"/>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7"/>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7"/>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7"/>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7"/>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7"/>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7"/>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7"/>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7"/>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7"/>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7"/>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7"/>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7"/>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7"/>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7"/>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7"/>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7"/>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7"/>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7"/>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7"/>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7"/>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3" name="Google Shape;15723;p67"/>
          <p:cNvGrpSpPr/>
          <p:nvPr/>
        </p:nvGrpSpPr>
        <p:grpSpPr>
          <a:xfrm>
            <a:off x="5776868" y="1515181"/>
            <a:ext cx="370866" cy="364151"/>
            <a:chOff x="5776868" y="1515181"/>
            <a:chExt cx="370866" cy="364151"/>
          </a:xfrm>
        </p:grpSpPr>
        <p:sp>
          <p:nvSpPr>
            <p:cNvPr id="15724" name="Google Shape;15724;p67"/>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7"/>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7"/>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7"/>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7"/>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7"/>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7"/>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7"/>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7"/>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7"/>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7"/>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7"/>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7"/>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7"/>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7"/>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7"/>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7"/>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1" name="Google Shape;15741;p67"/>
          <p:cNvGrpSpPr/>
          <p:nvPr/>
        </p:nvGrpSpPr>
        <p:grpSpPr>
          <a:xfrm>
            <a:off x="3577849" y="2432942"/>
            <a:ext cx="393660" cy="370079"/>
            <a:chOff x="3577849" y="2432942"/>
            <a:chExt cx="393660" cy="370079"/>
          </a:xfrm>
        </p:grpSpPr>
        <p:sp>
          <p:nvSpPr>
            <p:cNvPr id="15742" name="Google Shape;15742;p67"/>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7"/>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7"/>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7"/>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7"/>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7"/>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7"/>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7"/>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7"/>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67"/>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2" name="Google Shape;15752;p67"/>
          <p:cNvGrpSpPr/>
          <p:nvPr/>
        </p:nvGrpSpPr>
        <p:grpSpPr>
          <a:xfrm>
            <a:off x="2493999" y="2927037"/>
            <a:ext cx="370132" cy="328164"/>
            <a:chOff x="2493999" y="2927037"/>
            <a:chExt cx="370132" cy="328164"/>
          </a:xfrm>
        </p:grpSpPr>
        <p:sp>
          <p:nvSpPr>
            <p:cNvPr id="15753" name="Google Shape;15753;p67"/>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7"/>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7"/>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7"/>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7"/>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7"/>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7"/>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7"/>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7"/>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7"/>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7"/>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7"/>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5" name="Google Shape;15765;p67"/>
          <p:cNvGrpSpPr/>
          <p:nvPr/>
        </p:nvGrpSpPr>
        <p:grpSpPr>
          <a:xfrm>
            <a:off x="3589417" y="2950696"/>
            <a:ext cx="370315" cy="281028"/>
            <a:chOff x="3589417" y="2950696"/>
            <a:chExt cx="370315" cy="281028"/>
          </a:xfrm>
        </p:grpSpPr>
        <p:sp>
          <p:nvSpPr>
            <p:cNvPr id="15766" name="Google Shape;15766;p67"/>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7"/>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7"/>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7"/>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7"/>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7"/>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7"/>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7"/>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7"/>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7"/>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7"/>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7"/>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7"/>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7"/>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7"/>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7"/>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7"/>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7"/>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7"/>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7"/>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6" name="Google Shape;15786;p67"/>
          <p:cNvGrpSpPr/>
          <p:nvPr/>
        </p:nvGrpSpPr>
        <p:grpSpPr>
          <a:xfrm>
            <a:off x="3032711" y="2911718"/>
            <a:ext cx="396125" cy="359062"/>
            <a:chOff x="3032711" y="2911718"/>
            <a:chExt cx="396125" cy="359062"/>
          </a:xfrm>
        </p:grpSpPr>
        <p:sp>
          <p:nvSpPr>
            <p:cNvPr id="15787" name="Google Shape;15787;p67"/>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7"/>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7"/>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7"/>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7"/>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7"/>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7"/>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67"/>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7"/>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7"/>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7"/>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7"/>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9" name="Google Shape;15799;p67"/>
          <p:cNvGrpSpPr/>
          <p:nvPr/>
        </p:nvGrpSpPr>
        <p:grpSpPr>
          <a:xfrm>
            <a:off x="7417764" y="1513397"/>
            <a:ext cx="373174" cy="367692"/>
            <a:chOff x="7417764" y="1513397"/>
            <a:chExt cx="373174" cy="367692"/>
          </a:xfrm>
        </p:grpSpPr>
        <p:sp>
          <p:nvSpPr>
            <p:cNvPr id="15800" name="Google Shape;15800;p67"/>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7"/>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7"/>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7"/>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7"/>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7"/>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7"/>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7"/>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7"/>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7"/>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7"/>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7"/>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7"/>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7"/>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7"/>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7"/>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7"/>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7"/>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7"/>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9" name="Google Shape;15819;p67"/>
          <p:cNvGrpSpPr/>
          <p:nvPr/>
        </p:nvGrpSpPr>
        <p:grpSpPr>
          <a:xfrm>
            <a:off x="6871944" y="1514368"/>
            <a:ext cx="370132" cy="365672"/>
            <a:chOff x="6871944" y="1514368"/>
            <a:chExt cx="370132" cy="365672"/>
          </a:xfrm>
        </p:grpSpPr>
        <p:sp>
          <p:nvSpPr>
            <p:cNvPr id="15820" name="Google Shape;15820;p67"/>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7"/>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7"/>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7"/>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7"/>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7"/>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7"/>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7"/>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7"/>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7"/>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7"/>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7"/>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7"/>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7"/>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7"/>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7"/>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7"/>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7"/>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8" name="Google Shape;15838;p67"/>
          <p:cNvGrpSpPr/>
          <p:nvPr/>
        </p:nvGrpSpPr>
        <p:grpSpPr>
          <a:xfrm>
            <a:off x="6561931" y="3365261"/>
            <a:ext cx="400375" cy="370184"/>
            <a:chOff x="6561931" y="3365261"/>
            <a:chExt cx="400375" cy="370184"/>
          </a:xfrm>
        </p:grpSpPr>
        <p:sp>
          <p:nvSpPr>
            <p:cNvPr id="15839" name="Google Shape;15839;p67"/>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7"/>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7"/>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7"/>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7"/>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7"/>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7"/>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7"/>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7"/>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7"/>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7"/>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7"/>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1" name="Google Shape;15851;p67"/>
          <p:cNvGrpSpPr/>
          <p:nvPr/>
        </p:nvGrpSpPr>
        <p:grpSpPr>
          <a:xfrm>
            <a:off x="1942120" y="1985852"/>
            <a:ext cx="378315" cy="358695"/>
            <a:chOff x="1942120" y="1985852"/>
            <a:chExt cx="378315" cy="358695"/>
          </a:xfrm>
        </p:grpSpPr>
        <p:sp>
          <p:nvSpPr>
            <p:cNvPr id="15852" name="Google Shape;15852;p67"/>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7"/>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7"/>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7"/>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7"/>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7"/>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7"/>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7"/>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7"/>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7"/>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7"/>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7"/>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7"/>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7"/>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7"/>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7"/>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7"/>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7"/>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7"/>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7"/>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2" name="Google Shape;15872;p67"/>
          <p:cNvGrpSpPr/>
          <p:nvPr/>
        </p:nvGrpSpPr>
        <p:grpSpPr>
          <a:xfrm>
            <a:off x="1401415" y="2429218"/>
            <a:ext cx="364282" cy="374197"/>
            <a:chOff x="1401415" y="2429218"/>
            <a:chExt cx="364282" cy="374197"/>
          </a:xfrm>
        </p:grpSpPr>
        <p:sp>
          <p:nvSpPr>
            <p:cNvPr id="15873" name="Google Shape;15873;p67"/>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7"/>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7"/>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7"/>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7"/>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7"/>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7"/>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7"/>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7"/>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7"/>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7"/>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7"/>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7"/>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7"/>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7"/>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8" name="Google Shape;15888;p67"/>
          <p:cNvGrpSpPr/>
          <p:nvPr/>
        </p:nvGrpSpPr>
        <p:grpSpPr>
          <a:xfrm>
            <a:off x="7110427" y="3365261"/>
            <a:ext cx="400401" cy="370184"/>
            <a:chOff x="7110427" y="3365261"/>
            <a:chExt cx="400401" cy="370184"/>
          </a:xfrm>
        </p:grpSpPr>
        <p:sp>
          <p:nvSpPr>
            <p:cNvPr id="15889" name="Google Shape;15889;p67"/>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7"/>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7"/>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7"/>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7"/>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7"/>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7"/>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6" name="Google Shape;15896;p67"/>
          <p:cNvGrpSpPr/>
          <p:nvPr/>
        </p:nvGrpSpPr>
        <p:grpSpPr>
          <a:xfrm>
            <a:off x="7658949" y="3363137"/>
            <a:ext cx="400375" cy="370132"/>
            <a:chOff x="7658949" y="3363137"/>
            <a:chExt cx="400375" cy="370132"/>
          </a:xfrm>
        </p:grpSpPr>
        <p:sp>
          <p:nvSpPr>
            <p:cNvPr id="15897" name="Google Shape;15897;p67"/>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67"/>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7"/>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7"/>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7"/>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2" name="Google Shape;15902;p67"/>
          <p:cNvGrpSpPr/>
          <p:nvPr/>
        </p:nvGrpSpPr>
        <p:grpSpPr>
          <a:xfrm>
            <a:off x="3304481" y="3379389"/>
            <a:ext cx="356623" cy="370105"/>
            <a:chOff x="3307156" y="3365314"/>
            <a:chExt cx="356623" cy="370105"/>
          </a:xfrm>
        </p:grpSpPr>
        <p:sp>
          <p:nvSpPr>
            <p:cNvPr id="15903" name="Google Shape;15903;p67"/>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7"/>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7"/>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7"/>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7"/>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7"/>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7"/>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7"/>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7"/>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7"/>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7"/>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7"/>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7"/>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7"/>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7"/>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8" name="Google Shape;15918;p67"/>
          <p:cNvGrpSpPr/>
          <p:nvPr/>
        </p:nvGrpSpPr>
        <p:grpSpPr>
          <a:xfrm>
            <a:off x="7422407" y="1980107"/>
            <a:ext cx="372807" cy="370079"/>
            <a:chOff x="7422407" y="1980107"/>
            <a:chExt cx="372807" cy="370079"/>
          </a:xfrm>
        </p:grpSpPr>
        <p:sp>
          <p:nvSpPr>
            <p:cNvPr id="15919" name="Google Shape;15919;p67"/>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7"/>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7"/>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7"/>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7"/>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7"/>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7"/>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7"/>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7"/>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7"/>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7"/>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7"/>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7"/>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2" name="Google Shape;15932;p67"/>
          <p:cNvGrpSpPr/>
          <p:nvPr/>
        </p:nvGrpSpPr>
        <p:grpSpPr>
          <a:xfrm>
            <a:off x="6916141" y="2906184"/>
            <a:ext cx="289737" cy="370394"/>
            <a:chOff x="6916141" y="2906184"/>
            <a:chExt cx="289737" cy="370394"/>
          </a:xfrm>
        </p:grpSpPr>
        <p:sp>
          <p:nvSpPr>
            <p:cNvPr id="15933" name="Google Shape;15933;p67"/>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67"/>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67"/>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7"/>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7"/>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7"/>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7"/>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7"/>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7"/>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7"/>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7"/>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7"/>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7"/>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7"/>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7"/>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7"/>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7"/>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7"/>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7"/>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7"/>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7"/>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4" name="Google Shape;15954;p67"/>
          <p:cNvGrpSpPr/>
          <p:nvPr/>
        </p:nvGrpSpPr>
        <p:grpSpPr>
          <a:xfrm>
            <a:off x="7970194" y="2013577"/>
            <a:ext cx="372676" cy="331731"/>
            <a:chOff x="7970194" y="2013577"/>
            <a:chExt cx="372676" cy="331731"/>
          </a:xfrm>
        </p:grpSpPr>
        <p:sp>
          <p:nvSpPr>
            <p:cNvPr id="15955" name="Google Shape;15955;p67"/>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7"/>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7"/>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7"/>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7"/>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67"/>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7"/>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7"/>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7"/>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7"/>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5" name="Google Shape;15965;p67"/>
          <p:cNvGrpSpPr/>
          <p:nvPr/>
        </p:nvGrpSpPr>
        <p:grpSpPr>
          <a:xfrm>
            <a:off x="1416733" y="1512190"/>
            <a:ext cx="332964" cy="370158"/>
            <a:chOff x="1416733" y="1512190"/>
            <a:chExt cx="332964" cy="370158"/>
          </a:xfrm>
        </p:grpSpPr>
        <p:sp>
          <p:nvSpPr>
            <p:cNvPr id="15966" name="Google Shape;15966;p67"/>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7"/>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7"/>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7"/>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7"/>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7"/>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7"/>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7"/>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7"/>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7"/>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7"/>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7"/>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7"/>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7"/>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7"/>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7"/>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7"/>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7"/>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7"/>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5" name="Google Shape;15985;p67"/>
          <p:cNvGrpSpPr/>
          <p:nvPr/>
        </p:nvGrpSpPr>
        <p:grpSpPr>
          <a:xfrm>
            <a:off x="5246366" y="2906105"/>
            <a:ext cx="342852" cy="370079"/>
            <a:chOff x="5246366" y="2906105"/>
            <a:chExt cx="342852" cy="370079"/>
          </a:xfrm>
        </p:grpSpPr>
        <p:sp>
          <p:nvSpPr>
            <p:cNvPr id="15986" name="Google Shape;15986;p67"/>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7"/>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7"/>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7"/>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7"/>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7"/>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2" name="Google Shape;15992;p67"/>
          <p:cNvGrpSpPr/>
          <p:nvPr/>
        </p:nvGrpSpPr>
        <p:grpSpPr>
          <a:xfrm>
            <a:off x="849667" y="2434883"/>
            <a:ext cx="371259" cy="366249"/>
            <a:chOff x="849667" y="2434883"/>
            <a:chExt cx="371259" cy="366249"/>
          </a:xfrm>
        </p:grpSpPr>
        <p:sp>
          <p:nvSpPr>
            <p:cNvPr id="15993" name="Google Shape;15993;p67"/>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7"/>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7"/>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7"/>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7"/>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7"/>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7"/>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7"/>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7"/>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7"/>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7"/>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7"/>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7"/>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6" name="Google Shape;16006;p67"/>
          <p:cNvGrpSpPr/>
          <p:nvPr/>
        </p:nvGrpSpPr>
        <p:grpSpPr>
          <a:xfrm>
            <a:off x="4417026" y="3365366"/>
            <a:ext cx="332728" cy="370053"/>
            <a:chOff x="4417026" y="3365366"/>
            <a:chExt cx="332728" cy="370053"/>
          </a:xfrm>
        </p:grpSpPr>
        <p:sp>
          <p:nvSpPr>
            <p:cNvPr id="16007" name="Google Shape;16007;p67"/>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67"/>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7"/>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7"/>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7"/>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7"/>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7"/>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7"/>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7"/>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7"/>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7"/>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7"/>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7"/>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7"/>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7"/>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7"/>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7"/>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7"/>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5" name="Google Shape;16025;p67"/>
          <p:cNvGrpSpPr/>
          <p:nvPr/>
        </p:nvGrpSpPr>
        <p:grpSpPr>
          <a:xfrm>
            <a:off x="2497068" y="1980186"/>
            <a:ext cx="363994" cy="370105"/>
            <a:chOff x="2497068" y="1980186"/>
            <a:chExt cx="363994" cy="370105"/>
          </a:xfrm>
        </p:grpSpPr>
        <p:sp>
          <p:nvSpPr>
            <p:cNvPr id="16026" name="Google Shape;16026;p67"/>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7"/>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7"/>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7"/>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7"/>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7"/>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7"/>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7"/>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7"/>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7"/>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7"/>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7"/>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7"/>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7"/>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7"/>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7"/>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7"/>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7"/>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7"/>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7"/>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7"/>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7" name="Google Shape;16047;p67"/>
          <p:cNvGrpSpPr/>
          <p:nvPr/>
        </p:nvGrpSpPr>
        <p:grpSpPr>
          <a:xfrm>
            <a:off x="5820278" y="2906158"/>
            <a:ext cx="294904" cy="370027"/>
            <a:chOff x="5820278" y="2906158"/>
            <a:chExt cx="294904" cy="370027"/>
          </a:xfrm>
        </p:grpSpPr>
        <p:sp>
          <p:nvSpPr>
            <p:cNvPr id="16048" name="Google Shape;16048;p67"/>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7"/>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7"/>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7"/>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7"/>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7"/>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7"/>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5" name="Google Shape;16055;p67"/>
          <p:cNvGrpSpPr/>
          <p:nvPr/>
        </p:nvGrpSpPr>
        <p:grpSpPr>
          <a:xfrm>
            <a:off x="4946819" y="3383229"/>
            <a:ext cx="370132" cy="334223"/>
            <a:chOff x="4946819" y="3383229"/>
            <a:chExt cx="370132" cy="334223"/>
          </a:xfrm>
        </p:grpSpPr>
        <p:sp>
          <p:nvSpPr>
            <p:cNvPr id="16056" name="Google Shape;16056;p67"/>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7"/>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7"/>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7"/>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7"/>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7"/>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7"/>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7"/>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7"/>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5" name="Google Shape;16065;p67"/>
          <p:cNvGrpSpPr/>
          <p:nvPr/>
        </p:nvGrpSpPr>
        <p:grpSpPr>
          <a:xfrm>
            <a:off x="3038403" y="1539234"/>
            <a:ext cx="375482" cy="316072"/>
            <a:chOff x="3038403" y="1539234"/>
            <a:chExt cx="375482" cy="316072"/>
          </a:xfrm>
        </p:grpSpPr>
        <p:sp>
          <p:nvSpPr>
            <p:cNvPr id="16066" name="Google Shape;16066;p6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7" name="Google Shape;16067;p67"/>
            <p:cNvGrpSpPr/>
            <p:nvPr/>
          </p:nvGrpSpPr>
          <p:grpSpPr>
            <a:xfrm>
              <a:off x="3038403" y="1539234"/>
              <a:ext cx="375482" cy="316072"/>
              <a:chOff x="3038403" y="1539234"/>
              <a:chExt cx="375482" cy="316072"/>
            </a:xfrm>
          </p:grpSpPr>
          <p:sp>
            <p:nvSpPr>
              <p:cNvPr id="16068" name="Google Shape;16068;p67"/>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7"/>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7"/>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7"/>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7"/>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7"/>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7"/>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7"/>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7"/>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77" name="Google Shape;16077;p67"/>
          <p:cNvGrpSpPr/>
          <p:nvPr/>
        </p:nvGrpSpPr>
        <p:grpSpPr>
          <a:xfrm>
            <a:off x="6332865" y="2906131"/>
            <a:ext cx="360846" cy="370184"/>
            <a:chOff x="6332865" y="2906131"/>
            <a:chExt cx="360846" cy="370184"/>
          </a:xfrm>
        </p:grpSpPr>
        <p:sp>
          <p:nvSpPr>
            <p:cNvPr id="16078" name="Google Shape;16078;p67"/>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7"/>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7"/>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7"/>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7"/>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7"/>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7"/>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7"/>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7"/>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7"/>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7"/>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9" name="Google Shape;16089;p67"/>
          <p:cNvGrpSpPr/>
          <p:nvPr/>
        </p:nvGrpSpPr>
        <p:grpSpPr>
          <a:xfrm>
            <a:off x="4135079" y="1518066"/>
            <a:ext cx="370132" cy="358223"/>
            <a:chOff x="4135079" y="1518066"/>
            <a:chExt cx="370132" cy="358223"/>
          </a:xfrm>
        </p:grpSpPr>
        <p:sp>
          <p:nvSpPr>
            <p:cNvPr id="16090" name="Google Shape;16090;p67"/>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7"/>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7"/>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7"/>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7"/>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7"/>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7"/>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7"/>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7"/>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7"/>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7"/>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7"/>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7"/>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7"/>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7"/>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7"/>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7"/>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7"/>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7"/>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9" name="Google Shape;16109;p67"/>
          <p:cNvGrpSpPr/>
          <p:nvPr/>
        </p:nvGrpSpPr>
        <p:grpSpPr>
          <a:xfrm>
            <a:off x="6878869" y="1980134"/>
            <a:ext cx="361240" cy="370158"/>
            <a:chOff x="6878869" y="1980134"/>
            <a:chExt cx="361240" cy="370158"/>
          </a:xfrm>
        </p:grpSpPr>
        <p:sp>
          <p:nvSpPr>
            <p:cNvPr id="16110" name="Google Shape;16110;p67"/>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7"/>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7"/>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7"/>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7"/>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7"/>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7"/>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7"/>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7"/>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7"/>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7"/>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7"/>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7"/>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3" name="Google Shape;16123;p67"/>
          <p:cNvGrpSpPr/>
          <p:nvPr/>
        </p:nvGrpSpPr>
        <p:grpSpPr>
          <a:xfrm>
            <a:off x="2493999" y="2550033"/>
            <a:ext cx="370132" cy="259467"/>
            <a:chOff x="2493999" y="2550033"/>
            <a:chExt cx="370132" cy="259467"/>
          </a:xfrm>
        </p:grpSpPr>
        <p:sp>
          <p:nvSpPr>
            <p:cNvPr id="16124" name="Google Shape;16124;p67"/>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7"/>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7"/>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7"/>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7"/>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7"/>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7"/>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7"/>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7"/>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7"/>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7"/>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7"/>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7"/>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7"/>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67"/>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7"/>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7"/>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7"/>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7"/>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3" name="Google Shape;16143;p67"/>
          <p:cNvGrpSpPr/>
          <p:nvPr/>
        </p:nvGrpSpPr>
        <p:grpSpPr>
          <a:xfrm>
            <a:off x="1699703" y="3365261"/>
            <a:ext cx="281054" cy="370158"/>
            <a:chOff x="1699703" y="3365261"/>
            <a:chExt cx="281054" cy="370158"/>
          </a:xfrm>
        </p:grpSpPr>
        <p:sp>
          <p:nvSpPr>
            <p:cNvPr id="16144" name="Google Shape;16144;p67"/>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7"/>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7"/>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7"/>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7"/>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7"/>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7"/>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7"/>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7"/>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7"/>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7"/>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7"/>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7"/>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7" name="Google Shape;16157;p67"/>
          <p:cNvGrpSpPr/>
          <p:nvPr/>
        </p:nvGrpSpPr>
        <p:grpSpPr>
          <a:xfrm>
            <a:off x="7966810" y="1519430"/>
            <a:ext cx="369974" cy="355626"/>
            <a:chOff x="7966810" y="1519430"/>
            <a:chExt cx="369974" cy="355626"/>
          </a:xfrm>
        </p:grpSpPr>
        <p:sp>
          <p:nvSpPr>
            <p:cNvPr id="16158" name="Google Shape;16158;p67"/>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7"/>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7"/>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7"/>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7"/>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67"/>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7"/>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7"/>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7"/>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7"/>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7"/>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7"/>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7"/>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7"/>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7"/>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7"/>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4" name="Google Shape;16174;p67"/>
          <p:cNvGrpSpPr/>
          <p:nvPr/>
        </p:nvGrpSpPr>
        <p:grpSpPr>
          <a:xfrm>
            <a:off x="2792628" y="3365340"/>
            <a:ext cx="290445" cy="370079"/>
            <a:chOff x="2792628" y="3365340"/>
            <a:chExt cx="290445" cy="370079"/>
          </a:xfrm>
        </p:grpSpPr>
        <p:sp>
          <p:nvSpPr>
            <p:cNvPr id="16175" name="Google Shape;16175;p67"/>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67"/>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7"/>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7"/>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7"/>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7"/>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7"/>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7"/>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7"/>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7"/>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7"/>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7"/>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7"/>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7"/>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9" name="Google Shape;16189;p67"/>
          <p:cNvGrpSpPr/>
          <p:nvPr/>
        </p:nvGrpSpPr>
        <p:grpSpPr>
          <a:xfrm>
            <a:off x="1389585" y="1988317"/>
            <a:ext cx="388125" cy="353790"/>
            <a:chOff x="1389585" y="1988317"/>
            <a:chExt cx="388125" cy="353790"/>
          </a:xfrm>
        </p:grpSpPr>
        <p:sp>
          <p:nvSpPr>
            <p:cNvPr id="16190" name="Google Shape;16190;p67"/>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7"/>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7"/>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7"/>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7"/>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7"/>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7"/>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7"/>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7"/>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7"/>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7"/>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7"/>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7"/>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67"/>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7"/>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7"/>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7"/>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7"/>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7"/>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7"/>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7"/>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7"/>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2" name="Google Shape;16212;p67"/>
          <p:cNvGrpSpPr/>
          <p:nvPr/>
        </p:nvGrpSpPr>
        <p:grpSpPr>
          <a:xfrm>
            <a:off x="2492924" y="1512190"/>
            <a:ext cx="370158" cy="370158"/>
            <a:chOff x="2492924" y="1512190"/>
            <a:chExt cx="370158" cy="370158"/>
          </a:xfrm>
        </p:grpSpPr>
        <p:sp>
          <p:nvSpPr>
            <p:cNvPr id="16213" name="Google Shape;16213;p67"/>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7"/>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7"/>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7"/>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7"/>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7"/>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7"/>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7"/>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67"/>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67"/>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67"/>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7"/>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7"/>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7"/>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7"/>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7"/>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7"/>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67"/>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7"/>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7"/>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7"/>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7"/>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5" name="Google Shape;16235;p67"/>
          <p:cNvGrpSpPr/>
          <p:nvPr/>
        </p:nvGrpSpPr>
        <p:grpSpPr>
          <a:xfrm>
            <a:off x="1933569" y="1512243"/>
            <a:ext cx="393975" cy="370105"/>
            <a:chOff x="1933569" y="1512243"/>
            <a:chExt cx="393975" cy="370105"/>
          </a:xfrm>
        </p:grpSpPr>
        <p:sp>
          <p:nvSpPr>
            <p:cNvPr id="16236" name="Google Shape;16236;p67"/>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7"/>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7"/>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7"/>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7"/>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7"/>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7"/>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7"/>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7"/>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7"/>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7"/>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7"/>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7"/>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7"/>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7"/>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7"/>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7"/>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7"/>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7"/>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7"/>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67"/>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7"/>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7"/>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7"/>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7"/>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7"/>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67"/>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7"/>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4" name="Google Shape;16264;p67"/>
          <p:cNvGrpSpPr/>
          <p:nvPr/>
        </p:nvGrpSpPr>
        <p:grpSpPr>
          <a:xfrm>
            <a:off x="2236106" y="3365392"/>
            <a:ext cx="306471" cy="370000"/>
            <a:chOff x="2236106" y="3365392"/>
            <a:chExt cx="306471" cy="370000"/>
          </a:xfrm>
        </p:grpSpPr>
        <p:sp>
          <p:nvSpPr>
            <p:cNvPr id="16265" name="Google Shape;16265;p67"/>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7"/>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7"/>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7"/>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7"/>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7"/>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7"/>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7"/>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7"/>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67"/>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7"/>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7"/>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7"/>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7"/>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9" name="Google Shape;16279;p67"/>
          <p:cNvGrpSpPr/>
          <p:nvPr/>
        </p:nvGrpSpPr>
        <p:grpSpPr>
          <a:xfrm>
            <a:off x="5492823" y="3385563"/>
            <a:ext cx="375325" cy="329606"/>
            <a:chOff x="5492823" y="3385563"/>
            <a:chExt cx="375325" cy="329606"/>
          </a:xfrm>
        </p:grpSpPr>
        <p:sp>
          <p:nvSpPr>
            <p:cNvPr id="16280" name="Google Shape;16280;p67"/>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7"/>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7"/>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67"/>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7"/>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7"/>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7"/>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7"/>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7"/>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7"/>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7"/>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7"/>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67"/>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67"/>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7"/>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7"/>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7"/>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67"/>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67"/>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7"/>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0" name="Google Shape;16300;p67"/>
          <p:cNvGrpSpPr/>
          <p:nvPr/>
        </p:nvGrpSpPr>
        <p:grpSpPr>
          <a:xfrm>
            <a:off x="3041787" y="2001118"/>
            <a:ext cx="370158" cy="328164"/>
            <a:chOff x="3041787" y="2001118"/>
            <a:chExt cx="370158" cy="328164"/>
          </a:xfrm>
        </p:grpSpPr>
        <p:sp>
          <p:nvSpPr>
            <p:cNvPr id="16301" name="Google Shape;16301;p67"/>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7"/>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7"/>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7"/>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7"/>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7"/>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7"/>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7"/>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67"/>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7"/>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7"/>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7"/>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7"/>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7"/>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7"/>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7"/>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7"/>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7"/>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9" name="Google Shape;16319;p67"/>
          <p:cNvGrpSpPr/>
          <p:nvPr/>
        </p:nvGrpSpPr>
        <p:grpSpPr>
          <a:xfrm>
            <a:off x="5779884" y="2039125"/>
            <a:ext cx="372309" cy="328216"/>
            <a:chOff x="5779884" y="2039125"/>
            <a:chExt cx="372309" cy="328216"/>
          </a:xfrm>
        </p:grpSpPr>
        <p:sp>
          <p:nvSpPr>
            <p:cNvPr id="16320" name="Google Shape;16320;p6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7"/>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7"/>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7"/>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7"/>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7"/>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67"/>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67"/>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67"/>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67"/>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336" name="Shape 16336"/>
        <p:cNvGrpSpPr/>
        <p:nvPr/>
      </p:nvGrpSpPr>
      <p:grpSpPr>
        <a:xfrm>
          <a:off x="0" y="0"/>
          <a:ext cx="0" cy="0"/>
          <a:chOff x="0" y="0"/>
          <a:chExt cx="0" cy="0"/>
        </a:xfrm>
      </p:grpSpPr>
      <p:sp>
        <p:nvSpPr>
          <p:cNvPr id="16337" name="Google Shape;16337;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6338" name="Google Shape;16338;p68"/>
          <p:cNvGrpSpPr/>
          <p:nvPr/>
        </p:nvGrpSpPr>
        <p:grpSpPr>
          <a:xfrm>
            <a:off x="878066" y="1981993"/>
            <a:ext cx="354610" cy="372358"/>
            <a:chOff x="878066" y="1981993"/>
            <a:chExt cx="354610" cy="372358"/>
          </a:xfrm>
        </p:grpSpPr>
        <p:sp>
          <p:nvSpPr>
            <p:cNvPr id="16339" name="Google Shape;16339;p68"/>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68"/>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68"/>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8"/>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68"/>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68"/>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68"/>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68"/>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8"/>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68"/>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68"/>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8"/>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68"/>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68"/>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3" name="Google Shape;16353;p68"/>
          <p:cNvGrpSpPr/>
          <p:nvPr/>
        </p:nvGrpSpPr>
        <p:grpSpPr>
          <a:xfrm>
            <a:off x="1345794" y="1982386"/>
            <a:ext cx="371650" cy="371624"/>
            <a:chOff x="1345794" y="1982386"/>
            <a:chExt cx="371650" cy="371624"/>
          </a:xfrm>
        </p:grpSpPr>
        <p:sp>
          <p:nvSpPr>
            <p:cNvPr id="16354" name="Google Shape;16354;p68"/>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8"/>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68"/>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68"/>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68"/>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8"/>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8"/>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8"/>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8"/>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8"/>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8"/>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68"/>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68"/>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8"/>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68"/>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68"/>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68"/>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8"/>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8"/>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8"/>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68"/>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68"/>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8"/>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8"/>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68"/>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68"/>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68"/>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68"/>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8"/>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8"/>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8"/>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68"/>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68"/>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68"/>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68"/>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68"/>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8"/>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1" name="Google Shape;16391;p68"/>
          <p:cNvGrpSpPr/>
          <p:nvPr/>
        </p:nvGrpSpPr>
        <p:grpSpPr>
          <a:xfrm>
            <a:off x="1821465" y="1981993"/>
            <a:ext cx="372410" cy="372410"/>
            <a:chOff x="1821465" y="1981993"/>
            <a:chExt cx="372410" cy="372410"/>
          </a:xfrm>
        </p:grpSpPr>
        <p:sp>
          <p:nvSpPr>
            <p:cNvPr id="16392" name="Google Shape;16392;p68"/>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68"/>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8"/>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8"/>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68"/>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8"/>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8"/>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68"/>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68"/>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8"/>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8"/>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68"/>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68"/>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68"/>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6" name="Google Shape;16406;p68"/>
          <p:cNvGrpSpPr/>
          <p:nvPr/>
        </p:nvGrpSpPr>
        <p:grpSpPr>
          <a:xfrm>
            <a:off x="2276348" y="1981809"/>
            <a:ext cx="415901" cy="372699"/>
            <a:chOff x="2276348" y="1981809"/>
            <a:chExt cx="415901" cy="372699"/>
          </a:xfrm>
        </p:grpSpPr>
        <p:sp>
          <p:nvSpPr>
            <p:cNvPr id="16407" name="Google Shape;16407;p68"/>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8"/>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8"/>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68"/>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8"/>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8"/>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8"/>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4" name="Google Shape;16414;p68"/>
          <p:cNvGrpSpPr/>
          <p:nvPr/>
        </p:nvGrpSpPr>
        <p:grpSpPr>
          <a:xfrm>
            <a:off x="2774354" y="2009990"/>
            <a:ext cx="372017" cy="316310"/>
            <a:chOff x="2774354" y="2009990"/>
            <a:chExt cx="372017" cy="316310"/>
          </a:xfrm>
        </p:grpSpPr>
        <p:sp>
          <p:nvSpPr>
            <p:cNvPr id="16415" name="Google Shape;16415;p68"/>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8"/>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68"/>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68"/>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8"/>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8"/>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68"/>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68"/>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68"/>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68"/>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8"/>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68"/>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68"/>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68"/>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68"/>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68"/>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68"/>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68"/>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8"/>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8"/>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8"/>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8"/>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8"/>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68"/>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68"/>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8"/>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1" name="Google Shape;16441;p68"/>
          <p:cNvGrpSpPr/>
          <p:nvPr/>
        </p:nvGrpSpPr>
        <p:grpSpPr>
          <a:xfrm>
            <a:off x="3722682" y="1981993"/>
            <a:ext cx="375818" cy="372043"/>
            <a:chOff x="3722682" y="1981993"/>
            <a:chExt cx="375818" cy="372043"/>
          </a:xfrm>
        </p:grpSpPr>
        <p:sp>
          <p:nvSpPr>
            <p:cNvPr id="16442" name="Google Shape;16442;p68"/>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68"/>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8"/>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8"/>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8"/>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8"/>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68"/>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68"/>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68"/>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68"/>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68"/>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68"/>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8"/>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8"/>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8"/>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7" name="Google Shape;16457;p68"/>
          <p:cNvGrpSpPr/>
          <p:nvPr/>
        </p:nvGrpSpPr>
        <p:grpSpPr>
          <a:xfrm>
            <a:off x="4201394" y="1981809"/>
            <a:ext cx="373538" cy="372305"/>
            <a:chOff x="4201394" y="1981809"/>
            <a:chExt cx="373538" cy="372305"/>
          </a:xfrm>
        </p:grpSpPr>
        <p:sp>
          <p:nvSpPr>
            <p:cNvPr id="16458" name="Google Shape;16458;p68"/>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68"/>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8"/>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68"/>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68"/>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68"/>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68"/>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68"/>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68"/>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68"/>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8"/>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8"/>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68"/>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68"/>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68"/>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68"/>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4" name="Google Shape;16474;p68"/>
          <p:cNvGrpSpPr/>
          <p:nvPr/>
        </p:nvGrpSpPr>
        <p:grpSpPr>
          <a:xfrm>
            <a:off x="4659658" y="1500266"/>
            <a:ext cx="422743" cy="377784"/>
            <a:chOff x="4659658" y="1500266"/>
            <a:chExt cx="422743" cy="377784"/>
          </a:xfrm>
        </p:grpSpPr>
        <p:sp>
          <p:nvSpPr>
            <p:cNvPr id="16475" name="Google Shape;16475;p68"/>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8"/>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68"/>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68"/>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68"/>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68"/>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8"/>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8"/>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68"/>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68"/>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68"/>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8"/>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8"/>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8"/>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68"/>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68"/>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8"/>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2" name="Google Shape;16492;p68"/>
          <p:cNvGrpSpPr/>
          <p:nvPr/>
        </p:nvGrpSpPr>
        <p:grpSpPr>
          <a:xfrm>
            <a:off x="5211406" y="1513504"/>
            <a:ext cx="260394" cy="351202"/>
            <a:chOff x="5211406" y="1513504"/>
            <a:chExt cx="260394" cy="351202"/>
          </a:xfrm>
        </p:grpSpPr>
        <p:sp>
          <p:nvSpPr>
            <p:cNvPr id="16493" name="Google Shape;16493;p68"/>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68"/>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68"/>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68"/>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8"/>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8"/>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68"/>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68"/>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68"/>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8"/>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68"/>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68"/>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68"/>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6" name="Google Shape;16506;p68"/>
          <p:cNvGrpSpPr/>
          <p:nvPr/>
        </p:nvGrpSpPr>
        <p:grpSpPr>
          <a:xfrm>
            <a:off x="5632602" y="1513216"/>
            <a:ext cx="366722" cy="351779"/>
            <a:chOff x="5632602" y="1513216"/>
            <a:chExt cx="366722" cy="351779"/>
          </a:xfrm>
        </p:grpSpPr>
        <p:sp>
          <p:nvSpPr>
            <p:cNvPr id="16507" name="Google Shape;16507;p68"/>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8"/>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8"/>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8"/>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68"/>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68"/>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68"/>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68"/>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5" name="Google Shape;16515;p68"/>
          <p:cNvGrpSpPr/>
          <p:nvPr/>
        </p:nvGrpSpPr>
        <p:grpSpPr>
          <a:xfrm>
            <a:off x="6089372" y="1527136"/>
            <a:ext cx="401902" cy="323965"/>
            <a:chOff x="6089372" y="1527136"/>
            <a:chExt cx="401902" cy="323965"/>
          </a:xfrm>
        </p:grpSpPr>
        <p:sp>
          <p:nvSpPr>
            <p:cNvPr id="16516" name="Google Shape;16516;p68"/>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68"/>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8"/>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8"/>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8"/>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68"/>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68"/>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68"/>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68"/>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68"/>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68"/>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68"/>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68"/>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68"/>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68"/>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68"/>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8"/>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68"/>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68"/>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68"/>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68"/>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68"/>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68"/>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68"/>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68"/>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8"/>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68"/>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68"/>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68"/>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68"/>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6" name="Google Shape;16546;p68"/>
          <p:cNvGrpSpPr/>
          <p:nvPr/>
        </p:nvGrpSpPr>
        <p:grpSpPr>
          <a:xfrm>
            <a:off x="6579435" y="1527897"/>
            <a:ext cx="370103" cy="322445"/>
            <a:chOff x="6579435" y="1527897"/>
            <a:chExt cx="370103" cy="322445"/>
          </a:xfrm>
        </p:grpSpPr>
        <p:sp>
          <p:nvSpPr>
            <p:cNvPr id="16547" name="Google Shape;16547;p68"/>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68"/>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68"/>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68"/>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68"/>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8"/>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8"/>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68"/>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68"/>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68"/>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68"/>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68"/>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68"/>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68"/>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68"/>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68"/>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68"/>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8"/>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8"/>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8"/>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8"/>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8" name="Google Shape;16568;p68"/>
          <p:cNvGrpSpPr/>
          <p:nvPr/>
        </p:nvGrpSpPr>
        <p:grpSpPr>
          <a:xfrm>
            <a:off x="6988887" y="1538854"/>
            <a:ext cx="499920" cy="300136"/>
            <a:chOff x="6988887" y="1538854"/>
            <a:chExt cx="499920" cy="300136"/>
          </a:xfrm>
        </p:grpSpPr>
        <p:sp>
          <p:nvSpPr>
            <p:cNvPr id="16569" name="Google Shape;16569;p68"/>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8"/>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68"/>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68"/>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68"/>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8"/>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68"/>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68"/>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68"/>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68"/>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68"/>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8"/>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68"/>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2" name="Google Shape;16582;p68"/>
          <p:cNvGrpSpPr/>
          <p:nvPr/>
        </p:nvGrpSpPr>
        <p:grpSpPr>
          <a:xfrm>
            <a:off x="8050359" y="1520687"/>
            <a:ext cx="279321" cy="336837"/>
            <a:chOff x="8050359" y="1520687"/>
            <a:chExt cx="279321" cy="336837"/>
          </a:xfrm>
        </p:grpSpPr>
        <p:sp>
          <p:nvSpPr>
            <p:cNvPr id="16583" name="Google Shape;16583;p68"/>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68"/>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68"/>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68"/>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68"/>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8"/>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68"/>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68"/>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68"/>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68"/>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68"/>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8"/>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68"/>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6" name="Google Shape;16596;p68"/>
          <p:cNvGrpSpPr/>
          <p:nvPr/>
        </p:nvGrpSpPr>
        <p:grpSpPr>
          <a:xfrm>
            <a:off x="6093907" y="2461832"/>
            <a:ext cx="364441" cy="339091"/>
            <a:chOff x="6093907" y="2461832"/>
            <a:chExt cx="364441" cy="339091"/>
          </a:xfrm>
        </p:grpSpPr>
        <p:sp>
          <p:nvSpPr>
            <p:cNvPr id="16597" name="Google Shape;16597;p68"/>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68"/>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68"/>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68"/>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68"/>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68"/>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68"/>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68"/>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68"/>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68"/>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7" name="Google Shape;16607;p68"/>
          <p:cNvGrpSpPr/>
          <p:nvPr/>
        </p:nvGrpSpPr>
        <p:grpSpPr>
          <a:xfrm>
            <a:off x="4676331" y="1980866"/>
            <a:ext cx="377680" cy="377680"/>
            <a:chOff x="4676331" y="1980866"/>
            <a:chExt cx="377680" cy="377680"/>
          </a:xfrm>
        </p:grpSpPr>
        <p:sp>
          <p:nvSpPr>
            <p:cNvPr id="16608" name="Google Shape;16608;p68"/>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68"/>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68"/>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68"/>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68"/>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8"/>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8"/>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8"/>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68"/>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68"/>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68"/>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68"/>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68"/>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68"/>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68"/>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8"/>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68"/>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68"/>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68"/>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7" name="Google Shape;16627;p68"/>
          <p:cNvGrpSpPr/>
          <p:nvPr/>
        </p:nvGrpSpPr>
        <p:grpSpPr>
          <a:xfrm>
            <a:off x="7526242" y="1522968"/>
            <a:ext cx="357651" cy="332275"/>
            <a:chOff x="7526242" y="1522968"/>
            <a:chExt cx="357651" cy="332275"/>
          </a:xfrm>
        </p:grpSpPr>
        <p:sp>
          <p:nvSpPr>
            <p:cNvPr id="16628" name="Google Shape;16628;p68"/>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68"/>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68"/>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68"/>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68"/>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68"/>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68"/>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68"/>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68"/>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68"/>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68"/>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68"/>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68"/>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68"/>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68"/>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68"/>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4" name="Google Shape;16644;p68"/>
          <p:cNvGrpSpPr/>
          <p:nvPr/>
        </p:nvGrpSpPr>
        <p:grpSpPr>
          <a:xfrm>
            <a:off x="3250786" y="1982386"/>
            <a:ext cx="371650" cy="371624"/>
            <a:chOff x="3250786" y="1982386"/>
            <a:chExt cx="371650" cy="371624"/>
          </a:xfrm>
        </p:grpSpPr>
        <p:sp>
          <p:nvSpPr>
            <p:cNvPr id="16645" name="Google Shape;16645;p68"/>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68"/>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68"/>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68"/>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68"/>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8"/>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68"/>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68"/>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68"/>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68"/>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68"/>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68"/>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68"/>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68"/>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68"/>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68"/>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68"/>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68"/>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68"/>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68"/>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68"/>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68"/>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68"/>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68"/>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68"/>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68"/>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68"/>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68"/>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68"/>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68"/>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5" name="Google Shape;16675;p68"/>
          <p:cNvGrpSpPr/>
          <p:nvPr/>
        </p:nvGrpSpPr>
        <p:grpSpPr>
          <a:xfrm>
            <a:off x="1342386" y="2916322"/>
            <a:ext cx="373538" cy="331515"/>
            <a:chOff x="1342386" y="2916322"/>
            <a:chExt cx="373538" cy="331515"/>
          </a:xfrm>
        </p:grpSpPr>
        <p:sp>
          <p:nvSpPr>
            <p:cNvPr id="16676" name="Google Shape;16676;p68"/>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68"/>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68"/>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68"/>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68"/>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68"/>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68"/>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68"/>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8"/>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68"/>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68"/>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7" name="Google Shape;16687;p68"/>
          <p:cNvGrpSpPr/>
          <p:nvPr/>
        </p:nvGrpSpPr>
        <p:grpSpPr>
          <a:xfrm>
            <a:off x="2294122" y="2946600"/>
            <a:ext cx="373931" cy="271351"/>
            <a:chOff x="2294122" y="2946600"/>
            <a:chExt cx="373931" cy="271351"/>
          </a:xfrm>
        </p:grpSpPr>
        <p:sp>
          <p:nvSpPr>
            <p:cNvPr id="16688" name="Google Shape;16688;p68"/>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68"/>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8"/>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8"/>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68"/>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68"/>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68"/>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68"/>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68"/>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68"/>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68"/>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68"/>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68"/>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68"/>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68"/>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68"/>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68"/>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68"/>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68"/>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68"/>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68"/>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68"/>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68"/>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68"/>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68"/>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68"/>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68"/>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68"/>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68"/>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68"/>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8" name="Google Shape;16718;p68"/>
          <p:cNvGrpSpPr/>
          <p:nvPr/>
        </p:nvGrpSpPr>
        <p:grpSpPr>
          <a:xfrm>
            <a:off x="2769819" y="2907251"/>
            <a:ext cx="373905" cy="349682"/>
            <a:chOff x="2769819" y="2907251"/>
            <a:chExt cx="373905" cy="349682"/>
          </a:xfrm>
        </p:grpSpPr>
        <p:sp>
          <p:nvSpPr>
            <p:cNvPr id="16719" name="Google Shape;16719;p68"/>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68"/>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68"/>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68"/>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68"/>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68"/>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68"/>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68"/>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68"/>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68"/>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68"/>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68"/>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68"/>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68"/>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68"/>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68"/>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68"/>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6" name="Google Shape;16736;p68"/>
          <p:cNvGrpSpPr/>
          <p:nvPr/>
        </p:nvGrpSpPr>
        <p:grpSpPr>
          <a:xfrm>
            <a:off x="3246251" y="2895245"/>
            <a:ext cx="375792" cy="373800"/>
            <a:chOff x="3246251" y="2895245"/>
            <a:chExt cx="375792" cy="373800"/>
          </a:xfrm>
        </p:grpSpPr>
        <p:sp>
          <p:nvSpPr>
            <p:cNvPr id="16737" name="Google Shape;16737;p68"/>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68"/>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68"/>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68"/>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68"/>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68"/>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68"/>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68"/>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68"/>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68"/>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68"/>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68"/>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68"/>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68"/>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1" name="Google Shape;16751;p68"/>
          <p:cNvGrpSpPr/>
          <p:nvPr/>
        </p:nvGrpSpPr>
        <p:grpSpPr>
          <a:xfrm>
            <a:off x="3791182" y="2895454"/>
            <a:ext cx="234650" cy="373590"/>
            <a:chOff x="3791182" y="2895454"/>
            <a:chExt cx="234650" cy="373590"/>
          </a:xfrm>
        </p:grpSpPr>
        <p:sp>
          <p:nvSpPr>
            <p:cNvPr id="16752" name="Google Shape;16752;p68"/>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68"/>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68"/>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68"/>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68"/>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68"/>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68"/>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68"/>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68"/>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1" name="Google Shape;16761;p68"/>
          <p:cNvGrpSpPr/>
          <p:nvPr/>
        </p:nvGrpSpPr>
        <p:grpSpPr>
          <a:xfrm>
            <a:off x="7042995" y="2489463"/>
            <a:ext cx="364441" cy="256225"/>
            <a:chOff x="7042995" y="2489463"/>
            <a:chExt cx="364441" cy="256225"/>
          </a:xfrm>
        </p:grpSpPr>
        <p:sp>
          <p:nvSpPr>
            <p:cNvPr id="16762" name="Google Shape;16762;p68"/>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68"/>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68"/>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68"/>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68"/>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68"/>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68"/>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68"/>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68"/>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1" name="Google Shape;16771;p68"/>
          <p:cNvGrpSpPr/>
          <p:nvPr/>
        </p:nvGrpSpPr>
        <p:grpSpPr>
          <a:xfrm>
            <a:off x="7517172" y="2437007"/>
            <a:ext cx="364284" cy="361243"/>
            <a:chOff x="7517172" y="2437007"/>
            <a:chExt cx="364284" cy="361243"/>
          </a:xfrm>
        </p:grpSpPr>
        <p:sp>
          <p:nvSpPr>
            <p:cNvPr id="16772" name="Google Shape;16772;p68"/>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68"/>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68"/>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68"/>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68"/>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68"/>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68"/>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68"/>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68"/>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68"/>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68"/>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68"/>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68"/>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68"/>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68"/>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68"/>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68"/>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68"/>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6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6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68"/>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3" name="Google Shape;16793;p68"/>
          <p:cNvGrpSpPr/>
          <p:nvPr/>
        </p:nvGrpSpPr>
        <p:grpSpPr>
          <a:xfrm>
            <a:off x="8006475" y="2436954"/>
            <a:ext cx="335290" cy="361321"/>
            <a:chOff x="8006475" y="2436954"/>
            <a:chExt cx="335290" cy="361321"/>
          </a:xfrm>
        </p:grpSpPr>
        <p:sp>
          <p:nvSpPr>
            <p:cNvPr id="16794" name="Google Shape;16794;p68"/>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68"/>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68"/>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68"/>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68"/>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68"/>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68"/>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68"/>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68"/>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68"/>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68"/>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68"/>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68"/>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68"/>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68"/>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68"/>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68"/>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68"/>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68"/>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3" name="Google Shape;16813;p68"/>
          <p:cNvGrpSpPr/>
          <p:nvPr/>
        </p:nvGrpSpPr>
        <p:grpSpPr>
          <a:xfrm>
            <a:off x="5596661" y="2909139"/>
            <a:ext cx="394326" cy="349682"/>
            <a:chOff x="5596661" y="2909139"/>
            <a:chExt cx="394326" cy="349682"/>
          </a:xfrm>
        </p:grpSpPr>
        <p:sp>
          <p:nvSpPr>
            <p:cNvPr id="16814" name="Google Shape;16814;p68"/>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68"/>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68"/>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68"/>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68"/>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68"/>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68"/>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68"/>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68"/>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68"/>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68"/>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68"/>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68"/>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68"/>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68"/>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68"/>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0" name="Google Shape;16830;p68"/>
          <p:cNvGrpSpPr/>
          <p:nvPr/>
        </p:nvGrpSpPr>
        <p:grpSpPr>
          <a:xfrm>
            <a:off x="874658" y="2914408"/>
            <a:ext cx="356891" cy="335709"/>
            <a:chOff x="874658" y="2914408"/>
            <a:chExt cx="356891" cy="335709"/>
          </a:xfrm>
        </p:grpSpPr>
        <p:sp>
          <p:nvSpPr>
            <p:cNvPr id="16831" name="Google Shape;16831;p68"/>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68"/>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68"/>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68"/>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68"/>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68"/>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68"/>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68"/>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68"/>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68"/>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68"/>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68"/>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68"/>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68"/>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68"/>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68"/>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68"/>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68"/>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68"/>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68"/>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1" name="Google Shape;16851;p68"/>
          <p:cNvGrpSpPr/>
          <p:nvPr/>
        </p:nvGrpSpPr>
        <p:grpSpPr>
          <a:xfrm>
            <a:off x="4230912" y="2929193"/>
            <a:ext cx="308813" cy="306165"/>
            <a:chOff x="4230912" y="2929193"/>
            <a:chExt cx="308813" cy="306165"/>
          </a:xfrm>
        </p:grpSpPr>
        <p:sp>
          <p:nvSpPr>
            <p:cNvPr id="16852" name="Google Shape;16852;p68"/>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68"/>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68"/>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68"/>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68"/>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68"/>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68"/>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68"/>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68"/>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68"/>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68"/>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68"/>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68"/>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68"/>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68"/>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7" name="Google Shape;16867;p68"/>
          <p:cNvGrpSpPr/>
          <p:nvPr/>
        </p:nvGrpSpPr>
        <p:grpSpPr>
          <a:xfrm>
            <a:off x="4627886" y="3401089"/>
            <a:ext cx="409111" cy="267944"/>
            <a:chOff x="4627886" y="3401089"/>
            <a:chExt cx="409111" cy="267944"/>
          </a:xfrm>
        </p:grpSpPr>
        <p:sp>
          <p:nvSpPr>
            <p:cNvPr id="16868" name="Google Shape;16868;p68"/>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68"/>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68"/>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68"/>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68"/>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68"/>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68"/>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68"/>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68"/>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68"/>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68"/>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9" name="Google Shape;16879;p68"/>
          <p:cNvGrpSpPr/>
          <p:nvPr/>
        </p:nvGrpSpPr>
        <p:grpSpPr>
          <a:xfrm>
            <a:off x="4652476" y="2898915"/>
            <a:ext cx="386016" cy="384495"/>
            <a:chOff x="4652476" y="2898915"/>
            <a:chExt cx="386016" cy="384495"/>
          </a:xfrm>
        </p:grpSpPr>
        <p:sp>
          <p:nvSpPr>
            <p:cNvPr id="16880" name="Google Shape;16880;p68"/>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68"/>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68"/>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68"/>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68"/>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68"/>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68"/>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68"/>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68"/>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9" name="Google Shape;16889;p68"/>
          <p:cNvGrpSpPr/>
          <p:nvPr/>
        </p:nvGrpSpPr>
        <p:grpSpPr>
          <a:xfrm>
            <a:off x="5156931" y="2922194"/>
            <a:ext cx="324699" cy="347611"/>
            <a:chOff x="5156931" y="2922194"/>
            <a:chExt cx="324699" cy="347611"/>
          </a:xfrm>
        </p:grpSpPr>
        <p:sp>
          <p:nvSpPr>
            <p:cNvPr id="16890" name="Google Shape;16890;p68"/>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68"/>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68"/>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68"/>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68"/>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68"/>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68"/>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68"/>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68"/>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68"/>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68"/>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68"/>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68"/>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68"/>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68"/>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68"/>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6" name="Google Shape;16906;p68"/>
          <p:cNvGrpSpPr/>
          <p:nvPr/>
        </p:nvGrpSpPr>
        <p:grpSpPr>
          <a:xfrm>
            <a:off x="6086331" y="2905337"/>
            <a:ext cx="364441" cy="364834"/>
            <a:chOff x="6086331" y="2905337"/>
            <a:chExt cx="364441" cy="364834"/>
          </a:xfrm>
        </p:grpSpPr>
        <p:sp>
          <p:nvSpPr>
            <p:cNvPr id="16907" name="Google Shape;16907;p68"/>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68"/>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68"/>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68"/>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68"/>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68"/>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3" name="Google Shape;16913;p68"/>
          <p:cNvGrpSpPr/>
          <p:nvPr/>
        </p:nvGrpSpPr>
        <p:grpSpPr>
          <a:xfrm>
            <a:off x="6554059" y="2907251"/>
            <a:ext cx="377706" cy="377680"/>
            <a:chOff x="6554059" y="2907251"/>
            <a:chExt cx="377706" cy="377680"/>
          </a:xfrm>
        </p:grpSpPr>
        <p:sp>
          <p:nvSpPr>
            <p:cNvPr id="16914" name="Google Shape;16914;p68"/>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68"/>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68"/>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68"/>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68"/>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68"/>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68"/>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68"/>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68"/>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68"/>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68"/>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68"/>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68"/>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68"/>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68"/>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68"/>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68"/>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68"/>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68"/>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68"/>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68"/>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5" name="Google Shape;16935;p68"/>
          <p:cNvGrpSpPr/>
          <p:nvPr/>
        </p:nvGrpSpPr>
        <p:grpSpPr>
          <a:xfrm>
            <a:off x="7491796" y="2945446"/>
            <a:ext cx="400801" cy="317542"/>
            <a:chOff x="7491796" y="2945446"/>
            <a:chExt cx="400801" cy="317542"/>
          </a:xfrm>
        </p:grpSpPr>
        <p:sp>
          <p:nvSpPr>
            <p:cNvPr id="16936" name="Google Shape;16936;p68"/>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68"/>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68"/>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68"/>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68"/>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68"/>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68"/>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68"/>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68"/>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68"/>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68"/>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68"/>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68"/>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68"/>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68"/>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68"/>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68"/>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68"/>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68"/>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68"/>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68"/>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68"/>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8" name="Google Shape;16958;p68"/>
          <p:cNvGrpSpPr/>
          <p:nvPr/>
        </p:nvGrpSpPr>
        <p:grpSpPr>
          <a:xfrm>
            <a:off x="7045643" y="2907723"/>
            <a:ext cx="345304" cy="365857"/>
            <a:chOff x="7045643" y="2907723"/>
            <a:chExt cx="345304" cy="365857"/>
          </a:xfrm>
        </p:grpSpPr>
        <p:sp>
          <p:nvSpPr>
            <p:cNvPr id="16959" name="Google Shape;16959;p68"/>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68"/>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68"/>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68"/>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68"/>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68"/>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68"/>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68"/>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68"/>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68"/>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68"/>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68"/>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68"/>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68"/>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68"/>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68"/>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68"/>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68"/>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68"/>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8" name="Google Shape;16978;p68"/>
          <p:cNvGrpSpPr/>
          <p:nvPr/>
        </p:nvGrpSpPr>
        <p:grpSpPr>
          <a:xfrm>
            <a:off x="7992843" y="2907251"/>
            <a:ext cx="347794" cy="366328"/>
            <a:chOff x="7992843" y="2907251"/>
            <a:chExt cx="347794" cy="366328"/>
          </a:xfrm>
        </p:grpSpPr>
        <p:sp>
          <p:nvSpPr>
            <p:cNvPr id="16979" name="Google Shape;16979;p68"/>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68"/>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68"/>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68"/>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68"/>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68"/>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68"/>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68"/>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68"/>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68"/>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68"/>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68"/>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68"/>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68"/>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68"/>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68"/>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68"/>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68"/>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68"/>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68"/>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68"/>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68"/>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68"/>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68"/>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68"/>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68"/>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68"/>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68"/>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68"/>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68"/>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68"/>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68"/>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68"/>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2" name="Google Shape;17012;p68"/>
          <p:cNvGrpSpPr/>
          <p:nvPr/>
        </p:nvGrpSpPr>
        <p:grpSpPr>
          <a:xfrm>
            <a:off x="873898" y="1512377"/>
            <a:ext cx="398127" cy="353457"/>
            <a:chOff x="873898" y="1512377"/>
            <a:chExt cx="398127" cy="353457"/>
          </a:xfrm>
        </p:grpSpPr>
        <p:sp>
          <p:nvSpPr>
            <p:cNvPr id="17013" name="Google Shape;17013;p68"/>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68"/>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68"/>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68"/>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68"/>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68"/>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68"/>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68"/>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68"/>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68"/>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68"/>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68"/>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68"/>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68"/>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68"/>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68"/>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68"/>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68"/>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68"/>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2" name="Google Shape;17032;p68"/>
          <p:cNvGrpSpPr/>
          <p:nvPr/>
        </p:nvGrpSpPr>
        <p:grpSpPr>
          <a:xfrm>
            <a:off x="1424125" y="1515680"/>
            <a:ext cx="246762" cy="347139"/>
            <a:chOff x="1424125" y="1515680"/>
            <a:chExt cx="246762" cy="347139"/>
          </a:xfrm>
        </p:grpSpPr>
        <p:sp>
          <p:nvSpPr>
            <p:cNvPr id="17033" name="Google Shape;17033;p68"/>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68"/>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68"/>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68"/>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68"/>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68"/>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68"/>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68"/>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68"/>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68"/>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68"/>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68"/>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68"/>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68"/>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68"/>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68"/>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68"/>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68"/>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68"/>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68"/>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3" name="Google Shape;17053;p68"/>
          <p:cNvGrpSpPr/>
          <p:nvPr/>
        </p:nvGrpSpPr>
        <p:grpSpPr>
          <a:xfrm>
            <a:off x="2319498" y="1512744"/>
            <a:ext cx="352697" cy="352723"/>
            <a:chOff x="2319498" y="1512744"/>
            <a:chExt cx="352697" cy="352723"/>
          </a:xfrm>
        </p:grpSpPr>
        <p:sp>
          <p:nvSpPr>
            <p:cNvPr id="17054" name="Google Shape;17054;p68"/>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68"/>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68"/>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68"/>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68"/>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68"/>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68"/>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68"/>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68"/>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68"/>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68"/>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68"/>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68"/>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68"/>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68"/>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68"/>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68"/>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68"/>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68"/>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3" name="Google Shape;17073;p68"/>
          <p:cNvGrpSpPr/>
          <p:nvPr/>
        </p:nvGrpSpPr>
        <p:grpSpPr>
          <a:xfrm>
            <a:off x="4236601" y="1512666"/>
            <a:ext cx="312981" cy="352697"/>
            <a:chOff x="4236601" y="1512666"/>
            <a:chExt cx="312981" cy="352697"/>
          </a:xfrm>
        </p:grpSpPr>
        <p:sp>
          <p:nvSpPr>
            <p:cNvPr id="17074" name="Google Shape;17074;p68"/>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68"/>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68"/>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68"/>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68"/>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68"/>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68"/>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68"/>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68"/>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68"/>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68"/>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68"/>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68"/>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68"/>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8" name="Google Shape;17088;p68"/>
          <p:cNvGrpSpPr/>
          <p:nvPr/>
        </p:nvGrpSpPr>
        <p:grpSpPr>
          <a:xfrm>
            <a:off x="849675" y="3347716"/>
            <a:ext cx="346300" cy="375818"/>
            <a:chOff x="849675" y="3347716"/>
            <a:chExt cx="346300" cy="375818"/>
          </a:xfrm>
        </p:grpSpPr>
        <p:sp>
          <p:nvSpPr>
            <p:cNvPr id="17089" name="Google Shape;17089;p68"/>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68"/>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68"/>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68"/>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68"/>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68"/>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68"/>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68"/>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68"/>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68"/>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68"/>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68"/>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68"/>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68"/>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68"/>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68"/>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68"/>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6" name="Google Shape;17106;p68"/>
          <p:cNvGrpSpPr/>
          <p:nvPr/>
        </p:nvGrpSpPr>
        <p:grpSpPr>
          <a:xfrm>
            <a:off x="1324219" y="3399202"/>
            <a:ext cx="376578" cy="272846"/>
            <a:chOff x="1324219" y="3399202"/>
            <a:chExt cx="376578" cy="272846"/>
          </a:xfrm>
        </p:grpSpPr>
        <p:sp>
          <p:nvSpPr>
            <p:cNvPr id="17107" name="Google Shape;17107;p68"/>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68"/>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68"/>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68"/>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68"/>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68"/>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68"/>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68"/>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68"/>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68"/>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68"/>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68"/>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68"/>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68"/>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68"/>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68"/>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68"/>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68"/>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68"/>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68"/>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68"/>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68"/>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68"/>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68"/>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68"/>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68"/>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68"/>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68"/>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68"/>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68"/>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68"/>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68"/>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68"/>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0" name="Google Shape;17140;p68"/>
          <p:cNvGrpSpPr/>
          <p:nvPr/>
        </p:nvGrpSpPr>
        <p:grpSpPr>
          <a:xfrm>
            <a:off x="1798763" y="3395401"/>
            <a:ext cx="376185" cy="280448"/>
            <a:chOff x="1798763" y="3395401"/>
            <a:chExt cx="376185" cy="280448"/>
          </a:xfrm>
        </p:grpSpPr>
        <p:sp>
          <p:nvSpPr>
            <p:cNvPr id="17141" name="Google Shape;17141;p68"/>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68"/>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68"/>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68"/>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68"/>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68"/>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68"/>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68"/>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68"/>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68"/>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68"/>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68"/>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68"/>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68"/>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68"/>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68"/>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68"/>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68"/>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68"/>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68"/>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68"/>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68"/>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68"/>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68"/>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68"/>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68"/>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68"/>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68"/>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68"/>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68"/>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68"/>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2" name="Google Shape;17172;p68"/>
          <p:cNvGrpSpPr/>
          <p:nvPr/>
        </p:nvGrpSpPr>
        <p:grpSpPr>
          <a:xfrm>
            <a:off x="2273307" y="3378754"/>
            <a:ext cx="375818" cy="313374"/>
            <a:chOff x="2273307" y="3378754"/>
            <a:chExt cx="375818" cy="313374"/>
          </a:xfrm>
        </p:grpSpPr>
        <p:sp>
          <p:nvSpPr>
            <p:cNvPr id="17173" name="Google Shape;17173;p68"/>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68"/>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68"/>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68"/>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68"/>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68"/>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68"/>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68"/>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68"/>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68"/>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68"/>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68"/>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68"/>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68"/>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68"/>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68"/>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68"/>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68"/>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68"/>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68"/>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68"/>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68"/>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68"/>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68"/>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68"/>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68"/>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68"/>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68"/>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68"/>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68"/>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68"/>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68"/>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68"/>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68"/>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68"/>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68"/>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68"/>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68"/>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68"/>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68"/>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68"/>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68"/>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68"/>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68"/>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68"/>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68"/>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68"/>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68"/>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68"/>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68"/>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68"/>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68"/>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68"/>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68"/>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68"/>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68"/>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68"/>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68"/>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68"/>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68"/>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68"/>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68"/>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68"/>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68"/>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68"/>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68"/>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68"/>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68"/>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68"/>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68"/>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68"/>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68"/>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68"/>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68"/>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68"/>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68"/>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68"/>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68"/>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68"/>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68"/>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68"/>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68"/>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68"/>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68"/>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7" name="Google Shape;17257;p68"/>
          <p:cNvGrpSpPr/>
          <p:nvPr/>
        </p:nvGrpSpPr>
        <p:grpSpPr>
          <a:xfrm>
            <a:off x="2747484" y="3359460"/>
            <a:ext cx="377706" cy="352330"/>
            <a:chOff x="2747484" y="3359460"/>
            <a:chExt cx="377706" cy="352330"/>
          </a:xfrm>
        </p:grpSpPr>
        <p:sp>
          <p:nvSpPr>
            <p:cNvPr id="17258" name="Google Shape;17258;p68"/>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68"/>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68"/>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68"/>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68"/>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68"/>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68"/>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68"/>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68"/>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68"/>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68"/>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68"/>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68"/>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68"/>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68"/>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3" name="Google Shape;17273;p68"/>
          <p:cNvGrpSpPr/>
          <p:nvPr/>
        </p:nvGrpSpPr>
        <p:grpSpPr>
          <a:xfrm>
            <a:off x="3696205" y="3371938"/>
            <a:ext cx="375792" cy="327373"/>
            <a:chOff x="3696205" y="3371938"/>
            <a:chExt cx="375792" cy="327373"/>
          </a:xfrm>
        </p:grpSpPr>
        <p:sp>
          <p:nvSpPr>
            <p:cNvPr id="17274" name="Google Shape;17274;p68"/>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68"/>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68"/>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68"/>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68"/>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68"/>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68"/>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68"/>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68"/>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68"/>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68"/>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68"/>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68"/>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68"/>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68"/>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68"/>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68"/>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68"/>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68"/>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68"/>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68"/>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68"/>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68"/>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7" name="Google Shape;17297;p68"/>
          <p:cNvGrpSpPr/>
          <p:nvPr/>
        </p:nvGrpSpPr>
        <p:grpSpPr>
          <a:xfrm>
            <a:off x="6567324" y="2436849"/>
            <a:ext cx="366722" cy="342892"/>
            <a:chOff x="6567324" y="2436849"/>
            <a:chExt cx="366722" cy="342892"/>
          </a:xfrm>
        </p:grpSpPr>
        <p:sp>
          <p:nvSpPr>
            <p:cNvPr id="17298" name="Google Shape;17298;p68"/>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68"/>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68"/>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68"/>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68"/>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68"/>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68"/>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68"/>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68"/>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68"/>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68"/>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68"/>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0" name="Google Shape;17310;p68"/>
          <p:cNvGrpSpPr/>
          <p:nvPr/>
        </p:nvGrpSpPr>
        <p:grpSpPr>
          <a:xfrm>
            <a:off x="4208970" y="3361347"/>
            <a:ext cx="299349" cy="348188"/>
            <a:chOff x="4208970" y="3361347"/>
            <a:chExt cx="299349" cy="348188"/>
          </a:xfrm>
        </p:grpSpPr>
        <p:sp>
          <p:nvSpPr>
            <p:cNvPr id="17311" name="Google Shape;17311;p68"/>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68"/>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68"/>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68"/>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68"/>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68"/>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68"/>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68"/>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68"/>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68"/>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68"/>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68"/>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68"/>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68"/>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5" name="Google Shape;17325;p68"/>
          <p:cNvGrpSpPr/>
          <p:nvPr/>
        </p:nvGrpSpPr>
        <p:grpSpPr>
          <a:xfrm>
            <a:off x="2786833" y="1512351"/>
            <a:ext cx="366722" cy="353667"/>
            <a:chOff x="2786833" y="1512351"/>
            <a:chExt cx="366722" cy="353667"/>
          </a:xfrm>
        </p:grpSpPr>
        <p:sp>
          <p:nvSpPr>
            <p:cNvPr id="17326" name="Google Shape;17326;p68"/>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68"/>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68"/>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68"/>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68"/>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68"/>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68"/>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68"/>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68"/>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68"/>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68"/>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68"/>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68"/>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68"/>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68"/>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68"/>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68"/>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68"/>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68"/>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68"/>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6" name="Google Shape;17346;p68"/>
          <p:cNvGrpSpPr/>
          <p:nvPr/>
        </p:nvGrpSpPr>
        <p:grpSpPr>
          <a:xfrm>
            <a:off x="1845321" y="1512744"/>
            <a:ext cx="352723" cy="353090"/>
            <a:chOff x="1845321" y="1512744"/>
            <a:chExt cx="352723" cy="353090"/>
          </a:xfrm>
        </p:grpSpPr>
        <p:sp>
          <p:nvSpPr>
            <p:cNvPr id="17347" name="Google Shape;17347;p68"/>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68"/>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68"/>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68"/>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68"/>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68"/>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68"/>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68"/>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68"/>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68"/>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68"/>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8" name="Google Shape;17358;p68"/>
          <p:cNvGrpSpPr/>
          <p:nvPr/>
        </p:nvGrpSpPr>
        <p:grpSpPr>
          <a:xfrm>
            <a:off x="3214452" y="3340533"/>
            <a:ext cx="392465" cy="389896"/>
            <a:chOff x="3214452" y="3340533"/>
            <a:chExt cx="392465" cy="389896"/>
          </a:xfrm>
        </p:grpSpPr>
        <p:sp>
          <p:nvSpPr>
            <p:cNvPr id="17359" name="Google Shape;17359;p68"/>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68"/>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68"/>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68"/>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68"/>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68"/>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68"/>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68"/>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68"/>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68"/>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68"/>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68"/>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68"/>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68"/>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68"/>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68"/>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68"/>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68"/>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68"/>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68"/>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68"/>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68"/>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68"/>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68"/>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68"/>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4" name="Google Shape;17384;p68"/>
          <p:cNvGrpSpPr/>
          <p:nvPr/>
        </p:nvGrpSpPr>
        <p:grpSpPr>
          <a:xfrm>
            <a:off x="3327229" y="1499899"/>
            <a:ext cx="234650" cy="378440"/>
            <a:chOff x="3327229" y="1499899"/>
            <a:chExt cx="234650" cy="378440"/>
          </a:xfrm>
        </p:grpSpPr>
        <p:sp>
          <p:nvSpPr>
            <p:cNvPr id="17385" name="Google Shape;17385;p68"/>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68"/>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68"/>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68"/>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68"/>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68"/>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68"/>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68"/>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68"/>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68"/>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68"/>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68"/>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68"/>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68"/>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68"/>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68"/>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68"/>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68"/>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68"/>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68"/>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68"/>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6" name="Google Shape;17406;p68"/>
          <p:cNvGrpSpPr/>
          <p:nvPr/>
        </p:nvGrpSpPr>
        <p:grpSpPr>
          <a:xfrm>
            <a:off x="3735553" y="1530151"/>
            <a:ext cx="366722" cy="317962"/>
            <a:chOff x="3735553" y="1530151"/>
            <a:chExt cx="366722" cy="317962"/>
          </a:xfrm>
        </p:grpSpPr>
        <p:sp>
          <p:nvSpPr>
            <p:cNvPr id="17407" name="Google Shape;17407;p68"/>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68"/>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68"/>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68"/>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68"/>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68"/>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68"/>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68"/>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68"/>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68"/>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68"/>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68"/>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9" name="Google Shape;17419;p68"/>
          <p:cNvGrpSpPr/>
          <p:nvPr/>
        </p:nvGrpSpPr>
        <p:grpSpPr>
          <a:xfrm>
            <a:off x="866322" y="2469775"/>
            <a:ext cx="379226" cy="322733"/>
            <a:chOff x="866322" y="2469775"/>
            <a:chExt cx="379226" cy="322733"/>
          </a:xfrm>
        </p:grpSpPr>
        <p:sp>
          <p:nvSpPr>
            <p:cNvPr id="17420" name="Google Shape;17420;p68"/>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68"/>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68"/>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68"/>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68"/>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68"/>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68"/>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68"/>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68"/>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68"/>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68"/>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68"/>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68"/>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68"/>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68"/>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68"/>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68"/>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68"/>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68"/>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68"/>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68"/>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68"/>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68"/>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68"/>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68"/>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68"/>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6" name="Google Shape;17446;p68"/>
          <p:cNvGrpSpPr/>
          <p:nvPr/>
        </p:nvGrpSpPr>
        <p:grpSpPr>
          <a:xfrm>
            <a:off x="1328387" y="2500814"/>
            <a:ext cx="404183" cy="289151"/>
            <a:chOff x="1328387" y="2500814"/>
            <a:chExt cx="404183" cy="289151"/>
          </a:xfrm>
        </p:grpSpPr>
        <p:sp>
          <p:nvSpPr>
            <p:cNvPr id="17447" name="Google Shape;17447;p68"/>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68"/>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68"/>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68"/>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68"/>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68"/>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68"/>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68"/>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68"/>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68"/>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68"/>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68"/>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68"/>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68"/>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68"/>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68"/>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68"/>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68"/>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68"/>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68"/>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68"/>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68"/>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68"/>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68"/>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68"/>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68"/>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68"/>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68"/>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68"/>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6" name="Google Shape;17476;p68"/>
          <p:cNvGrpSpPr/>
          <p:nvPr/>
        </p:nvGrpSpPr>
        <p:grpSpPr>
          <a:xfrm>
            <a:off x="1821465" y="2495702"/>
            <a:ext cx="365988" cy="270801"/>
            <a:chOff x="1821465" y="2495702"/>
            <a:chExt cx="365988" cy="270801"/>
          </a:xfrm>
        </p:grpSpPr>
        <p:sp>
          <p:nvSpPr>
            <p:cNvPr id="17477" name="Google Shape;17477;p68"/>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68"/>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68"/>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68"/>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68"/>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68"/>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68"/>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4" name="Google Shape;17484;p68"/>
          <p:cNvGrpSpPr/>
          <p:nvPr/>
        </p:nvGrpSpPr>
        <p:grpSpPr>
          <a:xfrm>
            <a:off x="3725723" y="2455776"/>
            <a:ext cx="354977" cy="351202"/>
            <a:chOff x="3725723" y="2455776"/>
            <a:chExt cx="354977" cy="351202"/>
          </a:xfrm>
        </p:grpSpPr>
        <p:sp>
          <p:nvSpPr>
            <p:cNvPr id="17485" name="Google Shape;17485;p68"/>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68"/>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68"/>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68"/>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68"/>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68"/>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68"/>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68"/>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68"/>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68"/>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68"/>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68"/>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68"/>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8" name="Google Shape;17498;p68"/>
          <p:cNvGrpSpPr/>
          <p:nvPr/>
        </p:nvGrpSpPr>
        <p:grpSpPr>
          <a:xfrm>
            <a:off x="5226165" y="1977641"/>
            <a:ext cx="230482" cy="388847"/>
            <a:chOff x="5226165" y="1977641"/>
            <a:chExt cx="230482" cy="388847"/>
          </a:xfrm>
        </p:grpSpPr>
        <p:sp>
          <p:nvSpPr>
            <p:cNvPr id="17499" name="Google Shape;17499;p68"/>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68"/>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68"/>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68"/>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68"/>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68"/>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68"/>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68"/>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68"/>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68"/>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68"/>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68"/>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1" name="Google Shape;17511;p68"/>
          <p:cNvGrpSpPr/>
          <p:nvPr/>
        </p:nvGrpSpPr>
        <p:grpSpPr>
          <a:xfrm>
            <a:off x="5632602" y="2025510"/>
            <a:ext cx="370130" cy="287264"/>
            <a:chOff x="5632602" y="2025510"/>
            <a:chExt cx="370130" cy="287264"/>
          </a:xfrm>
        </p:grpSpPr>
        <p:sp>
          <p:nvSpPr>
            <p:cNvPr id="17512" name="Google Shape;17512;p68"/>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68"/>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68"/>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68"/>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68"/>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68"/>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68"/>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68"/>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68"/>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68"/>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68"/>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68"/>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68"/>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68"/>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68"/>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68"/>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68"/>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68"/>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0" name="Google Shape;17530;p68"/>
          <p:cNvGrpSpPr/>
          <p:nvPr/>
        </p:nvGrpSpPr>
        <p:grpSpPr>
          <a:xfrm>
            <a:off x="4212378" y="2456537"/>
            <a:ext cx="331515" cy="330021"/>
            <a:chOff x="4212378" y="2456537"/>
            <a:chExt cx="331515" cy="330021"/>
          </a:xfrm>
        </p:grpSpPr>
        <p:sp>
          <p:nvSpPr>
            <p:cNvPr id="17531" name="Google Shape;17531;p68"/>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68"/>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68"/>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68"/>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68"/>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68"/>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68"/>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68"/>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68"/>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0" name="Google Shape;17540;p68"/>
          <p:cNvGrpSpPr/>
          <p:nvPr/>
        </p:nvGrpSpPr>
        <p:grpSpPr>
          <a:xfrm>
            <a:off x="6176013" y="1977825"/>
            <a:ext cx="235411" cy="347427"/>
            <a:chOff x="6176013" y="1977825"/>
            <a:chExt cx="235411" cy="347427"/>
          </a:xfrm>
        </p:grpSpPr>
        <p:sp>
          <p:nvSpPr>
            <p:cNvPr id="17541" name="Google Shape;17541;p68"/>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68"/>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68"/>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68"/>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68"/>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68"/>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68"/>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68"/>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68"/>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68"/>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68"/>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68"/>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68"/>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68"/>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68"/>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68"/>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68"/>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8" name="Google Shape;17558;p68"/>
          <p:cNvGrpSpPr/>
          <p:nvPr/>
        </p:nvGrpSpPr>
        <p:grpSpPr>
          <a:xfrm>
            <a:off x="6652077" y="1977458"/>
            <a:ext cx="235778" cy="347794"/>
            <a:chOff x="6652077" y="1977458"/>
            <a:chExt cx="235778" cy="347794"/>
          </a:xfrm>
        </p:grpSpPr>
        <p:sp>
          <p:nvSpPr>
            <p:cNvPr id="17559" name="Google Shape;17559;p68"/>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68"/>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68"/>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68"/>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68"/>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68"/>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68"/>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68"/>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68"/>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68"/>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68"/>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68"/>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68"/>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68"/>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68"/>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68"/>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5" name="Google Shape;17575;p68"/>
          <p:cNvGrpSpPr/>
          <p:nvPr/>
        </p:nvGrpSpPr>
        <p:grpSpPr>
          <a:xfrm>
            <a:off x="7072513" y="1997512"/>
            <a:ext cx="394352" cy="308052"/>
            <a:chOff x="7072513" y="1997512"/>
            <a:chExt cx="394352" cy="308052"/>
          </a:xfrm>
        </p:grpSpPr>
        <p:sp>
          <p:nvSpPr>
            <p:cNvPr id="17576" name="Google Shape;17576;p68"/>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68"/>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68"/>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68"/>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68"/>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68"/>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68"/>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68"/>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68"/>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68"/>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68"/>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7" name="Google Shape;17587;p68"/>
          <p:cNvGrpSpPr/>
          <p:nvPr/>
        </p:nvGrpSpPr>
        <p:grpSpPr>
          <a:xfrm>
            <a:off x="7576208" y="1977825"/>
            <a:ext cx="292533" cy="347454"/>
            <a:chOff x="7576208" y="1977825"/>
            <a:chExt cx="292533" cy="347454"/>
          </a:xfrm>
        </p:grpSpPr>
        <p:sp>
          <p:nvSpPr>
            <p:cNvPr id="17588" name="Google Shape;17588;p68"/>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68"/>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68"/>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68"/>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68"/>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68"/>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68"/>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68"/>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68"/>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68"/>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68"/>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68"/>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68"/>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1" name="Google Shape;17601;p68"/>
          <p:cNvGrpSpPr/>
          <p:nvPr/>
        </p:nvGrpSpPr>
        <p:grpSpPr>
          <a:xfrm>
            <a:off x="8023882" y="1977458"/>
            <a:ext cx="320557" cy="347794"/>
            <a:chOff x="8023882" y="1977458"/>
            <a:chExt cx="320557" cy="347794"/>
          </a:xfrm>
        </p:grpSpPr>
        <p:sp>
          <p:nvSpPr>
            <p:cNvPr id="17602" name="Google Shape;17602;p68"/>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68"/>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68"/>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68"/>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68"/>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68"/>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68"/>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68"/>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68"/>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68"/>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68"/>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68"/>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68"/>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68"/>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68"/>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68"/>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68"/>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68"/>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68"/>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68"/>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68"/>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68"/>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68"/>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68"/>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68"/>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68"/>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68"/>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68"/>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68"/>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68"/>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68"/>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68"/>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68"/>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68"/>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68"/>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68"/>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68"/>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68"/>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68"/>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68"/>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2" name="Google Shape;17642;p68"/>
          <p:cNvGrpSpPr/>
          <p:nvPr/>
        </p:nvGrpSpPr>
        <p:grpSpPr>
          <a:xfrm>
            <a:off x="5627674" y="2444819"/>
            <a:ext cx="345147" cy="342630"/>
            <a:chOff x="5627674" y="2444819"/>
            <a:chExt cx="345147" cy="342630"/>
          </a:xfrm>
        </p:grpSpPr>
        <p:sp>
          <p:nvSpPr>
            <p:cNvPr id="17643" name="Google Shape;17643;p68"/>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68"/>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68"/>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68"/>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68"/>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8" name="Google Shape;17648;p68"/>
          <p:cNvGrpSpPr/>
          <p:nvPr/>
        </p:nvGrpSpPr>
        <p:grpSpPr>
          <a:xfrm>
            <a:off x="4653996" y="2440257"/>
            <a:ext cx="396607" cy="348555"/>
            <a:chOff x="4653996" y="2440257"/>
            <a:chExt cx="396607" cy="348555"/>
          </a:xfrm>
        </p:grpSpPr>
        <p:sp>
          <p:nvSpPr>
            <p:cNvPr id="17649" name="Google Shape;17649;p68"/>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68"/>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68"/>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68"/>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68"/>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68"/>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68"/>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68"/>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68"/>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68"/>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68"/>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68"/>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68"/>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68"/>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68"/>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68"/>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68"/>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68"/>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7" name="Google Shape;17667;p68"/>
          <p:cNvGrpSpPr/>
          <p:nvPr/>
        </p:nvGrpSpPr>
        <p:grpSpPr>
          <a:xfrm>
            <a:off x="1854391" y="2895140"/>
            <a:ext cx="301630" cy="374272"/>
            <a:chOff x="1854391" y="2895140"/>
            <a:chExt cx="301630" cy="374272"/>
          </a:xfrm>
        </p:grpSpPr>
        <p:sp>
          <p:nvSpPr>
            <p:cNvPr id="17668" name="Google Shape;17668;p68"/>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68"/>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68"/>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68"/>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68"/>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68"/>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68"/>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68"/>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68"/>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68"/>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68"/>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68"/>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68"/>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68"/>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68"/>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68"/>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68"/>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68"/>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68"/>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68"/>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68"/>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68"/>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68"/>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68"/>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68"/>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68"/>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68"/>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68"/>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68"/>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68"/>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68"/>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68"/>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68"/>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68"/>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68"/>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68"/>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68"/>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68"/>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68"/>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68"/>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68"/>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68"/>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68"/>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68"/>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68"/>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68"/>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68"/>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68"/>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68"/>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7" name="Google Shape;17717;p68"/>
          <p:cNvGrpSpPr/>
          <p:nvPr/>
        </p:nvGrpSpPr>
        <p:grpSpPr>
          <a:xfrm>
            <a:off x="5172817" y="2438370"/>
            <a:ext cx="289518" cy="357651"/>
            <a:chOff x="5172817" y="2438370"/>
            <a:chExt cx="289518" cy="357651"/>
          </a:xfrm>
        </p:grpSpPr>
        <p:sp>
          <p:nvSpPr>
            <p:cNvPr id="17718" name="Google Shape;17718;p68"/>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68"/>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68"/>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68"/>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68"/>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68"/>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68"/>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68"/>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68"/>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68"/>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68"/>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9" name="Google Shape;17729;p68"/>
          <p:cNvGrpSpPr/>
          <p:nvPr/>
        </p:nvGrpSpPr>
        <p:grpSpPr>
          <a:xfrm>
            <a:off x="3234506" y="2484534"/>
            <a:ext cx="388297" cy="293320"/>
            <a:chOff x="3234506" y="2484534"/>
            <a:chExt cx="388297" cy="293320"/>
          </a:xfrm>
        </p:grpSpPr>
        <p:sp>
          <p:nvSpPr>
            <p:cNvPr id="17730" name="Google Shape;17730;p68"/>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68"/>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68"/>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68"/>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68"/>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68"/>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68"/>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68"/>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68"/>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68"/>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68"/>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68"/>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68"/>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68"/>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68"/>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68"/>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6" name="Google Shape;17746;p68"/>
          <p:cNvGrpSpPr/>
          <p:nvPr/>
        </p:nvGrpSpPr>
        <p:grpSpPr>
          <a:xfrm>
            <a:off x="6065149" y="3367036"/>
            <a:ext cx="362553" cy="356498"/>
            <a:chOff x="6065149" y="3367036"/>
            <a:chExt cx="362553" cy="356498"/>
          </a:xfrm>
        </p:grpSpPr>
        <p:sp>
          <p:nvSpPr>
            <p:cNvPr id="17747" name="Google Shape;17747;p68"/>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68"/>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68"/>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68"/>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68"/>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2" name="Google Shape;17752;p68"/>
          <p:cNvGrpSpPr/>
          <p:nvPr/>
        </p:nvGrpSpPr>
        <p:grpSpPr>
          <a:xfrm>
            <a:off x="2866317" y="3817357"/>
            <a:ext cx="362920" cy="356865"/>
            <a:chOff x="2866317" y="3817357"/>
            <a:chExt cx="362920" cy="356865"/>
          </a:xfrm>
        </p:grpSpPr>
        <p:sp>
          <p:nvSpPr>
            <p:cNvPr id="17753" name="Google Shape;17753;p6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6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6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6" name="Google Shape;17756;p68"/>
          <p:cNvGrpSpPr/>
          <p:nvPr/>
        </p:nvGrpSpPr>
        <p:grpSpPr>
          <a:xfrm>
            <a:off x="6540821" y="3367036"/>
            <a:ext cx="362553" cy="356498"/>
            <a:chOff x="6540821" y="3367036"/>
            <a:chExt cx="362553" cy="356498"/>
          </a:xfrm>
        </p:grpSpPr>
        <p:sp>
          <p:nvSpPr>
            <p:cNvPr id="17757" name="Google Shape;17757;p68"/>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68"/>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68"/>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68"/>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68"/>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68"/>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68"/>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4" name="Google Shape;17764;p68"/>
          <p:cNvGrpSpPr/>
          <p:nvPr/>
        </p:nvGrpSpPr>
        <p:grpSpPr>
          <a:xfrm>
            <a:off x="2302458" y="2474704"/>
            <a:ext cx="354479" cy="312561"/>
            <a:chOff x="2302458" y="2474704"/>
            <a:chExt cx="354479" cy="312561"/>
          </a:xfrm>
        </p:grpSpPr>
        <p:sp>
          <p:nvSpPr>
            <p:cNvPr id="17765" name="Google Shape;17765;p68"/>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68"/>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68"/>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68"/>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68"/>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68"/>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68"/>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68"/>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68"/>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68"/>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68"/>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68"/>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7" name="Google Shape;17777;p68"/>
          <p:cNvGrpSpPr/>
          <p:nvPr/>
        </p:nvGrpSpPr>
        <p:grpSpPr>
          <a:xfrm>
            <a:off x="2831110" y="2442538"/>
            <a:ext cx="246002" cy="348922"/>
            <a:chOff x="2831110" y="2442538"/>
            <a:chExt cx="246002" cy="348922"/>
          </a:xfrm>
        </p:grpSpPr>
        <p:sp>
          <p:nvSpPr>
            <p:cNvPr id="17778" name="Google Shape;17778;p68"/>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68"/>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68"/>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68"/>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68"/>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68"/>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68"/>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68"/>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68"/>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68"/>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68"/>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68"/>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68"/>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68"/>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2" name="Google Shape;17792;p68"/>
          <p:cNvGrpSpPr/>
          <p:nvPr/>
        </p:nvGrpSpPr>
        <p:grpSpPr>
          <a:xfrm>
            <a:off x="3314750" y="3817357"/>
            <a:ext cx="362920" cy="356865"/>
            <a:chOff x="3314750" y="3817357"/>
            <a:chExt cx="362920" cy="356865"/>
          </a:xfrm>
        </p:grpSpPr>
        <p:sp>
          <p:nvSpPr>
            <p:cNvPr id="17793" name="Google Shape;17793;p6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6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68"/>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68"/>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68"/>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8" name="Google Shape;17798;p68"/>
          <p:cNvGrpSpPr/>
          <p:nvPr/>
        </p:nvGrpSpPr>
        <p:grpSpPr>
          <a:xfrm>
            <a:off x="7016492" y="3367036"/>
            <a:ext cx="362947" cy="356498"/>
            <a:chOff x="7016492" y="3367036"/>
            <a:chExt cx="362947" cy="356498"/>
          </a:xfrm>
        </p:grpSpPr>
        <p:sp>
          <p:nvSpPr>
            <p:cNvPr id="17799" name="Google Shape;17799;p68"/>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68"/>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68"/>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68"/>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68"/>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68"/>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5" name="Google Shape;17805;p68"/>
          <p:cNvGrpSpPr/>
          <p:nvPr/>
        </p:nvGrpSpPr>
        <p:grpSpPr>
          <a:xfrm>
            <a:off x="3763184" y="3817357"/>
            <a:ext cx="363314" cy="356576"/>
            <a:chOff x="3763184" y="3817357"/>
            <a:chExt cx="363314" cy="356576"/>
          </a:xfrm>
        </p:grpSpPr>
        <p:sp>
          <p:nvSpPr>
            <p:cNvPr id="17806" name="Google Shape;17806;p6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6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6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6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6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1" name="Google Shape;17811;p68"/>
          <p:cNvGrpSpPr/>
          <p:nvPr/>
        </p:nvGrpSpPr>
        <p:grpSpPr>
          <a:xfrm>
            <a:off x="5108852" y="3817357"/>
            <a:ext cx="362947" cy="356576"/>
            <a:chOff x="5108852" y="3817357"/>
            <a:chExt cx="362947" cy="356576"/>
          </a:xfrm>
        </p:grpSpPr>
        <p:sp>
          <p:nvSpPr>
            <p:cNvPr id="17812" name="Google Shape;17812;p68"/>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68"/>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68"/>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68"/>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6" name="Google Shape;17816;p68"/>
          <p:cNvGrpSpPr/>
          <p:nvPr/>
        </p:nvGrpSpPr>
        <p:grpSpPr>
          <a:xfrm>
            <a:off x="6005720" y="3817357"/>
            <a:ext cx="362947" cy="356576"/>
            <a:chOff x="6005720" y="3817357"/>
            <a:chExt cx="362947" cy="356576"/>
          </a:xfrm>
        </p:grpSpPr>
        <p:sp>
          <p:nvSpPr>
            <p:cNvPr id="17817" name="Google Shape;17817;p68"/>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68"/>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68"/>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68"/>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1" name="Google Shape;17821;p68"/>
          <p:cNvGrpSpPr/>
          <p:nvPr/>
        </p:nvGrpSpPr>
        <p:grpSpPr>
          <a:xfrm>
            <a:off x="5589452" y="3367036"/>
            <a:ext cx="362580" cy="356498"/>
            <a:chOff x="5589452" y="3367036"/>
            <a:chExt cx="362580" cy="356498"/>
          </a:xfrm>
        </p:grpSpPr>
        <p:sp>
          <p:nvSpPr>
            <p:cNvPr id="17822" name="Google Shape;17822;p68"/>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68"/>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68"/>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5" name="Google Shape;17825;p68"/>
          <p:cNvGrpSpPr/>
          <p:nvPr/>
        </p:nvGrpSpPr>
        <p:grpSpPr>
          <a:xfrm>
            <a:off x="4211985" y="3817357"/>
            <a:ext cx="362947" cy="356576"/>
            <a:chOff x="4211985" y="3817357"/>
            <a:chExt cx="362947" cy="356576"/>
          </a:xfrm>
        </p:grpSpPr>
        <p:sp>
          <p:nvSpPr>
            <p:cNvPr id="17826" name="Google Shape;17826;p68"/>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68"/>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6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9" name="Google Shape;17829;p68"/>
          <p:cNvGrpSpPr/>
          <p:nvPr/>
        </p:nvGrpSpPr>
        <p:grpSpPr>
          <a:xfrm>
            <a:off x="4660419" y="3817357"/>
            <a:ext cx="362947" cy="356576"/>
            <a:chOff x="4660419" y="3817357"/>
            <a:chExt cx="362947" cy="356576"/>
          </a:xfrm>
        </p:grpSpPr>
        <p:sp>
          <p:nvSpPr>
            <p:cNvPr id="17830" name="Google Shape;17830;p68"/>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68"/>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68"/>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68"/>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68"/>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5" name="Google Shape;17835;p68"/>
          <p:cNvGrpSpPr/>
          <p:nvPr/>
        </p:nvGrpSpPr>
        <p:grpSpPr>
          <a:xfrm>
            <a:off x="5557286" y="3817357"/>
            <a:ext cx="362947" cy="356576"/>
            <a:chOff x="5557286" y="3817357"/>
            <a:chExt cx="362947" cy="356576"/>
          </a:xfrm>
        </p:grpSpPr>
        <p:sp>
          <p:nvSpPr>
            <p:cNvPr id="17836" name="Google Shape;17836;p68"/>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68"/>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68"/>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68"/>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0" name="Google Shape;17840;p68"/>
          <p:cNvGrpSpPr/>
          <p:nvPr/>
        </p:nvGrpSpPr>
        <p:grpSpPr>
          <a:xfrm>
            <a:off x="7488021" y="3362475"/>
            <a:ext cx="372017" cy="365621"/>
            <a:chOff x="7488021" y="3362475"/>
            <a:chExt cx="372017" cy="365621"/>
          </a:xfrm>
        </p:grpSpPr>
        <p:sp>
          <p:nvSpPr>
            <p:cNvPr id="17841" name="Google Shape;17841;p68"/>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68"/>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68"/>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68"/>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68"/>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68"/>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68"/>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68"/>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68"/>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68"/>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1" name="Google Shape;17851;p68"/>
          <p:cNvGrpSpPr/>
          <p:nvPr/>
        </p:nvGrpSpPr>
        <p:grpSpPr>
          <a:xfrm>
            <a:off x="5113781" y="3367036"/>
            <a:ext cx="362553" cy="356498"/>
            <a:chOff x="5113781" y="3367036"/>
            <a:chExt cx="362553" cy="356498"/>
          </a:xfrm>
        </p:grpSpPr>
        <p:sp>
          <p:nvSpPr>
            <p:cNvPr id="17852" name="Google Shape;17852;p68"/>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68"/>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54" name="Google Shape;17854;p68"/>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55" name="Google Shape;17855;p68"/>
          <p:cNvGrpSpPr/>
          <p:nvPr/>
        </p:nvGrpSpPr>
        <p:grpSpPr>
          <a:xfrm>
            <a:off x="7968621" y="3365489"/>
            <a:ext cx="375818" cy="357651"/>
            <a:chOff x="7968621" y="3365489"/>
            <a:chExt cx="375818" cy="357651"/>
          </a:xfrm>
        </p:grpSpPr>
        <p:sp>
          <p:nvSpPr>
            <p:cNvPr id="17856" name="Google Shape;17856;p68"/>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68"/>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68"/>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68"/>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68"/>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68"/>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68"/>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68"/>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68"/>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68"/>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68"/>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68"/>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871" name="Shape 17871"/>
        <p:cNvGrpSpPr/>
        <p:nvPr/>
      </p:nvGrpSpPr>
      <p:grpSpPr>
        <a:xfrm>
          <a:off x="0" y="0"/>
          <a:ext cx="0" cy="0"/>
          <a:chOff x="0" y="0"/>
          <a:chExt cx="0" cy="0"/>
        </a:xfrm>
      </p:grpSpPr>
      <p:pic>
        <p:nvPicPr>
          <p:cNvPr id="17872" name="Google Shape;17872;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Virtual Slides for Education Day by Slidesgo">
  <a:themeElements>
    <a:clrScheme name="Simple Light">
      <a:dk1>
        <a:srgbClr val="000000"/>
      </a:dk1>
      <a:lt1>
        <a:srgbClr val="FFFFFF"/>
      </a:lt1>
      <a:dk2>
        <a:srgbClr val="595959"/>
      </a:dk2>
      <a:lt2>
        <a:srgbClr val="EEEEEE"/>
      </a:lt2>
      <a:accent1>
        <a:srgbClr val="4C64D8"/>
      </a:accent1>
      <a:accent2>
        <a:srgbClr val="FFE599"/>
      </a:accent2>
      <a:accent3>
        <a:srgbClr val="FF952B"/>
      </a:accent3>
      <a:accent4>
        <a:srgbClr val="D5E6FC"/>
      </a:accent4>
      <a:accent5>
        <a:srgbClr val="00004D"/>
      </a:accent5>
      <a:accent6>
        <a:srgbClr val="A8CFFF"/>
      </a:accent6>
      <a:hlink>
        <a:srgbClr val="00004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